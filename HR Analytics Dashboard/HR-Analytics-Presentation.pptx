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8"/>
  </p:notesMasterIdLst>
  <p:sldIdLst>
    <p:sldId id="256" r:id="rId2"/>
    <p:sldId id="302" r:id="rId3"/>
    <p:sldId id="303" r:id="rId4"/>
    <p:sldId id="304" r:id="rId5"/>
    <p:sldId id="305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5" r:id="rId14"/>
    <p:sldId id="316" r:id="rId15"/>
    <p:sldId id="317" r:id="rId16"/>
    <p:sldId id="318" r:id="rId17"/>
  </p:sldIdLst>
  <p:sldSz cx="9144000" cy="5143500" type="screen16x9"/>
  <p:notesSz cx="6858000" cy="9144000"/>
  <p:embeddedFontLst>
    <p:embeddedFont>
      <p:font typeface="Comfortaa" panose="020B0604020202020204" charset="0"/>
      <p:regular r:id="rId19"/>
      <p:bold r:id="rId20"/>
    </p:embeddedFont>
    <p:embeddedFont>
      <p:font typeface="Comfortaa SemiBold" panose="020B0604020202020204" charset="0"/>
      <p:regular r:id="rId21"/>
      <p:bold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2D3"/>
    <a:srgbClr val="E8EEF9"/>
    <a:srgbClr val="EC64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90F305-1F89-46B9-9C27-28308510322B}">
  <a:tblStyle styleId="{D390F305-1F89-46B9-9C27-2830851032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4">
          <a:extLst>
            <a:ext uri="{FF2B5EF4-FFF2-40B4-BE49-F238E27FC236}">
              <a16:creationId xmlns:a16="http://schemas.microsoft.com/office/drawing/2014/main" id="{A3BDC4B9-4AAF-CDCC-6C7C-3B8E027A1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8da44cb595_0_1170:notes">
            <a:extLst>
              <a:ext uri="{FF2B5EF4-FFF2-40B4-BE49-F238E27FC236}">
                <a16:creationId xmlns:a16="http://schemas.microsoft.com/office/drawing/2014/main" id="{45B5A417-9A77-BA8C-5CBB-1E66151E11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6" name="Google Shape;1876;g8da44cb595_0_1170:notes">
            <a:extLst>
              <a:ext uri="{FF2B5EF4-FFF2-40B4-BE49-F238E27FC236}">
                <a16:creationId xmlns:a16="http://schemas.microsoft.com/office/drawing/2014/main" id="{464DCFE0-C3D6-78A2-9ACF-98F472B17D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1344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3">
          <a:extLst>
            <a:ext uri="{FF2B5EF4-FFF2-40B4-BE49-F238E27FC236}">
              <a16:creationId xmlns:a16="http://schemas.microsoft.com/office/drawing/2014/main" id="{F0D396DF-C511-4CB9-FB18-6FD23544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8d5d1e87a8_0_401:notes">
            <a:extLst>
              <a:ext uri="{FF2B5EF4-FFF2-40B4-BE49-F238E27FC236}">
                <a16:creationId xmlns:a16="http://schemas.microsoft.com/office/drawing/2014/main" id="{D1A55A3F-C7F8-7F6D-2BEC-561B81F98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8d5d1e87a8_0_401:notes">
            <a:extLst>
              <a:ext uri="{FF2B5EF4-FFF2-40B4-BE49-F238E27FC236}">
                <a16:creationId xmlns:a16="http://schemas.microsoft.com/office/drawing/2014/main" id="{84F422C5-5986-CBED-1D5A-6C85ADEE53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0168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4">
          <a:extLst>
            <a:ext uri="{FF2B5EF4-FFF2-40B4-BE49-F238E27FC236}">
              <a16:creationId xmlns:a16="http://schemas.microsoft.com/office/drawing/2014/main" id="{9F9FB6F1-9EFA-F58D-71E1-9F39DB5B4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8d5d1e87a8_0_571:notes">
            <a:extLst>
              <a:ext uri="{FF2B5EF4-FFF2-40B4-BE49-F238E27FC236}">
                <a16:creationId xmlns:a16="http://schemas.microsoft.com/office/drawing/2014/main" id="{42741B3F-51B5-73C9-685C-2DA599BFBB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8d5d1e87a8_0_571:notes">
            <a:extLst>
              <a:ext uri="{FF2B5EF4-FFF2-40B4-BE49-F238E27FC236}">
                <a16:creationId xmlns:a16="http://schemas.microsoft.com/office/drawing/2014/main" id="{D0F6FB8E-343E-4BCB-3CFF-2D934D452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0104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4">
          <a:extLst>
            <a:ext uri="{FF2B5EF4-FFF2-40B4-BE49-F238E27FC236}">
              <a16:creationId xmlns:a16="http://schemas.microsoft.com/office/drawing/2014/main" id="{88F7F079-5E42-29E1-8F0A-FB07FE67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8d5d1e87a8_0_571:notes">
            <a:extLst>
              <a:ext uri="{FF2B5EF4-FFF2-40B4-BE49-F238E27FC236}">
                <a16:creationId xmlns:a16="http://schemas.microsoft.com/office/drawing/2014/main" id="{15F56057-1CE8-01F8-56CC-ADFFDA83C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8d5d1e87a8_0_571:notes">
            <a:extLst>
              <a:ext uri="{FF2B5EF4-FFF2-40B4-BE49-F238E27FC236}">
                <a16:creationId xmlns:a16="http://schemas.microsoft.com/office/drawing/2014/main" id="{9AAB3390-7435-94E9-7C62-F235BB182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7972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4">
          <a:extLst>
            <a:ext uri="{FF2B5EF4-FFF2-40B4-BE49-F238E27FC236}">
              <a16:creationId xmlns:a16="http://schemas.microsoft.com/office/drawing/2014/main" id="{216CF7FE-4838-5C99-AE53-A49446C77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8d5d1e87a8_0_571:notes">
            <a:extLst>
              <a:ext uri="{FF2B5EF4-FFF2-40B4-BE49-F238E27FC236}">
                <a16:creationId xmlns:a16="http://schemas.microsoft.com/office/drawing/2014/main" id="{04E3D888-E8DB-C979-8850-760952EF71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8d5d1e87a8_0_571:notes">
            <a:extLst>
              <a:ext uri="{FF2B5EF4-FFF2-40B4-BE49-F238E27FC236}">
                <a16:creationId xmlns:a16="http://schemas.microsoft.com/office/drawing/2014/main" id="{D29AA14A-D0FB-2547-27C9-169BA1CEC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5108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7">
          <a:extLst>
            <a:ext uri="{FF2B5EF4-FFF2-40B4-BE49-F238E27FC236}">
              <a16:creationId xmlns:a16="http://schemas.microsoft.com/office/drawing/2014/main" id="{238B7963-0326-8BE6-DF88-A422C35DC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8da44cb595_0_0:notes">
            <a:extLst>
              <a:ext uri="{FF2B5EF4-FFF2-40B4-BE49-F238E27FC236}">
                <a16:creationId xmlns:a16="http://schemas.microsoft.com/office/drawing/2014/main" id="{BD6BB93A-65A1-9C52-17FF-6710F0FCD9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8da44cb595_0_0:notes">
            <a:extLst>
              <a:ext uri="{FF2B5EF4-FFF2-40B4-BE49-F238E27FC236}">
                <a16:creationId xmlns:a16="http://schemas.microsoft.com/office/drawing/2014/main" id="{C8621038-9546-00A9-3DF4-19463ADE6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3672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4">
          <a:extLst>
            <a:ext uri="{FF2B5EF4-FFF2-40B4-BE49-F238E27FC236}">
              <a16:creationId xmlns:a16="http://schemas.microsoft.com/office/drawing/2014/main" id="{8E14F896-1122-82DF-B919-72D7DF7E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8d5d1e87a8_0_571:notes">
            <a:extLst>
              <a:ext uri="{FF2B5EF4-FFF2-40B4-BE49-F238E27FC236}">
                <a16:creationId xmlns:a16="http://schemas.microsoft.com/office/drawing/2014/main" id="{765ECCAB-D814-D36D-18CC-48DD4FEEB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8d5d1e87a8_0_571:notes">
            <a:extLst>
              <a:ext uri="{FF2B5EF4-FFF2-40B4-BE49-F238E27FC236}">
                <a16:creationId xmlns:a16="http://schemas.microsoft.com/office/drawing/2014/main" id="{7BE7E9EA-DDB8-DE54-EA00-8EABFE57C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3619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7">
          <a:extLst>
            <a:ext uri="{FF2B5EF4-FFF2-40B4-BE49-F238E27FC236}">
              <a16:creationId xmlns:a16="http://schemas.microsoft.com/office/drawing/2014/main" id="{FB1D4071-3134-4878-7875-B2909D79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g8da44cb595_0_11:notes">
            <a:extLst>
              <a:ext uri="{FF2B5EF4-FFF2-40B4-BE49-F238E27FC236}">
                <a16:creationId xmlns:a16="http://schemas.microsoft.com/office/drawing/2014/main" id="{27B9B072-0D4C-9B73-E61C-AC6FDFD36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9" name="Google Shape;2289;g8da44cb595_0_11:notes">
            <a:extLst>
              <a:ext uri="{FF2B5EF4-FFF2-40B4-BE49-F238E27FC236}">
                <a16:creationId xmlns:a16="http://schemas.microsoft.com/office/drawing/2014/main" id="{8536D8A7-10C0-BDAB-A800-D980525F5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0410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4">
          <a:extLst>
            <a:ext uri="{FF2B5EF4-FFF2-40B4-BE49-F238E27FC236}">
              <a16:creationId xmlns:a16="http://schemas.microsoft.com/office/drawing/2014/main" id="{9B5A3674-A8EC-E5C5-08DD-FCEDA649F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8d5d1e87a8_0_571:notes">
            <a:extLst>
              <a:ext uri="{FF2B5EF4-FFF2-40B4-BE49-F238E27FC236}">
                <a16:creationId xmlns:a16="http://schemas.microsoft.com/office/drawing/2014/main" id="{92F47FC4-510D-89FB-353D-2CC5F2A9F2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8d5d1e87a8_0_571:notes">
            <a:extLst>
              <a:ext uri="{FF2B5EF4-FFF2-40B4-BE49-F238E27FC236}">
                <a16:creationId xmlns:a16="http://schemas.microsoft.com/office/drawing/2014/main" id="{E1FB61A3-9FF1-5D41-B96D-09CDBAF771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6855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5">
          <a:extLst>
            <a:ext uri="{FF2B5EF4-FFF2-40B4-BE49-F238E27FC236}">
              <a16:creationId xmlns:a16="http://schemas.microsoft.com/office/drawing/2014/main" id="{1A9E5DB9-22AB-37A7-13E1-BADB8A672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g8da44cb595_0_67:notes">
            <a:extLst>
              <a:ext uri="{FF2B5EF4-FFF2-40B4-BE49-F238E27FC236}">
                <a16:creationId xmlns:a16="http://schemas.microsoft.com/office/drawing/2014/main" id="{E32338FB-8D5C-E57C-7B0B-6D960F3674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7" name="Google Shape;2047;g8da44cb595_0_67:notes">
            <a:extLst>
              <a:ext uri="{FF2B5EF4-FFF2-40B4-BE49-F238E27FC236}">
                <a16:creationId xmlns:a16="http://schemas.microsoft.com/office/drawing/2014/main" id="{C2615F16-A07F-F845-B6FE-B760EF10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1320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8">
          <a:extLst>
            <a:ext uri="{FF2B5EF4-FFF2-40B4-BE49-F238E27FC236}">
              <a16:creationId xmlns:a16="http://schemas.microsoft.com/office/drawing/2014/main" id="{CE0C5A10-E296-A178-02C8-C7C7B8761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g8da44cb595_0_319:notes">
            <a:extLst>
              <a:ext uri="{FF2B5EF4-FFF2-40B4-BE49-F238E27FC236}">
                <a16:creationId xmlns:a16="http://schemas.microsoft.com/office/drawing/2014/main" id="{E390921F-EC51-8B1E-C3BB-89115AD064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0" name="Google Shape;2590;g8da44cb595_0_319:notes">
            <a:extLst>
              <a:ext uri="{FF2B5EF4-FFF2-40B4-BE49-F238E27FC236}">
                <a16:creationId xmlns:a16="http://schemas.microsoft.com/office/drawing/2014/main" id="{1F51A470-6C84-4617-2532-DDA66BDC41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72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>
          <a:extLst>
            <a:ext uri="{FF2B5EF4-FFF2-40B4-BE49-F238E27FC236}">
              <a16:creationId xmlns:a16="http://schemas.microsoft.com/office/drawing/2014/main" id="{046133CB-6F6F-2AAF-DBE2-7D60869A4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8d5d1e87a8_0_1100:notes">
            <a:extLst>
              <a:ext uri="{FF2B5EF4-FFF2-40B4-BE49-F238E27FC236}">
                <a16:creationId xmlns:a16="http://schemas.microsoft.com/office/drawing/2014/main" id="{63FEEA3A-F8FB-30F7-0A3A-96373DF85D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8d5d1e87a8_0_1100:notes">
            <a:extLst>
              <a:ext uri="{FF2B5EF4-FFF2-40B4-BE49-F238E27FC236}">
                <a16:creationId xmlns:a16="http://schemas.microsoft.com/office/drawing/2014/main" id="{673EC3B2-5E3B-7297-588A-86C207E31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133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9">
          <a:extLst>
            <a:ext uri="{FF2B5EF4-FFF2-40B4-BE49-F238E27FC236}">
              <a16:creationId xmlns:a16="http://schemas.microsoft.com/office/drawing/2014/main" id="{BFC25868-7E1F-9753-EFA4-455B6FD1D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g8da44cb595_0_243:notes">
            <a:extLst>
              <a:ext uri="{FF2B5EF4-FFF2-40B4-BE49-F238E27FC236}">
                <a16:creationId xmlns:a16="http://schemas.microsoft.com/office/drawing/2014/main" id="{D34C9773-1B4D-9308-4C5D-27D87E71F0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1" name="Google Shape;2441;g8da44cb595_0_243:notes">
            <a:extLst>
              <a:ext uri="{FF2B5EF4-FFF2-40B4-BE49-F238E27FC236}">
                <a16:creationId xmlns:a16="http://schemas.microsoft.com/office/drawing/2014/main" id="{0FBCC8ED-922C-F06C-95A7-EFBC2436B0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7990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7">
          <a:extLst>
            <a:ext uri="{FF2B5EF4-FFF2-40B4-BE49-F238E27FC236}">
              <a16:creationId xmlns:a16="http://schemas.microsoft.com/office/drawing/2014/main" id="{BF18717D-1FB2-6408-3A91-67E8A17BD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8da44cb595_0_0:notes">
            <a:extLst>
              <a:ext uri="{FF2B5EF4-FFF2-40B4-BE49-F238E27FC236}">
                <a16:creationId xmlns:a16="http://schemas.microsoft.com/office/drawing/2014/main" id="{65CFE923-FA36-BE08-87A4-00184E66BC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8da44cb595_0_0:notes">
            <a:extLst>
              <a:ext uri="{FF2B5EF4-FFF2-40B4-BE49-F238E27FC236}">
                <a16:creationId xmlns:a16="http://schemas.microsoft.com/office/drawing/2014/main" id="{695A2368-6AD0-7B63-760F-A1D58D6D8F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76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0">
          <a:extLst>
            <a:ext uri="{FF2B5EF4-FFF2-40B4-BE49-F238E27FC236}">
              <a16:creationId xmlns:a16="http://schemas.microsoft.com/office/drawing/2014/main" id="{EA99AB71-9DFA-51D6-4711-06E55124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g8d5d1e87a8_0_205:notes">
            <a:extLst>
              <a:ext uri="{FF2B5EF4-FFF2-40B4-BE49-F238E27FC236}">
                <a16:creationId xmlns:a16="http://schemas.microsoft.com/office/drawing/2014/main" id="{52189FBA-2069-F2EF-EB34-3554311FC5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2" name="Google Shape;3262;g8d5d1e87a8_0_205:notes">
            <a:extLst>
              <a:ext uri="{FF2B5EF4-FFF2-40B4-BE49-F238E27FC236}">
                <a16:creationId xmlns:a16="http://schemas.microsoft.com/office/drawing/2014/main" id="{1712ADD4-3E76-8D6D-53FF-F06F4C858A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069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04436" y="-57983"/>
            <a:ext cx="8738597" cy="5659608"/>
            <a:chOff x="204436" y="-57983"/>
            <a:chExt cx="8738597" cy="5659608"/>
          </a:xfrm>
        </p:grpSpPr>
        <p:sp>
          <p:nvSpPr>
            <p:cNvPr id="10" name="Google Shape;10;p2"/>
            <p:cNvSpPr/>
            <p:nvPr/>
          </p:nvSpPr>
          <p:spPr>
            <a:xfrm>
              <a:off x="7373430" y="3691477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w="42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918898" y="978127"/>
              <a:ext cx="49" cy="64036"/>
            </a:xfrm>
            <a:custGeom>
              <a:avLst/>
              <a:gdLst/>
              <a:ahLst/>
              <a:cxnLst/>
              <a:rect l="l" t="t" r="r" b="b"/>
              <a:pathLst>
                <a:path w="1" h="1320" fill="none" extrusionOk="0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886686" y="1009854"/>
              <a:ext cx="64037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1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365132" y="9040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332921" y="9377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306992" y="-2814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25"/>
                  </a:moveTo>
                  <a:cubicBezTo>
                    <a:pt x="124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25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718321" y="-28149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65"/>
                  </a:moveTo>
                  <a:cubicBezTo>
                    <a:pt x="1280" y="992"/>
                    <a:pt x="992" y="1280"/>
                    <a:pt x="66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65" y="1"/>
                  </a:cubicBezTo>
                  <a:cubicBezTo>
                    <a:pt x="992" y="1"/>
                    <a:pt x="1280" y="288"/>
                    <a:pt x="1280" y="66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555030" y="399011"/>
              <a:ext cx="346379" cy="49"/>
            </a:xfrm>
            <a:custGeom>
              <a:avLst/>
              <a:gdLst/>
              <a:ahLst/>
              <a:cxnLst/>
              <a:rect l="l" t="t" r="r" b="b"/>
              <a:pathLst>
                <a:path w="7140" h="1" fill="none" extrusionOk="0">
                  <a:moveTo>
                    <a:pt x="1" y="0"/>
                  </a:moveTo>
                  <a:lnTo>
                    <a:pt x="7140" y="0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036757" y="707336"/>
              <a:ext cx="154464" cy="49"/>
            </a:xfrm>
            <a:custGeom>
              <a:avLst/>
              <a:gdLst/>
              <a:ahLst/>
              <a:cxnLst/>
              <a:rect l="l" t="t" r="r" b="b"/>
              <a:pathLst>
                <a:path w="3184" h="1" fill="none" extrusionOk="0">
                  <a:moveTo>
                    <a:pt x="0" y="0"/>
                  </a:moveTo>
                  <a:lnTo>
                    <a:pt x="3183" y="0"/>
                  </a:lnTo>
                </a:path>
              </a:pathLst>
            </a:custGeom>
            <a:noFill/>
            <a:ln w="42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976504" y="-57983"/>
              <a:ext cx="236256" cy="49"/>
            </a:xfrm>
            <a:custGeom>
              <a:avLst/>
              <a:gdLst/>
              <a:ahLst/>
              <a:cxnLst/>
              <a:rect l="l" t="t" r="r" b="b"/>
              <a:pathLst>
                <a:path w="4870" h="1" fill="none" extrusionOk="0">
                  <a:moveTo>
                    <a:pt x="4869" y="1"/>
                  </a:moveTo>
                  <a:lnTo>
                    <a:pt x="1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236800" y="-57983"/>
              <a:ext cx="126084" cy="49"/>
            </a:xfrm>
            <a:custGeom>
              <a:avLst/>
              <a:gdLst/>
              <a:ahLst/>
              <a:cxnLst/>
              <a:rect l="l" t="t" r="r" b="b"/>
              <a:pathLst>
                <a:path w="2599" h="1" fill="none" extrusionOk="0">
                  <a:moveTo>
                    <a:pt x="2599" y="1"/>
                  </a:moveTo>
                  <a:lnTo>
                    <a:pt x="1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96796" y="23148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164536" y="23490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20338" y="475379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168417" y="32465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134264" y="32787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170309" y="36395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35385" y="6449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 flipH="1">
              <a:off x="944100" y="4932025"/>
              <a:ext cx="7255800" cy="669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2"/>
          <p:cNvSpPr/>
          <p:nvPr/>
        </p:nvSpPr>
        <p:spPr>
          <a:xfrm>
            <a:off x="-430973" y="4593355"/>
            <a:ext cx="60204" cy="62581"/>
          </a:xfrm>
          <a:custGeom>
            <a:avLst/>
            <a:gdLst/>
            <a:ahLst/>
            <a:cxnLst/>
            <a:rect l="l" t="t" r="r" b="b"/>
            <a:pathLst>
              <a:path w="1241" h="1290" fill="none" extrusionOk="0">
                <a:moveTo>
                  <a:pt x="1240" y="626"/>
                </a:moveTo>
                <a:cubicBezTo>
                  <a:pt x="1240" y="993"/>
                  <a:pt x="953" y="1290"/>
                  <a:pt x="625" y="1290"/>
                </a:cubicBezTo>
                <a:cubicBezTo>
                  <a:pt x="288" y="1290"/>
                  <a:pt x="1" y="993"/>
                  <a:pt x="1" y="626"/>
                </a:cubicBezTo>
                <a:cubicBezTo>
                  <a:pt x="1" y="298"/>
                  <a:pt x="288" y="1"/>
                  <a:pt x="625" y="1"/>
                </a:cubicBezTo>
                <a:cubicBezTo>
                  <a:pt x="953" y="1"/>
                  <a:pt x="1240" y="298"/>
                  <a:pt x="1240" y="626"/>
                </a:cubicBezTo>
                <a:close/>
              </a:path>
            </a:pathLst>
          </a:custGeom>
          <a:noFill/>
          <a:ln w="42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 txBox="1">
            <a:spLocks noGrp="1"/>
          </p:cNvSpPr>
          <p:nvPr>
            <p:ph type="subTitle" idx="1"/>
          </p:nvPr>
        </p:nvSpPr>
        <p:spPr>
          <a:xfrm>
            <a:off x="2714625" y="2238375"/>
            <a:ext cx="37893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12237"/>
              </a:buClr>
              <a:buSzPts val="1400"/>
              <a:buFont typeface="Montserrat"/>
              <a:buNone/>
              <a:defRPr sz="1400">
                <a:solidFill>
                  <a:srgbClr val="21223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-449875" y="82400"/>
            <a:ext cx="21858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-1011450" y="2211372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8165100" y="3136013"/>
            <a:ext cx="2185800" cy="626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7577575" y="672500"/>
            <a:ext cx="21858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 txBox="1">
            <a:spLocks noGrp="1"/>
          </p:cNvSpPr>
          <p:nvPr>
            <p:ph type="title"/>
          </p:nvPr>
        </p:nvSpPr>
        <p:spPr>
          <a:xfrm>
            <a:off x="1984050" y="638175"/>
            <a:ext cx="5175900" cy="16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3500"/>
              <a:buFont typeface="Comfortaa"/>
              <a:buNone/>
              <a:defRPr sz="5000" b="1">
                <a:solidFill>
                  <a:srgbClr val="EC646E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3"/>
          <p:cNvGrpSpPr/>
          <p:nvPr/>
        </p:nvGrpSpPr>
        <p:grpSpPr>
          <a:xfrm>
            <a:off x="168169" y="129458"/>
            <a:ext cx="8873476" cy="4521710"/>
            <a:chOff x="168169" y="129458"/>
            <a:chExt cx="8873476" cy="4521710"/>
          </a:xfrm>
        </p:grpSpPr>
        <p:sp>
          <p:nvSpPr>
            <p:cNvPr id="59" name="Google Shape;59;p3"/>
            <p:cNvSpPr/>
            <p:nvPr/>
          </p:nvSpPr>
          <p:spPr>
            <a:xfrm flipH="1">
              <a:off x="4612091" y="527348"/>
              <a:ext cx="97960" cy="97960"/>
            </a:xfrm>
            <a:custGeom>
              <a:avLst/>
              <a:gdLst/>
              <a:ahLst/>
              <a:cxnLst/>
              <a:rect l="l" t="t" r="r" b="b"/>
              <a:pathLst>
                <a:path w="2768" h="2768" fill="none" extrusionOk="0">
                  <a:moveTo>
                    <a:pt x="2767" y="1357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7"/>
                  </a:cubicBezTo>
                  <a:cubicBezTo>
                    <a:pt x="1" y="624"/>
                    <a:pt x="624" y="1"/>
                    <a:pt x="1411" y="1"/>
                  </a:cubicBezTo>
                  <a:cubicBezTo>
                    <a:pt x="2143" y="1"/>
                    <a:pt x="2767" y="624"/>
                    <a:pt x="2767" y="1357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 flipH="1">
              <a:off x="354391" y="20338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 flipH="1">
              <a:off x="7777903" y="1113371"/>
              <a:ext cx="97924" cy="97960"/>
            </a:xfrm>
            <a:custGeom>
              <a:avLst/>
              <a:gdLst/>
              <a:ahLst/>
              <a:cxnLst/>
              <a:rect l="l" t="t" r="r" b="b"/>
              <a:pathLst>
                <a:path w="2767" h="2768" fill="none" extrusionOk="0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 flipH="1">
              <a:off x="8887557" y="641587"/>
              <a:ext cx="154088" cy="151682"/>
            </a:xfrm>
            <a:custGeom>
              <a:avLst/>
              <a:gdLst/>
              <a:ahLst/>
              <a:cxnLst/>
              <a:rect l="l" t="t" r="r" b="b"/>
              <a:pathLst>
                <a:path w="4354" h="4286" fill="none" extrusionOk="0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 flipH="1">
              <a:off x="258413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 flipH="1">
              <a:off x="5959946" y="203407"/>
              <a:ext cx="257745" cy="35"/>
            </a:xfrm>
            <a:custGeom>
              <a:avLst/>
              <a:gdLst/>
              <a:ahLst/>
              <a:cxnLst/>
              <a:rect l="l" t="t" r="r" b="b"/>
              <a:pathLst>
                <a:path w="7283" h="1" fill="none" extrusionOk="0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 flipH="1">
              <a:off x="7525927" y="129458"/>
              <a:ext cx="132005" cy="35"/>
            </a:xfrm>
            <a:custGeom>
              <a:avLst/>
              <a:gdLst/>
              <a:ahLst/>
              <a:cxnLst/>
              <a:rect l="l" t="t" r="r" b="b"/>
              <a:pathLst>
                <a:path w="3730" h="1" fill="none" extrusionOk="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 flipH="1">
              <a:off x="8171476" y="363669"/>
              <a:ext cx="35" cy="84051"/>
            </a:xfrm>
            <a:custGeom>
              <a:avLst/>
              <a:gdLst/>
              <a:ahLst/>
              <a:cxnLst/>
              <a:rect l="l" t="t" r="r" b="b"/>
              <a:pathLst>
                <a:path w="1" h="2375" fill="none" extrusionOk="0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 flipH="1">
              <a:off x="812776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 flipH="1">
              <a:off x="812776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 flipH="1">
              <a:off x="226920" y="11230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 flipH="1">
              <a:off x="185195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 flipH="1">
              <a:off x="185195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 rot="10800000" flipH="1">
              <a:off x="7825875" y="3901013"/>
              <a:ext cx="0" cy="63844"/>
            </a:xfrm>
            <a:custGeom>
              <a:avLst/>
              <a:gdLst/>
              <a:ahLst/>
              <a:cxnLst/>
              <a:rect l="l" t="t" r="r" b="b"/>
              <a:pathLst>
                <a:path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 flipH="1">
              <a:off x="7793706" y="3932687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 flipH="1">
              <a:off x="794536" y="3761286"/>
              <a:ext cx="61932" cy="61932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 flipH="1">
              <a:off x="898194" y="451530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 flipH="1">
              <a:off x="6319800" y="4584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 flipH="1">
              <a:off x="6287631" y="4617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 flipH="1">
              <a:off x="7176009" y="4584925"/>
              <a:ext cx="61932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 flipH="1">
              <a:off x="8641792" y="4554702"/>
              <a:ext cx="128183" cy="35"/>
            </a:xfrm>
            <a:custGeom>
              <a:avLst/>
              <a:gdLst/>
              <a:ahLst/>
              <a:cxnLst/>
              <a:rect l="l" t="t" r="r" b="b"/>
              <a:pathLst>
                <a:path w="3622" h="1" fill="none" extrusionOk="0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 flipH="1">
              <a:off x="476309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 flipH="1">
              <a:off x="444140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 flipH="1">
              <a:off x="168169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 flipH="1">
              <a:off x="240187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8757312" y="1983759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8932808" y="1361385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8888641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8888641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8683418" y="4237642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8651248" y="4269316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8737175" y="3905507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8781342" y="3239326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3"/>
          <p:cNvSpPr/>
          <p:nvPr/>
        </p:nvSpPr>
        <p:spPr>
          <a:xfrm>
            <a:off x="-3354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-895350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5636525" y="360574"/>
            <a:ext cx="40491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5" name="Google Shape;95;p3"/>
          <p:cNvCxnSpPr/>
          <p:nvPr/>
        </p:nvCxnSpPr>
        <p:spPr>
          <a:xfrm rot="10800000">
            <a:off x="2238375" y="4869600"/>
            <a:ext cx="7048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" name="Google Shape;96;p3"/>
          <p:cNvSpPr txBox="1">
            <a:spLocks noGrp="1"/>
          </p:cNvSpPr>
          <p:nvPr>
            <p:ph type="subTitle" idx="1"/>
          </p:nvPr>
        </p:nvSpPr>
        <p:spPr>
          <a:xfrm>
            <a:off x="1361825" y="3192700"/>
            <a:ext cx="32007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1361825" y="2484925"/>
            <a:ext cx="4257900" cy="7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title" idx="2" hasCustomPrompt="1"/>
          </p:nvPr>
        </p:nvSpPr>
        <p:spPr>
          <a:xfrm>
            <a:off x="1361825" y="1491425"/>
            <a:ext cx="1907700" cy="9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 txBox="1">
            <a:spLocks noGrp="1"/>
          </p:cNvSpPr>
          <p:nvPr>
            <p:ph type="body" idx="1"/>
          </p:nvPr>
        </p:nvSpPr>
        <p:spPr>
          <a:xfrm>
            <a:off x="731525" y="1161000"/>
            <a:ext cx="76812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5D3765"/>
              </a:buClr>
              <a:buSzPts val="1200"/>
              <a:buFont typeface="Catamaran"/>
              <a:buChar char="●"/>
              <a:defRPr sz="11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Catamaran"/>
              <a:buChar char="■"/>
              <a:defRPr sz="1200"/>
            </a:lvl9pPr>
          </a:lstStyle>
          <a:p>
            <a:endParaRPr/>
          </a:p>
        </p:txBody>
      </p:sp>
      <p:sp>
        <p:nvSpPr>
          <p:cNvPr id="200" name="Google Shape;200;p7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793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7633500" y="2594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-1159975" y="459449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7"/>
          <p:cNvGrpSpPr/>
          <p:nvPr/>
        </p:nvGrpSpPr>
        <p:grpSpPr>
          <a:xfrm>
            <a:off x="204436" y="176149"/>
            <a:ext cx="8738597" cy="4906446"/>
            <a:chOff x="204436" y="176149"/>
            <a:chExt cx="8738597" cy="4906446"/>
          </a:xfrm>
        </p:grpSpPr>
        <p:sp>
          <p:nvSpPr>
            <p:cNvPr id="204" name="Google Shape;204;p7"/>
            <p:cNvSpPr/>
            <p:nvPr/>
          </p:nvSpPr>
          <p:spPr>
            <a:xfrm>
              <a:off x="7373430" y="3691477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w="42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7918898" y="978127"/>
              <a:ext cx="49" cy="64036"/>
            </a:xfrm>
            <a:custGeom>
              <a:avLst/>
              <a:gdLst/>
              <a:ahLst/>
              <a:cxnLst/>
              <a:rect l="l" t="t" r="r" b="b"/>
              <a:pathLst>
                <a:path w="1" h="1320" fill="none" extrusionOk="0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7886686" y="1009854"/>
              <a:ext cx="64037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1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7"/>
          <p:cNvGrpSpPr/>
          <p:nvPr/>
        </p:nvGrpSpPr>
        <p:grpSpPr>
          <a:xfrm flipH="1">
            <a:off x="-631517" y="3586184"/>
            <a:ext cx="1222079" cy="1009533"/>
            <a:chOff x="6101758" y="2859784"/>
            <a:chExt cx="1222079" cy="1009533"/>
          </a:xfrm>
        </p:grpSpPr>
        <p:sp>
          <p:nvSpPr>
            <p:cNvPr id="231" name="Google Shape;231;p7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1"/>
          <p:cNvSpPr txBox="1">
            <a:spLocks noGrp="1"/>
          </p:cNvSpPr>
          <p:nvPr>
            <p:ph type="title" hasCustomPrompt="1"/>
          </p:nvPr>
        </p:nvSpPr>
        <p:spPr>
          <a:xfrm>
            <a:off x="1120150" y="1106125"/>
            <a:ext cx="6903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1" name="Google Shape;411;p11"/>
          <p:cNvSpPr txBox="1">
            <a:spLocks noGrp="1"/>
          </p:cNvSpPr>
          <p:nvPr>
            <p:ph type="body" idx="1"/>
          </p:nvPr>
        </p:nvSpPr>
        <p:spPr>
          <a:xfrm>
            <a:off x="2861375" y="3124175"/>
            <a:ext cx="3421200" cy="58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ctr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3099305" y="227009"/>
            <a:ext cx="150" cy="123654"/>
          </a:xfrm>
          <a:custGeom>
            <a:avLst/>
            <a:gdLst/>
            <a:ahLst/>
            <a:cxnLst/>
            <a:rect l="l" t="t" r="r" b="b"/>
            <a:pathLst>
              <a:path w="1" h="826" extrusionOk="0">
                <a:moveTo>
                  <a:pt x="1" y="0"/>
                </a:moveTo>
                <a:lnTo>
                  <a:pt x="1" y="8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3092269" y="219075"/>
            <a:ext cx="15120" cy="139523"/>
          </a:xfrm>
          <a:custGeom>
            <a:avLst/>
            <a:gdLst/>
            <a:ahLst/>
            <a:cxnLst/>
            <a:rect l="l" t="t" r="r" b="b"/>
            <a:pathLst>
              <a:path w="101" h="932" extrusionOk="0">
                <a:moveTo>
                  <a:pt x="48" y="1"/>
                </a:moveTo>
                <a:cubicBezTo>
                  <a:pt x="24" y="1"/>
                  <a:pt x="1" y="24"/>
                  <a:pt x="1" y="53"/>
                </a:cubicBezTo>
                <a:lnTo>
                  <a:pt x="1" y="879"/>
                </a:lnTo>
                <a:cubicBezTo>
                  <a:pt x="1" y="902"/>
                  <a:pt x="24" y="932"/>
                  <a:pt x="48" y="932"/>
                </a:cubicBezTo>
                <a:cubicBezTo>
                  <a:pt x="77" y="932"/>
                  <a:pt x="100" y="902"/>
                  <a:pt x="100" y="879"/>
                </a:cubicBezTo>
                <a:lnTo>
                  <a:pt x="100" y="53"/>
                </a:lnTo>
                <a:cubicBezTo>
                  <a:pt x="100" y="24"/>
                  <a:pt x="77" y="1"/>
                  <a:pt x="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7346941" y="1936148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70" y="94"/>
                </a:moveTo>
                <a:cubicBezTo>
                  <a:pt x="516" y="94"/>
                  <a:pt x="639" y="217"/>
                  <a:pt x="639" y="364"/>
                </a:cubicBezTo>
                <a:cubicBezTo>
                  <a:pt x="639" y="510"/>
                  <a:pt x="516" y="633"/>
                  <a:pt x="370" y="633"/>
                </a:cubicBezTo>
                <a:cubicBezTo>
                  <a:pt x="223" y="633"/>
                  <a:pt x="100" y="510"/>
                  <a:pt x="100" y="364"/>
                </a:cubicBezTo>
                <a:cubicBezTo>
                  <a:pt x="100" y="217"/>
                  <a:pt x="223" y="94"/>
                  <a:pt x="370" y="94"/>
                </a:cubicBezTo>
                <a:close/>
                <a:moveTo>
                  <a:pt x="370" y="1"/>
                </a:moveTo>
                <a:cubicBezTo>
                  <a:pt x="147" y="1"/>
                  <a:pt x="1" y="171"/>
                  <a:pt x="1" y="364"/>
                </a:cubicBezTo>
                <a:cubicBezTo>
                  <a:pt x="1" y="557"/>
                  <a:pt x="147" y="733"/>
                  <a:pt x="370" y="733"/>
                </a:cubicBezTo>
                <a:cubicBezTo>
                  <a:pt x="563" y="733"/>
                  <a:pt x="733" y="557"/>
                  <a:pt x="733" y="364"/>
                </a:cubicBezTo>
                <a:cubicBezTo>
                  <a:pt x="733" y="171"/>
                  <a:pt x="563" y="1"/>
                  <a:pt x="37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4071468" y="380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5626070" y="377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8764316" y="1135845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4" y="101"/>
                </a:moveTo>
                <a:cubicBezTo>
                  <a:pt x="510" y="101"/>
                  <a:pt x="633" y="223"/>
                  <a:pt x="633" y="370"/>
                </a:cubicBezTo>
                <a:cubicBezTo>
                  <a:pt x="633" y="516"/>
                  <a:pt x="510" y="633"/>
                  <a:pt x="364" y="633"/>
                </a:cubicBezTo>
                <a:cubicBezTo>
                  <a:pt x="217" y="633"/>
                  <a:pt x="100" y="516"/>
                  <a:pt x="100" y="370"/>
                </a:cubicBezTo>
                <a:cubicBezTo>
                  <a:pt x="100" y="223"/>
                  <a:pt x="217" y="101"/>
                  <a:pt x="364" y="101"/>
                </a:cubicBezTo>
                <a:close/>
                <a:moveTo>
                  <a:pt x="364" y="1"/>
                </a:moveTo>
                <a:cubicBezTo>
                  <a:pt x="171" y="1"/>
                  <a:pt x="1" y="147"/>
                  <a:pt x="1" y="370"/>
                </a:cubicBezTo>
                <a:cubicBezTo>
                  <a:pt x="1" y="563"/>
                  <a:pt x="171" y="733"/>
                  <a:pt x="364" y="733"/>
                </a:cubicBezTo>
                <a:cubicBezTo>
                  <a:pt x="563" y="733"/>
                  <a:pt x="733" y="563"/>
                  <a:pt x="733" y="370"/>
                </a:cubicBezTo>
                <a:cubicBezTo>
                  <a:pt x="733" y="147"/>
                  <a:pt x="563" y="1"/>
                  <a:pt x="36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707372" y="1953663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-107005" y="2221030"/>
            <a:ext cx="160631" cy="160631"/>
          </a:xfrm>
          <a:custGeom>
            <a:avLst/>
            <a:gdLst/>
            <a:ahLst/>
            <a:cxnLst/>
            <a:rect l="l" t="t" r="r" b="b"/>
            <a:pathLst>
              <a:path w="1073" h="1073" extrusionOk="0">
                <a:moveTo>
                  <a:pt x="926" y="94"/>
                </a:moveTo>
                <a:lnTo>
                  <a:pt x="955" y="118"/>
                </a:lnTo>
                <a:cubicBezTo>
                  <a:pt x="955" y="147"/>
                  <a:pt x="978" y="147"/>
                  <a:pt x="978" y="170"/>
                </a:cubicBezTo>
                <a:lnTo>
                  <a:pt x="978" y="194"/>
                </a:lnTo>
                <a:lnTo>
                  <a:pt x="756" y="949"/>
                </a:lnTo>
                <a:cubicBezTo>
                  <a:pt x="732" y="973"/>
                  <a:pt x="732" y="973"/>
                  <a:pt x="709" y="973"/>
                </a:cubicBezTo>
                <a:lnTo>
                  <a:pt x="686" y="973"/>
                </a:lnTo>
                <a:lnTo>
                  <a:pt x="124" y="410"/>
                </a:lnTo>
                <a:cubicBezTo>
                  <a:pt x="100" y="387"/>
                  <a:pt x="100" y="387"/>
                  <a:pt x="100" y="364"/>
                </a:cubicBezTo>
                <a:lnTo>
                  <a:pt x="100" y="340"/>
                </a:lnTo>
                <a:lnTo>
                  <a:pt x="124" y="317"/>
                </a:lnTo>
                <a:lnTo>
                  <a:pt x="926" y="94"/>
                </a:lnTo>
                <a:close/>
                <a:moveTo>
                  <a:pt x="926" y="1"/>
                </a:moveTo>
                <a:cubicBezTo>
                  <a:pt x="902" y="1"/>
                  <a:pt x="902" y="24"/>
                  <a:pt x="902" y="24"/>
                </a:cubicBezTo>
                <a:lnTo>
                  <a:pt x="100" y="217"/>
                </a:lnTo>
                <a:cubicBezTo>
                  <a:pt x="77" y="241"/>
                  <a:pt x="47" y="264"/>
                  <a:pt x="24" y="293"/>
                </a:cubicBezTo>
                <a:cubicBezTo>
                  <a:pt x="1" y="317"/>
                  <a:pt x="1" y="340"/>
                  <a:pt x="1" y="364"/>
                </a:cubicBezTo>
                <a:cubicBezTo>
                  <a:pt x="1" y="410"/>
                  <a:pt x="24" y="463"/>
                  <a:pt x="47" y="487"/>
                </a:cubicBezTo>
                <a:lnTo>
                  <a:pt x="633" y="1049"/>
                </a:lnTo>
                <a:cubicBezTo>
                  <a:pt x="662" y="1072"/>
                  <a:pt x="686" y="1072"/>
                  <a:pt x="709" y="1072"/>
                </a:cubicBezTo>
                <a:cubicBezTo>
                  <a:pt x="779" y="1072"/>
                  <a:pt x="832" y="1049"/>
                  <a:pt x="832" y="973"/>
                </a:cubicBezTo>
                <a:lnTo>
                  <a:pt x="1049" y="217"/>
                </a:lnTo>
                <a:cubicBezTo>
                  <a:pt x="1072" y="194"/>
                  <a:pt x="1072" y="194"/>
                  <a:pt x="1072" y="170"/>
                </a:cubicBezTo>
                <a:cubicBezTo>
                  <a:pt x="1072" y="118"/>
                  <a:pt x="1049" y="94"/>
                  <a:pt x="1025" y="71"/>
                </a:cubicBezTo>
                <a:cubicBezTo>
                  <a:pt x="1002" y="24"/>
                  <a:pt x="978" y="1"/>
                  <a:pt x="9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8811622" y="2647978"/>
            <a:ext cx="150152" cy="160481"/>
          </a:xfrm>
          <a:custGeom>
            <a:avLst/>
            <a:gdLst/>
            <a:ahLst/>
            <a:cxnLst/>
            <a:rect l="l" t="t" r="r" b="b"/>
            <a:pathLst>
              <a:path w="1003" h="1072" extrusionOk="0">
                <a:moveTo>
                  <a:pt x="247" y="100"/>
                </a:moveTo>
                <a:lnTo>
                  <a:pt x="903" y="586"/>
                </a:lnTo>
                <a:lnTo>
                  <a:pt x="903" y="609"/>
                </a:lnTo>
                <a:cubicBezTo>
                  <a:pt x="903" y="632"/>
                  <a:pt x="903" y="662"/>
                  <a:pt x="879" y="662"/>
                </a:cubicBezTo>
                <a:lnTo>
                  <a:pt x="147" y="978"/>
                </a:lnTo>
                <a:lnTo>
                  <a:pt x="100" y="978"/>
                </a:lnTo>
                <a:lnTo>
                  <a:pt x="100" y="954"/>
                </a:lnTo>
                <a:lnTo>
                  <a:pt x="171" y="146"/>
                </a:lnTo>
                <a:lnTo>
                  <a:pt x="171" y="100"/>
                </a:lnTo>
                <a:close/>
                <a:moveTo>
                  <a:pt x="223" y="0"/>
                </a:moveTo>
                <a:cubicBezTo>
                  <a:pt x="171" y="0"/>
                  <a:pt x="147" y="0"/>
                  <a:pt x="124" y="47"/>
                </a:cubicBezTo>
                <a:cubicBezTo>
                  <a:pt x="100" y="76"/>
                  <a:pt x="77" y="100"/>
                  <a:pt x="77" y="146"/>
                </a:cubicBezTo>
                <a:lnTo>
                  <a:pt x="1" y="925"/>
                </a:lnTo>
                <a:lnTo>
                  <a:pt x="1" y="954"/>
                </a:lnTo>
                <a:cubicBezTo>
                  <a:pt x="1" y="978"/>
                  <a:pt x="1" y="1025"/>
                  <a:pt x="24" y="1048"/>
                </a:cubicBezTo>
                <a:cubicBezTo>
                  <a:pt x="48" y="1072"/>
                  <a:pt x="100" y="1072"/>
                  <a:pt x="124" y="1072"/>
                </a:cubicBezTo>
                <a:lnTo>
                  <a:pt x="171" y="1072"/>
                </a:lnTo>
                <a:lnTo>
                  <a:pt x="903" y="755"/>
                </a:lnTo>
                <a:cubicBezTo>
                  <a:pt x="979" y="732"/>
                  <a:pt x="1002" y="662"/>
                  <a:pt x="1002" y="609"/>
                </a:cubicBezTo>
                <a:cubicBezTo>
                  <a:pt x="1002" y="562"/>
                  <a:pt x="1002" y="515"/>
                  <a:pt x="955" y="486"/>
                </a:cubicBezTo>
                <a:lnTo>
                  <a:pt x="294" y="23"/>
                </a:lnTo>
                <a:cubicBezTo>
                  <a:pt x="270" y="0"/>
                  <a:pt x="247" y="0"/>
                  <a:pt x="2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375034" y="2987949"/>
            <a:ext cx="438479" cy="14222"/>
          </a:xfrm>
          <a:custGeom>
            <a:avLst/>
            <a:gdLst/>
            <a:ahLst/>
            <a:cxnLst/>
            <a:rect l="l" t="t" r="r" b="b"/>
            <a:pathLst>
              <a:path w="2929" h="95" extrusionOk="0">
                <a:moveTo>
                  <a:pt x="48" y="1"/>
                </a:moveTo>
                <a:cubicBezTo>
                  <a:pt x="24" y="1"/>
                  <a:pt x="1" y="1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2882" y="95"/>
                </a:lnTo>
                <a:cubicBezTo>
                  <a:pt x="2905" y="95"/>
                  <a:pt x="2928" y="71"/>
                  <a:pt x="2928" y="48"/>
                </a:cubicBezTo>
                <a:cubicBezTo>
                  <a:pt x="2928" y="1"/>
                  <a:pt x="2905" y="1"/>
                  <a:pt x="28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7314602" y="4477471"/>
            <a:ext cx="383987" cy="15120"/>
          </a:xfrm>
          <a:custGeom>
            <a:avLst/>
            <a:gdLst/>
            <a:ahLst/>
            <a:cxnLst/>
            <a:rect l="l" t="t" r="r" b="b"/>
            <a:pathLst>
              <a:path w="2565" h="101" extrusionOk="0">
                <a:moveTo>
                  <a:pt x="47" y="1"/>
                </a:moveTo>
                <a:cubicBezTo>
                  <a:pt x="0" y="1"/>
                  <a:pt x="0" y="24"/>
                  <a:pt x="0" y="47"/>
                </a:cubicBezTo>
                <a:cubicBezTo>
                  <a:pt x="0" y="77"/>
                  <a:pt x="0" y="100"/>
                  <a:pt x="47" y="100"/>
                </a:cubicBezTo>
                <a:lnTo>
                  <a:pt x="2512" y="100"/>
                </a:lnTo>
                <a:cubicBezTo>
                  <a:pt x="2565" y="100"/>
                  <a:pt x="2565" y="77"/>
                  <a:pt x="2565" y="47"/>
                </a:cubicBezTo>
                <a:cubicBezTo>
                  <a:pt x="2565" y="24"/>
                  <a:pt x="2565" y="1"/>
                  <a:pt x="25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7880777" y="2509354"/>
            <a:ext cx="277099" cy="14222"/>
          </a:xfrm>
          <a:custGeom>
            <a:avLst/>
            <a:gdLst/>
            <a:ahLst/>
            <a:cxnLst/>
            <a:rect l="l" t="t" r="r" b="b"/>
            <a:pathLst>
              <a:path w="1851" h="95" extrusionOk="0">
                <a:moveTo>
                  <a:pt x="48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1804" y="95"/>
                </a:lnTo>
                <a:cubicBezTo>
                  <a:pt x="1828" y="95"/>
                  <a:pt x="1851" y="71"/>
                  <a:pt x="1851" y="48"/>
                </a:cubicBezTo>
                <a:cubicBezTo>
                  <a:pt x="1851" y="24"/>
                  <a:pt x="1828" y="1"/>
                  <a:pt x="180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8205180" y="2509354"/>
            <a:ext cx="146409" cy="14222"/>
          </a:xfrm>
          <a:custGeom>
            <a:avLst/>
            <a:gdLst/>
            <a:ahLst/>
            <a:cxnLst/>
            <a:rect l="l" t="t" r="r" b="b"/>
            <a:pathLst>
              <a:path w="978" h="95" extrusionOk="0">
                <a:moveTo>
                  <a:pt x="53" y="1"/>
                </a:moveTo>
                <a:cubicBezTo>
                  <a:pt x="29" y="1"/>
                  <a:pt x="0" y="24"/>
                  <a:pt x="0" y="48"/>
                </a:cubicBezTo>
                <a:cubicBezTo>
                  <a:pt x="0" y="71"/>
                  <a:pt x="29" y="95"/>
                  <a:pt x="53" y="95"/>
                </a:cubicBezTo>
                <a:lnTo>
                  <a:pt x="931" y="95"/>
                </a:lnTo>
                <a:cubicBezTo>
                  <a:pt x="955" y="95"/>
                  <a:pt x="978" y="71"/>
                  <a:pt x="978" y="48"/>
                </a:cubicBezTo>
                <a:cubicBezTo>
                  <a:pt x="978" y="24"/>
                  <a:pt x="955" y="1"/>
                  <a:pt x="9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375027" y="4254141"/>
            <a:ext cx="266620" cy="14222"/>
          </a:xfrm>
          <a:custGeom>
            <a:avLst/>
            <a:gdLst/>
            <a:ahLst/>
            <a:cxnLst/>
            <a:rect l="l" t="t" r="r" b="b"/>
            <a:pathLst>
              <a:path w="1781" h="95" extrusionOk="0">
                <a:moveTo>
                  <a:pt x="47" y="1"/>
                </a:moveTo>
                <a:cubicBezTo>
                  <a:pt x="0" y="1"/>
                  <a:pt x="0" y="1"/>
                  <a:pt x="0" y="47"/>
                </a:cubicBezTo>
                <a:cubicBezTo>
                  <a:pt x="0" y="71"/>
                  <a:pt x="0" y="94"/>
                  <a:pt x="47" y="94"/>
                </a:cubicBezTo>
                <a:lnTo>
                  <a:pt x="1734" y="94"/>
                </a:lnTo>
                <a:cubicBezTo>
                  <a:pt x="1757" y="94"/>
                  <a:pt x="1780" y="71"/>
                  <a:pt x="1780" y="47"/>
                </a:cubicBezTo>
                <a:cubicBezTo>
                  <a:pt x="1780" y="1"/>
                  <a:pt x="1757" y="1"/>
                  <a:pt x="17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816952" y="3942133"/>
            <a:ext cx="212278" cy="14970"/>
          </a:xfrm>
          <a:custGeom>
            <a:avLst/>
            <a:gdLst/>
            <a:ahLst/>
            <a:cxnLst/>
            <a:rect l="l" t="t" r="r" b="b"/>
            <a:pathLst>
              <a:path w="1418" h="100" extrusionOk="0">
                <a:moveTo>
                  <a:pt x="53" y="0"/>
                </a:moveTo>
                <a:cubicBezTo>
                  <a:pt x="24" y="0"/>
                  <a:pt x="0" y="24"/>
                  <a:pt x="0" y="47"/>
                </a:cubicBezTo>
                <a:cubicBezTo>
                  <a:pt x="0" y="76"/>
                  <a:pt x="24" y="100"/>
                  <a:pt x="53" y="100"/>
                </a:cubicBezTo>
                <a:lnTo>
                  <a:pt x="1370" y="100"/>
                </a:lnTo>
                <a:cubicBezTo>
                  <a:pt x="1394" y="100"/>
                  <a:pt x="1417" y="76"/>
                  <a:pt x="1417" y="47"/>
                </a:cubicBezTo>
                <a:cubicBezTo>
                  <a:pt x="1417" y="24"/>
                  <a:pt x="1394" y="0"/>
                  <a:pt x="13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1551390" y="1135845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1854745" y="901315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652881" y="3086153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8" y="1"/>
                </a:moveTo>
                <a:cubicBezTo>
                  <a:pt x="24" y="1"/>
                  <a:pt x="1" y="24"/>
                  <a:pt x="1" y="47"/>
                </a:cubicBezTo>
                <a:cubicBezTo>
                  <a:pt x="1" y="77"/>
                  <a:pt x="24" y="100"/>
                  <a:pt x="48" y="100"/>
                </a:cubicBezTo>
                <a:lnTo>
                  <a:pt x="1412" y="100"/>
                </a:lnTo>
                <a:cubicBezTo>
                  <a:pt x="1441" y="100"/>
                  <a:pt x="1465" y="77"/>
                  <a:pt x="1465" y="47"/>
                </a:cubicBezTo>
                <a:cubicBezTo>
                  <a:pt x="1465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-191137" y="3027470"/>
            <a:ext cx="14970" cy="99103"/>
          </a:xfrm>
          <a:custGeom>
            <a:avLst/>
            <a:gdLst/>
            <a:ahLst/>
            <a:cxnLst/>
            <a:rect l="l" t="t" r="r" b="b"/>
            <a:pathLst>
              <a:path w="100" h="662" extrusionOk="0">
                <a:moveTo>
                  <a:pt x="53" y="0"/>
                </a:moveTo>
                <a:cubicBezTo>
                  <a:pt x="24" y="0"/>
                  <a:pt x="0" y="30"/>
                  <a:pt x="0" y="53"/>
                </a:cubicBezTo>
                <a:lnTo>
                  <a:pt x="0" y="615"/>
                </a:lnTo>
                <a:cubicBezTo>
                  <a:pt x="0" y="639"/>
                  <a:pt x="24" y="662"/>
                  <a:pt x="53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-235000" y="30713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-235000" y="30713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1211268" y="1289289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1170998" y="133315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1170998" y="133315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749933" y="4691915"/>
            <a:ext cx="15120" cy="99103"/>
          </a:xfrm>
          <a:custGeom>
            <a:avLst/>
            <a:gdLst/>
            <a:ahLst/>
            <a:cxnLst/>
            <a:rect l="l" t="t" r="r" b="b"/>
            <a:pathLst>
              <a:path w="101" h="662" extrusionOk="0">
                <a:moveTo>
                  <a:pt x="48" y="0"/>
                </a:moveTo>
                <a:cubicBezTo>
                  <a:pt x="24" y="0"/>
                  <a:pt x="1" y="24"/>
                  <a:pt x="1" y="47"/>
                </a:cubicBezTo>
                <a:lnTo>
                  <a:pt x="1" y="609"/>
                </a:lnTo>
                <a:cubicBezTo>
                  <a:pt x="1" y="633"/>
                  <a:pt x="24" y="662"/>
                  <a:pt x="48" y="662"/>
                </a:cubicBezTo>
                <a:cubicBezTo>
                  <a:pt x="71" y="662"/>
                  <a:pt x="100" y="633"/>
                  <a:pt x="100" y="609"/>
                </a:cubicBezTo>
                <a:lnTo>
                  <a:pt x="100" y="47"/>
                </a:lnTo>
                <a:cubicBezTo>
                  <a:pt x="100" y="24"/>
                  <a:pt x="71" y="0"/>
                  <a:pt x="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709664" y="4732184"/>
            <a:ext cx="94762" cy="15120"/>
          </a:xfrm>
          <a:custGeom>
            <a:avLst/>
            <a:gdLst/>
            <a:ahLst/>
            <a:cxnLst/>
            <a:rect l="l" t="t" r="r" b="b"/>
            <a:pathLst>
              <a:path w="633" h="101" extrusionOk="0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6930620" y="394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1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8533775" y="2107107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4" y="0"/>
                </a:moveTo>
                <a:cubicBezTo>
                  <a:pt x="30" y="0"/>
                  <a:pt x="1" y="30"/>
                  <a:pt x="1" y="53"/>
                </a:cubicBezTo>
                <a:lnTo>
                  <a:pt x="1" y="615"/>
                </a:lnTo>
                <a:cubicBezTo>
                  <a:pt x="1" y="639"/>
                  <a:pt x="30" y="662"/>
                  <a:pt x="54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8494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8494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1633068" y="4571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1"/>
          <p:cNvSpPr/>
          <p:nvPr/>
        </p:nvSpPr>
        <p:spPr>
          <a:xfrm>
            <a:off x="3187670" y="4568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4492220" y="4585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1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1"/>
          <p:cNvSpPr/>
          <p:nvPr/>
        </p:nvSpPr>
        <p:spPr>
          <a:xfrm flipH="1">
            <a:off x="8766270" y="4564888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1"/>
          <p:cNvSpPr/>
          <p:nvPr/>
        </p:nvSpPr>
        <p:spPr>
          <a:xfrm flipH="1">
            <a:off x="7812520" y="3747070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1"/>
          <p:cNvSpPr/>
          <p:nvPr/>
        </p:nvSpPr>
        <p:spPr>
          <a:xfrm flipH="1">
            <a:off x="7724945" y="3674465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1"/>
          <p:cNvSpPr/>
          <p:nvPr/>
        </p:nvSpPr>
        <p:spPr>
          <a:xfrm flipH="1">
            <a:off x="8356836" y="3900514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1"/>
          <p:cNvSpPr/>
          <p:nvPr/>
        </p:nvSpPr>
        <p:spPr>
          <a:xfrm flipH="1">
            <a:off x="8312973" y="3944377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1"/>
          <p:cNvSpPr/>
          <p:nvPr/>
        </p:nvSpPr>
        <p:spPr>
          <a:xfrm flipH="1">
            <a:off x="8312973" y="3944377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1"/>
          <p:cNvSpPr/>
          <p:nvPr/>
        </p:nvSpPr>
        <p:spPr>
          <a:xfrm flipH="1">
            <a:off x="7135200" y="38538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1"/>
          <p:cNvSpPr/>
          <p:nvPr/>
        </p:nvSpPr>
        <p:spPr>
          <a:xfrm flipH="1">
            <a:off x="5916000" y="2724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1"/>
          <p:cNvSpPr/>
          <p:nvPr/>
        </p:nvSpPr>
        <p:spPr>
          <a:xfrm flipH="1">
            <a:off x="-296525" y="48535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1"/>
          <p:cNvSpPr/>
          <p:nvPr/>
        </p:nvSpPr>
        <p:spPr>
          <a:xfrm flipH="1">
            <a:off x="-1475400" y="43110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5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15"/>
          <p:cNvGrpSpPr/>
          <p:nvPr/>
        </p:nvGrpSpPr>
        <p:grpSpPr>
          <a:xfrm>
            <a:off x="-115600" y="129458"/>
            <a:ext cx="9118706" cy="4740142"/>
            <a:chOff x="-115600" y="129458"/>
            <a:chExt cx="9118706" cy="4740142"/>
          </a:xfrm>
        </p:grpSpPr>
        <p:sp>
          <p:nvSpPr>
            <p:cNvPr id="543" name="Google Shape;543;p15"/>
            <p:cNvSpPr/>
            <p:nvPr/>
          </p:nvSpPr>
          <p:spPr>
            <a:xfrm>
              <a:off x="4461224" y="527348"/>
              <a:ext cx="97960" cy="97960"/>
            </a:xfrm>
            <a:custGeom>
              <a:avLst/>
              <a:gdLst/>
              <a:ahLst/>
              <a:cxnLst/>
              <a:rect l="l" t="t" r="r" b="b"/>
              <a:pathLst>
                <a:path w="2768" h="2768" fill="none" extrusionOk="0">
                  <a:moveTo>
                    <a:pt x="2767" y="1357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7"/>
                  </a:cubicBezTo>
                  <a:cubicBezTo>
                    <a:pt x="1" y="624"/>
                    <a:pt x="624" y="1"/>
                    <a:pt x="1411" y="1"/>
                  </a:cubicBezTo>
                  <a:cubicBezTo>
                    <a:pt x="2143" y="1"/>
                    <a:pt x="2767" y="624"/>
                    <a:pt x="2767" y="1357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5"/>
            <p:cNvSpPr/>
            <p:nvPr/>
          </p:nvSpPr>
          <p:spPr>
            <a:xfrm>
              <a:off x="8718925" y="20338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1295447" y="1113371"/>
              <a:ext cx="97924" cy="97960"/>
            </a:xfrm>
            <a:custGeom>
              <a:avLst/>
              <a:gdLst/>
              <a:ahLst/>
              <a:cxnLst/>
              <a:rect l="l" t="t" r="r" b="b"/>
              <a:pathLst>
                <a:path w="2767" h="2768" fill="none" extrusionOk="0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5"/>
            <p:cNvSpPr/>
            <p:nvPr/>
          </p:nvSpPr>
          <p:spPr>
            <a:xfrm>
              <a:off x="129630" y="641587"/>
              <a:ext cx="154088" cy="151682"/>
            </a:xfrm>
            <a:custGeom>
              <a:avLst/>
              <a:gdLst/>
              <a:ahLst/>
              <a:cxnLst/>
              <a:rect l="l" t="t" r="r" b="b"/>
              <a:pathLst>
                <a:path w="4354" h="4286" fill="none" extrusionOk="0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5"/>
            <p:cNvSpPr/>
            <p:nvPr/>
          </p:nvSpPr>
          <p:spPr>
            <a:xfrm>
              <a:off x="8768824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5"/>
            <p:cNvSpPr/>
            <p:nvPr/>
          </p:nvSpPr>
          <p:spPr>
            <a:xfrm>
              <a:off x="2953583" y="203407"/>
              <a:ext cx="257745" cy="35"/>
            </a:xfrm>
            <a:custGeom>
              <a:avLst/>
              <a:gdLst/>
              <a:ahLst/>
              <a:cxnLst/>
              <a:rect l="l" t="t" r="r" b="b"/>
              <a:pathLst>
                <a:path w="7283" h="1" fill="none" extrusionOk="0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5"/>
            <p:cNvSpPr/>
            <p:nvPr/>
          </p:nvSpPr>
          <p:spPr>
            <a:xfrm>
              <a:off x="1513344" y="129458"/>
              <a:ext cx="132005" cy="35"/>
            </a:xfrm>
            <a:custGeom>
              <a:avLst/>
              <a:gdLst/>
              <a:ahLst/>
              <a:cxnLst/>
              <a:rect l="l" t="t" r="r" b="b"/>
              <a:pathLst>
                <a:path w="3730" h="1" fill="none" extrusionOk="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5"/>
            <p:cNvSpPr/>
            <p:nvPr/>
          </p:nvSpPr>
          <p:spPr>
            <a:xfrm>
              <a:off x="999764" y="363669"/>
              <a:ext cx="35" cy="84051"/>
            </a:xfrm>
            <a:custGeom>
              <a:avLst/>
              <a:gdLst/>
              <a:ahLst/>
              <a:cxnLst/>
              <a:rect l="l" t="t" r="r" b="b"/>
              <a:pathLst>
                <a:path w="1" h="2375" fill="none" extrusionOk="0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957544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5"/>
            <p:cNvSpPr/>
            <p:nvPr/>
          </p:nvSpPr>
          <p:spPr>
            <a:xfrm>
              <a:off x="957544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5"/>
            <p:cNvSpPr/>
            <p:nvPr/>
          </p:nvSpPr>
          <p:spPr>
            <a:xfrm>
              <a:off x="8944320" y="11230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5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5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5"/>
            <p:cNvSpPr/>
            <p:nvPr/>
          </p:nvSpPr>
          <p:spPr>
            <a:xfrm>
              <a:off x="1345400" y="3901013"/>
              <a:ext cx="0" cy="63844"/>
            </a:xfrm>
            <a:custGeom>
              <a:avLst/>
              <a:gdLst/>
              <a:ahLst/>
              <a:cxnLst/>
              <a:rect l="l" t="t" r="r" b="b"/>
              <a:pathLst>
                <a:path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5"/>
            <p:cNvSpPr/>
            <p:nvPr/>
          </p:nvSpPr>
          <p:spPr>
            <a:xfrm>
              <a:off x="1313230" y="3932687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5"/>
            <p:cNvSpPr/>
            <p:nvPr/>
          </p:nvSpPr>
          <p:spPr>
            <a:xfrm>
              <a:off x="8314806" y="3761286"/>
              <a:ext cx="61932" cy="61932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5"/>
            <p:cNvSpPr/>
            <p:nvPr/>
          </p:nvSpPr>
          <p:spPr>
            <a:xfrm>
              <a:off x="8106996" y="451530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5"/>
            <p:cNvSpPr/>
            <p:nvPr/>
          </p:nvSpPr>
          <p:spPr>
            <a:xfrm>
              <a:off x="2851440" y="4584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5"/>
            <p:cNvSpPr/>
            <p:nvPr/>
          </p:nvSpPr>
          <p:spPr>
            <a:xfrm>
              <a:off x="2819305" y="4617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5"/>
            <p:cNvSpPr/>
            <p:nvPr/>
          </p:nvSpPr>
          <p:spPr>
            <a:xfrm>
              <a:off x="1933334" y="4584925"/>
              <a:ext cx="61933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5"/>
            <p:cNvSpPr/>
            <p:nvPr/>
          </p:nvSpPr>
          <p:spPr>
            <a:xfrm>
              <a:off x="401301" y="4554702"/>
              <a:ext cx="128183" cy="35"/>
            </a:xfrm>
            <a:custGeom>
              <a:avLst/>
              <a:gdLst/>
              <a:ahLst/>
              <a:cxnLst/>
              <a:rect l="l" t="t" r="r" b="b"/>
              <a:pathLst>
                <a:path w="3622" h="1" fill="none" extrusionOk="0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5"/>
            <p:cNvSpPr/>
            <p:nvPr/>
          </p:nvSpPr>
          <p:spPr>
            <a:xfrm>
              <a:off x="8694930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5"/>
            <p:cNvSpPr/>
            <p:nvPr/>
          </p:nvSpPr>
          <p:spPr>
            <a:xfrm>
              <a:off x="8662761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5"/>
            <p:cNvSpPr/>
            <p:nvPr/>
          </p:nvSpPr>
          <p:spPr>
            <a:xfrm>
              <a:off x="8748688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5"/>
            <p:cNvSpPr/>
            <p:nvPr/>
          </p:nvSpPr>
          <p:spPr>
            <a:xfrm>
              <a:off x="8792854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68" name="Google Shape;568;p15"/>
            <p:cNvCxnSpPr/>
            <p:nvPr/>
          </p:nvCxnSpPr>
          <p:spPr>
            <a:xfrm>
              <a:off x="-115600" y="4869600"/>
              <a:ext cx="7048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69" name="Google Shape;569;p15"/>
            <p:cNvSpPr/>
            <p:nvPr/>
          </p:nvSpPr>
          <p:spPr>
            <a:xfrm flipH="1">
              <a:off x="269926" y="1983759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5"/>
            <p:cNvSpPr/>
            <p:nvPr/>
          </p:nvSpPr>
          <p:spPr>
            <a:xfrm flipH="1">
              <a:off x="238432" y="1361385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 flipH="1">
              <a:off x="487822" y="4237642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5"/>
            <p:cNvSpPr/>
            <p:nvPr/>
          </p:nvSpPr>
          <p:spPr>
            <a:xfrm flipH="1">
              <a:off x="455652" y="4269316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5"/>
            <p:cNvSpPr/>
            <p:nvPr/>
          </p:nvSpPr>
          <p:spPr>
            <a:xfrm flipH="1">
              <a:off x="179681" y="3905507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5"/>
            <p:cNvSpPr/>
            <p:nvPr/>
          </p:nvSpPr>
          <p:spPr>
            <a:xfrm flipH="1">
              <a:off x="251700" y="3239326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7" name="Google Shape;577;p15"/>
          <p:cNvSpPr/>
          <p:nvPr/>
        </p:nvSpPr>
        <p:spPr>
          <a:xfrm flipH="1">
            <a:off x="4260625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5"/>
          <p:cNvSpPr/>
          <p:nvPr/>
        </p:nvSpPr>
        <p:spPr>
          <a:xfrm flipH="1">
            <a:off x="7948625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5"/>
          <p:cNvSpPr/>
          <p:nvPr/>
        </p:nvSpPr>
        <p:spPr>
          <a:xfrm flipH="1">
            <a:off x="-514350" y="360574"/>
            <a:ext cx="40491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15"/>
          <p:cNvSpPr txBox="1">
            <a:spLocks noGrp="1"/>
          </p:cNvSpPr>
          <p:nvPr>
            <p:ph type="subTitle" idx="1"/>
          </p:nvPr>
        </p:nvSpPr>
        <p:spPr>
          <a:xfrm flipH="1">
            <a:off x="4608750" y="3192700"/>
            <a:ext cx="32007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81" name="Google Shape;581;p15"/>
          <p:cNvSpPr txBox="1">
            <a:spLocks noGrp="1"/>
          </p:cNvSpPr>
          <p:nvPr>
            <p:ph type="title"/>
          </p:nvPr>
        </p:nvSpPr>
        <p:spPr>
          <a:xfrm flipH="1">
            <a:off x="4315050" y="2529950"/>
            <a:ext cx="3494400" cy="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2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82" name="Google Shape;582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5901750" y="1491425"/>
            <a:ext cx="1907700" cy="9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6"/>
          <p:cNvSpPr txBox="1">
            <a:spLocks noGrp="1"/>
          </p:cNvSpPr>
          <p:nvPr>
            <p:ph type="title"/>
          </p:nvPr>
        </p:nvSpPr>
        <p:spPr>
          <a:xfrm>
            <a:off x="1018650" y="1735580"/>
            <a:ext cx="30183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85" name="Google Shape;585;p16"/>
          <p:cNvSpPr txBox="1">
            <a:spLocks noGrp="1"/>
          </p:cNvSpPr>
          <p:nvPr>
            <p:ph type="subTitle" idx="1"/>
          </p:nvPr>
        </p:nvSpPr>
        <p:spPr>
          <a:xfrm>
            <a:off x="1018650" y="2023155"/>
            <a:ext cx="301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6" name="Google Shape;586;p16"/>
          <p:cNvSpPr txBox="1">
            <a:spLocks noGrp="1"/>
          </p:cNvSpPr>
          <p:nvPr>
            <p:ph type="title" idx="2"/>
          </p:nvPr>
        </p:nvSpPr>
        <p:spPr>
          <a:xfrm>
            <a:off x="1018650" y="3422225"/>
            <a:ext cx="30183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87" name="Google Shape;587;p16"/>
          <p:cNvSpPr txBox="1">
            <a:spLocks noGrp="1"/>
          </p:cNvSpPr>
          <p:nvPr>
            <p:ph type="subTitle" idx="3"/>
          </p:nvPr>
        </p:nvSpPr>
        <p:spPr>
          <a:xfrm>
            <a:off x="1018650" y="3709800"/>
            <a:ext cx="301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88" name="Google Shape;588;p16"/>
          <p:cNvGrpSpPr/>
          <p:nvPr/>
        </p:nvGrpSpPr>
        <p:grpSpPr>
          <a:xfrm>
            <a:off x="168169" y="151697"/>
            <a:ext cx="8942153" cy="4799996"/>
            <a:chOff x="168169" y="151697"/>
            <a:chExt cx="8942153" cy="4799996"/>
          </a:xfrm>
        </p:grpSpPr>
        <p:sp>
          <p:nvSpPr>
            <p:cNvPr id="589" name="Google Shape;589;p16"/>
            <p:cNvSpPr/>
            <p:nvPr/>
          </p:nvSpPr>
          <p:spPr>
            <a:xfrm flipH="1">
              <a:off x="1900366" y="19483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 flipH="1">
              <a:off x="258413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 flipH="1">
              <a:off x="3472239" y="151697"/>
              <a:ext cx="380159" cy="35"/>
            </a:xfrm>
            <a:custGeom>
              <a:avLst/>
              <a:gdLst/>
              <a:ahLst/>
              <a:cxnLst/>
              <a:rect l="l" t="t" r="r" b="b"/>
              <a:pathLst>
                <a:path w="10742" h="1" fill="none" extrusionOk="0">
                  <a:moveTo>
                    <a:pt x="1" y="1"/>
                  </a:moveTo>
                  <a:lnTo>
                    <a:pt x="10742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 flipH="1">
              <a:off x="684120" y="11992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 flipH="1">
              <a:off x="642395" y="12415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 flipH="1">
              <a:off x="642395" y="12415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 flipH="1">
              <a:off x="1018638" y="4668161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1" y="0"/>
                  </a:moveTo>
                  <a:lnTo>
                    <a:pt x="7175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 flipH="1">
              <a:off x="309206" y="480415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 flipH="1">
              <a:off x="6319800" y="4584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 flipH="1">
              <a:off x="6287631" y="4617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 flipH="1">
              <a:off x="4890009" y="4889725"/>
              <a:ext cx="61932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 flipH="1">
              <a:off x="3188068" y="4637189"/>
              <a:ext cx="60021" cy="61968"/>
            </a:xfrm>
            <a:custGeom>
              <a:avLst/>
              <a:gdLst/>
              <a:ahLst/>
              <a:cxnLst/>
              <a:rect l="l" t="t" r="r" b="b"/>
              <a:pathLst>
                <a:path w="1696" h="1751" fill="none" extrusionOk="0">
                  <a:moveTo>
                    <a:pt x="1695" y="896"/>
                  </a:moveTo>
                  <a:cubicBezTo>
                    <a:pt x="1695" y="1357"/>
                    <a:pt x="1302" y="1750"/>
                    <a:pt x="841" y="1750"/>
                  </a:cubicBezTo>
                  <a:cubicBezTo>
                    <a:pt x="339" y="1750"/>
                    <a:pt x="0" y="1357"/>
                    <a:pt x="0" y="896"/>
                  </a:cubicBezTo>
                  <a:cubicBezTo>
                    <a:pt x="0" y="394"/>
                    <a:pt x="339" y="1"/>
                    <a:pt x="841" y="1"/>
                  </a:cubicBezTo>
                  <a:cubicBezTo>
                    <a:pt x="1302" y="1"/>
                    <a:pt x="1695" y="394"/>
                    <a:pt x="1695" y="896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 flipH="1">
              <a:off x="3832166" y="4401067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0" y="0"/>
                  </a:moveTo>
                  <a:lnTo>
                    <a:pt x="7174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 flipH="1">
              <a:off x="476309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 flipH="1">
              <a:off x="444140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 flipH="1">
              <a:off x="168169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 flipH="1">
              <a:off x="240187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8876040" y="15930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8899135" y="2086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8854969" y="250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8854969" y="250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8803199" y="465175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8802146" y="38469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8769976" y="38786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8855903" y="35148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8900070" y="28486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5" name="Google Shape;615;p16"/>
          <p:cNvSpPr txBox="1">
            <a:spLocks noGrp="1"/>
          </p:cNvSpPr>
          <p:nvPr>
            <p:ph type="title" idx="4"/>
          </p:nvPr>
        </p:nvSpPr>
        <p:spPr>
          <a:xfrm>
            <a:off x="5411700" y="1736980"/>
            <a:ext cx="30183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16" name="Google Shape;616;p16"/>
          <p:cNvSpPr txBox="1">
            <a:spLocks noGrp="1"/>
          </p:cNvSpPr>
          <p:nvPr>
            <p:ph type="subTitle" idx="5"/>
          </p:nvPr>
        </p:nvSpPr>
        <p:spPr>
          <a:xfrm>
            <a:off x="5411700" y="2024555"/>
            <a:ext cx="301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17" name="Google Shape;617;p16"/>
          <p:cNvSpPr/>
          <p:nvPr/>
        </p:nvSpPr>
        <p:spPr>
          <a:xfrm rot="10800000" flipH="1">
            <a:off x="-666750" y="-24475"/>
            <a:ext cx="2118000" cy="843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6"/>
          <p:cNvSpPr txBox="1">
            <a:spLocks noGrp="1"/>
          </p:cNvSpPr>
          <p:nvPr>
            <p:ph type="title" idx="6"/>
          </p:nvPr>
        </p:nvSpPr>
        <p:spPr>
          <a:xfrm>
            <a:off x="731525" y="445025"/>
            <a:ext cx="769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17"/>
          <p:cNvGrpSpPr/>
          <p:nvPr/>
        </p:nvGrpSpPr>
        <p:grpSpPr>
          <a:xfrm>
            <a:off x="60995" y="129458"/>
            <a:ext cx="8935632" cy="4957350"/>
            <a:chOff x="60995" y="129458"/>
            <a:chExt cx="8935632" cy="4957350"/>
          </a:xfrm>
        </p:grpSpPr>
        <p:sp>
          <p:nvSpPr>
            <p:cNvPr id="621" name="Google Shape;621;p17"/>
            <p:cNvSpPr/>
            <p:nvPr/>
          </p:nvSpPr>
          <p:spPr>
            <a:xfrm>
              <a:off x="8650289" y="20338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7"/>
            <p:cNvSpPr/>
            <p:nvPr/>
          </p:nvSpPr>
          <p:spPr>
            <a:xfrm>
              <a:off x="1226812" y="1113371"/>
              <a:ext cx="97924" cy="97960"/>
            </a:xfrm>
            <a:custGeom>
              <a:avLst/>
              <a:gdLst/>
              <a:ahLst/>
              <a:cxnLst/>
              <a:rect l="l" t="t" r="r" b="b"/>
              <a:pathLst>
                <a:path w="2767" h="2768" fill="none" extrusionOk="0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7"/>
            <p:cNvSpPr/>
            <p:nvPr/>
          </p:nvSpPr>
          <p:spPr>
            <a:xfrm>
              <a:off x="60995" y="641587"/>
              <a:ext cx="154088" cy="151682"/>
            </a:xfrm>
            <a:custGeom>
              <a:avLst/>
              <a:gdLst/>
              <a:ahLst/>
              <a:cxnLst/>
              <a:rect l="l" t="t" r="r" b="b"/>
              <a:pathLst>
                <a:path w="4354" h="4286" fill="none" extrusionOk="0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7"/>
            <p:cNvSpPr/>
            <p:nvPr/>
          </p:nvSpPr>
          <p:spPr>
            <a:xfrm>
              <a:off x="8852589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7"/>
            <p:cNvSpPr/>
            <p:nvPr/>
          </p:nvSpPr>
          <p:spPr>
            <a:xfrm>
              <a:off x="2642673" y="203407"/>
              <a:ext cx="257745" cy="35"/>
            </a:xfrm>
            <a:custGeom>
              <a:avLst/>
              <a:gdLst/>
              <a:ahLst/>
              <a:cxnLst/>
              <a:rect l="l" t="t" r="r" b="b"/>
              <a:pathLst>
                <a:path w="7283" h="1" fill="none" extrusionOk="0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7"/>
            <p:cNvSpPr/>
            <p:nvPr/>
          </p:nvSpPr>
          <p:spPr>
            <a:xfrm>
              <a:off x="1444709" y="129458"/>
              <a:ext cx="132005" cy="35"/>
            </a:xfrm>
            <a:custGeom>
              <a:avLst/>
              <a:gdLst/>
              <a:ahLst/>
              <a:cxnLst/>
              <a:rect l="l" t="t" r="r" b="b"/>
              <a:pathLst>
                <a:path w="3730" h="1" fill="none" extrusionOk="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7"/>
            <p:cNvSpPr/>
            <p:nvPr/>
          </p:nvSpPr>
          <p:spPr>
            <a:xfrm>
              <a:off x="931129" y="363669"/>
              <a:ext cx="35" cy="84051"/>
            </a:xfrm>
            <a:custGeom>
              <a:avLst/>
              <a:gdLst/>
              <a:ahLst/>
              <a:cxnLst/>
              <a:rect l="l" t="t" r="r" b="b"/>
              <a:pathLst>
                <a:path w="1" h="2375" fill="none" extrusionOk="0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7"/>
            <p:cNvSpPr/>
            <p:nvPr/>
          </p:nvSpPr>
          <p:spPr>
            <a:xfrm>
              <a:off x="88890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7"/>
            <p:cNvSpPr/>
            <p:nvPr/>
          </p:nvSpPr>
          <p:spPr>
            <a:xfrm>
              <a:off x="88890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7"/>
            <p:cNvSpPr/>
            <p:nvPr/>
          </p:nvSpPr>
          <p:spPr>
            <a:xfrm>
              <a:off x="8951885" y="9706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7"/>
            <p:cNvSpPr/>
            <p:nvPr/>
          </p:nvSpPr>
          <p:spPr>
            <a:xfrm>
              <a:off x="8907718" y="1012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7"/>
            <p:cNvSpPr/>
            <p:nvPr/>
          </p:nvSpPr>
          <p:spPr>
            <a:xfrm>
              <a:off x="8907718" y="1012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7"/>
            <p:cNvSpPr/>
            <p:nvPr/>
          </p:nvSpPr>
          <p:spPr>
            <a:xfrm>
              <a:off x="423968" y="3094545"/>
              <a:ext cx="35" cy="64339"/>
            </a:xfrm>
            <a:custGeom>
              <a:avLst/>
              <a:gdLst/>
              <a:ahLst/>
              <a:cxnLst/>
              <a:rect l="l" t="t" r="r" b="b"/>
              <a:pathLst>
                <a:path w="1" h="1818" fill="none" extrusionOk="0">
                  <a:moveTo>
                    <a:pt x="1" y="0"/>
                  </a:moveTo>
                  <a:lnTo>
                    <a:pt x="1" y="1818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7"/>
            <p:cNvSpPr/>
            <p:nvPr/>
          </p:nvSpPr>
          <p:spPr>
            <a:xfrm>
              <a:off x="391834" y="3126680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7"/>
            <p:cNvSpPr/>
            <p:nvPr/>
          </p:nvSpPr>
          <p:spPr>
            <a:xfrm>
              <a:off x="1750535" y="2618286"/>
              <a:ext cx="61933" cy="61933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7"/>
            <p:cNvSpPr/>
            <p:nvPr/>
          </p:nvSpPr>
          <p:spPr>
            <a:xfrm>
              <a:off x="8564204" y="4629049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1" y="0"/>
                  </a:moveTo>
                  <a:lnTo>
                    <a:pt x="7175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7"/>
            <p:cNvSpPr/>
            <p:nvPr/>
          </p:nvSpPr>
          <p:spPr>
            <a:xfrm>
              <a:off x="8800361" y="451530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7"/>
            <p:cNvSpPr/>
            <p:nvPr/>
          </p:nvSpPr>
          <p:spPr>
            <a:xfrm>
              <a:off x="2173204" y="4965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7"/>
            <p:cNvSpPr/>
            <p:nvPr/>
          </p:nvSpPr>
          <p:spPr>
            <a:xfrm>
              <a:off x="2141070" y="4998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7"/>
            <p:cNvSpPr/>
            <p:nvPr/>
          </p:nvSpPr>
          <p:spPr>
            <a:xfrm>
              <a:off x="147650" y="3636250"/>
              <a:ext cx="61932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7"/>
            <p:cNvSpPr/>
            <p:nvPr/>
          </p:nvSpPr>
          <p:spPr>
            <a:xfrm>
              <a:off x="8844225" y="4898114"/>
              <a:ext cx="60021" cy="61968"/>
            </a:xfrm>
            <a:custGeom>
              <a:avLst/>
              <a:gdLst/>
              <a:ahLst/>
              <a:cxnLst/>
              <a:rect l="l" t="t" r="r" b="b"/>
              <a:pathLst>
                <a:path w="1696" h="1751" fill="none" extrusionOk="0">
                  <a:moveTo>
                    <a:pt x="1695" y="896"/>
                  </a:moveTo>
                  <a:cubicBezTo>
                    <a:pt x="1695" y="1357"/>
                    <a:pt x="1302" y="1750"/>
                    <a:pt x="841" y="1750"/>
                  </a:cubicBezTo>
                  <a:cubicBezTo>
                    <a:pt x="339" y="1750"/>
                    <a:pt x="0" y="1357"/>
                    <a:pt x="0" y="896"/>
                  </a:cubicBezTo>
                  <a:cubicBezTo>
                    <a:pt x="0" y="394"/>
                    <a:pt x="339" y="1"/>
                    <a:pt x="841" y="1"/>
                  </a:cubicBezTo>
                  <a:cubicBezTo>
                    <a:pt x="1302" y="1"/>
                    <a:pt x="1695" y="394"/>
                    <a:pt x="1695" y="896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7"/>
            <p:cNvSpPr/>
            <p:nvPr/>
          </p:nvSpPr>
          <p:spPr>
            <a:xfrm>
              <a:off x="4774275" y="4997417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0" y="0"/>
                  </a:moveTo>
                  <a:lnTo>
                    <a:pt x="7174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7"/>
            <p:cNvSpPr/>
            <p:nvPr/>
          </p:nvSpPr>
          <p:spPr>
            <a:xfrm>
              <a:off x="8724219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7"/>
            <p:cNvSpPr/>
            <p:nvPr/>
          </p:nvSpPr>
          <p:spPr>
            <a:xfrm>
              <a:off x="1916988" y="1747383"/>
              <a:ext cx="72019" cy="35"/>
            </a:xfrm>
            <a:custGeom>
              <a:avLst/>
              <a:gdLst/>
              <a:ahLst/>
              <a:cxnLst/>
              <a:rect l="l" t="t" r="r" b="b"/>
              <a:pathLst>
                <a:path w="2035" h="1" fill="none" extrusionOk="0">
                  <a:moveTo>
                    <a:pt x="0" y="1"/>
                  </a:moveTo>
                  <a:lnTo>
                    <a:pt x="2034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7"/>
            <p:cNvSpPr/>
            <p:nvPr/>
          </p:nvSpPr>
          <p:spPr>
            <a:xfrm>
              <a:off x="276577" y="2624055"/>
              <a:ext cx="112363" cy="35"/>
            </a:xfrm>
            <a:custGeom>
              <a:avLst/>
              <a:gdLst/>
              <a:ahLst/>
              <a:cxnLst/>
              <a:rect l="l" t="t" r="r" b="b"/>
              <a:pathLst>
                <a:path w="3175" h="1" fill="none" extrusionOk="0">
                  <a:moveTo>
                    <a:pt x="1" y="0"/>
                  </a:moveTo>
                  <a:lnTo>
                    <a:pt x="3174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7"/>
            <p:cNvSpPr/>
            <p:nvPr/>
          </p:nvSpPr>
          <p:spPr>
            <a:xfrm>
              <a:off x="944669" y="2322143"/>
              <a:ext cx="35" cy="46113"/>
            </a:xfrm>
            <a:custGeom>
              <a:avLst/>
              <a:gdLst/>
              <a:ahLst/>
              <a:cxnLst/>
              <a:rect l="l" t="t" r="r" b="b"/>
              <a:pathLst>
                <a:path w="1" h="1303" fill="none" extrusionOk="0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7"/>
            <p:cNvSpPr/>
            <p:nvPr/>
          </p:nvSpPr>
          <p:spPr>
            <a:xfrm>
              <a:off x="920675" y="2344226"/>
              <a:ext cx="46113" cy="35"/>
            </a:xfrm>
            <a:custGeom>
              <a:avLst/>
              <a:gdLst/>
              <a:ahLst/>
              <a:cxnLst/>
              <a:rect l="l" t="t" r="r" b="b"/>
              <a:pathLst>
                <a:path w="1303" h="1" fill="none" extrusionOk="0">
                  <a:moveTo>
                    <a:pt x="1303" y="1"/>
                  </a:moveTo>
                  <a:lnTo>
                    <a:pt x="1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7"/>
            <p:cNvSpPr/>
            <p:nvPr/>
          </p:nvSpPr>
          <p:spPr>
            <a:xfrm>
              <a:off x="920675" y="2344226"/>
              <a:ext cx="46113" cy="35"/>
            </a:xfrm>
            <a:custGeom>
              <a:avLst/>
              <a:gdLst/>
              <a:ahLst/>
              <a:cxnLst/>
              <a:rect l="l" t="t" r="r" b="b"/>
              <a:pathLst>
                <a:path w="1303" h="1" fill="none" extrusionOk="0">
                  <a:moveTo>
                    <a:pt x="1303" y="1"/>
                  </a:moveTo>
                  <a:lnTo>
                    <a:pt x="1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7"/>
            <p:cNvSpPr/>
            <p:nvPr/>
          </p:nvSpPr>
          <p:spPr>
            <a:xfrm>
              <a:off x="779521" y="50208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7"/>
            <p:cNvSpPr/>
            <p:nvPr/>
          </p:nvSpPr>
          <p:spPr>
            <a:xfrm>
              <a:off x="747261" y="50530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7"/>
            <p:cNvSpPr/>
            <p:nvPr/>
          </p:nvSpPr>
          <p:spPr>
            <a:xfrm>
              <a:off x="482617" y="39323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7"/>
            <p:cNvSpPr/>
            <p:nvPr/>
          </p:nvSpPr>
          <p:spPr>
            <a:xfrm>
              <a:off x="448464" y="39645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7"/>
            <p:cNvSpPr/>
            <p:nvPr/>
          </p:nvSpPr>
          <p:spPr>
            <a:xfrm>
              <a:off x="438186" y="4598010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7"/>
            <p:cNvSpPr/>
            <p:nvPr/>
          </p:nvSpPr>
          <p:spPr>
            <a:xfrm>
              <a:off x="484509" y="43253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5" name="Google Shape;655;p17"/>
          <p:cNvSpPr/>
          <p:nvPr/>
        </p:nvSpPr>
        <p:spPr>
          <a:xfrm>
            <a:off x="-2932871" y="2148413"/>
            <a:ext cx="0" cy="63844"/>
          </a:xfrm>
          <a:custGeom>
            <a:avLst/>
            <a:gdLst/>
            <a:ahLst/>
            <a:cxnLst/>
            <a:rect l="l" t="t" r="r" b="b"/>
            <a:pathLst>
              <a:path h="1804" fill="none" extrusionOk="0">
                <a:moveTo>
                  <a:pt x="0" y="0"/>
                </a:moveTo>
                <a:lnTo>
                  <a:pt x="0" y="1804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7"/>
          <p:cNvSpPr/>
          <p:nvPr/>
        </p:nvSpPr>
        <p:spPr>
          <a:xfrm>
            <a:off x="-2965041" y="2180087"/>
            <a:ext cx="64339" cy="35"/>
          </a:xfrm>
          <a:custGeom>
            <a:avLst/>
            <a:gdLst/>
            <a:ahLst/>
            <a:cxnLst/>
            <a:rect l="l" t="t" r="r" b="b"/>
            <a:pathLst>
              <a:path w="1818" h="1" fill="none" extrusionOk="0">
                <a:moveTo>
                  <a:pt x="1818" y="0"/>
                </a:moveTo>
                <a:lnTo>
                  <a:pt x="0" y="0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17"/>
          <p:cNvSpPr/>
          <p:nvPr/>
        </p:nvSpPr>
        <p:spPr>
          <a:xfrm>
            <a:off x="-3672982" y="2802102"/>
            <a:ext cx="236157" cy="35"/>
          </a:xfrm>
          <a:custGeom>
            <a:avLst/>
            <a:gdLst/>
            <a:ahLst/>
            <a:cxnLst/>
            <a:rect l="l" t="t" r="r" b="b"/>
            <a:pathLst>
              <a:path w="6673" h="1" fill="none" extrusionOk="0">
                <a:moveTo>
                  <a:pt x="6673" y="1"/>
                </a:moveTo>
                <a:lnTo>
                  <a:pt x="1" y="1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7"/>
          <p:cNvSpPr/>
          <p:nvPr/>
        </p:nvSpPr>
        <p:spPr>
          <a:xfrm>
            <a:off x="-3876970" y="2802102"/>
            <a:ext cx="128183" cy="35"/>
          </a:xfrm>
          <a:custGeom>
            <a:avLst/>
            <a:gdLst/>
            <a:ahLst/>
            <a:cxnLst/>
            <a:rect l="l" t="t" r="r" b="b"/>
            <a:pathLst>
              <a:path w="3622" h="1" fill="none" extrusionOk="0">
                <a:moveTo>
                  <a:pt x="3622" y="1"/>
                </a:moveTo>
                <a:lnTo>
                  <a:pt x="1" y="1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17"/>
          <p:cNvSpPr/>
          <p:nvPr/>
        </p:nvSpPr>
        <p:spPr>
          <a:xfrm flipH="1">
            <a:off x="-270375" y="379200"/>
            <a:ext cx="3490800" cy="572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17"/>
          <p:cNvSpPr/>
          <p:nvPr/>
        </p:nvSpPr>
        <p:spPr>
          <a:xfrm flipH="1">
            <a:off x="-465322" y="1536750"/>
            <a:ext cx="2668500" cy="5727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17"/>
          <p:cNvSpPr txBox="1">
            <a:spLocks noGrp="1"/>
          </p:cNvSpPr>
          <p:nvPr>
            <p:ph type="ctrTitle"/>
          </p:nvPr>
        </p:nvSpPr>
        <p:spPr>
          <a:xfrm>
            <a:off x="409974" y="3557700"/>
            <a:ext cx="2501400" cy="4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62" name="Google Shape;662;p17"/>
          <p:cNvSpPr txBox="1">
            <a:spLocks noGrp="1"/>
          </p:cNvSpPr>
          <p:nvPr>
            <p:ph type="subTitle" idx="1"/>
          </p:nvPr>
        </p:nvSpPr>
        <p:spPr>
          <a:xfrm>
            <a:off x="804483" y="3872816"/>
            <a:ext cx="2106900" cy="6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63" name="Google Shape;663;p17"/>
          <p:cNvSpPr txBox="1">
            <a:spLocks noGrp="1"/>
          </p:cNvSpPr>
          <p:nvPr>
            <p:ph type="title" idx="2" hasCustomPrompt="1"/>
          </p:nvPr>
        </p:nvSpPr>
        <p:spPr>
          <a:xfrm>
            <a:off x="2018883" y="3112700"/>
            <a:ext cx="892500" cy="52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64" name="Google Shape;664;p17"/>
          <p:cNvSpPr txBox="1">
            <a:spLocks noGrp="1"/>
          </p:cNvSpPr>
          <p:nvPr>
            <p:ph type="ctrTitle" idx="3"/>
          </p:nvPr>
        </p:nvSpPr>
        <p:spPr>
          <a:xfrm>
            <a:off x="3149274" y="3557700"/>
            <a:ext cx="2501400" cy="4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65" name="Google Shape;665;p17"/>
          <p:cNvSpPr txBox="1">
            <a:spLocks noGrp="1"/>
          </p:cNvSpPr>
          <p:nvPr>
            <p:ph type="subTitle" idx="4"/>
          </p:nvPr>
        </p:nvSpPr>
        <p:spPr>
          <a:xfrm>
            <a:off x="3543780" y="3872816"/>
            <a:ext cx="2106900" cy="6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66" name="Google Shape;666;p17"/>
          <p:cNvSpPr txBox="1">
            <a:spLocks noGrp="1"/>
          </p:cNvSpPr>
          <p:nvPr>
            <p:ph type="title" idx="5" hasCustomPrompt="1"/>
          </p:nvPr>
        </p:nvSpPr>
        <p:spPr>
          <a:xfrm>
            <a:off x="4591080" y="3112699"/>
            <a:ext cx="1059600" cy="52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67" name="Google Shape;667;p17"/>
          <p:cNvSpPr txBox="1">
            <a:spLocks noGrp="1"/>
          </p:cNvSpPr>
          <p:nvPr>
            <p:ph type="ctrTitle" idx="6"/>
          </p:nvPr>
        </p:nvSpPr>
        <p:spPr>
          <a:xfrm>
            <a:off x="5902550" y="3557700"/>
            <a:ext cx="2501400" cy="4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68" name="Google Shape;668;p17"/>
          <p:cNvSpPr txBox="1">
            <a:spLocks noGrp="1"/>
          </p:cNvSpPr>
          <p:nvPr>
            <p:ph type="subTitle" idx="7"/>
          </p:nvPr>
        </p:nvSpPr>
        <p:spPr>
          <a:xfrm>
            <a:off x="6297054" y="3872816"/>
            <a:ext cx="2106900" cy="6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69" name="Google Shape;669;p17"/>
          <p:cNvSpPr txBox="1">
            <a:spLocks noGrp="1"/>
          </p:cNvSpPr>
          <p:nvPr>
            <p:ph type="title" idx="8" hasCustomPrompt="1"/>
          </p:nvPr>
        </p:nvSpPr>
        <p:spPr>
          <a:xfrm>
            <a:off x="7344354" y="3112699"/>
            <a:ext cx="1059600" cy="52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70" name="Google Shape;670;p17"/>
          <p:cNvSpPr txBox="1">
            <a:spLocks noGrp="1"/>
          </p:cNvSpPr>
          <p:nvPr>
            <p:ph type="ctrTitle" idx="9"/>
          </p:nvPr>
        </p:nvSpPr>
        <p:spPr>
          <a:xfrm>
            <a:off x="3149280" y="1795375"/>
            <a:ext cx="2501400" cy="4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  <p:sp>
        <p:nvSpPr>
          <p:cNvPr id="671" name="Google Shape;671;p17"/>
          <p:cNvSpPr txBox="1">
            <a:spLocks noGrp="1"/>
          </p:cNvSpPr>
          <p:nvPr>
            <p:ph type="subTitle" idx="13"/>
          </p:nvPr>
        </p:nvSpPr>
        <p:spPr>
          <a:xfrm>
            <a:off x="3543780" y="2109300"/>
            <a:ext cx="2106900" cy="6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72" name="Google Shape;672;p17"/>
          <p:cNvSpPr txBox="1">
            <a:spLocks noGrp="1"/>
          </p:cNvSpPr>
          <p:nvPr>
            <p:ph type="title" idx="14" hasCustomPrompt="1"/>
          </p:nvPr>
        </p:nvSpPr>
        <p:spPr>
          <a:xfrm>
            <a:off x="4591080" y="1350375"/>
            <a:ext cx="1059600" cy="52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73" name="Google Shape;673;p17"/>
          <p:cNvSpPr txBox="1">
            <a:spLocks noGrp="1"/>
          </p:cNvSpPr>
          <p:nvPr>
            <p:ph type="ctrTitle" idx="15"/>
          </p:nvPr>
        </p:nvSpPr>
        <p:spPr>
          <a:xfrm>
            <a:off x="5902549" y="1795375"/>
            <a:ext cx="2501400" cy="4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74" name="Google Shape;674;p17"/>
          <p:cNvSpPr txBox="1">
            <a:spLocks noGrp="1"/>
          </p:cNvSpPr>
          <p:nvPr>
            <p:ph type="subTitle" idx="16"/>
          </p:nvPr>
        </p:nvSpPr>
        <p:spPr>
          <a:xfrm>
            <a:off x="6297054" y="2109300"/>
            <a:ext cx="2106900" cy="6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75" name="Google Shape;675;p17"/>
          <p:cNvSpPr txBox="1">
            <a:spLocks noGrp="1"/>
          </p:cNvSpPr>
          <p:nvPr>
            <p:ph type="title" idx="17" hasCustomPrompt="1"/>
          </p:nvPr>
        </p:nvSpPr>
        <p:spPr>
          <a:xfrm>
            <a:off x="7344354" y="1350375"/>
            <a:ext cx="1059600" cy="52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r>
              <a:t>xx%</a:t>
            </a:r>
          </a:p>
        </p:txBody>
      </p:sp>
      <p:sp>
        <p:nvSpPr>
          <p:cNvPr id="676" name="Google Shape;676;p17"/>
          <p:cNvSpPr txBox="1">
            <a:spLocks noGrp="1"/>
          </p:cNvSpPr>
          <p:nvPr>
            <p:ph type="title" idx="18"/>
          </p:nvPr>
        </p:nvSpPr>
        <p:spPr>
          <a:xfrm>
            <a:off x="655325" y="445025"/>
            <a:ext cx="7793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Comfortaa SemiBold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77" name="Google Shape;677;p17"/>
          <p:cNvSpPr/>
          <p:nvPr/>
        </p:nvSpPr>
        <p:spPr>
          <a:xfrm>
            <a:off x="-465462" y="5439597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1" y="0"/>
                </a:moveTo>
                <a:lnTo>
                  <a:pt x="5246" y="0"/>
                </a:lnTo>
              </a:path>
            </a:pathLst>
          </a:custGeom>
          <a:noFill/>
          <a:ln w="42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18"/>
          <p:cNvGrpSpPr/>
          <p:nvPr/>
        </p:nvGrpSpPr>
        <p:grpSpPr>
          <a:xfrm>
            <a:off x="179681" y="1123098"/>
            <a:ext cx="8823425" cy="3431639"/>
            <a:chOff x="179681" y="1123098"/>
            <a:chExt cx="8823425" cy="3431639"/>
          </a:xfrm>
        </p:grpSpPr>
        <p:sp>
          <p:nvSpPr>
            <p:cNvPr id="680" name="Google Shape;680;p18"/>
            <p:cNvSpPr/>
            <p:nvPr/>
          </p:nvSpPr>
          <p:spPr>
            <a:xfrm>
              <a:off x="8768824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8"/>
            <p:cNvSpPr/>
            <p:nvPr/>
          </p:nvSpPr>
          <p:spPr>
            <a:xfrm>
              <a:off x="8944320" y="11230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8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8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8"/>
            <p:cNvSpPr/>
            <p:nvPr/>
          </p:nvSpPr>
          <p:spPr>
            <a:xfrm>
              <a:off x="8314806" y="3761286"/>
              <a:ext cx="61932" cy="61932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8"/>
            <p:cNvSpPr/>
            <p:nvPr/>
          </p:nvSpPr>
          <p:spPr>
            <a:xfrm>
              <a:off x="401301" y="4554702"/>
              <a:ext cx="128183" cy="35"/>
            </a:xfrm>
            <a:custGeom>
              <a:avLst/>
              <a:gdLst/>
              <a:ahLst/>
              <a:cxnLst/>
              <a:rect l="l" t="t" r="r" b="b"/>
              <a:pathLst>
                <a:path w="3622" h="1" fill="none" extrusionOk="0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8"/>
            <p:cNvSpPr/>
            <p:nvPr/>
          </p:nvSpPr>
          <p:spPr>
            <a:xfrm>
              <a:off x="8694930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8"/>
            <p:cNvSpPr/>
            <p:nvPr/>
          </p:nvSpPr>
          <p:spPr>
            <a:xfrm>
              <a:off x="8662761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8"/>
            <p:cNvSpPr/>
            <p:nvPr/>
          </p:nvSpPr>
          <p:spPr>
            <a:xfrm>
              <a:off x="8748688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8"/>
            <p:cNvSpPr/>
            <p:nvPr/>
          </p:nvSpPr>
          <p:spPr>
            <a:xfrm>
              <a:off x="8792854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8"/>
            <p:cNvSpPr/>
            <p:nvPr/>
          </p:nvSpPr>
          <p:spPr>
            <a:xfrm flipH="1">
              <a:off x="269926" y="1983759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8"/>
            <p:cNvSpPr/>
            <p:nvPr/>
          </p:nvSpPr>
          <p:spPr>
            <a:xfrm flipH="1">
              <a:off x="238432" y="1361385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8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8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8"/>
            <p:cNvSpPr/>
            <p:nvPr/>
          </p:nvSpPr>
          <p:spPr>
            <a:xfrm flipH="1">
              <a:off x="487822" y="4237642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8"/>
            <p:cNvSpPr/>
            <p:nvPr/>
          </p:nvSpPr>
          <p:spPr>
            <a:xfrm flipH="1">
              <a:off x="455652" y="4269316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8"/>
            <p:cNvSpPr/>
            <p:nvPr/>
          </p:nvSpPr>
          <p:spPr>
            <a:xfrm flipH="1">
              <a:off x="179681" y="3905507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8"/>
            <p:cNvSpPr/>
            <p:nvPr/>
          </p:nvSpPr>
          <p:spPr>
            <a:xfrm flipH="1">
              <a:off x="251700" y="3239326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solidFill>
              <a:schemeClr val="accent4"/>
            </a:solidFill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8" name="Google Shape;698;p18"/>
          <p:cNvSpPr txBox="1">
            <a:spLocks noGrp="1"/>
          </p:cNvSpPr>
          <p:nvPr>
            <p:ph type="ctrTitle"/>
          </p:nvPr>
        </p:nvSpPr>
        <p:spPr>
          <a:xfrm flipH="1">
            <a:off x="1033777" y="2943052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99" name="Google Shape;699;p18"/>
          <p:cNvSpPr txBox="1">
            <a:spLocks noGrp="1"/>
          </p:cNvSpPr>
          <p:nvPr>
            <p:ph type="subTitle" idx="1"/>
          </p:nvPr>
        </p:nvSpPr>
        <p:spPr>
          <a:xfrm flipH="1">
            <a:off x="1033725" y="3398919"/>
            <a:ext cx="2033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00" name="Google Shape;700;p18"/>
          <p:cNvSpPr txBox="1">
            <a:spLocks noGrp="1"/>
          </p:cNvSpPr>
          <p:nvPr>
            <p:ph type="ctrTitle" idx="2"/>
          </p:nvPr>
        </p:nvSpPr>
        <p:spPr>
          <a:xfrm flipH="1">
            <a:off x="3591977" y="2943052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01" name="Google Shape;701;p18"/>
          <p:cNvSpPr txBox="1">
            <a:spLocks noGrp="1"/>
          </p:cNvSpPr>
          <p:nvPr>
            <p:ph type="subTitle" idx="3"/>
          </p:nvPr>
        </p:nvSpPr>
        <p:spPr>
          <a:xfrm flipH="1">
            <a:off x="3591950" y="3400705"/>
            <a:ext cx="2041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02" name="Google Shape;702;p18"/>
          <p:cNvSpPr txBox="1">
            <a:spLocks noGrp="1"/>
          </p:cNvSpPr>
          <p:nvPr>
            <p:ph type="ctrTitle" idx="4"/>
          </p:nvPr>
        </p:nvSpPr>
        <p:spPr>
          <a:xfrm flipH="1">
            <a:off x="3591977" y="1293001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03" name="Google Shape;703;p18"/>
          <p:cNvSpPr txBox="1">
            <a:spLocks noGrp="1"/>
          </p:cNvSpPr>
          <p:nvPr>
            <p:ph type="subTitle" idx="5"/>
          </p:nvPr>
        </p:nvSpPr>
        <p:spPr>
          <a:xfrm flipH="1">
            <a:off x="3591975" y="1748500"/>
            <a:ext cx="2041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04" name="Google Shape;704;p18"/>
          <p:cNvSpPr txBox="1">
            <a:spLocks noGrp="1"/>
          </p:cNvSpPr>
          <p:nvPr>
            <p:ph type="ctrTitle" idx="6"/>
          </p:nvPr>
        </p:nvSpPr>
        <p:spPr>
          <a:xfrm flipH="1">
            <a:off x="1033777" y="1293014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05" name="Google Shape;705;p18"/>
          <p:cNvSpPr txBox="1">
            <a:spLocks noGrp="1"/>
          </p:cNvSpPr>
          <p:nvPr>
            <p:ph type="subTitle" idx="7"/>
          </p:nvPr>
        </p:nvSpPr>
        <p:spPr>
          <a:xfrm flipH="1">
            <a:off x="1033777" y="1748507"/>
            <a:ext cx="20265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06" name="Google Shape;706;p18"/>
          <p:cNvSpPr txBox="1">
            <a:spLocks noGrp="1"/>
          </p:cNvSpPr>
          <p:nvPr>
            <p:ph type="title" idx="8"/>
          </p:nvPr>
        </p:nvSpPr>
        <p:spPr>
          <a:xfrm>
            <a:off x="840575" y="445025"/>
            <a:ext cx="754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cxnSp>
        <p:nvCxnSpPr>
          <p:cNvPr id="707" name="Google Shape;707;p18"/>
          <p:cNvCxnSpPr/>
          <p:nvPr/>
        </p:nvCxnSpPr>
        <p:spPr>
          <a:xfrm>
            <a:off x="2399000" y="4869600"/>
            <a:ext cx="7048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8" name="Google Shape;708;p18"/>
          <p:cNvSpPr/>
          <p:nvPr/>
        </p:nvSpPr>
        <p:spPr>
          <a:xfrm>
            <a:off x="-895350" y="45631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18"/>
          <p:cNvSpPr/>
          <p:nvPr/>
        </p:nvSpPr>
        <p:spPr>
          <a:xfrm>
            <a:off x="43127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0" name="Google Shape;710;p18"/>
          <p:cNvGrpSpPr/>
          <p:nvPr/>
        </p:nvGrpSpPr>
        <p:grpSpPr>
          <a:xfrm>
            <a:off x="-555317" y="3548084"/>
            <a:ext cx="1222079" cy="1009533"/>
            <a:chOff x="6101758" y="2859784"/>
            <a:chExt cx="1222079" cy="1009533"/>
          </a:xfrm>
        </p:grpSpPr>
        <p:sp>
          <p:nvSpPr>
            <p:cNvPr id="711" name="Google Shape;711;p18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8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8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"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9"/>
          <p:cNvSpPr txBox="1">
            <a:spLocks noGrp="1"/>
          </p:cNvSpPr>
          <p:nvPr>
            <p:ph type="title"/>
          </p:nvPr>
        </p:nvSpPr>
        <p:spPr>
          <a:xfrm>
            <a:off x="713850" y="1610555"/>
            <a:ext cx="2138700" cy="5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23" name="Google Shape;723;p19"/>
          <p:cNvSpPr txBox="1">
            <a:spLocks noGrp="1"/>
          </p:cNvSpPr>
          <p:nvPr>
            <p:ph type="subTitle" idx="1"/>
          </p:nvPr>
        </p:nvSpPr>
        <p:spPr>
          <a:xfrm>
            <a:off x="713850" y="1974905"/>
            <a:ext cx="2138700" cy="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19"/>
          <p:cNvSpPr txBox="1">
            <a:spLocks noGrp="1"/>
          </p:cNvSpPr>
          <p:nvPr>
            <p:ph type="title" idx="2"/>
          </p:nvPr>
        </p:nvSpPr>
        <p:spPr>
          <a:xfrm>
            <a:off x="3502650" y="1611150"/>
            <a:ext cx="2138700" cy="5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25" name="Google Shape;725;p19"/>
          <p:cNvSpPr txBox="1">
            <a:spLocks noGrp="1"/>
          </p:cNvSpPr>
          <p:nvPr>
            <p:ph type="subTitle" idx="3"/>
          </p:nvPr>
        </p:nvSpPr>
        <p:spPr>
          <a:xfrm>
            <a:off x="3502650" y="1975500"/>
            <a:ext cx="2138700" cy="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6" name="Google Shape;726;p19"/>
          <p:cNvSpPr txBox="1">
            <a:spLocks noGrp="1"/>
          </p:cNvSpPr>
          <p:nvPr>
            <p:ph type="title" idx="4"/>
          </p:nvPr>
        </p:nvSpPr>
        <p:spPr>
          <a:xfrm>
            <a:off x="6291450" y="1611150"/>
            <a:ext cx="2138700" cy="5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27" name="Google Shape;727;p19"/>
          <p:cNvSpPr txBox="1">
            <a:spLocks noGrp="1"/>
          </p:cNvSpPr>
          <p:nvPr>
            <p:ph type="subTitle" idx="5"/>
          </p:nvPr>
        </p:nvSpPr>
        <p:spPr>
          <a:xfrm>
            <a:off x="6291450" y="1975500"/>
            <a:ext cx="2138700" cy="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8" name="Google Shape;728;p19"/>
          <p:cNvSpPr txBox="1">
            <a:spLocks noGrp="1"/>
          </p:cNvSpPr>
          <p:nvPr>
            <p:ph type="title" idx="6"/>
          </p:nvPr>
        </p:nvSpPr>
        <p:spPr>
          <a:xfrm>
            <a:off x="713850" y="3375225"/>
            <a:ext cx="21387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29" name="Google Shape;729;p19"/>
          <p:cNvSpPr txBox="1">
            <a:spLocks noGrp="1"/>
          </p:cNvSpPr>
          <p:nvPr>
            <p:ph type="subTitle" idx="7"/>
          </p:nvPr>
        </p:nvSpPr>
        <p:spPr>
          <a:xfrm>
            <a:off x="713850" y="3702300"/>
            <a:ext cx="2138700" cy="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0" name="Google Shape;730;p19"/>
          <p:cNvSpPr txBox="1">
            <a:spLocks noGrp="1"/>
          </p:cNvSpPr>
          <p:nvPr>
            <p:ph type="title" idx="8"/>
          </p:nvPr>
        </p:nvSpPr>
        <p:spPr>
          <a:xfrm>
            <a:off x="3502650" y="3375225"/>
            <a:ext cx="21387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31" name="Google Shape;731;p19"/>
          <p:cNvSpPr txBox="1">
            <a:spLocks noGrp="1"/>
          </p:cNvSpPr>
          <p:nvPr>
            <p:ph type="subTitle" idx="9"/>
          </p:nvPr>
        </p:nvSpPr>
        <p:spPr>
          <a:xfrm>
            <a:off x="3502650" y="3702300"/>
            <a:ext cx="2138700" cy="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2" name="Google Shape;732;p19"/>
          <p:cNvSpPr txBox="1">
            <a:spLocks noGrp="1"/>
          </p:cNvSpPr>
          <p:nvPr>
            <p:ph type="title" idx="13"/>
          </p:nvPr>
        </p:nvSpPr>
        <p:spPr>
          <a:xfrm>
            <a:off x="6291450" y="3375225"/>
            <a:ext cx="21387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33" name="Google Shape;733;p19"/>
          <p:cNvSpPr txBox="1">
            <a:spLocks noGrp="1"/>
          </p:cNvSpPr>
          <p:nvPr>
            <p:ph type="subTitle" idx="14"/>
          </p:nvPr>
        </p:nvSpPr>
        <p:spPr>
          <a:xfrm>
            <a:off x="6291450" y="3702300"/>
            <a:ext cx="2138700" cy="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4" name="Google Shape;734;p19"/>
          <p:cNvSpPr/>
          <p:nvPr/>
        </p:nvSpPr>
        <p:spPr>
          <a:xfrm flipH="1">
            <a:off x="8053400" y="4531725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19"/>
          <p:cNvSpPr/>
          <p:nvPr/>
        </p:nvSpPr>
        <p:spPr>
          <a:xfrm flipH="1">
            <a:off x="-1062025" y="4531725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19"/>
          <p:cNvSpPr/>
          <p:nvPr/>
        </p:nvSpPr>
        <p:spPr>
          <a:xfrm flipH="1">
            <a:off x="-276100" y="-3625"/>
            <a:ext cx="32466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19"/>
          <p:cNvSpPr/>
          <p:nvPr/>
        </p:nvSpPr>
        <p:spPr>
          <a:xfrm>
            <a:off x="8875627" y="4132663"/>
            <a:ext cx="97960" cy="97924"/>
          </a:xfrm>
          <a:custGeom>
            <a:avLst/>
            <a:gdLst/>
            <a:ahLst/>
            <a:cxnLst/>
            <a:rect l="l" t="t" r="r" b="b"/>
            <a:pathLst>
              <a:path w="2768" h="2767" fill="none" extrusionOk="0">
                <a:moveTo>
                  <a:pt x="2767" y="1356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6"/>
                </a:cubicBezTo>
                <a:cubicBezTo>
                  <a:pt x="1" y="624"/>
                  <a:pt x="624" y="0"/>
                  <a:pt x="1411" y="0"/>
                </a:cubicBezTo>
                <a:cubicBezTo>
                  <a:pt x="2143" y="0"/>
                  <a:pt x="2767" y="624"/>
                  <a:pt x="2767" y="1356"/>
                </a:cubicBezTo>
                <a:close/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19"/>
          <p:cNvSpPr/>
          <p:nvPr/>
        </p:nvSpPr>
        <p:spPr>
          <a:xfrm>
            <a:off x="129662" y="1313396"/>
            <a:ext cx="97924" cy="97960"/>
          </a:xfrm>
          <a:custGeom>
            <a:avLst/>
            <a:gdLst/>
            <a:ahLst/>
            <a:cxnLst/>
            <a:rect l="l" t="t" r="r" b="b"/>
            <a:pathLst>
              <a:path w="2767" h="2768" fill="none" extrusionOk="0">
                <a:moveTo>
                  <a:pt x="2767" y="1411"/>
                </a:moveTo>
                <a:cubicBezTo>
                  <a:pt x="2767" y="2143"/>
                  <a:pt x="2156" y="2767"/>
                  <a:pt x="1356" y="2767"/>
                </a:cubicBezTo>
                <a:cubicBezTo>
                  <a:pt x="624" y="2767"/>
                  <a:pt x="0" y="2143"/>
                  <a:pt x="0" y="1411"/>
                </a:cubicBezTo>
                <a:cubicBezTo>
                  <a:pt x="0" y="624"/>
                  <a:pt x="624" y="1"/>
                  <a:pt x="1356" y="1"/>
                </a:cubicBezTo>
                <a:cubicBezTo>
                  <a:pt x="2156" y="1"/>
                  <a:pt x="2767" y="624"/>
                  <a:pt x="2767" y="1411"/>
                </a:cubicBezTo>
                <a:close/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19"/>
          <p:cNvSpPr/>
          <p:nvPr/>
        </p:nvSpPr>
        <p:spPr>
          <a:xfrm>
            <a:off x="60995" y="641587"/>
            <a:ext cx="154088" cy="151682"/>
          </a:xfrm>
          <a:custGeom>
            <a:avLst/>
            <a:gdLst/>
            <a:ahLst/>
            <a:cxnLst/>
            <a:rect l="l" t="t" r="r" b="b"/>
            <a:pathLst>
              <a:path w="4354" h="4286" fill="none" extrusionOk="0">
                <a:moveTo>
                  <a:pt x="3784" y="54"/>
                </a:moveTo>
                <a:lnTo>
                  <a:pt x="339" y="963"/>
                </a:lnTo>
                <a:cubicBezTo>
                  <a:pt x="54" y="1072"/>
                  <a:pt x="0" y="1465"/>
                  <a:pt x="231" y="1750"/>
                </a:cubicBezTo>
                <a:lnTo>
                  <a:pt x="2713" y="4123"/>
                </a:lnTo>
                <a:cubicBezTo>
                  <a:pt x="2943" y="4286"/>
                  <a:pt x="3228" y="4232"/>
                  <a:pt x="3282" y="3947"/>
                </a:cubicBezTo>
                <a:lnTo>
                  <a:pt x="4245" y="678"/>
                </a:lnTo>
                <a:cubicBezTo>
                  <a:pt x="4353" y="339"/>
                  <a:pt x="4069" y="0"/>
                  <a:pt x="3784" y="54"/>
                </a:cubicBezTo>
                <a:close/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19"/>
          <p:cNvSpPr/>
          <p:nvPr/>
        </p:nvSpPr>
        <p:spPr>
          <a:xfrm>
            <a:off x="8852589" y="1745472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19"/>
          <p:cNvSpPr/>
          <p:nvPr/>
        </p:nvSpPr>
        <p:spPr>
          <a:xfrm>
            <a:off x="6931109" y="129458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19"/>
          <p:cNvSpPr/>
          <p:nvPr/>
        </p:nvSpPr>
        <p:spPr>
          <a:xfrm>
            <a:off x="8951885" y="9706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19"/>
          <p:cNvSpPr/>
          <p:nvPr/>
        </p:nvSpPr>
        <p:spPr>
          <a:xfrm>
            <a:off x="8907718" y="10129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19"/>
          <p:cNvSpPr/>
          <p:nvPr/>
        </p:nvSpPr>
        <p:spPr>
          <a:xfrm>
            <a:off x="8907718" y="10129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19"/>
          <p:cNvSpPr/>
          <p:nvPr/>
        </p:nvSpPr>
        <p:spPr>
          <a:xfrm>
            <a:off x="423968" y="3094545"/>
            <a:ext cx="35" cy="64339"/>
          </a:xfrm>
          <a:custGeom>
            <a:avLst/>
            <a:gdLst/>
            <a:ahLst/>
            <a:cxnLst/>
            <a:rect l="l" t="t" r="r" b="b"/>
            <a:pathLst>
              <a:path w="1" h="1818" fill="none" extrusionOk="0">
                <a:moveTo>
                  <a:pt x="1" y="0"/>
                </a:moveTo>
                <a:lnTo>
                  <a:pt x="1" y="1818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19"/>
          <p:cNvSpPr/>
          <p:nvPr/>
        </p:nvSpPr>
        <p:spPr>
          <a:xfrm>
            <a:off x="391834" y="3126680"/>
            <a:ext cx="64339" cy="35"/>
          </a:xfrm>
          <a:custGeom>
            <a:avLst/>
            <a:gdLst/>
            <a:ahLst/>
            <a:cxnLst/>
            <a:rect l="l" t="t" r="r" b="b"/>
            <a:pathLst>
              <a:path w="1818" h="1" fill="none" extrusionOk="0">
                <a:moveTo>
                  <a:pt x="1818" y="1"/>
                </a:moveTo>
                <a:lnTo>
                  <a:pt x="0" y="1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19"/>
          <p:cNvSpPr/>
          <p:nvPr/>
        </p:nvSpPr>
        <p:spPr>
          <a:xfrm>
            <a:off x="6421079" y="4929086"/>
            <a:ext cx="253923" cy="35"/>
          </a:xfrm>
          <a:custGeom>
            <a:avLst/>
            <a:gdLst/>
            <a:ahLst/>
            <a:cxnLst/>
            <a:rect l="l" t="t" r="r" b="b"/>
            <a:pathLst>
              <a:path w="7175" h="1" fill="none" extrusionOk="0">
                <a:moveTo>
                  <a:pt x="1" y="0"/>
                </a:moveTo>
                <a:lnTo>
                  <a:pt x="7175" y="0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19"/>
          <p:cNvSpPr/>
          <p:nvPr/>
        </p:nvSpPr>
        <p:spPr>
          <a:xfrm>
            <a:off x="8800361" y="4515306"/>
            <a:ext cx="166085" cy="0"/>
          </a:xfrm>
          <a:custGeom>
            <a:avLst/>
            <a:gdLst/>
            <a:ahLst/>
            <a:cxnLst/>
            <a:rect l="l" t="t" r="r" b="b"/>
            <a:pathLst>
              <a:path w="4693" fill="none" extrusionOk="0">
                <a:moveTo>
                  <a:pt x="0" y="0"/>
                </a:moveTo>
                <a:lnTo>
                  <a:pt x="4693" y="0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19"/>
          <p:cNvSpPr/>
          <p:nvPr/>
        </p:nvSpPr>
        <p:spPr>
          <a:xfrm>
            <a:off x="2173204" y="4965882"/>
            <a:ext cx="35" cy="66285"/>
          </a:xfrm>
          <a:custGeom>
            <a:avLst/>
            <a:gdLst/>
            <a:ahLst/>
            <a:cxnLst/>
            <a:rect l="l" t="t" r="r" b="b"/>
            <a:pathLst>
              <a:path w="1" h="1873" fill="none" extrusionOk="0">
                <a:moveTo>
                  <a:pt x="1" y="0"/>
                </a:moveTo>
                <a:lnTo>
                  <a:pt x="1" y="1872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19"/>
          <p:cNvSpPr/>
          <p:nvPr/>
        </p:nvSpPr>
        <p:spPr>
          <a:xfrm>
            <a:off x="2141070" y="4998052"/>
            <a:ext cx="64339" cy="35"/>
          </a:xfrm>
          <a:custGeom>
            <a:avLst/>
            <a:gdLst/>
            <a:ahLst/>
            <a:cxnLst/>
            <a:rect l="l" t="t" r="r" b="b"/>
            <a:pathLst>
              <a:path w="1818" h="1" fill="none" extrusionOk="0">
                <a:moveTo>
                  <a:pt x="1818" y="0"/>
                </a:moveTo>
                <a:lnTo>
                  <a:pt x="0" y="0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19"/>
          <p:cNvSpPr/>
          <p:nvPr/>
        </p:nvSpPr>
        <p:spPr>
          <a:xfrm>
            <a:off x="147650" y="3636250"/>
            <a:ext cx="61932" cy="61968"/>
          </a:xfrm>
          <a:custGeom>
            <a:avLst/>
            <a:gdLst/>
            <a:ahLst/>
            <a:cxnLst/>
            <a:rect l="l" t="t" r="r" b="b"/>
            <a:pathLst>
              <a:path w="1750" h="1751" fill="none" extrusionOk="0">
                <a:moveTo>
                  <a:pt x="1750" y="842"/>
                </a:moveTo>
                <a:cubicBezTo>
                  <a:pt x="1750" y="1357"/>
                  <a:pt x="1357" y="1750"/>
                  <a:pt x="841" y="1750"/>
                </a:cubicBezTo>
                <a:cubicBezTo>
                  <a:pt x="394" y="1750"/>
                  <a:pt x="0" y="1357"/>
                  <a:pt x="0" y="842"/>
                </a:cubicBezTo>
                <a:cubicBezTo>
                  <a:pt x="0" y="394"/>
                  <a:pt x="394" y="1"/>
                  <a:pt x="841" y="1"/>
                </a:cubicBezTo>
                <a:cubicBezTo>
                  <a:pt x="1357" y="1"/>
                  <a:pt x="1750" y="394"/>
                  <a:pt x="1750" y="842"/>
                </a:cubicBezTo>
                <a:close/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9"/>
          <p:cNvSpPr/>
          <p:nvPr/>
        </p:nvSpPr>
        <p:spPr>
          <a:xfrm>
            <a:off x="7625025" y="4821914"/>
            <a:ext cx="60021" cy="61968"/>
          </a:xfrm>
          <a:custGeom>
            <a:avLst/>
            <a:gdLst/>
            <a:ahLst/>
            <a:cxnLst/>
            <a:rect l="l" t="t" r="r" b="b"/>
            <a:pathLst>
              <a:path w="1696" h="1751" fill="none" extrusionOk="0">
                <a:moveTo>
                  <a:pt x="1695" y="896"/>
                </a:moveTo>
                <a:cubicBezTo>
                  <a:pt x="1695" y="1357"/>
                  <a:pt x="1302" y="1750"/>
                  <a:pt x="841" y="1750"/>
                </a:cubicBezTo>
                <a:cubicBezTo>
                  <a:pt x="339" y="1750"/>
                  <a:pt x="0" y="1357"/>
                  <a:pt x="0" y="896"/>
                </a:cubicBezTo>
                <a:cubicBezTo>
                  <a:pt x="0" y="394"/>
                  <a:pt x="339" y="1"/>
                  <a:pt x="841" y="1"/>
                </a:cubicBezTo>
                <a:cubicBezTo>
                  <a:pt x="1302" y="1"/>
                  <a:pt x="1695" y="394"/>
                  <a:pt x="1695" y="896"/>
                </a:cubicBezTo>
                <a:close/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19"/>
          <p:cNvSpPr/>
          <p:nvPr/>
        </p:nvSpPr>
        <p:spPr>
          <a:xfrm>
            <a:off x="4774275" y="4997417"/>
            <a:ext cx="253923" cy="35"/>
          </a:xfrm>
          <a:custGeom>
            <a:avLst/>
            <a:gdLst/>
            <a:ahLst/>
            <a:cxnLst/>
            <a:rect l="l" t="t" r="r" b="b"/>
            <a:pathLst>
              <a:path w="7175" h="1" fill="none" extrusionOk="0">
                <a:moveTo>
                  <a:pt x="0" y="0"/>
                </a:moveTo>
                <a:lnTo>
                  <a:pt x="7174" y="0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9"/>
          <p:cNvSpPr/>
          <p:nvPr/>
        </p:nvSpPr>
        <p:spPr>
          <a:xfrm>
            <a:off x="8724219" y="30010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19"/>
          <p:cNvSpPr/>
          <p:nvPr/>
        </p:nvSpPr>
        <p:spPr>
          <a:xfrm>
            <a:off x="5740826" y="203408"/>
            <a:ext cx="72019" cy="35"/>
          </a:xfrm>
          <a:custGeom>
            <a:avLst/>
            <a:gdLst/>
            <a:ahLst/>
            <a:cxnLst/>
            <a:rect l="l" t="t" r="r" b="b"/>
            <a:pathLst>
              <a:path w="2035" h="1" fill="none" extrusionOk="0">
                <a:moveTo>
                  <a:pt x="0" y="1"/>
                </a:moveTo>
                <a:lnTo>
                  <a:pt x="2034" y="1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19"/>
          <p:cNvSpPr/>
          <p:nvPr/>
        </p:nvSpPr>
        <p:spPr>
          <a:xfrm>
            <a:off x="276577" y="2624055"/>
            <a:ext cx="112363" cy="35"/>
          </a:xfrm>
          <a:custGeom>
            <a:avLst/>
            <a:gdLst/>
            <a:ahLst/>
            <a:cxnLst/>
            <a:rect l="l" t="t" r="r" b="b"/>
            <a:pathLst>
              <a:path w="3175" h="1" fill="none" extrusionOk="0">
                <a:moveTo>
                  <a:pt x="1" y="0"/>
                </a:moveTo>
                <a:lnTo>
                  <a:pt x="3174" y="0"/>
                </a:lnTo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19"/>
          <p:cNvSpPr/>
          <p:nvPr/>
        </p:nvSpPr>
        <p:spPr>
          <a:xfrm>
            <a:off x="3827521" y="296480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w="42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19"/>
          <p:cNvSpPr/>
          <p:nvPr/>
        </p:nvSpPr>
        <p:spPr>
          <a:xfrm>
            <a:off x="3795261" y="328691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42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19"/>
          <p:cNvSpPr/>
          <p:nvPr/>
        </p:nvSpPr>
        <p:spPr>
          <a:xfrm>
            <a:off x="101617" y="1874977"/>
            <a:ext cx="49" cy="66414"/>
          </a:xfrm>
          <a:custGeom>
            <a:avLst/>
            <a:gdLst/>
            <a:ahLst/>
            <a:cxnLst/>
            <a:rect l="l" t="t" r="r" b="b"/>
            <a:pathLst>
              <a:path w="1" h="1369" fill="none" extrusionOk="0">
                <a:moveTo>
                  <a:pt x="0" y="0"/>
                </a:moveTo>
                <a:lnTo>
                  <a:pt x="0" y="1368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9"/>
          <p:cNvSpPr/>
          <p:nvPr/>
        </p:nvSpPr>
        <p:spPr>
          <a:xfrm>
            <a:off x="67464" y="1907189"/>
            <a:ext cx="66414" cy="49"/>
          </a:xfrm>
          <a:custGeom>
            <a:avLst/>
            <a:gdLst/>
            <a:ahLst/>
            <a:cxnLst/>
            <a:rect l="l" t="t" r="r" b="b"/>
            <a:pathLst>
              <a:path w="1369" h="1" fill="none" extrusionOk="0">
                <a:moveTo>
                  <a:pt x="1368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9"/>
          <p:cNvSpPr/>
          <p:nvPr/>
        </p:nvSpPr>
        <p:spPr>
          <a:xfrm>
            <a:off x="8276861" y="221310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6"/>
                </a:moveTo>
                <a:cubicBezTo>
                  <a:pt x="1280" y="992"/>
                  <a:pt x="992" y="1280"/>
                  <a:pt x="625" y="1280"/>
                </a:cubicBezTo>
                <a:cubicBezTo>
                  <a:pt x="288" y="1280"/>
                  <a:pt x="1" y="992"/>
                  <a:pt x="1" y="616"/>
                </a:cubicBezTo>
                <a:cubicBezTo>
                  <a:pt x="1" y="288"/>
                  <a:pt x="288" y="1"/>
                  <a:pt x="625" y="1"/>
                </a:cubicBezTo>
                <a:cubicBezTo>
                  <a:pt x="992" y="1"/>
                  <a:pt x="1280" y="288"/>
                  <a:pt x="1280" y="616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19"/>
          <p:cNvSpPr/>
          <p:nvPr/>
        </p:nvSpPr>
        <p:spPr>
          <a:xfrm>
            <a:off x="484509" y="4325321"/>
            <a:ext cx="254982" cy="49"/>
          </a:xfrm>
          <a:custGeom>
            <a:avLst/>
            <a:gdLst/>
            <a:ahLst/>
            <a:cxnLst/>
            <a:rect l="l" t="t" r="r" b="b"/>
            <a:pathLst>
              <a:path w="5256" h="1" fill="none" extrusionOk="0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9"/>
          <p:cNvSpPr/>
          <p:nvPr/>
        </p:nvSpPr>
        <p:spPr>
          <a:xfrm>
            <a:off x="3024671" y="4929071"/>
            <a:ext cx="254982" cy="49"/>
          </a:xfrm>
          <a:custGeom>
            <a:avLst/>
            <a:gdLst/>
            <a:ahLst/>
            <a:cxnLst/>
            <a:rect l="l" t="t" r="r" b="b"/>
            <a:pathLst>
              <a:path w="5256" h="1" fill="none" extrusionOk="0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19"/>
          <p:cNvSpPr/>
          <p:nvPr/>
        </p:nvSpPr>
        <p:spPr>
          <a:xfrm>
            <a:off x="5214020" y="53637"/>
            <a:ext cx="154088" cy="151682"/>
          </a:xfrm>
          <a:custGeom>
            <a:avLst/>
            <a:gdLst/>
            <a:ahLst/>
            <a:cxnLst/>
            <a:rect l="l" t="t" r="r" b="b"/>
            <a:pathLst>
              <a:path w="4354" h="4286" fill="none" extrusionOk="0">
                <a:moveTo>
                  <a:pt x="3784" y="54"/>
                </a:moveTo>
                <a:lnTo>
                  <a:pt x="339" y="963"/>
                </a:lnTo>
                <a:cubicBezTo>
                  <a:pt x="54" y="1072"/>
                  <a:pt x="0" y="1465"/>
                  <a:pt x="231" y="1750"/>
                </a:cubicBezTo>
                <a:lnTo>
                  <a:pt x="2713" y="4123"/>
                </a:lnTo>
                <a:cubicBezTo>
                  <a:pt x="2943" y="4286"/>
                  <a:pt x="3228" y="4232"/>
                  <a:pt x="3282" y="3947"/>
                </a:cubicBezTo>
                <a:lnTo>
                  <a:pt x="4245" y="678"/>
                </a:lnTo>
                <a:cubicBezTo>
                  <a:pt x="4353" y="339"/>
                  <a:pt x="4069" y="0"/>
                  <a:pt x="3784" y="54"/>
                </a:cubicBezTo>
                <a:close/>
              </a:path>
            </a:pathLst>
          </a:custGeom>
          <a:noFill/>
          <a:ln w="577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19"/>
          <p:cNvSpPr/>
          <p:nvPr/>
        </p:nvSpPr>
        <p:spPr>
          <a:xfrm>
            <a:off x="6123309" y="4630121"/>
            <a:ext cx="254982" cy="49"/>
          </a:xfrm>
          <a:custGeom>
            <a:avLst/>
            <a:gdLst/>
            <a:ahLst/>
            <a:cxnLst/>
            <a:rect l="l" t="t" r="r" b="b"/>
            <a:pathLst>
              <a:path w="5256" h="1" fill="none" extrusionOk="0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6" name="Google Shape;766;p19"/>
          <p:cNvGrpSpPr/>
          <p:nvPr/>
        </p:nvGrpSpPr>
        <p:grpSpPr>
          <a:xfrm>
            <a:off x="8524933" y="3529034"/>
            <a:ext cx="1222079" cy="1009533"/>
            <a:chOff x="6101758" y="2859784"/>
            <a:chExt cx="1222079" cy="1009533"/>
          </a:xfrm>
        </p:grpSpPr>
        <p:sp>
          <p:nvSpPr>
            <p:cNvPr id="767" name="Google Shape;767;p19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9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9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9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9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9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9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7" name="Google Shape;777;p19"/>
          <p:cNvGrpSpPr/>
          <p:nvPr/>
        </p:nvGrpSpPr>
        <p:grpSpPr>
          <a:xfrm>
            <a:off x="-555317" y="3519509"/>
            <a:ext cx="1222079" cy="1009533"/>
            <a:chOff x="6101758" y="2859784"/>
            <a:chExt cx="1222079" cy="1009533"/>
          </a:xfrm>
        </p:grpSpPr>
        <p:sp>
          <p:nvSpPr>
            <p:cNvPr id="778" name="Google Shape;778;p19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9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9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9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9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9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9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9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9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9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8" name="Google Shape;788;p19"/>
          <p:cNvSpPr txBox="1">
            <a:spLocks noGrp="1"/>
          </p:cNvSpPr>
          <p:nvPr>
            <p:ph type="title" idx="15"/>
          </p:nvPr>
        </p:nvSpPr>
        <p:spPr>
          <a:xfrm>
            <a:off x="713225" y="445025"/>
            <a:ext cx="771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"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25"/>
          <p:cNvSpPr/>
          <p:nvPr/>
        </p:nvSpPr>
        <p:spPr>
          <a:xfrm>
            <a:off x="4850657" y="158591"/>
            <a:ext cx="97900" cy="97906"/>
          </a:xfrm>
          <a:custGeom>
            <a:avLst/>
            <a:gdLst/>
            <a:ahLst/>
            <a:cxnLst/>
            <a:rect l="l" t="t" r="r" b="b"/>
            <a:pathLst>
              <a:path w="2321" h="2321" fill="none" extrusionOk="0">
                <a:moveTo>
                  <a:pt x="2320" y="1138"/>
                </a:moveTo>
                <a:cubicBezTo>
                  <a:pt x="2320" y="1797"/>
                  <a:pt x="1809" y="2320"/>
                  <a:pt x="1183" y="2320"/>
                </a:cubicBezTo>
                <a:cubicBezTo>
                  <a:pt x="524" y="2320"/>
                  <a:pt x="1" y="1797"/>
                  <a:pt x="1" y="1138"/>
                </a:cubicBezTo>
                <a:cubicBezTo>
                  <a:pt x="1" y="524"/>
                  <a:pt x="524" y="1"/>
                  <a:pt x="1183" y="1"/>
                </a:cubicBezTo>
                <a:cubicBezTo>
                  <a:pt x="1809" y="1"/>
                  <a:pt x="2320" y="524"/>
                  <a:pt x="2320" y="1138"/>
                </a:cubicBezTo>
                <a:close/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25"/>
          <p:cNvSpPr/>
          <p:nvPr/>
        </p:nvSpPr>
        <p:spPr>
          <a:xfrm>
            <a:off x="224604" y="595773"/>
            <a:ext cx="153957" cy="152068"/>
          </a:xfrm>
          <a:custGeom>
            <a:avLst/>
            <a:gdLst/>
            <a:ahLst/>
            <a:cxnLst/>
            <a:rect l="l" t="t" r="r" b="b"/>
            <a:pathLst>
              <a:path w="3650" h="3605" fill="none" extrusionOk="0">
                <a:moveTo>
                  <a:pt x="3172" y="57"/>
                </a:moveTo>
                <a:lnTo>
                  <a:pt x="284" y="808"/>
                </a:lnTo>
                <a:cubicBezTo>
                  <a:pt x="46" y="910"/>
                  <a:pt x="0" y="1240"/>
                  <a:pt x="193" y="1478"/>
                </a:cubicBezTo>
                <a:lnTo>
                  <a:pt x="2274" y="3468"/>
                </a:lnTo>
                <a:cubicBezTo>
                  <a:pt x="2467" y="3604"/>
                  <a:pt x="2706" y="3559"/>
                  <a:pt x="2751" y="3320"/>
                </a:cubicBezTo>
                <a:lnTo>
                  <a:pt x="3559" y="569"/>
                </a:lnTo>
                <a:cubicBezTo>
                  <a:pt x="3650" y="285"/>
                  <a:pt x="3411" y="0"/>
                  <a:pt x="3172" y="57"/>
                </a:cubicBezTo>
                <a:close/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25"/>
          <p:cNvSpPr/>
          <p:nvPr/>
        </p:nvSpPr>
        <p:spPr>
          <a:xfrm>
            <a:off x="8856445" y="1698803"/>
            <a:ext cx="143876" cy="158269"/>
          </a:xfrm>
          <a:custGeom>
            <a:avLst/>
            <a:gdLst/>
            <a:ahLst/>
            <a:cxnLst/>
            <a:rect l="l" t="t" r="r" b="b"/>
            <a:pathLst>
              <a:path w="3411" h="3752" fill="none" extrusionOk="0">
                <a:moveTo>
                  <a:pt x="3229" y="1899"/>
                </a:moveTo>
                <a:lnTo>
                  <a:pt x="807" y="148"/>
                </a:lnTo>
                <a:cubicBezTo>
                  <a:pt x="569" y="0"/>
                  <a:pt x="284" y="193"/>
                  <a:pt x="239" y="478"/>
                </a:cubicBezTo>
                <a:lnTo>
                  <a:pt x="0" y="3365"/>
                </a:lnTo>
                <a:cubicBezTo>
                  <a:pt x="0" y="3604"/>
                  <a:pt x="194" y="3752"/>
                  <a:pt x="432" y="3650"/>
                </a:cubicBezTo>
                <a:lnTo>
                  <a:pt x="3081" y="2513"/>
                </a:lnTo>
                <a:cubicBezTo>
                  <a:pt x="3320" y="2422"/>
                  <a:pt x="3411" y="2046"/>
                  <a:pt x="3229" y="1899"/>
                </a:cubicBezTo>
                <a:close/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25"/>
          <p:cNvSpPr/>
          <p:nvPr/>
        </p:nvSpPr>
        <p:spPr>
          <a:xfrm>
            <a:off x="238481" y="2048875"/>
            <a:ext cx="431628" cy="42"/>
          </a:xfrm>
          <a:custGeom>
            <a:avLst/>
            <a:gdLst/>
            <a:ahLst/>
            <a:cxnLst/>
            <a:rect l="l" t="t" r="r" b="b"/>
            <a:pathLst>
              <a:path w="10233" h="1" fill="none" extrusionOk="0">
                <a:moveTo>
                  <a:pt x="1" y="0"/>
                </a:moveTo>
                <a:lnTo>
                  <a:pt x="10233" y="0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25"/>
          <p:cNvSpPr/>
          <p:nvPr/>
        </p:nvSpPr>
        <p:spPr>
          <a:xfrm>
            <a:off x="7907395" y="1563059"/>
            <a:ext cx="267632" cy="42"/>
          </a:xfrm>
          <a:custGeom>
            <a:avLst/>
            <a:gdLst/>
            <a:ahLst/>
            <a:cxnLst/>
            <a:rect l="l" t="t" r="r" b="b"/>
            <a:pathLst>
              <a:path w="6345" h="1" fill="none" extrusionOk="0">
                <a:moveTo>
                  <a:pt x="1" y="1"/>
                </a:moveTo>
                <a:lnTo>
                  <a:pt x="6345" y="1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25"/>
          <p:cNvSpPr/>
          <p:nvPr/>
        </p:nvSpPr>
        <p:spPr>
          <a:xfrm>
            <a:off x="8239268" y="1563059"/>
            <a:ext cx="133837" cy="42"/>
          </a:xfrm>
          <a:custGeom>
            <a:avLst/>
            <a:gdLst/>
            <a:ahLst/>
            <a:cxnLst/>
            <a:rect l="l" t="t" r="r" b="b"/>
            <a:pathLst>
              <a:path w="3173" h="1" fill="none" extrusionOk="0">
                <a:moveTo>
                  <a:pt x="0" y="1"/>
                </a:moveTo>
                <a:lnTo>
                  <a:pt x="3172" y="1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25"/>
          <p:cNvSpPr/>
          <p:nvPr/>
        </p:nvSpPr>
        <p:spPr>
          <a:xfrm>
            <a:off x="3074073" y="290287"/>
            <a:ext cx="259955" cy="42"/>
          </a:xfrm>
          <a:custGeom>
            <a:avLst/>
            <a:gdLst/>
            <a:ahLst/>
            <a:cxnLst/>
            <a:rect l="l" t="t" r="r" b="b"/>
            <a:pathLst>
              <a:path w="6163" h="1" fill="none" extrusionOk="0">
                <a:moveTo>
                  <a:pt x="0" y="0"/>
                </a:moveTo>
                <a:lnTo>
                  <a:pt x="6162" y="0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25"/>
          <p:cNvSpPr/>
          <p:nvPr/>
        </p:nvSpPr>
        <p:spPr>
          <a:xfrm>
            <a:off x="1607601" y="84521"/>
            <a:ext cx="131897" cy="42"/>
          </a:xfrm>
          <a:custGeom>
            <a:avLst/>
            <a:gdLst/>
            <a:ahLst/>
            <a:cxnLst/>
            <a:rect l="l" t="t" r="r" b="b"/>
            <a:pathLst>
              <a:path w="3127" h="1" fill="none" extrusionOk="0">
                <a:moveTo>
                  <a:pt x="1" y="1"/>
                </a:moveTo>
                <a:lnTo>
                  <a:pt x="3127" y="1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25"/>
          <p:cNvSpPr/>
          <p:nvPr/>
        </p:nvSpPr>
        <p:spPr>
          <a:xfrm>
            <a:off x="524292" y="2150535"/>
            <a:ext cx="208158" cy="42"/>
          </a:xfrm>
          <a:custGeom>
            <a:avLst/>
            <a:gdLst/>
            <a:ahLst/>
            <a:cxnLst/>
            <a:rect l="l" t="t" r="r" b="b"/>
            <a:pathLst>
              <a:path w="4935" h="1" fill="none" extrusionOk="0">
                <a:moveTo>
                  <a:pt x="1" y="1"/>
                </a:moveTo>
                <a:lnTo>
                  <a:pt x="4935" y="1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25"/>
          <p:cNvSpPr/>
          <p:nvPr/>
        </p:nvSpPr>
        <p:spPr>
          <a:xfrm>
            <a:off x="1094018" y="318085"/>
            <a:ext cx="42" cy="83985"/>
          </a:xfrm>
          <a:custGeom>
            <a:avLst/>
            <a:gdLst/>
            <a:ahLst/>
            <a:cxnLst/>
            <a:rect l="l" t="t" r="r" b="b"/>
            <a:pathLst>
              <a:path w="1" h="1991" fill="none" extrusionOk="0">
                <a:moveTo>
                  <a:pt x="0" y="1"/>
                </a:moveTo>
                <a:lnTo>
                  <a:pt x="0" y="1990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25"/>
          <p:cNvSpPr/>
          <p:nvPr/>
        </p:nvSpPr>
        <p:spPr>
          <a:xfrm>
            <a:off x="1051796" y="360310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0"/>
                </a:moveTo>
                <a:lnTo>
                  <a:pt x="1" y="0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25"/>
          <p:cNvSpPr/>
          <p:nvPr/>
        </p:nvSpPr>
        <p:spPr>
          <a:xfrm>
            <a:off x="1051796" y="360310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0"/>
                </a:moveTo>
                <a:lnTo>
                  <a:pt x="1" y="0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25"/>
          <p:cNvSpPr/>
          <p:nvPr/>
        </p:nvSpPr>
        <p:spPr>
          <a:xfrm>
            <a:off x="8574936" y="1153510"/>
            <a:ext cx="42" cy="83985"/>
          </a:xfrm>
          <a:custGeom>
            <a:avLst/>
            <a:gdLst/>
            <a:ahLst/>
            <a:cxnLst/>
            <a:rect l="l" t="t" r="r" b="b"/>
            <a:pathLst>
              <a:path w="1" h="1991" fill="none" extrusionOk="0">
                <a:moveTo>
                  <a:pt x="1" y="0"/>
                </a:moveTo>
                <a:lnTo>
                  <a:pt x="1" y="1990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25"/>
          <p:cNvSpPr/>
          <p:nvPr/>
        </p:nvSpPr>
        <p:spPr>
          <a:xfrm>
            <a:off x="8530816" y="1195228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1"/>
                </a:moveTo>
                <a:lnTo>
                  <a:pt x="1" y="1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0" name="Google Shape;1040;p25"/>
          <p:cNvSpPr/>
          <p:nvPr/>
        </p:nvSpPr>
        <p:spPr>
          <a:xfrm>
            <a:off x="8530816" y="1195228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1"/>
                </a:moveTo>
                <a:lnTo>
                  <a:pt x="1" y="1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25"/>
          <p:cNvSpPr/>
          <p:nvPr/>
        </p:nvSpPr>
        <p:spPr>
          <a:xfrm>
            <a:off x="3723350" y="3243484"/>
            <a:ext cx="42" cy="64328"/>
          </a:xfrm>
          <a:custGeom>
            <a:avLst/>
            <a:gdLst/>
            <a:ahLst/>
            <a:cxnLst/>
            <a:rect l="l" t="t" r="r" b="b"/>
            <a:pathLst>
              <a:path w="1" h="1525" fill="none" extrusionOk="0">
                <a:moveTo>
                  <a:pt x="1" y="1"/>
                </a:moveTo>
                <a:lnTo>
                  <a:pt x="1" y="1524"/>
                </a:lnTo>
              </a:path>
            </a:pathLst>
          </a:custGeom>
          <a:noFill/>
          <a:ln w="48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25"/>
          <p:cNvSpPr/>
          <p:nvPr/>
        </p:nvSpPr>
        <p:spPr>
          <a:xfrm>
            <a:off x="3691251" y="3275627"/>
            <a:ext cx="66223" cy="42"/>
          </a:xfrm>
          <a:custGeom>
            <a:avLst/>
            <a:gdLst/>
            <a:ahLst/>
            <a:cxnLst/>
            <a:rect l="l" t="t" r="r" b="b"/>
            <a:pathLst>
              <a:path w="1570" h="1" fill="none" extrusionOk="0">
                <a:moveTo>
                  <a:pt x="1569" y="0"/>
                </a:moveTo>
                <a:lnTo>
                  <a:pt x="0" y="0"/>
                </a:lnTo>
              </a:path>
            </a:pathLst>
          </a:custGeom>
          <a:noFill/>
          <a:ln w="48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25"/>
          <p:cNvSpPr/>
          <p:nvPr/>
        </p:nvSpPr>
        <p:spPr>
          <a:xfrm>
            <a:off x="2946015" y="4536419"/>
            <a:ext cx="42" cy="63822"/>
          </a:xfrm>
          <a:custGeom>
            <a:avLst/>
            <a:gdLst/>
            <a:ahLst/>
            <a:cxnLst/>
            <a:rect l="l" t="t" r="r" b="b"/>
            <a:pathLst>
              <a:path w="1" h="1513" fill="none" extrusionOk="0">
                <a:moveTo>
                  <a:pt x="1" y="1"/>
                </a:moveTo>
                <a:lnTo>
                  <a:pt x="1" y="1513"/>
                </a:lnTo>
              </a:path>
            </a:pathLst>
          </a:custGeom>
          <a:noFill/>
          <a:ln w="48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25"/>
          <p:cNvSpPr/>
          <p:nvPr/>
        </p:nvSpPr>
        <p:spPr>
          <a:xfrm>
            <a:off x="2911976" y="4568563"/>
            <a:ext cx="66223" cy="42"/>
          </a:xfrm>
          <a:custGeom>
            <a:avLst/>
            <a:gdLst/>
            <a:ahLst/>
            <a:cxnLst/>
            <a:rect l="l" t="t" r="r" b="b"/>
            <a:pathLst>
              <a:path w="1570" h="1" fill="none" extrusionOk="0">
                <a:moveTo>
                  <a:pt x="1569" y="0"/>
                </a:moveTo>
                <a:lnTo>
                  <a:pt x="0" y="0"/>
                </a:lnTo>
              </a:path>
            </a:pathLst>
          </a:custGeom>
          <a:noFill/>
          <a:ln w="48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25"/>
          <p:cNvSpPr/>
          <p:nvPr/>
        </p:nvSpPr>
        <p:spPr>
          <a:xfrm>
            <a:off x="6013218" y="4588220"/>
            <a:ext cx="59980" cy="62388"/>
          </a:xfrm>
          <a:custGeom>
            <a:avLst/>
            <a:gdLst/>
            <a:ahLst/>
            <a:cxnLst/>
            <a:rect l="l" t="t" r="r" b="b"/>
            <a:pathLst>
              <a:path w="1422" h="1479" fill="none" extrusionOk="0">
                <a:moveTo>
                  <a:pt x="1421" y="717"/>
                </a:moveTo>
                <a:cubicBezTo>
                  <a:pt x="1421" y="1137"/>
                  <a:pt x="1137" y="1478"/>
                  <a:pt x="716" y="1478"/>
                </a:cubicBezTo>
                <a:cubicBezTo>
                  <a:pt x="330" y="1478"/>
                  <a:pt x="0" y="1137"/>
                  <a:pt x="0" y="717"/>
                </a:cubicBezTo>
                <a:cubicBezTo>
                  <a:pt x="0" y="342"/>
                  <a:pt x="330" y="0"/>
                  <a:pt x="716" y="0"/>
                </a:cubicBezTo>
                <a:cubicBezTo>
                  <a:pt x="1137" y="0"/>
                  <a:pt x="1421" y="342"/>
                  <a:pt x="1421" y="717"/>
                </a:cubicBezTo>
                <a:close/>
              </a:path>
            </a:pathLst>
          </a:custGeom>
          <a:noFill/>
          <a:ln w="48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25"/>
          <p:cNvSpPr/>
          <p:nvPr/>
        </p:nvSpPr>
        <p:spPr>
          <a:xfrm>
            <a:off x="2080903" y="1701165"/>
            <a:ext cx="70061" cy="42"/>
          </a:xfrm>
          <a:custGeom>
            <a:avLst/>
            <a:gdLst/>
            <a:ahLst/>
            <a:cxnLst/>
            <a:rect l="l" t="t" r="r" b="b"/>
            <a:pathLst>
              <a:path w="1661" h="1" fill="none" extrusionOk="0">
                <a:moveTo>
                  <a:pt x="1" y="1"/>
                </a:moveTo>
                <a:lnTo>
                  <a:pt x="1661" y="1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25"/>
          <p:cNvSpPr/>
          <p:nvPr/>
        </p:nvSpPr>
        <p:spPr>
          <a:xfrm>
            <a:off x="1805172" y="1824928"/>
            <a:ext cx="42" cy="46063"/>
          </a:xfrm>
          <a:custGeom>
            <a:avLst/>
            <a:gdLst/>
            <a:ahLst/>
            <a:cxnLst/>
            <a:rect l="l" t="t" r="r" b="b"/>
            <a:pathLst>
              <a:path w="1" h="1092" fill="none" extrusionOk="0">
                <a:moveTo>
                  <a:pt x="1" y="0"/>
                </a:moveTo>
                <a:lnTo>
                  <a:pt x="1" y="1092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25"/>
          <p:cNvSpPr/>
          <p:nvPr/>
        </p:nvSpPr>
        <p:spPr>
          <a:xfrm>
            <a:off x="1783112" y="1848888"/>
            <a:ext cx="46103" cy="42"/>
          </a:xfrm>
          <a:custGeom>
            <a:avLst/>
            <a:gdLst/>
            <a:ahLst/>
            <a:cxnLst/>
            <a:rect l="l" t="t" r="r" b="b"/>
            <a:pathLst>
              <a:path w="1093" h="1" fill="none" extrusionOk="0">
                <a:moveTo>
                  <a:pt x="1092" y="1"/>
                </a:moveTo>
                <a:lnTo>
                  <a:pt x="1" y="1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25"/>
          <p:cNvSpPr/>
          <p:nvPr/>
        </p:nvSpPr>
        <p:spPr>
          <a:xfrm>
            <a:off x="1783112" y="1848888"/>
            <a:ext cx="46103" cy="42"/>
          </a:xfrm>
          <a:custGeom>
            <a:avLst/>
            <a:gdLst/>
            <a:ahLst/>
            <a:cxnLst/>
            <a:rect l="l" t="t" r="r" b="b"/>
            <a:pathLst>
              <a:path w="1093" h="1" fill="none" extrusionOk="0">
                <a:moveTo>
                  <a:pt x="1092" y="1"/>
                </a:moveTo>
                <a:lnTo>
                  <a:pt x="1" y="1"/>
                </a:lnTo>
              </a:path>
            </a:pathLst>
          </a:custGeom>
          <a:noFill/>
          <a:ln w="48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25"/>
          <p:cNvSpPr/>
          <p:nvPr/>
        </p:nvSpPr>
        <p:spPr>
          <a:xfrm>
            <a:off x="2614649" y="2816303"/>
            <a:ext cx="63818" cy="20205"/>
          </a:xfrm>
          <a:custGeom>
            <a:avLst/>
            <a:gdLst/>
            <a:ahLst/>
            <a:cxnLst/>
            <a:rect l="l" t="t" r="r" b="b"/>
            <a:pathLst>
              <a:path w="1513" h="479" fill="none" extrusionOk="0">
                <a:moveTo>
                  <a:pt x="1" y="478"/>
                </a:moveTo>
                <a:cubicBezTo>
                  <a:pt x="421" y="46"/>
                  <a:pt x="990" y="1"/>
                  <a:pt x="1513" y="1"/>
                </a:cubicBezTo>
              </a:path>
            </a:pathLst>
          </a:custGeom>
          <a:noFill/>
          <a:ln w="3700" cap="flat" cmpd="sng">
            <a:solidFill>
              <a:srgbClr val="C56047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25"/>
          <p:cNvSpPr txBox="1"/>
          <p:nvPr/>
        </p:nvSpPr>
        <p:spPr>
          <a:xfrm>
            <a:off x="3072000" y="3200400"/>
            <a:ext cx="3000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200" b="1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200" b="1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200" b="1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2" name="Google Shape;1052;p25"/>
          <p:cNvSpPr/>
          <p:nvPr/>
        </p:nvSpPr>
        <p:spPr>
          <a:xfrm flipH="1">
            <a:off x="7056175" y="158600"/>
            <a:ext cx="27072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25"/>
          <p:cNvSpPr/>
          <p:nvPr/>
        </p:nvSpPr>
        <p:spPr>
          <a:xfrm flipH="1">
            <a:off x="-464575" y="938650"/>
            <a:ext cx="22938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25"/>
          <p:cNvSpPr/>
          <p:nvPr/>
        </p:nvSpPr>
        <p:spPr>
          <a:xfrm flipH="1">
            <a:off x="334575" y="4932025"/>
            <a:ext cx="3323100" cy="669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25"/>
          <p:cNvSpPr/>
          <p:nvPr/>
        </p:nvSpPr>
        <p:spPr>
          <a:xfrm flipH="1">
            <a:off x="5363775" y="4932025"/>
            <a:ext cx="3323100" cy="669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25"/>
          <p:cNvSpPr txBox="1">
            <a:spLocks noGrp="1"/>
          </p:cNvSpPr>
          <p:nvPr>
            <p:ph type="subTitle" idx="1"/>
          </p:nvPr>
        </p:nvSpPr>
        <p:spPr>
          <a:xfrm>
            <a:off x="2314575" y="1608233"/>
            <a:ext cx="45435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400">
                <a:solidFill>
                  <a:schemeClr val="accent6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7" name="Google Shape;1057;p25"/>
          <p:cNvSpPr txBox="1">
            <a:spLocks noGrp="1"/>
          </p:cNvSpPr>
          <p:nvPr>
            <p:ph type="title"/>
          </p:nvPr>
        </p:nvSpPr>
        <p:spPr>
          <a:xfrm>
            <a:off x="2276400" y="826025"/>
            <a:ext cx="459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"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26"/>
          <p:cNvSpPr/>
          <p:nvPr/>
        </p:nvSpPr>
        <p:spPr>
          <a:xfrm rot="10800000" flipH="1">
            <a:off x="7918898" y="4118886"/>
            <a:ext cx="49" cy="64036"/>
          </a:xfrm>
          <a:custGeom>
            <a:avLst/>
            <a:gdLst/>
            <a:ahLst/>
            <a:cxnLst/>
            <a:rect l="l" t="t" r="r" b="b"/>
            <a:pathLst>
              <a:path w="1" h="1320" fill="none" extrusionOk="0">
                <a:moveTo>
                  <a:pt x="1" y="0"/>
                </a:moveTo>
                <a:lnTo>
                  <a:pt x="1" y="1319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26"/>
          <p:cNvSpPr/>
          <p:nvPr/>
        </p:nvSpPr>
        <p:spPr>
          <a:xfrm rot="10800000" flipH="1">
            <a:off x="8882878" y="1863923"/>
            <a:ext cx="49" cy="36142"/>
          </a:xfrm>
          <a:custGeom>
            <a:avLst/>
            <a:gdLst/>
            <a:ahLst/>
            <a:cxnLst/>
            <a:rect l="l" t="t" r="r" b="b"/>
            <a:pathLst>
              <a:path w="1" h="745" fill="none" extrusionOk="0">
                <a:moveTo>
                  <a:pt x="0" y="1"/>
                </a:moveTo>
                <a:lnTo>
                  <a:pt x="0" y="744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26"/>
          <p:cNvSpPr/>
          <p:nvPr/>
        </p:nvSpPr>
        <p:spPr>
          <a:xfrm rot="10800000" flipH="1">
            <a:off x="8864589" y="1882213"/>
            <a:ext cx="38034" cy="49"/>
          </a:xfrm>
          <a:custGeom>
            <a:avLst/>
            <a:gdLst/>
            <a:ahLst/>
            <a:cxnLst/>
            <a:rect l="l" t="t" r="r" b="b"/>
            <a:pathLst>
              <a:path w="784" h="1" fill="none" extrusionOk="0">
                <a:moveTo>
                  <a:pt x="784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26"/>
          <p:cNvSpPr/>
          <p:nvPr/>
        </p:nvSpPr>
        <p:spPr>
          <a:xfrm rot="10800000" flipH="1">
            <a:off x="298332" y="4724471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1" y="0"/>
                </a:moveTo>
                <a:lnTo>
                  <a:pt x="1" y="1359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26"/>
          <p:cNvSpPr/>
          <p:nvPr/>
        </p:nvSpPr>
        <p:spPr>
          <a:xfrm rot="10800000" flipH="1">
            <a:off x="266121" y="4756684"/>
            <a:ext cx="63988" cy="49"/>
          </a:xfrm>
          <a:custGeom>
            <a:avLst/>
            <a:gdLst/>
            <a:ahLst/>
            <a:cxnLst/>
            <a:rect l="l" t="t" r="r" b="b"/>
            <a:pathLst>
              <a:path w="1319" h="1" fill="none" extrusionOk="0">
                <a:moveTo>
                  <a:pt x="1319" y="1"/>
                </a:moveTo>
                <a:lnTo>
                  <a:pt x="0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4" name="Google Shape;1064;p26"/>
          <p:cNvSpPr/>
          <p:nvPr/>
        </p:nvSpPr>
        <p:spPr>
          <a:xfrm rot="10800000" flipH="1">
            <a:off x="8866530" y="2555650"/>
            <a:ext cx="34201" cy="36093"/>
          </a:xfrm>
          <a:custGeom>
            <a:avLst/>
            <a:gdLst/>
            <a:ahLst/>
            <a:cxnLst/>
            <a:rect l="l" t="t" r="r" b="b"/>
            <a:pathLst>
              <a:path w="705" h="744" fill="none" extrusionOk="0">
                <a:moveTo>
                  <a:pt x="704" y="377"/>
                </a:moveTo>
                <a:cubicBezTo>
                  <a:pt x="704" y="575"/>
                  <a:pt x="545" y="744"/>
                  <a:pt x="337" y="744"/>
                </a:cubicBezTo>
                <a:cubicBezTo>
                  <a:pt x="129" y="744"/>
                  <a:pt x="0" y="575"/>
                  <a:pt x="0" y="377"/>
                </a:cubicBezTo>
                <a:cubicBezTo>
                  <a:pt x="0" y="169"/>
                  <a:pt x="129" y="0"/>
                  <a:pt x="337" y="0"/>
                </a:cubicBezTo>
                <a:cubicBezTo>
                  <a:pt x="545" y="0"/>
                  <a:pt x="704" y="169"/>
                  <a:pt x="704" y="377"/>
                </a:cubicBezTo>
                <a:close/>
              </a:path>
            </a:pathLst>
          </a:custGeom>
          <a:noFill/>
          <a:ln w="42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26"/>
          <p:cNvSpPr/>
          <p:nvPr/>
        </p:nvSpPr>
        <p:spPr>
          <a:xfrm rot="10800000" flipH="1">
            <a:off x="645606" y="3401211"/>
            <a:ext cx="60204" cy="62096"/>
          </a:xfrm>
          <a:custGeom>
            <a:avLst/>
            <a:gdLst/>
            <a:ahLst/>
            <a:cxnLst/>
            <a:rect l="l" t="t" r="r" b="b"/>
            <a:pathLst>
              <a:path w="1241" h="1280" fill="none" extrusionOk="0">
                <a:moveTo>
                  <a:pt x="1240" y="655"/>
                </a:moveTo>
                <a:cubicBezTo>
                  <a:pt x="1240" y="992"/>
                  <a:pt x="992" y="1279"/>
                  <a:pt x="616" y="1279"/>
                </a:cubicBezTo>
                <a:cubicBezTo>
                  <a:pt x="288" y="1279"/>
                  <a:pt x="1" y="992"/>
                  <a:pt x="1" y="655"/>
                </a:cubicBezTo>
                <a:cubicBezTo>
                  <a:pt x="1" y="288"/>
                  <a:pt x="288" y="0"/>
                  <a:pt x="616" y="0"/>
                </a:cubicBezTo>
                <a:cubicBezTo>
                  <a:pt x="992" y="0"/>
                  <a:pt x="1240" y="288"/>
                  <a:pt x="1240" y="655"/>
                </a:cubicBezTo>
                <a:close/>
              </a:path>
            </a:pathLst>
          </a:custGeom>
          <a:noFill/>
          <a:ln w="42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26"/>
          <p:cNvSpPr/>
          <p:nvPr/>
        </p:nvSpPr>
        <p:spPr>
          <a:xfrm rot="10800000" flipH="1">
            <a:off x="465139" y="4080903"/>
            <a:ext cx="348805" cy="49"/>
          </a:xfrm>
          <a:custGeom>
            <a:avLst/>
            <a:gdLst/>
            <a:ahLst/>
            <a:cxnLst/>
            <a:rect l="l" t="t" r="r" b="b"/>
            <a:pathLst>
              <a:path w="7190" h="1" fill="none" extrusionOk="0">
                <a:moveTo>
                  <a:pt x="1" y="0"/>
                </a:moveTo>
                <a:lnTo>
                  <a:pt x="719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26"/>
          <p:cNvSpPr/>
          <p:nvPr/>
        </p:nvSpPr>
        <p:spPr>
          <a:xfrm rot="10800000" flipH="1">
            <a:off x="8245486" y="3178651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0" y="1"/>
                </a:moveTo>
                <a:lnTo>
                  <a:pt x="5245" y="1"/>
                </a:lnTo>
              </a:path>
            </a:pathLst>
          </a:custGeom>
          <a:noFill/>
          <a:ln w="42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26"/>
          <p:cNvSpPr/>
          <p:nvPr/>
        </p:nvSpPr>
        <p:spPr>
          <a:xfrm rot="10800000" flipH="1">
            <a:off x="8698145" y="1144836"/>
            <a:ext cx="34201" cy="36142"/>
          </a:xfrm>
          <a:custGeom>
            <a:avLst/>
            <a:gdLst/>
            <a:ahLst/>
            <a:cxnLst/>
            <a:rect l="l" t="t" r="r" b="b"/>
            <a:pathLst>
              <a:path w="705" h="745" fill="none" extrusionOk="0">
                <a:moveTo>
                  <a:pt x="705" y="378"/>
                </a:moveTo>
                <a:cubicBezTo>
                  <a:pt x="705" y="586"/>
                  <a:pt x="546" y="745"/>
                  <a:pt x="338" y="745"/>
                </a:cubicBezTo>
                <a:cubicBezTo>
                  <a:pt x="130" y="745"/>
                  <a:pt x="1" y="586"/>
                  <a:pt x="1" y="378"/>
                </a:cubicBezTo>
                <a:cubicBezTo>
                  <a:pt x="1" y="170"/>
                  <a:pt x="130" y="1"/>
                  <a:pt x="338" y="1"/>
                </a:cubicBezTo>
                <a:cubicBezTo>
                  <a:pt x="546" y="1"/>
                  <a:pt x="705" y="170"/>
                  <a:pt x="705" y="378"/>
                </a:cubicBezTo>
                <a:close/>
              </a:path>
            </a:pathLst>
          </a:custGeom>
          <a:noFill/>
          <a:ln w="4225" cap="flat" cmpd="sng">
            <a:solidFill>
              <a:srgbClr val="E8ECF8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26"/>
          <p:cNvSpPr/>
          <p:nvPr/>
        </p:nvSpPr>
        <p:spPr>
          <a:xfrm rot="10800000" flipH="1">
            <a:off x="751845" y="2180946"/>
            <a:ext cx="60156" cy="62096"/>
          </a:xfrm>
          <a:custGeom>
            <a:avLst/>
            <a:gdLst/>
            <a:ahLst/>
            <a:cxnLst/>
            <a:rect l="l" t="t" r="r" b="b"/>
            <a:pathLst>
              <a:path w="1240" h="1280" fill="none" extrusionOk="0">
                <a:moveTo>
                  <a:pt x="1240" y="665"/>
                </a:moveTo>
                <a:cubicBezTo>
                  <a:pt x="1240" y="992"/>
                  <a:pt x="992" y="1280"/>
                  <a:pt x="615" y="1280"/>
                </a:cubicBezTo>
                <a:cubicBezTo>
                  <a:pt x="288" y="1280"/>
                  <a:pt x="0" y="992"/>
                  <a:pt x="0" y="665"/>
                </a:cubicBezTo>
                <a:cubicBezTo>
                  <a:pt x="0" y="288"/>
                  <a:pt x="288" y="1"/>
                  <a:pt x="615" y="1"/>
                </a:cubicBezTo>
                <a:cubicBezTo>
                  <a:pt x="992" y="1"/>
                  <a:pt x="1240" y="288"/>
                  <a:pt x="1240" y="665"/>
                </a:cubicBezTo>
                <a:close/>
              </a:path>
            </a:pathLst>
          </a:custGeom>
          <a:noFill/>
          <a:ln w="4225" cap="flat" cmpd="sng">
            <a:solidFill>
              <a:srgbClr val="E8ECF8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26"/>
          <p:cNvSpPr/>
          <p:nvPr/>
        </p:nvSpPr>
        <p:spPr>
          <a:xfrm rot="10800000" flipH="1">
            <a:off x="296803" y="2669604"/>
            <a:ext cx="348805" cy="49"/>
          </a:xfrm>
          <a:custGeom>
            <a:avLst/>
            <a:gdLst/>
            <a:ahLst/>
            <a:cxnLst/>
            <a:rect l="l" t="t" r="r" b="b"/>
            <a:pathLst>
              <a:path w="7190" h="1" fill="none" extrusionOk="0">
                <a:moveTo>
                  <a:pt x="1" y="0"/>
                </a:moveTo>
                <a:lnTo>
                  <a:pt x="7189" y="0"/>
                </a:lnTo>
              </a:path>
            </a:pathLst>
          </a:custGeom>
          <a:noFill/>
          <a:ln w="42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26"/>
          <p:cNvSpPr/>
          <p:nvPr/>
        </p:nvSpPr>
        <p:spPr>
          <a:xfrm rot="10800000" flipH="1">
            <a:off x="7864565" y="1825939"/>
            <a:ext cx="168387" cy="49"/>
          </a:xfrm>
          <a:custGeom>
            <a:avLst/>
            <a:gdLst/>
            <a:ahLst/>
            <a:cxnLst/>
            <a:rect l="l" t="t" r="r" b="b"/>
            <a:pathLst>
              <a:path w="3471" h="1" fill="none" extrusionOk="0">
                <a:moveTo>
                  <a:pt x="1" y="0"/>
                </a:moveTo>
                <a:lnTo>
                  <a:pt x="3471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26"/>
          <p:cNvSpPr/>
          <p:nvPr/>
        </p:nvSpPr>
        <p:spPr>
          <a:xfrm rot="10800000" flipH="1">
            <a:off x="1236721" y="760042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w="42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26"/>
          <p:cNvSpPr/>
          <p:nvPr/>
        </p:nvSpPr>
        <p:spPr>
          <a:xfrm rot="10800000" flipH="1">
            <a:off x="1204461" y="793710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42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26"/>
          <p:cNvSpPr/>
          <p:nvPr/>
        </p:nvSpPr>
        <p:spPr>
          <a:xfrm rot="10800000" flipH="1">
            <a:off x="7698120" y="513264"/>
            <a:ext cx="60204" cy="62096"/>
          </a:xfrm>
          <a:custGeom>
            <a:avLst/>
            <a:gdLst/>
            <a:ahLst/>
            <a:cxnLst/>
            <a:rect l="l" t="t" r="r" b="b"/>
            <a:pathLst>
              <a:path w="1241" h="1280" fill="none" extrusionOk="0">
                <a:moveTo>
                  <a:pt x="1240" y="615"/>
                </a:moveTo>
                <a:cubicBezTo>
                  <a:pt x="1240" y="992"/>
                  <a:pt x="992" y="1279"/>
                  <a:pt x="62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25" y="0"/>
                </a:cubicBezTo>
                <a:cubicBezTo>
                  <a:pt x="992" y="0"/>
                  <a:pt x="1240" y="288"/>
                  <a:pt x="1240" y="615"/>
                </a:cubicBezTo>
                <a:close/>
              </a:path>
            </a:pathLst>
          </a:custGeom>
          <a:noFill/>
          <a:ln w="42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26"/>
          <p:cNvSpPr/>
          <p:nvPr/>
        </p:nvSpPr>
        <p:spPr>
          <a:xfrm rot="10800000" flipH="1">
            <a:off x="7742412" y="78454"/>
            <a:ext cx="49" cy="63988"/>
          </a:xfrm>
          <a:custGeom>
            <a:avLst/>
            <a:gdLst/>
            <a:ahLst/>
            <a:cxnLst/>
            <a:rect l="l" t="t" r="r" b="b"/>
            <a:pathLst>
              <a:path w="1" h="1319" fill="none" extrusionOk="0">
                <a:moveTo>
                  <a:pt x="0" y="0"/>
                </a:moveTo>
                <a:lnTo>
                  <a:pt x="0" y="1319"/>
                </a:lnTo>
              </a:path>
            </a:pathLst>
          </a:custGeom>
          <a:noFill/>
          <a:ln w="42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26"/>
          <p:cNvSpPr/>
          <p:nvPr/>
        </p:nvSpPr>
        <p:spPr>
          <a:xfrm rot="10800000" flipH="1">
            <a:off x="7710151" y="110667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42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26"/>
          <p:cNvSpPr/>
          <p:nvPr/>
        </p:nvSpPr>
        <p:spPr>
          <a:xfrm rot="10800000" flipH="1">
            <a:off x="8499974" y="805740"/>
            <a:ext cx="60204" cy="62581"/>
          </a:xfrm>
          <a:custGeom>
            <a:avLst/>
            <a:gdLst/>
            <a:ahLst/>
            <a:cxnLst/>
            <a:rect l="l" t="t" r="r" b="b"/>
            <a:pathLst>
              <a:path w="1241" h="1290" fill="none" extrusionOk="0">
                <a:moveTo>
                  <a:pt x="1240" y="626"/>
                </a:moveTo>
                <a:cubicBezTo>
                  <a:pt x="1240" y="992"/>
                  <a:pt x="992" y="1290"/>
                  <a:pt x="615" y="1290"/>
                </a:cubicBezTo>
                <a:cubicBezTo>
                  <a:pt x="288" y="1290"/>
                  <a:pt x="1" y="992"/>
                  <a:pt x="1" y="626"/>
                </a:cubicBezTo>
                <a:cubicBezTo>
                  <a:pt x="1" y="298"/>
                  <a:pt x="288" y="1"/>
                  <a:pt x="615" y="1"/>
                </a:cubicBezTo>
                <a:cubicBezTo>
                  <a:pt x="992" y="1"/>
                  <a:pt x="1240" y="298"/>
                  <a:pt x="1240" y="626"/>
                </a:cubicBezTo>
                <a:close/>
              </a:path>
            </a:pathLst>
          </a:custGeom>
          <a:noFill/>
          <a:ln w="42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26"/>
          <p:cNvSpPr/>
          <p:nvPr/>
        </p:nvSpPr>
        <p:spPr>
          <a:xfrm rot="10800000" flipH="1">
            <a:off x="8880938" y="1380990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5"/>
                </a:moveTo>
                <a:cubicBezTo>
                  <a:pt x="1280" y="992"/>
                  <a:pt x="992" y="1279"/>
                  <a:pt x="65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55" y="0"/>
                </a:cubicBezTo>
                <a:cubicBezTo>
                  <a:pt x="992" y="0"/>
                  <a:pt x="1280" y="288"/>
                  <a:pt x="1280" y="615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26"/>
          <p:cNvSpPr/>
          <p:nvPr/>
        </p:nvSpPr>
        <p:spPr>
          <a:xfrm rot="10800000" flipH="1">
            <a:off x="204436" y="1465206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6"/>
                </a:moveTo>
                <a:cubicBezTo>
                  <a:pt x="1280" y="992"/>
                  <a:pt x="992" y="1280"/>
                  <a:pt x="625" y="1280"/>
                </a:cubicBezTo>
                <a:cubicBezTo>
                  <a:pt x="288" y="1280"/>
                  <a:pt x="1" y="992"/>
                  <a:pt x="1" y="616"/>
                </a:cubicBezTo>
                <a:cubicBezTo>
                  <a:pt x="1" y="288"/>
                  <a:pt x="288" y="1"/>
                  <a:pt x="625" y="1"/>
                </a:cubicBezTo>
                <a:cubicBezTo>
                  <a:pt x="992" y="1"/>
                  <a:pt x="1280" y="288"/>
                  <a:pt x="1280" y="616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26"/>
          <p:cNvSpPr/>
          <p:nvPr/>
        </p:nvSpPr>
        <p:spPr>
          <a:xfrm rot="10800000" flipH="1">
            <a:off x="8541840" y="1581587"/>
            <a:ext cx="236692" cy="49"/>
          </a:xfrm>
          <a:custGeom>
            <a:avLst/>
            <a:gdLst/>
            <a:ahLst/>
            <a:cxnLst/>
            <a:rect l="l" t="t" r="r" b="b"/>
            <a:pathLst>
              <a:path w="4879" h="1" fill="none" extrusionOk="0">
                <a:moveTo>
                  <a:pt x="4879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26"/>
          <p:cNvSpPr/>
          <p:nvPr/>
        </p:nvSpPr>
        <p:spPr>
          <a:xfrm rot="10800000" flipH="1">
            <a:off x="8639425" y="4924745"/>
            <a:ext cx="62096" cy="60156"/>
          </a:xfrm>
          <a:custGeom>
            <a:avLst/>
            <a:gdLst/>
            <a:ahLst/>
            <a:cxnLst/>
            <a:rect l="l" t="t" r="r" b="b"/>
            <a:pathLst>
              <a:path w="1280" h="1240" fill="none" extrusionOk="0">
                <a:moveTo>
                  <a:pt x="1280" y="625"/>
                </a:moveTo>
                <a:cubicBezTo>
                  <a:pt x="1280" y="992"/>
                  <a:pt x="992" y="1240"/>
                  <a:pt x="626" y="1240"/>
                </a:cubicBezTo>
                <a:cubicBezTo>
                  <a:pt x="288" y="1240"/>
                  <a:pt x="1" y="992"/>
                  <a:pt x="1" y="625"/>
                </a:cubicBezTo>
                <a:cubicBezTo>
                  <a:pt x="1" y="288"/>
                  <a:pt x="288" y="1"/>
                  <a:pt x="626" y="1"/>
                </a:cubicBezTo>
                <a:cubicBezTo>
                  <a:pt x="992" y="1"/>
                  <a:pt x="1280" y="288"/>
                  <a:pt x="1280" y="625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26"/>
          <p:cNvSpPr/>
          <p:nvPr/>
        </p:nvSpPr>
        <p:spPr>
          <a:xfrm rot="10800000" flipH="1">
            <a:off x="8678449" y="4086676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0" y="0"/>
                </a:moveTo>
                <a:lnTo>
                  <a:pt x="5245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26"/>
          <p:cNvSpPr/>
          <p:nvPr/>
        </p:nvSpPr>
        <p:spPr>
          <a:xfrm rot="10800000" flipH="1">
            <a:off x="4236550" y="482752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26"/>
          <p:cNvSpPr/>
          <p:nvPr/>
        </p:nvSpPr>
        <p:spPr>
          <a:xfrm rot="10800000" flipH="1">
            <a:off x="-3354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5" name="Google Shape;1085;p26"/>
          <p:cNvGrpSpPr/>
          <p:nvPr/>
        </p:nvGrpSpPr>
        <p:grpSpPr>
          <a:xfrm flipH="1">
            <a:off x="7545770" y="3928755"/>
            <a:ext cx="1086673" cy="897677"/>
            <a:chOff x="6101758" y="2859784"/>
            <a:chExt cx="1222079" cy="1009533"/>
          </a:xfrm>
        </p:grpSpPr>
        <p:sp>
          <p:nvSpPr>
            <p:cNvPr id="1086" name="Google Shape;1086;p26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6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6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6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6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6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6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6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6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6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"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7" name="Google Shape;1097;p27"/>
          <p:cNvGrpSpPr/>
          <p:nvPr/>
        </p:nvGrpSpPr>
        <p:grpSpPr>
          <a:xfrm flipH="1">
            <a:off x="99225" y="176149"/>
            <a:ext cx="8738597" cy="4906446"/>
            <a:chOff x="204436" y="176149"/>
            <a:chExt cx="8738597" cy="4906446"/>
          </a:xfrm>
        </p:grpSpPr>
        <p:sp>
          <p:nvSpPr>
            <p:cNvPr id="1098" name="Google Shape;1098;p27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7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7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7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7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7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7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7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7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7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7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7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7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7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7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7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7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7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7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7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7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7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7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1" name="Google Shape;1121;p27"/>
          <p:cNvSpPr/>
          <p:nvPr/>
        </p:nvSpPr>
        <p:spPr>
          <a:xfrm flipH="1">
            <a:off x="7356334" y="7928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27"/>
          <p:cNvSpPr/>
          <p:nvPr/>
        </p:nvSpPr>
        <p:spPr>
          <a:xfrm>
            <a:off x="680434" y="4932025"/>
            <a:ext cx="7255800" cy="669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3" name="Google Shape;1123;p27"/>
          <p:cNvGrpSpPr/>
          <p:nvPr/>
        </p:nvGrpSpPr>
        <p:grpSpPr>
          <a:xfrm flipH="1">
            <a:off x="7737387" y="58110"/>
            <a:ext cx="889429" cy="734738"/>
            <a:chOff x="6101758" y="2859784"/>
            <a:chExt cx="1222079" cy="1009533"/>
          </a:xfrm>
        </p:grpSpPr>
        <p:sp>
          <p:nvSpPr>
            <p:cNvPr id="1124" name="Google Shape;1124;p27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7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7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7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7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7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7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7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7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7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3"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5" name="Google Shape;1135;p28"/>
          <p:cNvGrpSpPr/>
          <p:nvPr/>
        </p:nvGrpSpPr>
        <p:grpSpPr>
          <a:xfrm flipH="1">
            <a:off x="99225" y="176149"/>
            <a:ext cx="8738597" cy="4906446"/>
            <a:chOff x="204436" y="176149"/>
            <a:chExt cx="8738597" cy="4906446"/>
          </a:xfrm>
        </p:grpSpPr>
        <p:sp>
          <p:nvSpPr>
            <p:cNvPr id="1136" name="Google Shape;1136;p28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8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8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8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8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8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8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8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8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8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8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8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8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8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8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8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8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8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8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8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8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8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8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9" name="Google Shape;1159;p28"/>
          <p:cNvSpPr/>
          <p:nvPr/>
        </p:nvSpPr>
        <p:spPr>
          <a:xfrm flipH="1">
            <a:off x="7821850" y="45631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28"/>
          <p:cNvSpPr/>
          <p:nvPr/>
        </p:nvSpPr>
        <p:spPr>
          <a:xfrm flipH="1">
            <a:off x="41338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28"/>
          <p:cNvGrpSpPr/>
          <p:nvPr/>
        </p:nvGrpSpPr>
        <p:grpSpPr>
          <a:xfrm flipH="1">
            <a:off x="8377738" y="3548084"/>
            <a:ext cx="1222079" cy="1009533"/>
            <a:chOff x="6101758" y="2859784"/>
            <a:chExt cx="1222079" cy="1009533"/>
          </a:xfrm>
        </p:grpSpPr>
        <p:sp>
          <p:nvSpPr>
            <p:cNvPr id="1162" name="Google Shape;1162;p28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8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8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8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8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8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8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8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8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8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4"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29"/>
          <p:cNvSpPr/>
          <p:nvPr/>
        </p:nvSpPr>
        <p:spPr>
          <a:xfrm>
            <a:off x="-1233991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p29"/>
          <p:cNvSpPr/>
          <p:nvPr/>
        </p:nvSpPr>
        <p:spPr>
          <a:xfrm flipH="1">
            <a:off x="7864209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5" name="Google Shape;1175;p29"/>
          <p:cNvGrpSpPr/>
          <p:nvPr/>
        </p:nvGrpSpPr>
        <p:grpSpPr>
          <a:xfrm flipH="1">
            <a:off x="-57150" y="116972"/>
            <a:ext cx="8939572" cy="4824996"/>
            <a:chOff x="204436" y="116972"/>
            <a:chExt cx="8939572" cy="4824996"/>
          </a:xfrm>
        </p:grpSpPr>
        <p:sp>
          <p:nvSpPr>
            <p:cNvPr id="1176" name="Google Shape;1176;p29"/>
            <p:cNvSpPr/>
            <p:nvPr/>
          </p:nvSpPr>
          <p:spPr>
            <a:xfrm>
              <a:off x="13651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9"/>
            <p:cNvSpPr/>
            <p:nvPr/>
          </p:nvSpPr>
          <p:spPr>
            <a:xfrm>
              <a:off x="13329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9"/>
            <p:cNvSpPr/>
            <p:nvPr/>
          </p:nvSpPr>
          <p:spPr>
            <a:xfrm>
              <a:off x="645606" y="15453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42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9"/>
            <p:cNvSpPr/>
            <p:nvPr/>
          </p:nvSpPr>
          <p:spPr>
            <a:xfrm>
              <a:off x="4651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9"/>
            <p:cNvSpPr/>
            <p:nvPr/>
          </p:nvSpPr>
          <p:spPr>
            <a:xfrm>
              <a:off x="1196796" y="21624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42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9"/>
            <p:cNvSpPr/>
            <p:nvPr/>
          </p:nvSpPr>
          <p:spPr>
            <a:xfrm>
              <a:off x="1164536" y="21966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42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9"/>
            <p:cNvSpPr/>
            <p:nvPr/>
          </p:nvSpPr>
          <p:spPr>
            <a:xfrm>
              <a:off x="751845" y="27656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42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9"/>
            <p:cNvSpPr/>
            <p:nvPr/>
          </p:nvSpPr>
          <p:spPr>
            <a:xfrm>
              <a:off x="296803" y="23389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42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9"/>
            <p:cNvSpPr/>
            <p:nvPr/>
          </p:nvSpPr>
          <p:spPr>
            <a:xfrm>
              <a:off x="1236721" y="41826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42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9"/>
            <p:cNvSpPr/>
            <p:nvPr/>
          </p:nvSpPr>
          <p:spPr>
            <a:xfrm>
              <a:off x="1204461" y="42148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42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9"/>
            <p:cNvSpPr/>
            <p:nvPr/>
          </p:nvSpPr>
          <p:spPr>
            <a:xfrm>
              <a:off x="1921702" y="448870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42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9"/>
            <p:cNvSpPr/>
            <p:nvPr/>
          </p:nvSpPr>
          <p:spPr>
            <a:xfrm>
              <a:off x="2573013" y="464914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42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9"/>
            <p:cNvSpPr/>
            <p:nvPr/>
          </p:nvSpPr>
          <p:spPr>
            <a:xfrm>
              <a:off x="1168417" y="30941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9"/>
            <p:cNvSpPr/>
            <p:nvPr/>
          </p:nvSpPr>
          <p:spPr>
            <a:xfrm>
              <a:off x="1134264" y="31263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9"/>
            <p:cNvSpPr/>
            <p:nvPr/>
          </p:nvSpPr>
          <p:spPr>
            <a:xfrm>
              <a:off x="204436" y="34813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9"/>
            <p:cNvSpPr/>
            <p:nvPr/>
          </p:nvSpPr>
          <p:spPr>
            <a:xfrm>
              <a:off x="1170309" y="34871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9"/>
            <p:cNvSpPr/>
            <p:nvPr/>
          </p:nvSpPr>
          <p:spPr>
            <a:xfrm>
              <a:off x="535385" y="4925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9"/>
            <p:cNvSpPr/>
            <p:nvPr/>
          </p:nvSpPr>
          <p:spPr>
            <a:xfrm>
              <a:off x="3604861" y="462519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9"/>
            <p:cNvSpPr/>
            <p:nvPr/>
          </p:nvSpPr>
          <p:spPr>
            <a:xfrm>
              <a:off x="75786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9"/>
            <p:cNvSpPr/>
            <p:nvPr/>
          </p:nvSpPr>
          <p:spPr>
            <a:xfrm>
              <a:off x="7016767" y="48679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9"/>
            <p:cNvSpPr/>
            <p:nvPr/>
          </p:nvSpPr>
          <p:spPr>
            <a:xfrm>
              <a:off x="6982614" y="49001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9"/>
            <p:cNvSpPr/>
            <p:nvPr/>
          </p:nvSpPr>
          <p:spPr>
            <a:xfrm>
              <a:off x="8733761" y="4879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9"/>
            <p:cNvSpPr/>
            <p:nvPr/>
          </p:nvSpPr>
          <p:spPr>
            <a:xfrm>
              <a:off x="6104259" y="46512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9"/>
            <p:cNvSpPr/>
            <p:nvPr/>
          </p:nvSpPr>
          <p:spPr>
            <a:xfrm>
              <a:off x="6038357" y="48627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9"/>
            <p:cNvSpPr/>
            <p:nvPr/>
          </p:nvSpPr>
          <p:spPr>
            <a:xfrm>
              <a:off x="6006146" y="51994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9"/>
            <p:cNvSpPr/>
            <p:nvPr/>
          </p:nvSpPr>
          <p:spPr>
            <a:xfrm>
              <a:off x="5318831" y="127996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42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9"/>
            <p:cNvSpPr/>
            <p:nvPr/>
          </p:nvSpPr>
          <p:spPr>
            <a:xfrm>
              <a:off x="5138364" y="66232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9"/>
            <p:cNvSpPr/>
            <p:nvPr/>
          </p:nvSpPr>
          <p:spPr>
            <a:xfrm>
              <a:off x="5208610" y="22714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9"/>
            <p:cNvSpPr/>
            <p:nvPr/>
          </p:nvSpPr>
          <p:spPr>
            <a:xfrm>
              <a:off x="3260607" y="82612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9"/>
            <p:cNvSpPr/>
            <p:nvPr/>
          </p:nvSpPr>
          <p:spPr>
            <a:xfrm>
              <a:off x="3228396" y="85979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9"/>
            <p:cNvSpPr/>
            <p:nvPr/>
          </p:nvSpPr>
          <p:spPr>
            <a:xfrm>
              <a:off x="2360614" y="100217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9"/>
            <p:cNvSpPr/>
            <p:nvPr/>
          </p:nvSpPr>
          <p:spPr>
            <a:xfrm>
              <a:off x="2430860" y="56699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9"/>
            <p:cNvSpPr/>
            <p:nvPr/>
          </p:nvSpPr>
          <p:spPr>
            <a:xfrm>
              <a:off x="4670307" y="901338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9"/>
            <p:cNvSpPr/>
            <p:nvPr/>
          </p:nvSpPr>
          <p:spPr>
            <a:xfrm>
              <a:off x="4638096" y="935005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9"/>
            <p:cNvSpPr/>
            <p:nvPr/>
          </p:nvSpPr>
          <p:spPr>
            <a:xfrm>
              <a:off x="3770314" y="1077386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9"/>
            <p:cNvSpPr/>
            <p:nvPr/>
          </p:nvSpPr>
          <p:spPr>
            <a:xfrm>
              <a:off x="3840560" y="642210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9"/>
            <p:cNvSpPr/>
            <p:nvPr/>
          </p:nvSpPr>
          <p:spPr>
            <a:xfrm>
              <a:off x="7546857" y="37610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9"/>
            <p:cNvSpPr/>
            <p:nvPr/>
          </p:nvSpPr>
          <p:spPr>
            <a:xfrm>
              <a:off x="7514646" y="40976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9"/>
            <p:cNvSpPr/>
            <p:nvPr/>
          </p:nvSpPr>
          <p:spPr>
            <a:xfrm>
              <a:off x="6646864" y="55214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9"/>
            <p:cNvSpPr/>
            <p:nvPr/>
          </p:nvSpPr>
          <p:spPr>
            <a:xfrm>
              <a:off x="6717110" y="11697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9"/>
            <p:cNvSpPr/>
            <p:nvPr/>
          </p:nvSpPr>
          <p:spPr>
            <a:xfrm>
              <a:off x="91122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9"/>
            <p:cNvSpPr/>
            <p:nvPr/>
          </p:nvSpPr>
          <p:spPr>
            <a:xfrm>
              <a:off x="90800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9"/>
            <p:cNvSpPr/>
            <p:nvPr/>
          </p:nvSpPr>
          <p:spPr>
            <a:xfrm>
              <a:off x="82122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9"/>
            <p:cNvSpPr/>
            <p:nvPr/>
          </p:nvSpPr>
          <p:spPr>
            <a:xfrm>
              <a:off x="8282485" y="49252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9"/>
            <p:cNvSpPr/>
            <p:nvPr/>
          </p:nvSpPr>
          <p:spPr>
            <a:xfrm>
              <a:off x="8316617" y="462482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9"/>
            <p:cNvSpPr/>
            <p:nvPr/>
          </p:nvSpPr>
          <p:spPr>
            <a:xfrm>
              <a:off x="8282464" y="465703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9"/>
            <p:cNvSpPr/>
            <p:nvPr/>
          </p:nvSpPr>
          <p:spPr>
            <a:xfrm>
              <a:off x="47231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9"/>
            <p:cNvSpPr/>
            <p:nvPr/>
          </p:nvSpPr>
          <p:spPr>
            <a:xfrm>
              <a:off x="9074167" y="44107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9"/>
            <p:cNvSpPr/>
            <p:nvPr/>
          </p:nvSpPr>
          <p:spPr>
            <a:xfrm>
              <a:off x="9040014" y="44429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9"/>
            <p:cNvSpPr/>
            <p:nvPr/>
          </p:nvSpPr>
          <p:spPr>
            <a:xfrm>
              <a:off x="5290786" y="4797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9"/>
            <p:cNvSpPr/>
            <p:nvPr/>
          </p:nvSpPr>
          <p:spPr>
            <a:xfrm>
              <a:off x="6256659" y="48036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7" name="Google Shape;1227;p29"/>
          <p:cNvGrpSpPr/>
          <p:nvPr/>
        </p:nvGrpSpPr>
        <p:grpSpPr>
          <a:xfrm flipH="1">
            <a:off x="8250443" y="3253983"/>
            <a:ext cx="1190271" cy="1022535"/>
            <a:chOff x="7521697" y="2603884"/>
            <a:chExt cx="1473291" cy="1265671"/>
          </a:xfrm>
        </p:grpSpPr>
        <p:sp>
          <p:nvSpPr>
            <p:cNvPr id="1228" name="Google Shape;1228;p29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9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9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9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9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9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9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9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6" name="Google Shape;1236;p29"/>
          <p:cNvGrpSpPr/>
          <p:nvPr/>
        </p:nvGrpSpPr>
        <p:grpSpPr>
          <a:xfrm rot="10800000">
            <a:off x="-270296" y="340481"/>
            <a:ext cx="1086673" cy="897677"/>
            <a:chOff x="6101758" y="2859784"/>
            <a:chExt cx="1222079" cy="1009533"/>
          </a:xfrm>
        </p:grpSpPr>
        <p:sp>
          <p:nvSpPr>
            <p:cNvPr id="1237" name="Google Shape;1237;p29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9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9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9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9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9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9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9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9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omfortaa"/>
              <a:buNone/>
              <a:defRPr sz="2400"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7" r:id="rId4"/>
    <p:sldLayoutId id="2147483658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vlad-koval-614976a4/" TargetMode="External"/><Relationship Id="rId3" Type="http://schemas.openxmlformats.org/officeDocument/2006/relationships/image" Target="../media/image16.png"/><Relationship Id="rId7" Type="http://schemas.openxmlformats.org/officeDocument/2006/relationships/hyperlink" Target="https://github.com/koval-vlad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koval-vlad-portfolio.vercel.app/" TargetMode="External"/><Relationship Id="rId5" Type="http://schemas.openxmlformats.org/officeDocument/2006/relationships/hyperlink" Target="mailto:vkoval@gmail.com" TargetMode="Externa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32"/>
          <p:cNvSpPr txBox="1">
            <a:spLocks noGrp="1"/>
          </p:cNvSpPr>
          <p:nvPr>
            <p:ph type="title"/>
          </p:nvPr>
        </p:nvSpPr>
        <p:spPr>
          <a:xfrm>
            <a:off x="1984050" y="638175"/>
            <a:ext cx="517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HR Analytics Dashboard</a:t>
            </a:r>
            <a:endParaRPr dirty="0"/>
          </a:p>
        </p:txBody>
      </p:sp>
      <p:sp>
        <p:nvSpPr>
          <p:cNvPr id="1256" name="Google Shape;1256;p32"/>
          <p:cNvSpPr txBox="1">
            <a:spLocks noGrp="1"/>
          </p:cNvSpPr>
          <p:nvPr>
            <p:ph type="subTitle" idx="1"/>
          </p:nvPr>
        </p:nvSpPr>
        <p:spPr>
          <a:xfrm>
            <a:off x="2714625" y="2238375"/>
            <a:ext cx="37893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Tableau Presentation</a:t>
            </a:r>
            <a:endParaRPr dirty="0"/>
          </a:p>
        </p:txBody>
      </p:sp>
      <p:grpSp>
        <p:nvGrpSpPr>
          <p:cNvPr id="1257" name="Google Shape;1257;p32"/>
          <p:cNvGrpSpPr/>
          <p:nvPr/>
        </p:nvGrpSpPr>
        <p:grpSpPr>
          <a:xfrm>
            <a:off x="2285922" y="3059412"/>
            <a:ext cx="4572156" cy="1870288"/>
            <a:chOff x="1843737" y="2818617"/>
            <a:chExt cx="5131488" cy="2099089"/>
          </a:xfrm>
        </p:grpSpPr>
        <p:sp>
          <p:nvSpPr>
            <p:cNvPr id="1258" name="Google Shape;1258;p32"/>
            <p:cNvSpPr/>
            <p:nvPr/>
          </p:nvSpPr>
          <p:spPr>
            <a:xfrm>
              <a:off x="6898414" y="3855561"/>
              <a:ext cx="32096" cy="43"/>
            </a:xfrm>
            <a:custGeom>
              <a:avLst/>
              <a:gdLst/>
              <a:ahLst/>
              <a:cxnLst/>
              <a:rect l="l" t="t" r="r" b="b"/>
              <a:pathLst>
                <a:path w="744" h="1" fill="none" extrusionOk="0">
                  <a:moveTo>
                    <a:pt x="744" y="1"/>
                  </a:moveTo>
                  <a:lnTo>
                    <a:pt x="0" y="1"/>
                  </a:lnTo>
                </a:path>
              </a:pathLst>
            </a:custGeom>
            <a:noFill/>
            <a:ln w="42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2"/>
            <p:cNvSpPr/>
            <p:nvPr/>
          </p:nvSpPr>
          <p:spPr>
            <a:xfrm>
              <a:off x="3706087" y="3761043"/>
              <a:ext cx="43" cy="32096"/>
            </a:xfrm>
            <a:custGeom>
              <a:avLst/>
              <a:gdLst/>
              <a:ahLst/>
              <a:cxnLst/>
              <a:rect l="l" t="t" r="r" b="b"/>
              <a:pathLst>
                <a:path w="1" h="744" fill="none" extrusionOk="0">
                  <a:moveTo>
                    <a:pt x="1" y="0"/>
                  </a:moveTo>
                  <a:lnTo>
                    <a:pt x="1" y="744"/>
                  </a:lnTo>
                </a:path>
              </a:pathLst>
            </a:custGeom>
            <a:noFill/>
            <a:ln w="42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2"/>
            <p:cNvSpPr/>
            <p:nvPr/>
          </p:nvSpPr>
          <p:spPr>
            <a:xfrm>
              <a:off x="3688572" y="3777306"/>
              <a:ext cx="33822" cy="43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42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2"/>
            <p:cNvSpPr/>
            <p:nvPr/>
          </p:nvSpPr>
          <p:spPr>
            <a:xfrm>
              <a:off x="2046875" y="3714840"/>
              <a:ext cx="32139" cy="32139"/>
            </a:xfrm>
            <a:custGeom>
              <a:avLst/>
              <a:gdLst/>
              <a:ahLst/>
              <a:cxnLst/>
              <a:rect l="l" t="t" r="r" b="b"/>
              <a:pathLst>
                <a:path w="745" h="745" fill="none" extrusionOk="0">
                  <a:moveTo>
                    <a:pt x="744" y="367"/>
                  </a:moveTo>
                  <a:cubicBezTo>
                    <a:pt x="744" y="575"/>
                    <a:pt x="575" y="744"/>
                    <a:pt x="377" y="744"/>
                  </a:cubicBezTo>
                  <a:cubicBezTo>
                    <a:pt x="169" y="744"/>
                    <a:pt x="0" y="575"/>
                    <a:pt x="0" y="367"/>
                  </a:cubicBezTo>
                  <a:cubicBezTo>
                    <a:pt x="0" y="159"/>
                    <a:pt x="169" y="0"/>
                    <a:pt x="377" y="0"/>
                  </a:cubicBezTo>
                  <a:cubicBezTo>
                    <a:pt x="575" y="0"/>
                    <a:pt x="744" y="159"/>
                    <a:pt x="744" y="367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2"/>
            <p:cNvSpPr/>
            <p:nvPr/>
          </p:nvSpPr>
          <p:spPr>
            <a:xfrm>
              <a:off x="1863357" y="3916302"/>
              <a:ext cx="128385" cy="8585"/>
            </a:xfrm>
            <a:custGeom>
              <a:avLst/>
              <a:gdLst/>
              <a:ahLst/>
              <a:cxnLst/>
              <a:rect l="l" t="t" r="r" b="b"/>
              <a:pathLst>
                <a:path w="2976" h="199" fill="none" extrusionOk="0">
                  <a:moveTo>
                    <a:pt x="1" y="80"/>
                  </a:moveTo>
                  <a:cubicBezTo>
                    <a:pt x="1" y="80"/>
                    <a:pt x="1815" y="1"/>
                    <a:pt x="2975" y="199"/>
                  </a:cubicBezTo>
                </a:path>
              </a:pathLst>
            </a:custGeom>
            <a:noFill/>
            <a:ln w="42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2"/>
            <p:cNvSpPr/>
            <p:nvPr/>
          </p:nvSpPr>
          <p:spPr>
            <a:xfrm>
              <a:off x="2023752" y="3778989"/>
              <a:ext cx="195985" cy="94563"/>
            </a:xfrm>
            <a:custGeom>
              <a:avLst/>
              <a:gdLst/>
              <a:ahLst/>
              <a:cxnLst/>
              <a:rect l="l" t="t" r="r" b="b"/>
              <a:pathLst>
                <a:path w="4543" h="2192" fill="none" extrusionOk="0">
                  <a:moveTo>
                    <a:pt x="1" y="1"/>
                  </a:moveTo>
                  <a:cubicBezTo>
                    <a:pt x="1" y="1"/>
                    <a:pt x="3144" y="1111"/>
                    <a:pt x="4542" y="2192"/>
                  </a:cubicBezTo>
                </a:path>
              </a:pathLst>
            </a:custGeom>
            <a:noFill/>
            <a:ln w="42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2"/>
            <p:cNvSpPr/>
            <p:nvPr/>
          </p:nvSpPr>
          <p:spPr>
            <a:xfrm>
              <a:off x="2018230" y="3607897"/>
              <a:ext cx="135632" cy="42838"/>
            </a:xfrm>
            <a:custGeom>
              <a:avLst/>
              <a:gdLst/>
              <a:ahLst/>
              <a:cxnLst/>
              <a:rect l="l" t="t" r="r" b="b"/>
              <a:pathLst>
                <a:path w="3144" h="993" fill="none" extrusionOk="0">
                  <a:moveTo>
                    <a:pt x="0" y="1"/>
                  </a:moveTo>
                  <a:cubicBezTo>
                    <a:pt x="0" y="1"/>
                    <a:pt x="2152" y="367"/>
                    <a:pt x="3143" y="992"/>
                  </a:cubicBez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2"/>
            <p:cNvSpPr/>
            <p:nvPr/>
          </p:nvSpPr>
          <p:spPr>
            <a:xfrm>
              <a:off x="2232075" y="3714840"/>
              <a:ext cx="114278" cy="217339"/>
            </a:xfrm>
            <a:custGeom>
              <a:avLst/>
              <a:gdLst/>
              <a:ahLst/>
              <a:cxnLst/>
              <a:rect l="l" t="t" r="r" b="b"/>
              <a:pathLst>
                <a:path w="2649" h="5038" fill="none" extrusionOk="0">
                  <a:moveTo>
                    <a:pt x="1" y="5037"/>
                  </a:moveTo>
                  <a:cubicBezTo>
                    <a:pt x="1" y="5037"/>
                    <a:pt x="586" y="2767"/>
                    <a:pt x="2648" y="0"/>
                  </a:cubicBezTo>
                </a:path>
              </a:pathLst>
            </a:custGeom>
            <a:noFill/>
            <a:ln w="42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66" name="Google Shape;1266;p32"/>
            <p:cNvGrpSpPr/>
            <p:nvPr/>
          </p:nvGrpSpPr>
          <p:grpSpPr>
            <a:xfrm>
              <a:off x="1843737" y="3461734"/>
              <a:ext cx="907360" cy="983893"/>
              <a:chOff x="1671534" y="3266758"/>
              <a:chExt cx="1020308" cy="1106368"/>
            </a:xfrm>
          </p:grpSpPr>
          <p:sp>
            <p:nvSpPr>
              <p:cNvPr id="1267" name="Google Shape;1267;p32"/>
              <p:cNvSpPr/>
              <p:nvPr/>
            </p:nvSpPr>
            <p:spPr>
              <a:xfrm>
                <a:off x="2142439" y="3288879"/>
                <a:ext cx="365154" cy="703286"/>
              </a:xfrm>
              <a:custGeom>
                <a:avLst/>
                <a:gdLst/>
                <a:ahLst/>
                <a:cxnLst/>
                <a:rect l="l" t="t" r="r" b="b"/>
                <a:pathLst>
                  <a:path w="7527" h="14497" fill="none" extrusionOk="0">
                    <a:moveTo>
                      <a:pt x="1984" y="14497"/>
                    </a:moveTo>
                    <a:cubicBezTo>
                      <a:pt x="1865" y="13555"/>
                      <a:pt x="665" y="12891"/>
                      <a:pt x="784" y="11939"/>
                    </a:cubicBezTo>
                    <a:cubicBezTo>
                      <a:pt x="834" y="11483"/>
                      <a:pt x="1200" y="11116"/>
                      <a:pt x="1329" y="10660"/>
                    </a:cubicBezTo>
                    <a:cubicBezTo>
                      <a:pt x="1577" y="9916"/>
                      <a:pt x="1200" y="9093"/>
                      <a:pt x="784" y="8389"/>
                    </a:cubicBezTo>
                    <a:cubicBezTo>
                      <a:pt x="417" y="7685"/>
                      <a:pt x="1" y="6902"/>
                      <a:pt x="209" y="6158"/>
                    </a:cubicBezTo>
                    <a:cubicBezTo>
                      <a:pt x="457" y="5285"/>
                      <a:pt x="1984" y="4750"/>
                      <a:pt x="2608" y="4135"/>
                    </a:cubicBezTo>
                    <a:cubicBezTo>
                      <a:pt x="3263" y="3550"/>
                      <a:pt x="3392" y="2688"/>
                      <a:pt x="3759" y="1944"/>
                    </a:cubicBezTo>
                    <a:cubicBezTo>
                      <a:pt x="4135" y="1161"/>
                      <a:pt x="4998" y="417"/>
                      <a:pt x="5831" y="169"/>
                    </a:cubicBezTo>
                    <a:cubicBezTo>
                      <a:pt x="6366" y="1"/>
                      <a:pt x="6902" y="169"/>
                      <a:pt x="7189" y="665"/>
                    </a:cubicBezTo>
                    <a:cubicBezTo>
                      <a:pt x="7437" y="1032"/>
                      <a:pt x="7526" y="1528"/>
                      <a:pt x="7526" y="1984"/>
                    </a:cubicBezTo>
                    <a:cubicBezTo>
                      <a:pt x="7526" y="2598"/>
                      <a:pt x="7358" y="3263"/>
                      <a:pt x="7031" y="3838"/>
                    </a:cubicBezTo>
                    <a:cubicBezTo>
                      <a:pt x="6614" y="4502"/>
                      <a:pt x="6039" y="5038"/>
                      <a:pt x="5791" y="5781"/>
                    </a:cubicBezTo>
                    <a:cubicBezTo>
                      <a:pt x="5494" y="6614"/>
                      <a:pt x="5335" y="7358"/>
                      <a:pt x="5583" y="8349"/>
                    </a:cubicBezTo>
                    <a:cubicBezTo>
                      <a:pt x="6039" y="10164"/>
                      <a:pt x="5414" y="11859"/>
                      <a:pt x="4839" y="12068"/>
                    </a:cubicBezTo>
                    <a:cubicBezTo>
                      <a:pt x="3312" y="12682"/>
                      <a:pt x="2688" y="12851"/>
                      <a:pt x="1984" y="14497"/>
                    </a:cubicBezTo>
                    <a:close/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2"/>
              <p:cNvSpPr/>
              <p:nvPr/>
            </p:nvSpPr>
            <p:spPr>
              <a:xfrm>
                <a:off x="2216517" y="3349033"/>
                <a:ext cx="208798" cy="943762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9454" fill="none" extrusionOk="0">
                    <a:moveTo>
                      <a:pt x="4304" y="0"/>
                    </a:moveTo>
                    <a:cubicBezTo>
                      <a:pt x="3887" y="615"/>
                      <a:pt x="3144" y="2191"/>
                      <a:pt x="2896" y="2935"/>
                    </a:cubicBezTo>
                    <a:cubicBezTo>
                      <a:pt x="953" y="8220"/>
                      <a:pt x="1" y="13842"/>
                      <a:pt x="50" y="19454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2"/>
              <p:cNvSpPr/>
              <p:nvPr/>
            </p:nvSpPr>
            <p:spPr>
              <a:xfrm>
                <a:off x="1671534" y="3645779"/>
                <a:ext cx="412744" cy="553237"/>
              </a:xfrm>
              <a:custGeom>
                <a:avLst/>
                <a:gdLst/>
                <a:ahLst/>
                <a:cxnLst/>
                <a:rect l="l" t="t" r="r" b="b"/>
                <a:pathLst>
                  <a:path w="8508" h="11404" fill="none" extrusionOk="0">
                    <a:moveTo>
                      <a:pt x="7685" y="11403"/>
                    </a:moveTo>
                    <a:cubicBezTo>
                      <a:pt x="7318" y="10699"/>
                      <a:pt x="6693" y="10283"/>
                      <a:pt x="6118" y="9956"/>
                    </a:cubicBezTo>
                    <a:cubicBezTo>
                      <a:pt x="5454" y="9619"/>
                      <a:pt x="4790" y="9123"/>
                      <a:pt x="4542" y="8429"/>
                    </a:cubicBezTo>
                    <a:cubicBezTo>
                      <a:pt x="4423" y="8181"/>
                      <a:pt x="4423" y="7933"/>
                      <a:pt x="4294" y="7725"/>
                    </a:cubicBezTo>
                    <a:cubicBezTo>
                      <a:pt x="4096" y="7348"/>
                      <a:pt x="3719" y="7140"/>
                      <a:pt x="3352" y="6981"/>
                    </a:cubicBezTo>
                    <a:cubicBezTo>
                      <a:pt x="2936" y="6813"/>
                      <a:pt x="2559" y="6694"/>
                      <a:pt x="2232" y="6396"/>
                    </a:cubicBezTo>
                    <a:cubicBezTo>
                      <a:pt x="1984" y="6148"/>
                      <a:pt x="1775" y="5781"/>
                      <a:pt x="1775" y="5405"/>
                    </a:cubicBezTo>
                    <a:cubicBezTo>
                      <a:pt x="1736" y="5038"/>
                      <a:pt x="1865" y="4661"/>
                      <a:pt x="1736" y="4334"/>
                    </a:cubicBezTo>
                    <a:cubicBezTo>
                      <a:pt x="1617" y="3967"/>
                      <a:pt x="1240" y="3719"/>
                      <a:pt x="952" y="3422"/>
                    </a:cubicBezTo>
                    <a:cubicBezTo>
                      <a:pt x="377" y="2886"/>
                      <a:pt x="1" y="1984"/>
                      <a:pt x="80" y="1191"/>
                    </a:cubicBezTo>
                    <a:cubicBezTo>
                      <a:pt x="248" y="80"/>
                      <a:pt x="1319" y="1"/>
                      <a:pt x="2192" y="368"/>
                    </a:cubicBezTo>
                    <a:cubicBezTo>
                      <a:pt x="2767" y="576"/>
                      <a:pt x="3263" y="943"/>
                      <a:pt x="3848" y="1151"/>
                    </a:cubicBezTo>
                    <a:cubicBezTo>
                      <a:pt x="4344" y="1320"/>
                      <a:pt x="4839" y="1359"/>
                      <a:pt x="5335" y="1567"/>
                    </a:cubicBezTo>
                    <a:cubicBezTo>
                      <a:pt x="5870" y="1815"/>
                      <a:pt x="6277" y="2311"/>
                      <a:pt x="6485" y="2886"/>
                    </a:cubicBezTo>
                    <a:cubicBezTo>
                      <a:pt x="6614" y="3342"/>
                      <a:pt x="6614" y="3838"/>
                      <a:pt x="6693" y="4294"/>
                    </a:cubicBezTo>
                    <a:cubicBezTo>
                      <a:pt x="6773" y="4621"/>
                      <a:pt x="6941" y="4958"/>
                      <a:pt x="7150" y="5246"/>
                    </a:cubicBezTo>
                    <a:cubicBezTo>
                      <a:pt x="7764" y="6029"/>
                      <a:pt x="8429" y="6942"/>
                      <a:pt x="8468" y="7973"/>
                    </a:cubicBezTo>
                    <a:cubicBezTo>
                      <a:pt x="8508" y="9172"/>
                      <a:pt x="8220" y="10362"/>
                      <a:pt x="7685" y="11403"/>
                    </a:cubicBezTo>
                    <a:close/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32"/>
              <p:cNvSpPr/>
              <p:nvPr/>
            </p:nvSpPr>
            <p:spPr>
              <a:xfrm>
                <a:off x="1747552" y="3713598"/>
                <a:ext cx="318970" cy="659527"/>
              </a:xfrm>
              <a:custGeom>
                <a:avLst/>
                <a:gdLst/>
                <a:ahLst/>
                <a:cxnLst/>
                <a:rect l="l" t="t" r="r" b="b"/>
                <a:pathLst>
                  <a:path w="6575" h="13595" fill="none" extrusionOk="0">
                    <a:moveTo>
                      <a:pt x="0" y="1"/>
                    </a:moveTo>
                    <a:cubicBezTo>
                      <a:pt x="4214" y="2856"/>
                      <a:pt x="6247" y="8350"/>
                      <a:pt x="6574" y="13595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2"/>
              <p:cNvSpPr/>
              <p:nvPr/>
            </p:nvSpPr>
            <p:spPr>
              <a:xfrm>
                <a:off x="1767733" y="3940147"/>
                <a:ext cx="192449" cy="22219"/>
              </a:xfrm>
              <a:custGeom>
                <a:avLst/>
                <a:gdLst/>
                <a:ahLst/>
                <a:cxnLst/>
                <a:rect l="l" t="t" r="r" b="b"/>
                <a:pathLst>
                  <a:path w="3967" h="458" fill="none" extrusionOk="0">
                    <a:moveTo>
                      <a:pt x="1" y="1"/>
                    </a:moveTo>
                    <a:cubicBezTo>
                      <a:pt x="1" y="1"/>
                      <a:pt x="2152" y="1"/>
                      <a:pt x="3967" y="457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2"/>
              <p:cNvSpPr/>
              <p:nvPr/>
            </p:nvSpPr>
            <p:spPr>
              <a:xfrm>
                <a:off x="1757642" y="3729946"/>
                <a:ext cx="182358" cy="178041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3670" fill="none" extrusionOk="0">
                    <a:moveTo>
                      <a:pt x="3312" y="1"/>
                    </a:moveTo>
                    <a:cubicBezTo>
                      <a:pt x="3758" y="1607"/>
                      <a:pt x="3560" y="3670"/>
                      <a:pt x="3560" y="3670"/>
                    </a:cubicBezTo>
                    <a:cubicBezTo>
                      <a:pt x="3560" y="3670"/>
                      <a:pt x="1904" y="3303"/>
                      <a:pt x="0" y="3223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32"/>
              <p:cNvSpPr/>
              <p:nvPr/>
            </p:nvSpPr>
            <p:spPr>
              <a:xfrm>
                <a:off x="1887994" y="3868010"/>
                <a:ext cx="154464" cy="200648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4136" fill="none" extrusionOk="0">
                    <a:moveTo>
                      <a:pt x="0" y="3600"/>
                    </a:moveTo>
                    <a:cubicBezTo>
                      <a:pt x="0" y="3600"/>
                      <a:pt x="1369" y="3719"/>
                      <a:pt x="2440" y="4135"/>
                    </a:cubicBezTo>
                    <a:cubicBezTo>
                      <a:pt x="2440" y="4135"/>
                      <a:pt x="3183" y="2113"/>
                      <a:pt x="2727" y="1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32"/>
              <p:cNvSpPr/>
              <p:nvPr/>
            </p:nvSpPr>
            <p:spPr>
              <a:xfrm>
                <a:off x="1839870" y="3266758"/>
                <a:ext cx="445005" cy="819716"/>
              </a:xfrm>
              <a:custGeom>
                <a:avLst/>
                <a:gdLst/>
                <a:ahLst/>
                <a:cxnLst/>
                <a:rect l="l" t="t" r="r" b="b"/>
                <a:pathLst>
                  <a:path w="9173" h="16897" fill="none" extrusionOk="0">
                    <a:moveTo>
                      <a:pt x="6446" y="16896"/>
                    </a:moveTo>
                    <a:cubicBezTo>
                      <a:pt x="7725" y="15944"/>
                      <a:pt x="8925" y="14457"/>
                      <a:pt x="9093" y="12890"/>
                    </a:cubicBezTo>
                    <a:cubicBezTo>
                      <a:pt x="9173" y="12186"/>
                      <a:pt x="9093" y="11482"/>
                      <a:pt x="8845" y="10828"/>
                    </a:cubicBezTo>
                    <a:cubicBezTo>
                      <a:pt x="8637" y="10124"/>
                      <a:pt x="8141" y="9549"/>
                      <a:pt x="7973" y="8845"/>
                    </a:cubicBezTo>
                    <a:cubicBezTo>
                      <a:pt x="7685" y="7606"/>
                      <a:pt x="8677" y="6198"/>
                      <a:pt x="7894" y="5038"/>
                    </a:cubicBezTo>
                    <a:cubicBezTo>
                      <a:pt x="7606" y="4631"/>
                      <a:pt x="7150" y="4383"/>
                      <a:pt x="6773" y="4006"/>
                    </a:cubicBezTo>
                    <a:cubicBezTo>
                      <a:pt x="5990" y="3223"/>
                      <a:pt x="5990" y="2023"/>
                      <a:pt x="5286" y="1240"/>
                    </a:cubicBezTo>
                    <a:cubicBezTo>
                      <a:pt x="4592" y="457"/>
                      <a:pt x="3303" y="1"/>
                      <a:pt x="2272" y="1"/>
                    </a:cubicBezTo>
                    <a:cubicBezTo>
                      <a:pt x="1201" y="40"/>
                      <a:pt x="1" y="823"/>
                      <a:pt x="1" y="1944"/>
                    </a:cubicBezTo>
                    <a:cubicBezTo>
                      <a:pt x="1" y="2807"/>
                      <a:pt x="745" y="3471"/>
                      <a:pt x="1072" y="4254"/>
                    </a:cubicBezTo>
                    <a:cubicBezTo>
                      <a:pt x="1369" y="4958"/>
                      <a:pt x="1409" y="5781"/>
                      <a:pt x="1121" y="6485"/>
                    </a:cubicBezTo>
                    <a:cubicBezTo>
                      <a:pt x="784" y="7358"/>
                      <a:pt x="41" y="8220"/>
                      <a:pt x="378" y="9053"/>
                    </a:cubicBezTo>
                    <a:cubicBezTo>
                      <a:pt x="665" y="9876"/>
                      <a:pt x="2153" y="10451"/>
                      <a:pt x="2648" y="11076"/>
                    </a:cubicBezTo>
                    <a:cubicBezTo>
                      <a:pt x="3640" y="12276"/>
                      <a:pt x="1984" y="13466"/>
                      <a:pt x="3471" y="14378"/>
                    </a:cubicBezTo>
                    <a:cubicBezTo>
                      <a:pt x="4215" y="14794"/>
                      <a:pt x="5990" y="15201"/>
                      <a:pt x="6446" y="16896"/>
                    </a:cubicBezTo>
                    <a:close/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2"/>
              <p:cNvSpPr/>
              <p:nvPr/>
            </p:nvSpPr>
            <p:spPr>
              <a:xfrm>
                <a:off x="1901965" y="3551521"/>
                <a:ext cx="166446" cy="77960"/>
              </a:xfrm>
              <a:custGeom>
                <a:avLst/>
                <a:gdLst/>
                <a:ahLst/>
                <a:cxnLst/>
                <a:rect l="l" t="t" r="r" b="b"/>
                <a:pathLst>
                  <a:path w="3431" h="1607" fill="none" extrusionOk="0">
                    <a:moveTo>
                      <a:pt x="0" y="0"/>
                    </a:moveTo>
                    <a:cubicBezTo>
                      <a:pt x="0" y="0"/>
                      <a:pt x="2568" y="952"/>
                      <a:pt x="3431" y="1607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32"/>
              <p:cNvSpPr/>
              <p:nvPr/>
            </p:nvSpPr>
            <p:spPr>
              <a:xfrm>
                <a:off x="2048180" y="3371155"/>
                <a:ext cx="74612" cy="188131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3878" fill="none" extrusionOk="0">
                    <a:moveTo>
                      <a:pt x="1537" y="0"/>
                    </a:moveTo>
                    <a:cubicBezTo>
                      <a:pt x="1537" y="0"/>
                      <a:pt x="248" y="1983"/>
                      <a:pt x="0" y="3877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32"/>
              <p:cNvSpPr/>
              <p:nvPr/>
            </p:nvSpPr>
            <p:spPr>
              <a:xfrm>
                <a:off x="1901965" y="3278789"/>
                <a:ext cx="270845" cy="1082314"/>
              </a:xfrm>
              <a:custGeom>
                <a:avLst/>
                <a:gdLst/>
                <a:ahLst/>
                <a:cxnLst/>
                <a:rect l="l" t="t" r="r" b="b"/>
                <a:pathLst>
                  <a:path w="5583" h="22310" fill="none" extrusionOk="0">
                    <a:moveTo>
                      <a:pt x="0" y="0"/>
                    </a:moveTo>
                    <a:cubicBezTo>
                      <a:pt x="0" y="0"/>
                      <a:pt x="1200" y="952"/>
                      <a:pt x="1983" y="2896"/>
                    </a:cubicBezTo>
                    <a:cubicBezTo>
                      <a:pt x="4551" y="9341"/>
                      <a:pt x="5126" y="15250"/>
                      <a:pt x="5582" y="22310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2"/>
              <p:cNvSpPr/>
              <p:nvPr/>
            </p:nvSpPr>
            <p:spPr>
              <a:xfrm>
                <a:off x="1908175" y="3605369"/>
                <a:ext cx="324743" cy="240573"/>
              </a:xfrm>
              <a:custGeom>
                <a:avLst/>
                <a:gdLst/>
                <a:ahLst/>
                <a:cxnLst/>
                <a:rect l="l" t="t" r="r" b="b"/>
                <a:pathLst>
                  <a:path w="6694" h="4959" fill="none" extrusionOk="0">
                    <a:moveTo>
                      <a:pt x="6694" y="1"/>
                    </a:moveTo>
                    <a:cubicBezTo>
                      <a:pt x="5286" y="2192"/>
                      <a:pt x="4334" y="4959"/>
                      <a:pt x="4334" y="4959"/>
                    </a:cubicBezTo>
                    <a:cubicBezTo>
                      <a:pt x="4334" y="4959"/>
                      <a:pt x="2143" y="3679"/>
                      <a:pt x="1" y="3144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32"/>
              <p:cNvSpPr/>
              <p:nvPr/>
            </p:nvSpPr>
            <p:spPr>
              <a:xfrm>
                <a:off x="2140547" y="3792041"/>
                <a:ext cx="128461" cy="208313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4294" fill="none" extrusionOk="0">
                    <a:moveTo>
                      <a:pt x="0" y="4293"/>
                    </a:moveTo>
                    <a:cubicBezTo>
                      <a:pt x="0" y="4293"/>
                      <a:pt x="1319" y="1487"/>
                      <a:pt x="2647" y="0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32"/>
              <p:cNvSpPr/>
              <p:nvPr/>
            </p:nvSpPr>
            <p:spPr>
              <a:xfrm>
                <a:off x="2258867" y="3619340"/>
                <a:ext cx="432974" cy="579676"/>
              </a:xfrm>
              <a:custGeom>
                <a:avLst/>
                <a:gdLst/>
                <a:ahLst/>
                <a:cxnLst/>
                <a:rect l="l" t="t" r="r" b="b"/>
                <a:pathLst>
                  <a:path w="8925" h="11949" fill="none" extrusionOk="0">
                    <a:moveTo>
                      <a:pt x="1160" y="11948"/>
                    </a:moveTo>
                    <a:cubicBezTo>
                      <a:pt x="1160" y="10907"/>
                      <a:pt x="367" y="10372"/>
                      <a:pt x="169" y="9509"/>
                    </a:cubicBezTo>
                    <a:cubicBezTo>
                      <a:pt x="0" y="8974"/>
                      <a:pt x="0" y="8389"/>
                      <a:pt x="288" y="7893"/>
                    </a:cubicBezTo>
                    <a:cubicBezTo>
                      <a:pt x="536" y="7397"/>
                      <a:pt x="992" y="7070"/>
                      <a:pt x="1160" y="6535"/>
                    </a:cubicBezTo>
                    <a:cubicBezTo>
                      <a:pt x="1279" y="6039"/>
                      <a:pt x="1031" y="5503"/>
                      <a:pt x="992" y="4918"/>
                    </a:cubicBezTo>
                    <a:cubicBezTo>
                      <a:pt x="863" y="3967"/>
                      <a:pt x="1448" y="2975"/>
                      <a:pt x="2310" y="2608"/>
                    </a:cubicBezTo>
                    <a:cubicBezTo>
                      <a:pt x="2687" y="2440"/>
                      <a:pt x="3054" y="2360"/>
                      <a:pt x="3391" y="2152"/>
                    </a:cubicBezTo>
                    <a:cubicBezTo>
                      <a:pt x="3966" y="1865"/>
                      <a:pt x="4254" y="1289"/>
                      <a:pt x="4789" y="913"/>
                    </a:cubicBezTo>
                    <a:cubicBezTo>
                      <a:pt x="5374" y="546"/>
                      <a:pt x="6068" y="248"/>
                      <a:pt x="6772" y="129"/>
                    </a:cubicBezTo>
                    <a:cubicBezTo>
                      <a:pt x="7149" y="50"/>
                      <a:pt x="7556" y="0"/>
                      <a:pt x="7932" y="129"/>
                    </a:cubicBezTo>
                    <a:cubicBezTo>
                      <a:pt x="8299" y="248"/>
                      <a:pt x="8636" y="546"/>
                      <a:pt x="8755" y="913"/>
                    </a:cubicBezTo>
                    <a:cubicBezTo>
                      <a:pt x="8924" y="1537"/>
                      <a:pt x="8428" y="2112"/>
                      <a:pt x="7972" y="2608"/>
                    </a:cubicBezTo>
                    <a:cubicBezTo>
                      <a:pt x="7516" y="3064"/>
                      <a:pt x="7020" y="3679"/>
                      <a:pt x="7268" y="4304"/>
                    </a:cubicBezTo>
                    <a:cubicBezTo>
                      <a:pt x="7357" y="4462"/>
                      <a:pt x="7476" y="4631"/>
                      <a:pt x="7556" y="4839"/>
                    </a:cubicBezTo>
                    <a:cubicBezTo>
                      <a:pt x="7972" y="5751"/>
                      <a:pt x="7189" y="6535"/>
                      <a:pt x="6406" y="6902"/>
                    </a:cubicBezTo>
                    <a:cubicBezTo>
                      <a:pt x="5989" y="7110"/>
                      <a:pt x="5533" y="7278"/>
                      <a:pt x="5166" y="7566"/>
                    </a:cubicBezTo>
                    <a:cubicBezTo>
                      <a:pt x="4581" y="7982"/>
                      <a:pt x="4541" y="8478"/>
                      <a:pt x="4462" y="9093"/>
                    </a:cubicBezTo>
                    <a:cubicBezTo>
                      <a:pt x="4383" y="9717"/>
                      <a:pt x="4046" y="10124"/>
                      <a:pt x="3510" y="10372"/>
                    </a:cubicBezTo>
                    <a:cubicBezTo>
                      <a:pt x="3054" y="10580"/>
                      <a:pt x="1944" y="10749"/>
                      <a:pt x="1160" y="11948"/>
                    </a:cubicBezTo>
                    <a:close/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2"/>
              <p:cNvSpPr/>
              <p:nvPr/>
            </p:nvSpPr>
            <p:spPr>
              <a:xfrm>
                <a:off x="2303110" y="3695794"/>
                <a:ext cx="274241" cy="651377"/>
              </a:xfrm>
              <a:custGeom>
                <a:avLst/>
                <a:gdLst/>
                <a:ahLst/>
                <a:cxnLst/>
                <a:rect l="l" t="t" r="r" b="b"/>
                <a:pathLst>
                  <a:path w="5653" h="13427" fill="none" extrusionOk="0">
                    <a:moveTo>
                      <a:pt x="5652" y="1"/>
                    </a:moveTo>
                    <a:cubicBezTo>
                      <a:pt x="4710" y="784"/>
                      <a:pt x="2678" y="3223"/>
                      <a:pt x="1934" y="4919"/>
                    </a:cubicBezTo>
                    <a:cubicBezTo>
                      <a:pt x="655" y="7844"/>
                      <a:pt x="80" y="10204"/>
                      <a:pt x="0" y="13426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32"/>
              <p:cNvSpPr/>
              <p:nvPr/>
            </p:nvSpPr>
            <p:spPr>
              <a:xfrm>
                <a:off x="2303110" y="3960376"/>
                <a:ext cx="31776" cy="14626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3015" fill="none" extrusionOk="0">
                    <a:moveTo>
                      <a:pt x="0" y="0"/>
                    </a:moveTo>
                    <a:cubicBezTo>
                      <a:pt x="0" y="0"/>
                      <a:pt x="199" y="2063"/>
                      <a:pt x="655" y="3015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2"/>
              <p:cNvSpPr/>
              <p:nvPr/>
            </p:nvSpPr>
            <p:spPr>
              <a:xfrm>
                <a:off x="2355067" y="3754008"/>
                <a:ext cx="272786" cy="206421"/>
              </a:xfrm>
              <a:custGeom>
                <a:avLst/>
                <a:gdLst/>
                <a:ahLst/>
                <a:cxnLst/>
                <a:rect l="l" t="t" r="r" b="b"/>
                <a:pathLst>
                  <a:path w="5623" h="4255" fill="none" extrusionOk="0">
                    <a:moveTo>
                      <a:pt x="0" y="1"/>
                    </a:moveTo>
                    <a:cubicBezTo>
                      <a:pt x="0" y="1"/>
                      <a:pt x="169" y="2886"/>
                      <a:pt x="665" y="4254"/>
                    </a:cubicBezTo>
                    <a:cubicBezTo>
                      <a:pt x="665" y="4254"/>
                      <a:pt x="2896" y="2767"/>
                      <a:pt x="5622" y="2182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32"/>
              <p:cNvSpPr/>
              <p:nvPr/>
            </p:nvSpPr>
            <p:spPr>
              <a:xfrm>
                <a:off x="2441175" y="3713598"/>
                <a:ext cx="176585" cy="116479"/>
              </a:xfrm>
              <a:custGeom>
                <a:avLst/>
                <a:gdLst/>
                <a:ahLst/>
                <a:cxnLst/>
                <a:rect l="l" t="t" r="r" b="b"/>
                <a:pathLst>
                  <a:path w="3640" h="2401" fill="none" extrusionOk="0">
                    <a:moveTo>
                      <a:pt x="0" y="1"/>
                    </a:moveTo>
                    <a:cubicBezTo>
                      <a:pt x="0" y="1"/>
                      <a:pt x="40" y="1280"/>
                      <a:pt x="377" y="2400"/>
                    </a:cubicBezTo>
                    <a:cubicBezTo>
                      <a:pt x="377" y="2400"/>
                      <a:pt x="1656" y="1776"/>
                      <a:pt x="3639" y="1369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32"/>
              <p:cNvSpPr/>
              <p:nvPr/>
            </p:nvSpPr>
            <p:spPr>
              <a:xfrm>
                <a:off x="2429144" y="3811737"/>
                <a:ext cx="178477" cy="64522"/>
              </a:xfrm>
              <a:custGeom>
                <a:avLst/>
                <a:gdLst/>
                <a:ahLst/>
                <a:cxnLst/>
                <a:rect l="l" t="t" r="r" b="b"/>
                <a:pathLst>
                  <a:path w="3679" h="1330" fill="none" extrusionOk="0">
                    <a:moveTo>
                      <a:pt x="0" y="1329"/>
                    </a:moveTo>
                    <a:cubicBezTo>
                      <a:pt x="0" y="1329"/>
                      <a:pt x="1864" y="338"/>
                      <a:pt x="3679" y="1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32"/>
              <p:cNvSpPr/>
              <p:nvPr/>
            </p:nvSpPr>
            <p:spPr>
              <a:xfrm>
                <a:off x="2355067" y="3986330"/>
                <a:ext cx="154464" cy="56323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1161" fill="none" extrusionOk="0">
                    <a:moveTo>
                      <a:pt x="0" y="1161"/>
                    </a:moveTo>
                    <a:cubicBezTo>
                      <a:pt x="0" y="1161"/>
                      <a:pt x="1240" y="249"/>
                      <a:pt x="3183" y="1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87" name="Google Shape;1287;p32"/>
            <p:cNvSpPr/>
            <p:nvPr/>
          </p:nvSpPr>
          <p:spPr>
            <a:xfrm>
              <a:off x="2111024" y="4350889"/>
              <a:ext cx="406422" cy="566816"/>
            </a:xfrm>
            <a:custGeom>
              <a:avLst/>
              <a:gdLst/>
              <a:ahLst/>
              <a:cxnLst/>
              <a:rect l="l" t="t" r="r" b="b"/>
              <a:pathLst>
                <a:path w="9421" h="13139" extrusionOk="0">
                  <a:moveTo>
                    <a:pt x="1" y="0"/>
                  </a:moveTo>
                  <a:lnTo>
                    <a:pt x="1" y="2816"/>
                  </a:lnTo>
                  <a:cubicBezTo>
                    <a:pt x="1" y="9093"/>
                    <a:pt x="1865" y="13138"/>
                    <a:pt x="1865" y="13138"/>
                  </a:cubicBezTo>
                  <a:lnTo>
                    <a:pt x="7566" y="13138"/>
                  </a:lnTo>
                  <a:cubicBezTo>
                    <a:pt x="7566" y="13138"/>
                    <a:pt x="9420" y="9093"/>
                    <a:pt x="9420" y="2816"/>
                  </a:cubicBezTo>
                  <a:lnTo>
                    <a:pt x="94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88" name="Google Shape;1288;p32"/>
            <p:cNvGrpSpPr/>
            <p:nvPr/>
          </p:nvGrpSpPr>
          <p:grpSpPr>
            <a:xfrm>
              <a:off x="5984084" y="3408282"/>
              <a:ext cx="991141" cy="1251251"/>
              <a:chOff x="6327271" y="3206652"/>
              <a:chExt cx="1114518" cy="1407007"/>
            </a:xfrm>
          </p:grpSpPr>
          <p:sp>
            <p:nvSpPr>
              <p:cNvPr id="1289" name="Google Shape;1289;p32"/>
              <p:cNvSpPr/>
              <p:nvPr/>
            </p:nvSpPr>
            <p:spPr>
              <a:xfrm>
                <a:off x="6842419" y="3254727"/>
                <a:ext cx="356955" cy="862019"/>
              </a:xfrm>
              <a:custGeom>
                <a:avLst/>
                <a:gdLst/>
                <a:ahLst/>
                <a:cxnLst/>
                <a:rect l="l" t="t" r="r" b="b"/>
                <a:pathLst>
                  <a:path w="7358" h="17769" fill="none" extrusionOk="0">
                    <a:moveTo>
                      <a:pt x="2192" y="17769"/>
                    </a:moveTo>
                    <a:cubicBezTo>
                      <a:pt x="1161" y="16777"/>
                      <a:pt x="209" y="15201"/>
                      <a:pt x="80" y="13555"/>
                    </a:cubicBezTo>
                    <a:cubicBezTo>
                      <a:pt x="0" y="12851"/>
                      <a:pt x="80" y="12068"/>
                      <a:pt x="248" y="11364"/>
                    </a:cubicBezTo>
                    <a:cubicBezTo>
                      <a:pt x="457" y="10660"/>
                      <a:pt x="823" y="10045"/>
                      <a:pt x="952" y="9341"/>
                    </a:cubicBezTo>
                    <a:cubicBezTo>
                      <a:pt x="1200" y="7973"/>
                      <a:pt x="417" y="6525"/>
                      <a:pt x="1032" y="5286"/>
                    </a:cubicBezTo>
                    <a:cubicBezTo>
                      <a:pt x="1280" y="4879"/>
                      <a:pt x="1983" y="4671"/>
                      <a:pt x="2271" y="4294"/>
                    </a:cubicBezTo>
                    <a:cubicBezTo>
                      <a:pt x="2767" y="3679"/>
                      <a:pt x="2727" y="2688"/>
                      <a:pt x="3054" y="1904"/>
                    </a:cubicBezTo>
                    <a:cubicBezTo>
                      <a:pt x="3510" y="705"/>
                      <a:pt x="4502" y="1"/>
                      <a:pt x="5533" y="40"/>
                    </a:cubicBezTo>
                    <a:cubicBezTo>
                      <a:pt x="6406" y="80"/>
                      <a:pt x="7358" y="913"/>
                      <a:pt x="7358" y="2023"/>
                    </a:cubicBezTo>
                    <a:cubicBezTo>
                      <a:pt x="7358" y="2936"/>
                      <a:pt x="6773" y="3679"/>
                      <a:pt x="6525" y="4502"/>
                    </a:cubicBezTo>
                    <a:cubicBezTo>
                      <a:pt x="6277" y="5246"/>
                      <a:pt x="6237" y="6079"/>
                      <a:pt x="6485" y="6822"/>
                    </a:cubicBezTo>
                    <a:cubicBezTo>
                      <a:pt x="6733" y="7725"/>
                      <a:pt x="7318" y="8637"/>
                      <a:pt x="7070" y="9549"/>
                    </a:cubicBezTo>
                    <a:cubicBezTo>
                      <a:pt x="6822" y="10372"/>
                      <a:pt x="5662" y="10987"/>
                      <a:pt x="5246" y="11651"/>
                    </a:cubicBezTo>
                    <a:cubicBezTo>
                      <a:pt x="4462" y="12891"/>
                      <a:pt x="5781" y="14170"/>
                      <a:pt x="4591" y="15122"/>
                    </a:cubicBezTo>
                    <a:cubicBezTo>
                      <a:pt x="3967" y="15538"/>
                      <a:pt x="2559" y="15994"/>
                      <a:pt x="2192" y="17769"/>
                    </a:cubicBezTo>
                    <a:close/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32"/>
              <p:cNvSpPr/>
              <p:nvPr/>
            </p:nvSpPr>
            <p:spPr>
              <a:xfrm>
                <a:off x="7008863" y="3312941"/>
                <a:ext cx="46184" cy="166495"/>
              </a:xfrm>
              <a:custGeom>
                <a:avLst/>
                <a:gdLst/>
                <a:ahLst/>
                <a:cxnLst/>
                <a:rect l="l" t="t" r="r" b="b"/>
                <a:pathLst>
                  <a:path w="952" h="3432" fill="none" extrusionOk="0">
                    <a:moveTo>
                      <a:pt x="952" y="3431"/>
                    </a:moveTo>
                    <a:cubicBezTo>
                      <a:pt x="952" y="3431"/>
                      <a:pt x="615" y="1408"/>
                      <a:pt x="0" y="0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32"/>
              <p:cNvSpPr/>
              <p:nvPr/>
            </p:nvSpPr>
            <p:spPr>
              <a:xfrm>
                <a:off x="7017013" y="3555353"/>
                <a:ext cx="132342" cy="80385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1657" fill="none" extrusionOk="0">
                    <a:moveTo>
                      <a:pt x="2727" y="1"/>
                    </a:moveTo>
                    <a:cubicBezTo>
                      <a:pt x="2727" y="1"/>
                      <a:pt x="695" y="992"/>
                      <a:pt x="1" y="1657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32"/>
              <p:cNvSpPr/>
              <p:nvPr/>
            </p:nvSpPr>
            <p:spPr>
              <a:xfrm>
                <a:off x="6982861" y="3369214"/>
                <a:ext cx="50065" cy="194390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4007" fill="none" extrusionOk="0">
                    <a:moveTo>
                      <a:pt x="1" y="0"/>
                    </a:moveTo>
                    <a:cubicBezTo>
                      <a:pt x="1" y="0"/>
                      <a:pt x="824" y="1984"/>
                      <a:pt x="1032" y="4006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32"/>
              <p:cNvSpPr/>
              <p:nvPr/>
            </p:nvSpPr>
            <p:spPr>
              <a:xfrm>
                <a:off x="7055046" y="3429320"/>
                <a:ext cx="122203" cy="50113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1033" fill="none" extrusionOk="0">
                    <a:moveTo>
                      <a:pt x="2519" y="1"/>
                    </a:moveTo>
                    <a:cubicBezTo>
                      <a:pt x="2519" y="1"/>
                      <a:pt x="783" y="368"/>
                      <a:pt x="0" y="1032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32"/>
              <p:cNvSpPr/>
              <p:nvPr/>
            </p:nvSpPr>
            <p:spPr>
              <a:xfrm>
                <a:off x="6932845" y="3268698"/>
                <a:ext cx="216511" cy="113669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23431" fill="none" extrusionOk="0">
                    <a:moveTo>
                      <a:pt x="4462" y="0"/>
                    </a:moveTo>
                    <a:cubicBezTo>
                      <a:pt x="4462" y="0"/>
                      <a:pt x="3511" y="952"/>
                      <a:pt x="2886" y="3014"/>
                    </a:cubicBezTo>
                    <a:cubicBezTo>
                      <a:pt x="823" y="9797"/>
                      <a:pt x="367" y="16033"/>
                      <a:pt x="1" y="23430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32"/>
              <p:cNvSpPr/>
              <p:nvPr/>
            </p:nvSpPr>
            <p:spPr>
              <a:xfrm>
                <a:off x="6884721" y="3611627"/>
                <a:ext cx="260318" cy="252605"/>
              </a:xfrm>
              <a:custGeom>
                <a:avLst/>
                <a:gdLst/>
                <a:ahLst/>
                <a:cxnLst/>
                <a:rect l="l" t="t" r="r" b="b"/>
                <a:pathLst>
                  <a:path w="5366" h="5207" fill="none" extrusionOk="0">
                    <a:moveTo>
                      <a:pt x="1" y="1"/>
                    </a:moveTo>
                    <a:cubicBezTo>
                      <a:pt x="1111" y="2271"/>
                      <a:pt x="1895" y="5206"/>
                      <a:pt x="1895" y="5206"/>
                    </a:cubicBezTo>
                    <a:cubicBezTo>
                      <a:pt x="1895" y="5206"/>
                      <a:pt x="3630" y="3878"/>
                      <a:pt x="5365" y="3263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2"/>
              <p:cNvSpPr/>
              <p:nvPr/>
            </p:nvSpPr>
            <p:spPr>
              <a:xfrm>
                <a:off x="6854450" y="3805964"/>
                <a:ext cx="104399" cy="220344"/>
              </a:xfrm>
              <a:custGeom>
                <a:avLst/>
                <a:gdLst/>
                <a:ahLst/>
                <a:cxnLst/>
                <a:rect l="l" t="t" r="r" b="b"/>
                <a:pathLst>
                  <a:path w="2152" h="4542" fill="none" extrusionOk="0">
                    <a:moveTo>
                      <a:pt x="2152" y="4542"/>
                    </a:moveTo>
                    <a:cubicBezTo>
                      <a:pt x="2152" y="4542"/>
                      <a:pt x="1071" y="1607"/>
                      <a:pt x="0" y="1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2"/>
              <p:cNvSpPr/>
              <p:nvPr/>
            </p:nvSpPr>
            <p:spPr>
              <a:xfrm>
                <a:off x="6327271" y="3613567"/>
                <a:ext cx="439184" cy="699453"/>
              </a:xfrm>
              <a:custGeom>
                <a:avLst/>
                <a:gdLst/>
                <a:ahLst/>
                <a:cxnLst/>
                <a:rect l="l" t="t" r="r" b="b"/>
                <a:pathLst>
                  <a:path w="9053" h="14418" fill="none" extrusionOk="0">
                    <a:moveTo>
                      <a:pt x="7853" y="14417"/>
                    </a:moveTo>
                    <a:cubicBezTo>
                      <a:pt x="7893" y="13218"/>
                      <a:pt x="8676" y="12603"/>
                      <a:pt x="8884" y="11611"/>
                    </a:cubicBezTo>
                    <a:cubicBezTo>
                      <a:pt x="9053" y="10987"/>
                      <a:pt x="9053" y="10332"/>
                      <a:pt x="8805" y="9747"/>
                    </a:cubicBezTo>
                    <a:cubicBezTo>
                      <a:pt x="8517" y="9212"/>
                      <a:pt x="8061" y="8845"/>
                      <a:pt x="7893" y="8220"/>
                    </a:cubicBezTo>
                    <a:cubicBezTo>
                      <a:pt x="7774" y="7645"/>
                      <a:pt x="8022" y="7021"/>
                      <a:pt x="8061" y="6406"/>
                    </a:cubicBezTo>
                    <a:cubicBezTo>
                      <a:pt x="8180" y="5285"/>
                      <a:pt x="7605" y="4175"/>
                      <a:pt x="6693" y="3719"/>
                    </a:cubicBezTo>
                    <a:cubicBezTo>
                      <a:pt x="6286" y="3471"/>
                      <a:pt x="5830" y="3392"/>
                      <a:pt x="5454" y="3094"/>
                    </a:cubicBezTo>
                    <a:cubicBezTo>
                      <a:pt x="5087" y="2807"/>
                      <a:pt x="4839" y="2440"/>
                      <a:pt x="4502" y="2103"/>
                    </a:cubicBezTo>
                    <a:cubicBezTo>
                      <a:pt x="3599" y="1240"/>
                      <a:pt x="1408" y="0"/>
                      <a:pt x="377" y="1280"/>
                    </a:cubicBezTo>
                    <a:cubicBezTo>
                      <a:pt x="248" y="1488"/>
                      <a:pt x="169" y="1736"/>
                      <a:pt x="129" y="1984"/>
                    </a:cubicBezTo>
                    <a:cubicBezTo>
                      <a:pt x="0" y="2727"/>
                      <a:pt x="129" y="3550"/>
                      <a:pt x="585" y="4175"/>
                    </a:cubicBezTo>
                    <a:cubicBezTo>
                      <a:pt x="992" y="4710"/>
                      <a:pt x="1656" y="5037"/>
                      <a:pt x="2231" y="5454"/>
                    </a:cubicBezTo>
                    <a:cubicBezTo>
                      <a:pt x="2608" y="5702"/>
                      <a:pt x="2856" y="5989"/>
                      <a:pt x="2856" y="6485"/>
                    </a:cubicBezTo>
                    <a:cubicBezTo>
                      <a:pt x="2895" y="7021"/>
                      <a:pt x="2648" y="7556"/>
                      <a:pt x="2856" y="8101"/>
                    </a:cubicBezTo>
                    <a:cubicBezTo>
                      <a:pt x="3143" y="8845"/>
                      <a:pt x="3262" y="8924"/>
                      <a:pt x="3808" y="9380"/>
                    </a:cubicBezTo>
                    <a:cubicBezTo>
                      <a:pt x="4383" y="9836"/>
                      <a:pt x="4462" y="10412"/>
                      <a:pt x="4551" y="11155"/>
                    </a:cubicBezTo>
                    <a:cubicBezTo>
                      <a:pt x="4631" y="11859"/>
                      <a:pt x="4918" y="12355"/>
                      <a:pt x="5493" y="12643"/>
                    </a:cubicBezTo>
                    <a:cubicBezTo>
                      <a:pt x="5949" y="12890"/>
                      <a:pt x="7109" y="13059"/>
                      <a:pt x="7853" y="14417"/>
                    </a:cubicBezTo>
                    <a:close/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2"/>
              <p:cNvSpPr/>
              <p:nvPr/>
            </p:nvSpPr>
            <p:spPr>
              <a:xfrm>
                <a:off x="6441710" y="3735719"/>
                <a:ext cx="280499" cy="745637"/>
              </a:xfrm>
              <a:custGeom>
                <a:avLst/>
                <a:gdLst/>
                <a:ahLst/>
                <a:cxnLst/>
                <a:rect l="l" t="t" r="r" b="b"/>
                <a:pathLst>
                  <a:path w="5782" h="15370" fill="none" extrusionOk="0">
                    <a:moveTo>
                      <a:pt x="1" y="1"/>
                    </a:moveTo>
                    <a:cubicBezTo>
                      <a:pt x="953" y="913"/>
                      <a:pt x="3055" y="3680"/>
                      <a:pt x="3799" y="5663"/>
                    </a:cubicBezTo>
                    <a:cubicBezTo>
                      <a:pt x="5117" y="9004"/>
                      <a:pt x="5702" y="11731"/>
                      <a:pt x="5782" y="15370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2"/>
              <p:cNvSpPr/>
              <p:nvPr/>
            </p:nvSpPr>
            <p:spPr>
              <a:xfrm>
                <a:off x="6688005" y="4038286"/>
                <a:ext cx="34201" cy="170327"/>
              </a:xfrm>
              <a:custGeom>
                <a:avLst/>
                <a:gdLst/>
                <a:ahLst/>
                <a:cxnLst/>
                <a:rect l="l" t="t" r="r" b="b"/>
                <a:pathLst>
                  <a:path w="705" h="3511" fill="none" extrusionOk="0">
                    <a:moveTo>
                      <a:pt x="705" y="1"/>
                    </a:moveTo>
                    <a:cubicBezTo>
                      <a:pt x="705" y="1"/>
                      <a:pt x="496" y="2361"/>
                      <a:pt x="1" y="3511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2"/>
              <p:cNvSpPr/>
              <p:nvPr/>
            </p:nvSpPr>
            <p:spPr>
              <a:xfrm>
                <a:off x="6637989" y="3804024"/>
                <a:ext cx="30369" cy="234315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830" fill="none" extrusionOk="0">
                    <a:moveTo>
                      <a:pt x="625" y="1"/>
                    </a:moveTo>
                    <a:cubicBezTo>
                      <a:pt x="625" y="1"/>
                      <a:pt x="457" y="3303"/>
                      <a:pt x="0" y="4830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2"/>
              <p:cNvSpPr/>
              <p:nvPr/>
            </p:nvSpPr>
            <p:spPr>
              <a:xfrm>
                <a:off x="6401348" y="3757889"/>
                <a:ext cx="180418" cy="134234"/>
              </a:xfrm>
              <a:custGeom>
                <a:avLst/>
                <a:gdLst/>
                <a:ahLst/>
                <a:cxnLst/>
                <a:rect l="l" t="t" r="r" b="b"/>
                <a:pathLst>
                  <a:path w="3719" h="2767" fill="none" extrusionOk="0">
                    <a:moveTo>
                      <a:pt x="3718" y="0"/>
                    </a:moveTo>
                    <a:cubicBezTo>
                      <a:pt x="3718" y="0"/>
                      <a:pt x="3639" y="1448"/>
                      <a:pt x="3351" y="2766"/>
                    </a:cubicBezTo>
                    <a:cubicBezTo>
                      <a:pt x="3351" y="2766"/>
                      <a:pt x="1983" y="2023"/>
                      <a:pt x="0" y="1567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2"/>
              <p:cNvSpPr/>
              <p:nvPr/>
            </p:nvSpPr>
            <p:spPr>
              <a:xfrm>
                <a:off x="6511956" y="4068606"/>
                <a:ext cx="158296" cy="65928"/>
              </a:xfrm>
              <a:custGeom>
                <a:avLst/>
                <a:gdLst/>
                <a:ahLst/>
                <a:cxnLst/>
                <a:rect l="l" t="t" r="r" b="b"/>
                <a:pathLst>
                  <a:path w="3263" h="1359" fill="none" extrusionOk="0">
                    <a:moveTo>
                      <a:pt x="3263" y="1359"/>
                    </a:moveTo>
                    <a:cubicBezTo>
                      <a:pt x="3263" y="1359"/>
                      <a:pt x="1984" y="328"/>
                      <a:pt x="1" y="0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2"/>
              <p:cNvSpPr/>
              <p:nvPr/>
            </p:nvSpPr>
            <p:spPr>
              <a:xfrm>
                <a:off x="6994892" y="3643402"/>
                <a:ext cx="446897" cy="615721"/>
              </a:xfrm>
              <a:custGeom>
                <a:avLst/>
                <a:gdLst/>
                <a:ahLst/>
                <a:cxnLst/>
                <a:rect l="l" t="t" r="r" b="b"/>
                <a:pathLst>
                  <a:path w="9212" h="12692" fill="none" extrusionOk="0">
                    <a:moveTo>
                      <a:pt x="863" y="12692"/>
                    </a:moveTo>
                    <a:cubicBezTo>
                      <a:pt x="1280" y="11899"/>
                      <a:pt x="1944" y="11452"/>
                      <a:pt x="2559" y="11115"/>
                    </a:cubicBezTo>
                    <a:cubicBezTo>
                      <a:pt x="3223" y="10788"/>
                      <a:pt x="3967" y="10292"/>
                      <a:pt x="4254" y="9469"/>
                    </a:cubicBezTo>
                    <a:cubicBezTo>
                      <a:pt x="4334" y="9221"/>
                      <a:pt x="4373" y="8924"/>
                      <a:pt x="4542" y="8676"/>
                    </a:cubicBezTo>
                    <a:cubicBezTo>
                      <a:pt x="4750" y="8270"/>
                      <a:pt x="5166" y="8061"/>
                      <a:pt x="5533" y="7893"/>
                    </a:cubicBezTo>
                    <a:cubicBezTo>
                      <a:pt x="5950" y="7734"/>
                      <a:pt x="6356" y="7605"/>
                      <a:pt x="6693" y="7278"/>
                    </a:cubicBezTo>
                    <a:cubicBezTo>
                      <a:pt x="6981" y="7030"/>
                      <a:pt x="7189" y="6614"/>
                      <a:pt x="7229" y="6197"/>
                    </a:cubicBezTo>
                    <a:cubicBezTo>
                      <a:pt x="7269" y="5791"/>
                      <a:pt x="7189" y="5335"/>
                      <a:pt x="7308" y="4958"/>
                    </a:cubicBezTo>
                    <a:cubicBezTo>
                      <a:pt x="7477" y="4551"/>
                      <a:pt x="7844" y="4303"/>
                      <a:pt x="8181" y="3966"/>
                    </a:cubicBezTo>
                    <a:cubicBezTo>
                      <a:pt x="8795" y="3391"/>
                      <a:pt x="9212" y="2400"/>
                      <a:pt x="9172" y="1488"/>
                    </a:cubicBezTo>
                    <a:cubicBezTo>
                      <a:pt x="9043" y="208"/>
                      <a:pt x="7973" y="0"/>
                      <a:pt x="7060" y="377"/>
                    </a:cubicBezTo>
                    <a:cubicBezTo>
                      <a:pt x="6485" y="625"/>
                      <a:pt x="5950" y="992"/>
                      <a:pt x="5365" y="1200"/>
                    </a:cubicBezTo>
                    <a:cubicBezTo>
                      <a:pt x="4829" y="1369"/>
                      <a:pt x="4294" y="1369"/>
                      <a:pt x="3798" y="1577"/>
                    </a:cubicBezTo>
                    <a:cubicBezTo>
                      <a:pt x="3263" y="1825"/>
                      <a:pt x="2767" y="2360"/>
                      <a:pt x="2559" y="3024"/>
                    </a:cubicBezTo>
                    <a:cubicBezTo>
                      <a:pt x="2390" y="3520"/>
                      <a:pt x="2390" y="4095"/>
                      <a:pt x="2271" y="4591"/>
                    </a:cubicBezTo>
                    <a:cubicBezTo>
                      <a:pt x="2142" y="5007"/>
                      <a:pt x="1984" y="5335"/>
                      <a:pt x="1736" y="5662"/>
                    </a:cubicBezTo>
                    <a:cubicBezTo>
                      <a:pt x="1071" y="6534"/>
                      <a:pt x="209" y="6862"/>
                      <a:pt x="80" y="8101"/>
                    </a:cubicBezTo>
                    <a:cubicBezTo>
                      <a:pt x="1" y="9420"/>
                      <a:pt x="367" y="11492"/>
                      <a:pt x="863" y="12692"/>
                    </a:cubicBezTo>
                    <a:close/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2"/>
              <p:cNvSpPr/>
              <p:nvPr/>
            </p:nvSpPr>
            <p:spPr>
              <a:xfrm>
                <a:off x="7004982" y="3721796"/>
                <a:ext cx="360836" cy="735498"/>
              </a:xfrm>
              <a:custGeom>
                <a:avLst/>
                <a:gdLst/>
                <a:ahLst/>
                <a:cxnLst/>
                <a:rect l="l" t="t" r="r" b="b"/>
                <a:pathLst>
                  <a:path w="7438" h="15161" fill="none" extrusionOk="0">
                    <a:moveTo>
                      <a:pt x="7437" y="0"/>
                    </a:moveTo>
                    <a:cubicBezTo>
                      <a:pt x="3015" y="2975"/>
                      <a:pt x="616" y="9172"/>
                      <a:pt x="1" y="15161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2"/>
              <p:cNvSpPr/>
              <p:nvPr/>
            </p:nvSpPr>
            <p:spPr>
              <a:xfrm>
                <a:off x="7137274" y="3972407"/>
                <a:ext cx="196282" cy="19745"/>
              </a:xfrm>
              <a:custGeom>
                <a:avLst/>
                <a:gdLst/>
                <a:ahLst/>
                <a:cxnLst/>
                <a:rect l="l" t="t" r="r" b="b"/>
                <a:pathLst>
                  <a:path w="4046" h="407" fill="none" extrusionOk="0">
                    <a:moveTo>
                      <a:pt x="4046" y="119"/>
                    </a:moveTo>
                    <a:cubicBezTo>
                      <a:pt x="4046" y="119"/>
                      <a:pt x="1855" y="0"/>
                      <a:pt x="1" y="407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2"/>
              <p:cNvSpPr/>
              <p:nvPr/>
            </p:nvSpPr>
            <p:spPr>
              <a:xfrm>
                <a:off x="7165168" y="3729946"/>
                <a:ext cx="180418" cy="202103"/>
              </a:xfrm>
              <a:custGeom>
                <a:avLst/>
                <a:gdLst/>
                <a:ahLst/>
                <a:cxnLst/>
                <a:rect l="l" t="t" r="r" b="b"/>
                <a:pathLst>
                  <a:path w="3719" h="4166" fill="none" extrusionOk="0">
                    <a:moveTo>
                      <a:pt x="536" y="1"/>
                    </a:moveTo>
                    <a:cubicBezTo>
                      <a:pt x="1" y="1815"/>
                      <a:pt x="80" y="4165"/>
                      <a:pt x="80" y="4165"/>
                    </a:cubicBezTo>
                    <a:cubicBezTo>
                      <a:pt x="80" y="4165"/>
                      <a:pt x="1775" y="3878"/>
                      <a:pt x="3719" y="3918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2"/>
              <p:cNvSpPr/>
              <p:nvPr/>
            </p:nvSpPr>
            <p:spPr>
              <a:xfrm>
                <a:off x="7271458" y="3793933"/>
                <a:ext cx="146314" cy="8247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170" fill="none" extrusionOk="0">
                    <a:moveTo>
                      <a:pt x="3015" y="169"/>
                    </a:moveTo>
                    <a:cubicBezTo>
                      <a:pt x="3015" y="169"/>
                      <a:pt x="1151" y="1"/>
                      <a:pt x="1" y="169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2"/>
              <p:cNvSpPr/>
              <p:nvPr/>
            </p:nvSpPr>
            <p:spPr>
              <a:xfrm>
                <a:off x="7053106" y="3918026"/>
                <a:ext cx="152038" cy="194390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4007" fill="none" extrusionOk="0">
                    <a:moveTo>
                      <a:pt x="3134" y="3560"/>
                    </a:moveTo>
                    <a:cubicBezTo>
                      <a:pt x="3134" y="3560"/>
                      <a:pt x="1736" y="3560"/>
                      <a:pt x="615" y="4007"/>
                    </a:cubicBezTo>
                    <a:cubicBezTo>
                      <a:pt x="615" y="4007"/>
                      <a:pt x="0" y="2400"/>
                      <a:pt x="536" y="1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2"/>
              <p:cNvSpPr/>
              <p:nvPr/>
            </p:nvSpPr>
            <p:spPr>
              <a:xfrm>
                <a:off x="6503806" y="3206652"/>
                <a:ext cx="424775" cy="1001977"/>
              </a:xfrm>
              <a:custGeom>
                <a:avLst/>
                <a:gdLst/>
                <a:ahLst/>
                <a:cxnLst/>
                <a:rect l="l" t="t" r="r" b="b"/>
                <a:pathLst>
                  <a:path w="8756" h="20654" fill="none" extrusionOk="0">
                    <a:moveTo>
                      <a:pt x="6445" y="20654"/>
                    </a:moveTo>
                    <a:cubicBezTo>
                      <a:pt x="6653" y="19375"/>
                      <a:pt x="8388" y="17887"/>
                      <a:pt x="8299" y="16569"/>
                    </a:cubicBezTo>
                    <a:cubicBezTo>
                      <a:pt x="8220" y="15002"/>
                      <a:pt x="7060" y="14754"/>
                      <a:pt x="8141" y="12067"/>
                    </a:cubicBezTo>
                    <a:cubicBezTo>
                      <a:pt x="8547" y="11036"/>
                      <a:pt x="8755" y="9876"/>
                      <a:pt x="8428" y="8805"/>
                    </a:cubicBezTo>
                    <a:cubicBezTo>
                      <a:pt x="7972" y="7516"/>
                      <a:pt x="6941" y="6980"/>
                      <a:pt x="6118" y="6029"/>
                    </a:cubicBezTo>
                    <a:cubicBezTo>
                      <a:pt x="5325" y="5166"/>
                      <a:pt x="5245" y="3966"/>
                      <a:pt x="4789" y="2895"/>
                    </a:cubicBezTo>
                    <a:cubicBezTo>
                      <a:pt x="4383" y="1815"/>
                      <a:pt x="3342" y="664"/>
                      <a:pt x="2271" y="288"/>
                    </a:cubicBezTo>
                    <a:cubicBezTo>
                      <a:pt x="1606" y="0"/>
                      <a:pt x="912" y="208"/>
                      <a:pt x="496" y="823"/>
                    </a:cubicBezTo>
                    <a:cubicBezTo>
                      <a:pt x="169" y="1368"/>
                      <a:pt x="40" y="2023"/>
                      <a:pt x="0" y="2647"/>
                    </a:cubicBezTo>
                    <a:cubicBezTo>
                      <a:pt x="0" y="3550"/>
                      <a:pt x="169" y="4422"/>
                      <a:pt x="535" y="5245"/>
                    </a:cubicBezTo>
                    <a:cubicBezTo>
                      <a:pt x="912" y="6029"/>
                      <a:pt x="1487" y="6693"/>
                      <a:pt x="1815" y="7516"/>
                    </a:cubicBezTo>
                    <a:cubicBezTo>
                      <a:pt x="2231" y="8557"/>
                      <a:pt x="1735" y="9628"/>
                      <a:pt x="1735" y="10699"/>
                    </a:cubicBezTo>
                    <a:cubicBezTo>
                      <a:pt x="1775" y="12523"/>
                      <a:pt x="3510" y="12811"/>
                      <a:pt x="4006" y="14338"/>
                    </a:cubicBezTo>
                    <a:cubicBezTo>
                      <a:pt x="4174" y="14794"/>
                      <a:pt x="4045" y="15290"/>
                      <a:pt x="3927" y="15696"/>
                    </a:cubicBezTo>
                    <a:cubicBezTo>
                      <a:pt x="3758" y="16400"/>
                      <a:pt x="3589" y="16935"/>
                      <a:pt x="4174" y="17639"/>
                    </a:cubicBezTo>
                    <a:cubicBezTo>
                      <a:pt x="5414" y="19047"/>
                      <a:pt x="6157" y="19295"/>
                      <a:pt x="6445" y="20654"/>
                    </a:cubicBezTo>
                    <a:close/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2"/>
              <p:cNvSpPr/>
              <p:nvPr/>
            </p:nvSpPr>
            <p:spPr>
              <a:xfrm>
                <a:off x="6587974" y="3278789"/>
                <a:ext cx="244406" cy="1334870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27516" fill="none" extrusionOk="0">
                    <a:moveTo>
                      <a:pt x="0" y="0"/>
                    </a:moveTo>
                    <a:cubicBezTo>
                      <a:pt x="863" y="1319"/>
                      <a:pt x="2063" y="3758"/>
                      <a:pt x="2687" y="5989"/>
                    </a:cubicBezTo>
                    <a:cubicBezTo>
                      <a:pt x="4670" y="13515"/>
                      <a:pt x="5037" y="19752"/>
                      <a:pt x="4631" y="27515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2"/>
              <p:cNvSpPr/>
              <p:nvPr/>
            </p:nvSpPr>
            <p:spPr>
              <a:xfrm>
                <a:off x="6503806" y="3286939"/>
                <a:ext cx="210253" cy="184299"/>
              </a:xfrm>
              <a:custGeom>
                <a:avLst/>
                <a:gdLst/>
                <a:ahLst/>
                <a:cxnLst/>
                <a:rect l="l" t="t" r="r" b="b"/>
                <a:pathLst>
                  <a:path w="4334" h="3799" fill="none" extrusionOk="0">
                    <a:moveTo>
                      <a:pt x="0" y="2024"/>
                    </a:moveTo>
                    <a:cubicBezTo>
                      <a:pt x="0" y="2024"/>
                      <a:pt x="2023" y="2440"/>
                      <a:pt x="3718" y="3799"/>
                    </a:cubicBezTo>
                    <a:cubicBezTo>
                      <a:pt x="3718" y="3799"/>
                      <a:pt x="4333" y="1855"/>
                      <a:pt x="4045" y="1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2"/>
              <p:cNvSpPr/>
              <p:nvPr/>
            </p:nvSpPr>
            <p:spPr>
              <a:xfrm>
                <a:off x="6523986" y="3447124"/>
                <a:ext cx="182358" cy="86158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1776" fill="none" extrusionOk="0">
                    <a:moveTo>
                      <a:pt x="0" y="1"/>
                    </a:moveTo>
                    <a:cubicBezTo>
                      <a:pt x="0" y="1"/>
                      <a:pt x="2430" y="873"/>
                      <a:pt x="3758" y="1776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32"/>
              <p:cNvSpPr/>
              <p:nvPr/>
            </p:nvSpPr>
            <p:spPr>
              <a:xfrm>
                <a:off x="6598064" y="3499080"/>
                <a:ext cx="202540" cy="216511"/>
              </a:xfrm>
              <a:custGeom>
                <a:avLst/>
                <a:gdLst/>
                <a:ahLst/>
                <a:cxnLst/>
                <a:rect l="l" t="t" r="r" b="b"/>
                <a:pathLst>
                  <a:path w="4175" h="4463" fill="none" extrusionOk="0">
                    <a:moveTo>
                      <a:pt x="0" y="2856"/>
                    </a:moveTo>
                    <a:cubicBezTo>
                      <a:pt x="0" y="2856"/>
                      <a:pt x="2231" y="3679"/>
                      <a:pt x="3183" y="4463"/>
                    </a:cubicBezTo>
                    <a:cubicBezTo>
                      <a:pt x="4046" y="2569"/>
                      <a:pt x="4175" y="1"/>
                      <a:pt x="4175" y="1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32"/>
              <p:cNvSpPr/>
              <p:nvPr/>
            </p:nvSpPr>
            <p:spPr>
              <a:xfrm>
                <a:off x="6617760" y="3589505"/>
                <a:ext cx="270894" cy="278559"/>
              </a:xfrm>
              <a:custGeom>
                <a:avLst/>
                <a:gdLst/>
                <a:ahLst/>
                <a:cxnLst/>
                <a:rect l="l" t="t" r="r" b="b"/>
                <a:pathLst>
                  <a:path w="5584" h="5742" fill="none" extrusionOk="0">
                    <a:moveTo>
                      <a:pt x="1" y="4334"/>
                    </a:moveTo>
                    <a:cubicBezTo>
                      <a:pt x="1" y="4334"/>
                      <a:pt x="1578" y="4631"/>
                      <a:pt x="3392" y="5742"/>
                    </a:cubicBezTo>
                    <a:cubicBezTo>
                      <a:pt x="3392" y="5742"/>
                      <a:pt x="5504" y="3223"/>
                      <a:pt x="5583" y="1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32"/>
              <p:cNvSpPr/>
              <p:nvPr/>
            </p:nvSpPr>
            <p:spPr>
              <a:xfrm>
                <a:off x="6788522" y="3657810"/>
                <a:ext cx="129965" cy="25260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5207" fill="none" extrusionOk="0">
                    <a:moveTo>
                      <a:pt x="1" y="5206"/>
                    </a:moveTo>
                    <a:cubicBezTo>
                      <a:pt x="1" y="5206"/>
                      <a:pt x="2272" y="2807"/>
                      <a:pt x="2678" y="1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2"/>
              <p:cNvSpPr/>
              <p:nvPr/>
            </p:nvSpPr>
            <p:spPr>
              <a:xfrm>
                <a:off x="6694263" y="3968090"/>
                <a:ext cx="110220" cy="62581"/>
              </a:xfrm>
              <a:custGeom>
                <a:avLst/>
                <a:gdLst/>
                <a:ahLst/>
                <a:cxnLst/>
                <a:rect l="l" t="t" r="r" b="b"/>
                <a:pathLst>
                  <a:path w="2272" h="1290" fill="none" extrusionOk="0">
                    <a:moveTo>
                      <a:pt x="1" y="0"/>
                    </a:moveTo>
                    <a:cubicBezTo>
                      <a:pt x="1" y="0"/>
                      <a:pt x="1527" y="585"/>
                      <a:pt x="2271" y="1289"/>
                    </a:cubicBezTo>
                  </a:path>
                </a:pathLst>
              </a:custGeom>
              <a:noFill/>
              <a:ln w="42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7" name="Google Shape;1317;p32"/>
            <p:cNvSpPr/>
            <p:nvPr/>
          </p:nvSpPr>
          <p:spPr>
            <a:xfrm>
              <a:off x="6240527" y="4431301"/>
              <a:ext cx="458147" cy="481270"/>
            </a:xfrm>
            <a:custGeom>
              <a:avLst/>
              <a:gdLst/>
              <a:ahLst/>
              <a:cxnLst/>
              <a:rect l="l" t="t" r="r" b="b"/>
              <a:pathLst>
                <a:path w="10620" h="11156" extrusionOk="0">
                  <a:moveTo>
                    <a:pt x="0" y="1"/>
                  </a:moveTo>
                  <a:lnTo>
                    <a:pt x="0" y="2390"/>
                  </a:lnTo>
                  <a:cubicBezTo>
                    <a:pt x="0" y="7725"/>
                    <a:pt x="2073" y="11155"/>
                    <a:pt x="2073" y="11155"/>
                  </a:cubicBezTo>
                  <a:lnTo>
                    <a:pt x="8557" y="11155"/>
                  </a:lnTo>
                  <a:cubicBezTo>
                    <a:pt x="8557" y="11155"/>
                    <a:pt x="10620" y="7725"/>
                    <a:pt x="10620" y="2390"/>
                  </a:cubicBezTo>
                  <a:lnTo>
                    <a:pt x="106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2"/>
            <p:cNvSpPr/>
            <p:nvPr/>
          </p:nvSpPr>
          <p:spPr>
            <a:xfrm>
              <a:off x="1959602" y="4914205"/>
              <a:ext cx="4883621" cy="43"/>
            </a:xfrm>
            <a:custGeom>
              <a:avLst/>
              <a:gdLst/>
              <a:ahLst/>
              <a:cxnLst/>
              <a:rect l="l" t="t" r="r" b="b"/>
              <a:pathLst>
                <a:path w="113204" h="1" fill="none" extrusionOk="0">
                  <a:moveTo>
                    <a:pt x="1" y="1"/>
                  </a:moveTo>
                  <a:lnTo>
                    <a:pt x="113204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2"/>
            <p:cNvSpPr/>
            <p:nvPr/>
          </p:nvSpPr>
          <p:spPr>
            <a:xfrm>
              <a:off x="5290495" y="4587854"/>
              <a:ext cx="292619" cy="303317"/>
            </a:xfrm>
            <a:custGeom>
              <a:avLst/>
              <a:gdLst/>
              <a:ahLst/>
              <a:cxnLst/>
              <a:rect l="l" t="t" r="r" b="b"/>
              <a:pathLst>
                <a:path w="6783" h="7031" extrusionOk="0">
                  <a:moveTo>
                    <a:pt x="2935" y="1"/>
                  </a:moveTo>
                  <a:lnTo>
                    <a:pt x="2856" y="5256"/>
                  </a:lnTo>
                  <a:lnTo>
                    <a:pt x="209" y="6446"/>
                  </a:lnTo>
                  <a:cubicBezTo>
                    <a:pt x="9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98" y="6991"/>
                  </a:cubicBezTo>
                  <a:lnTo>
                    <a:pt x="6495" y="7031"/>
                  </a:lnTo>
                  <a:lnTo>
                    <a:pt x="6445" y="5454"/>
                  </a:lnTo>
                  <a:lnTo>
                    <a:pt x="6782" y="417"/>
                  </a:lnTo>
                  <a:lnTo>
                    <a:pt x="2935" y="1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2"/>
            <p:cNvSpPr/>
            <p:nvPr/>
          </p:nvSpPr>
          <p:spPr>
            <a:xfrm>
              <a:off x="5274662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223" y="1"/>
                  </a:moveTo>
                  <a:lnTo>
                    <a:pt x="417" y="1191"/>
                  </a:lnTo>
                  <a:cubicBezTo>
                    <a:pt x="288" y="1240"/>
                    <a:pt x="169" y="1488"/>
                    <a:pt x="119" y="1647"/>
                  </a:cubicBezTo>
                  <a:cubicBezTo>
                    <a:pt x="119" y="1686"/>
                    <a:pt x="0" y="2390"/>
                    <a:pt x="169" y="2390"/>
                  </a:cubicBezTo>
                  <a:lnTo>
                    <a:pt x="7060" y="2390"/>
                  </a:lnTo>
                  <a:cubicBezTo>
                    <a:pt x="7149" y="2390"/>
                    <a:pt x="7189" y="2311"/>
                    <a:pt x="718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2"/>
            <p:cNvSpPr/>
            <p:nvPr/>
          </p:nvSpPr>
          <p:spPr>
            <a:xfrm>
              <a:off x="5388854" y="4818004"/>
              <a:ext cx="15876" cy="30371"/>
            </a:xfrm>
            <a:custGeom>
              <a:avLst/>
              <a:gdLst/>
              <a:ahLst/>
              <a:cxnLst/>
              <a:rect l="l" t="t" r="r" b="b"/>
              <a:pathLst>
                <a:path w="368" h="704" fill="none" extrusionOk="0">
                  <a:moveTo>
                    <a:pt x="1" y="0"/>
                  </a:moveTo>
                  <a:cubicBezTo>
                    <a:pt x="120" y="208"/>
                    <a:pt x="288" y="456"/>
                    <a:pt x="368" y="704"/>
                  </a:cubicBezTo>
                </a:path>
              </a:pathLst>
            </a:custGeom>
            <a:noFill/>
            <a:ln w="42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2"/>
            <p:cNvSpPr/>
            <p:nvPr/>
          </p:nvSpPr>
          <p:spPr>
            <a:xfrm>
              <a:off x="5372634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0" y="1"/>
                  </a:moveTo>
                  <a:cubicBezTo>
                    <a:pt x="169" y="209"/>
                    <a:pt x="248" y="328"/>
                    <a:pt x="327" y="536"/>
                  </a:cubicBezTo>
                </a:path>
              </a:pathLst>
            </a:custGeom>
            <a:noFill/>
            <a:ln w="42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2"/>
            <p:cNvSpPr/>
            <p:nvPr/>
          </p:nvSpPr>
          <p:spPr>
            <a:xfrm>
              <a:off x="5360209" y="4833793"/>
              <a:ext cx="12467" cy="23598"/>
            </a:xfrm>
            <a:custGeom>
              <a:avLst/>
              <a:gdLst/>
              <a:ahLst/>
              <a:cxnLst/>
              <a:rect l="l" t="t" r="r" b="b"/>
              <a:pathLst>
                <a:path w="289" h="547" fill="none" extrusionOk="0">
                  <a:moveTo>
                    <a:pt x="1" y="1"/>
                  </a:moveTo>
                  <a:cubicBezTo>
                    <a:pt x="80" y="169"/>
                    <a:pt x="209" y="378"/>
                    <a:pt x="288" y="546"/>
                  </a:cubicBezTo>
                </a:path>
              </a:pathLst>
            </a:custGeom>
            <a:noFill/>
            <a:ln w="42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2"/>
            <p:cNvSpPr/>
            <p:nvPr/>
          </p:nvSpPr>
          <p:spPr>
            <a:xfrm>
              <a:off x="5278070" y="4896259"/>
              <a:ext cx="305043" cy="1769"/>
            </a:xfrm>
            <a:custGeom>
              <a:avLst/>
              <a:gdLst/>
              <a:ahLst/>
              <a:cxnLst/>
              <a:rect l="l" t="t" r="r" b="b"/>
              <a:pathLst>
                <a:path w="7071" h="41" fill="none" extrusionOk="0">
                  <a:moveTo>
                    <a:pt x="7070" y="40"/>
                  </a:moveTo>
                  <a:lnTo>
                    <a:pt x="1" y="1"/>
                  </a:lnTo>
                </a:path>
              </a:pathLst>
            </a:custGeom>
            <a:noFill/>
            <a:ln w="42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2"/>
            <p:cNvSpPr/>
            <p:nvPr/>
          </p:nvSpPr>
          <p:spPr>
            <a:xfrm>
              <a:off x="5497524" y="4851782"/>
              <a:ext cx="76617" cy="44520"/>
            </a:xfrm>
            <a:custGeom>
              <a:avLst/>
              <a:gdLst/>
              <a:ahLst/>
              <a:cxnLst/>
              <a:rect l="l" t="t" r="r" b="b"/>
              <a:pathLst>
                <a:path w="1776" h="1032" fill="none" extrusionOk="0">
                  <a:moveTo>
                    <a:pt x="1775" y="0"/>
                  </a:moveTo>
                  <a:cubicBezTo>
                    <a:pt x="1775" y="0"/>
                    <a:pt x="119" y="40"/>
                    <a:pt x="0" y="1032"/>
                  </a:cubicBezTo>
                </a:path>
              </a:pathLst>
            </a:custGeom>
            <a:noFill/>
            <a:ln w="42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2"/>
            <p:cNvSpPr/>
            <p:nvPr/>
          </p:nvSpPr>
          <p:spPr>
            <a:xfrm>
              <a:off x="5317457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0" y="1"/>
                  </a:moveTo>
                  <a:cubicBezTo>
                    <a:pt x="0" y="1"/>
                    <a:pt x="456" y="665"/>
                    <a:pt x="535" y="953"/>
                  </a:cubicBezTo>
                </a:path>
              </a:pathLst>
            </a:custGeom>
            <a:noFill/>
            <a:ln w="42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2"/>
            <p:cNvSpPr/>
            <p:nvPr/>
          </p:nvSpPr>
          <p:spPr>
            <a:xfrm>
              <a:off x="5372634" y="3670363"/>
              <a:ext cx="272947" cy="1110035"/>
            </a:xfrm>
            <a:custGeom>
              <a:avLst/>
              <a:gdLst/>
              <a:ahLst/>
              <a:cxnLst/>
              <a:rect l="l" t="t" r="r" b="b"/>
              <a:pathLst>
                <a:path w="6327" h="25731" extrusionOk="0">
                  <a:moveTo>
                    <a:pt x="169" y="0"/>
                  </a:moveTo>
                  <a:cubicBezTo>
                    <a:pt x="169" y="0"/>
                    <a:pt x="0" y="13713"/>
                    <a:pt x="536" y="25730"/>
                  </a:cubicBezTo>
                  <a:lnTo>
                    <a:pt x="5206" y="25730"/>
                  </a:lnTo>
                  <a:cubicBezTo>
                    <a:pt x="5206" y="25730"/>
                    <a:pt x="5830" y="9995"/>
                    <a:pt x="5830" y="4294"/>
                  </a:cubicBezTo>
                  <a:cubicBezTo>
                    <a:pt x="5989" y="3262"/>
                    <a:pt x="6326" y="1815"/>
                    <a:pt x="6118" y="11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2"/>
            <p:cNvSpPr/>
            <p:nvPr/>
          </p:nvSpPr>
          <p:spPr>
            <a:xfrm>
              <a:off x="5561674" y="3855561"/>
              <a:ext cx="26574" cy="924835"/>
            </a:xfrm>
            <a:custGeom>
              <a:avLst/>
              <a:gdLst/>
              <a:ahLst/>
              <a:cxnLst/>
              <a:rect l="l" t="t" r="r" b="b"/>
              <a:pathLst>
                <a:path w="616" h="21438" fill="none" extrusionOk="0">
                  <a:moveTo>
                    <a:pt x="1" y="21437"/>
                  </a:moveTo>
                  <a:cubicBezTo>
                    <a:pt x="1" y="21437"/>
                    <a:pt x="615" y="5702"/>
                    <a:pt x="615" y="1"/>
                  </a:cubicBezTo>
                </a:path>
              </a:pathLst>
            </a:custGeom>
            <a:noFill/>
            <a:ln w="32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2"/>
            <p:cNvSpPr/>
            <p:nvPr/>
          </p:nvSpPr>
          <p:spPr>
            <a:xfrm>
              <a:off x="5664779" y="4559641"/>
              <a:ext cx="276355" cy="326311"/>
            </a:xfrm>
            <a:custGeom>
              <a:avLst/>
              <a:gdLst/>
              <a:ahLst/>
              <a:cxnLst/>
              <a:rect l="l" t="t" r="r" b="b"/>
              <a:pathLst>
                <a:path w="6406" h="7564" extrusionOk="0">
                  <a:moveTo>
                    <a:pt x="4799" y="0"/>
                  </a:moveTo>
                  <a:lnTo>
                    <a:pt x="952" y="327"/>
                  </a:lnTo>
                  <a:lnTo>
                    <a:pt x="2529" y="5325"/>
                  </a:lnTo>
                  <a:lnTo>
                    <a:pt x="129" y="7060"/>
                  </a:lnTo>
                  <a:cubicBezTo>
                    <a:pt x="50" y="7100"/>
                    <a:pt x="0" y="7228"/>
                    <a:pt x="0" y="7347"/>
                  </a:cubicBezTo>
                  <a:cubicBezTo>
                    <a:pt x="43" y="7459"/>
                    <a:pt x="138" y="7563"/>
                    <a:pt x="273" y="7563"/>
                  </a:cubicBezTo>
                  <a:cubicBezTo>
                    <a:pt x="293" y="7563"/>
                    <a:pt x="315" y="7561"/>
                    <a:pt x="337" y="7556"/>
                  </a:cubicBezTo>
                  <a:lnTo>
                    <a:pt x="6406" y="6405"/>
                  </a:lnTo>
                  <a:lnTo>
                    <a:pt x="6078" y="4869"/>
                  </a:lnTo>
                  <a:lnTo>
                    <a:pt x="4799" y="0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2"/>
            <p:cNvSpPr/>
            <p:nvPr/>
          </p:nvSpPr>
          <p:spPr>
            <a:xfrm>
              <a:off x="5656194" y="4766236"/>
              <a:ext cx="304612" cy="151465"/>
            </a:xfrm>
            <a:custGeom>
              <a:avLst/>
              <a:gdLst/>
              <a:ahLst/>
              <a:cxnLst/>
              <a:rect l="l" t="t" r="r" b="b"/>
              <a:pathLst>
                <a:path w="7061" h="3511" extrusionOk="0">
                  <a:moveTo>
                    <a:pt x="6277" y="0"/>
                  </a:moveTo>
                  <a:cubicBezTo>
                    <a:pt x="6277" y="0"/>
                    <a:pt x="4940" y="613"/>
                    <a:pt x="3538" y="613"/>
                  </a:cubicBezTo>
                  <a:cubicBezTo>
                    <a:pt x="3267" y="613"/>
                    <a:pt x="2994" y="590"/>
                    <a:pt x="2728" y="536"/>
                  </a:cubicBezTo>
                  <a:lnTo>
                    <a:pt x="160" y="2271"/>
                  </a:lnTo>
                  <a:cubicBezTo>
                    <a:pt x="80" y="2360"/>
                    <a:pt x="1" y="2608"/>
                    <a:pt x="1" y="2806"/>
                  </a:cubicBezTo>
                  <a:cubicBezTo>
                    <a:pt x="1" y="2806"/>
                    <a:pt x="41" y="3510"/>
                    <a:pt x="160" y="3510"/>
                  </a:cubicBezTo>
                  <a:lnTo>
                    <a:pt x="6942" y="2192"/>
                  </a:lnTo>
                  <a:cubicBezTo>
                    <a:pt x="7021" y="2192"/>
                    <a:pt x="7061" y="2112"/>
                    <a:pt x="7021" y="2023"/>
                  </a:cubicBezTo>
                  <a:lnTo>
                    <a:pt x="6277" y="0"/>
                  </a:ln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2"/>
            <p:cNvSpPr/>
            <p:nvPr/>
          </p:nvSpPr>
          <p:spPr>
            <a:xfrm>
              <a:off x="5748600" y="4800015"/>
              <a:ext cx="23166" cy="25280"/>
            </a:xfrm>
            <a:custGeom>
              <a:avLst/>
              <a:gdLst/>
              <a:ahLst/>
              <a:cxnLst/>
              <a:rect l="l" t="t" r="r" b="b"/>
              <a:pathLst>
                <a:path w="537" h="586" fill="none" extrusionOk="0">
                  <a:moveTo>
                    <a:pt x="1" y="1"/>
                  </a:moveTo>
                  <a:cubicBezTo>
                    <a:pt x="209" y="169"/>
                    <a:pt x="377" y="377"/>
                    <a:pt x="536" y="586"/>
                  </a:cubicBezTo>
                </a:path>
              </a:pathLst>
            </a:custGeom>
            <a:noFill/>
            <a:ln w="42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2"/>
            <p:cNvSpPr/>
            <p:nvPr/>
          </p:nvSpPr>
          <p:spPr>
            <a:xfrm>
              <a:off x="5736219" y="4812439"/>
              <a:ext cx="17989" cy="21397"/>
            </a:xfrm>
            <a:custGeom>
              <a:avLst/>
              <a:gdLst/>
              <a:ahLst/>
              <a:cxnLst/>
              <a:rect l="l" t="t" r="r" b="b"/>
              <a:pathLst>
                <a:path w="417" h="496" fill="none" extrusionOk="0">
                  <a:moveTo>
                    <a:pt x="0" y="0"/>
                  </a:moveTo>
                  <a:cubicBezTo>
                    <a:pt x="208" y="169"/>
                    <a:pt x="288" y="298"/>
                    <a:pt x="417" y="496"/>
                  </a:cubicBezTo>
                </a:path>
              </a:pathLst>
            </a:custGeom>
            <a:noFill/>
            <a:ln w="42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2"/>
            <p:cNvSpPr/>
            <p:nvPr/>
          </p:nvSpPr>
          <p:spPr>
            <a:xfrm>
              <a:off x="5723794" y="4821412"/>
              <a:ext cx="18033" cy="19715"/>
            </a:xfrm>
            <a:custGeom>
              <a:avLst/>
              <a:gdLst/>
              <a:ahLst/>
              <a:cxnLst/>
              <a:rect l="l" t="t" r="r" b="b"/>
              <a:pathLst>
                <a:path w="418" h="457" fill="none" extrusionOk="0">
                  <a:moveTo>
                    <a:pt x="1" y="0"/>
                  </a:moveTo>
                  <a:cubicBezTo>
                    <a:pt x="169" y="129"/>
                    <a:pt x="288" y="288"/>
                    <a:pt x="417" y="456"/>
                  </a:cubicBezTo>
                </a:path>
              </a:pathLst>
            </a:custGeom>
            <a:noFill/>
            <a:ln w="42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2"/>
            <p:cNvSpPr/>
            <p:nvPr/>
          </p:nvSpPr>
          <p:spPr>
            <a:xfrm>
              <a:off x="5656194" y="4841083"/>
              <a:ext cx="299478" cy="55219"/>
            </a:xfrm>
            <a:custGeom>
              <a:avLst/>
              <a:gdLst/>
              <a:ahLst/>
              <a:cxnLst/>
              <a:rect l="l" t="t" r="r" b="b"/>
              <a:pathLst>
                <a:path w="6942" h="1280" fill="none" extrusionOk="0">
                  <a:moveTo>
                    <a:pt x="6942" y="0"/>
                  </a:moveTo>
                  <a:lnTo>
                    <a:pt x="1" y="1280"/>
                  </a:lnTo>
                </a:path>
              </a:pathLst>
            </a:custGeom>
            <a:noFill/>
            <a:ln w="42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2"/>
            <p:cNvSpPr/>
            <p:nvPr/>
          </p:nvSpPr>
          <p:spPr>
            <a:xfrm>
              <a:off x="5867969" y="4798289"/>
              <a:ext cx="69757" cy="59102"/>
            </a:xfrm>
            <a:custGeom>
              <a:avLst/>
              <a:gdLst/>
              <a:ahLst/>
              <a:cxnLst/>
              <a:rect l="l" t="t" r="r" b="b"/>
              <a:pathLst>
                <a:path w="1617" h="1370" fill="none" extrusionOk="0">
                  <a:moveTo>
                    <a:pt x="1616" y="1"/>
                  </a:moveTo>
                  <a:cubicBezTo>
                    <a:pt x="1616" y="1"/>
                    <a:pt x="0" y="328"/>
                    <a:pt x="50" y="1369"/>
                  </a:cubicBezTo>
                </a:path>
              </a:pathLst>
            </a:custGeom>
            <a:noFill/>
            <a:ln w="42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2"/>
            <p:cNvSpPr/>
            <p:nvPr/>
          </p:nvSpPr>
          <p:spPr>
            <a:xfrm>
              <a:off x="5686176" y="4850056"/>
              <a:ext cx="30414" cy="35547"/>
            </a:xfrm>
            <a:custGeom>
              <a:avLst/>
              <a:gdLst/>
              <a:ahLst/>
              <a:cxnLst/>
              <a:rect l="l" t="t" r="r" b="b"/>
              <a:pathLst>
                <a:path w="705" h="824" fill="none" extrusionOk="0">
                  <a:moveTo>
                    <a:pt x="0" y="1"/>
                  </a:moveTo>
                  <a:cubicBezTo>
                    <a:pt x="0" y="1"/>
                    <a:pt x="585" y="536"/>
                    <a:pt x="704" y="824"/>
                  </a:cubicBezTo>
                </a:path>
              </a:pathLst>
            </a:custGeom>
            <a:noFill/>
            <a:ln w="42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2"/>
            <p:cNvSpPr/>
            <p:nvPr/>
          </p:nvSpPr>
          <p:spPr>
            <a:xfrm>
              <a:off x="5554426" y="3670363"/>
              <a:ext cx="377734" cy="1095929"/>
            </a:xfrm>
            <a:custGeom>
              <a:avLst/>
              <a:gdLst/>
              <a:ahLst/>
              <a:cxnLst/>
              <a:rect l="l" t="t" r="r" b="b"/>
              <a:pathLst>
                <a:path w="8756" h="25404" extrusionOk="0">
                  <a:moveTo>
                    <a:pt x="417" y="0"/>
                  </a:moveTo>
                  <a:lnTo>
                    <a:pt x="417" y="0"/>
                  </a:lnTo>
                  <a:cubicBezTo>
                    <a:pt x="417" y="0"/>
                    <a:pt x="0" y="7347"/>
                    <a:pt x="1031" y="13634"/>
                  </a:cubicBezTo>
                  <a:cubicBezTo>
                    <a:pt x="1815" y="18383"/>
                    <a:pt x="3927" y="25403"/>
                    <a:pt x="3927" y="25403"/>
                  </a:cubicBezTo>
                  <a:lnTo>
                    <a:pt x="8755" y="24332"/>
                  </a:lnTo>
                  <a:cubicBezTo>
                    <a:pt x="8755" y="24332"/>
                    <a:pt x="7109" y="17471"/>
                    <a:pt x="6445" y="13792"/>
                  </a:cubicBezTo>
                  <a:cubicBezTo>
                    <a:pt x="5781" y="10035"/>
                    <a:pt x="5989" y="6564"/>
                    <a:pt x="6118" y="4462"/>
                  </a:cubicBezTo>
                  <a:cubicBezTo>
                    <a:pt x="6118" y="4333"/>
                    <a:pt x="6118" y="4254"/>
                    <a:pt x="6158" y="4125"/>
                  </a:cubicBezTo>
                  <a:cubicBezTo>
                    <a:pt x="6326" y="3094"/>
                    <a:pt x="6614" y="1735"/>
                    <a:pt x="6405" y="119"/>
                  </a:cubicBezTo>
                  <a:lnTo>
                    <a:pt x="417" y="0"/>
                  </a:ln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2"/>
            <p:cNvSpPr/>
            <p:nvPr/>
          </p:nvSpPr>
          <p:spPr>
            <a:xfrm>
              <a:off x="5775562" y="3675497"/>
              <a:ext cx="130067" cy="1049726"/>
            </a:xfrm>
            <a:custGeom>
              <a:avLst/>
              <a:gdLst/>
              <a:ahLst/>
              <a:cxnLst/>
              <a:rect l="l" t="t" r="r" b="b"/>
              <a:pathLst>
                <a:path w="3015" h="24333" fill="none" extrusionOk="0">
                  <a:moveTo>
                    <a:pt x="3015" y="24332"/>
                  </a:moveTo>
                  <a:cubicBezTo>
                    <a:pt x="3015" y="24332"/>
                    <a:pt x="1319" y="17352"/>
                    <a:pt x="655" y="13673"/>
                  </a:cubicBezTo>
                  <a:cubicBezTo>
                    <a:pt x="0" y="9916"/>
                    <a:pt x="209" y="6445"/>
                    <a:pt x="328" y="4343"/>
                  </a:cubicBezTo>
                  <a:cubicBezTo>
                    <a:pt x="328" y="4214"/>
                    <a:pt x="328" y="4135"/>
                    <a:pt x="367" y="4006"/>
                  </a:cubicBezTo>
                  <a:cubicBezTo>
                    <a:pt x="536" y="2975"/>
                    <a:pt x="823" y="1616"/>
                    <a:pt x="615" y="0"/>
                  </a:cubicBezTo>
                </a:path>
              </a:pathLst>
            </a:custGeom>
            <a:noFill/>
            <a:ln w="32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2"/>
            <p:cNvSpPr/>
            <p:nvPr/>
          </p:nvSpPr>
          <p:spPr>
            <a:xfrm>
              <a:off x="5570647" y="3670363"/>
              <a:ext cx="37273" cy="668152"/>
            </a:xfrm>
            <a:custGeom>
              <a:avLst/>
              <a:gdLst/>
              <a:ahLst/>
              <a:cxnLst/>
              <a:rect l="l" t="t" r="r" b="b"/>
              <a:pathLst>
                <a:path w="864" h="15488" fill="none" extrusionOk="0">
                  <a:moveTo>
                    <a:pt x="41" y="0"/>
                  </a:moveTo>
                  <a:cubicBezTo>
                    <a:pt x="41" y="0"/>
                    <a:pt x="1" y="8091"/>
                    <a:pt x="407" y="12682"/>
                  </a:cubicBezTo>
                  <a:cubicBezTo>
                    <a:pt x="497" y="13673"/>
                    <a:pt x="695" y="14824"/>
                    <a:pt x="864" y="15488"/>
                  </a:cubicBezTo>
                </a:path>
              </a:pathLst>
            </a:custGeom>
            <a:noFill/>
            <a:ln w="32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2"/>
            <p:cNvSpPr/>
            <p:nvPr/>
          </p:nvSpPr>
          <p:spPr>
            <a:xfrm>
              <a:off x="5713095" y="3696851"/>
              <a:ext cx="90723" cy="73209"/>
            </a:xfrm>
            <a:custGeom>
              <a:avLst/>
              <a:gdLst/>
              <a:ahLst/>
              <a:cxnLst/>
              <a:rect l="l" t="t" r="r" b="b"/>
              <a:pathLst>
                <a:path w="2103" h="1697" fill="none" extrusionOk="0">
                  <a:moveTo>
                    <a:pt x="1" y="1"/>
                  </a:moveTo>
                  <a:cubicBezTo>
                    <a:pt x="1" y="1"/>
                    <a:pt x="576" y="1072"/>
                    <a:pt x="2103" y="1696"/>
                  </a:cubicBezTo>
                </a:path>
              </a:pathLst>
            </a:custGeom>
            <a:noFill/>
            <a:ln w="32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2"/>
            <p:cNvSpPr/>
            <p:nvPr/>
          </p:nvSpPr>
          <p:spPr>
            <a:xfrm>
              <a:off x="5376042" y="3686195"/>
              <a:ext cx="83864" cy="69757"/>
            </a:xfrm>
            <a:custGeom>
              <a:avLst/>
              <a:gdLst/>
              <a:ahLst/>
              <a:cxnLst/>
              <a:rect l="l" t="t" r="r" b="b"/>
              <a:pathLst>
                <a:path w="1944" h="1617" fill="none" extrusionOk="0">
                  <a:moveTo>
                    <a:pt x="0" y="1616"/>
                  </a:moveTo>
                  <a:cubicBezTo>
                    <a:pt x="0" y="1616"/>
                    <a:pt x="1577" y="1200"/>
                    <a:pt x="1944" y="0"/>
                  </a:cubicBezTo>
                </a:path>
              </a:pathLst>
            </a:custGeom>
            <a:noFill/>
            <a:ln w="32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2"/>
            <p:cNvSpPr/>
            <p:nvPr/>
          </p:nvSpPr>
          <p:spPr>
            <a:xfrm>
              <a:off x="5393988" y="4739705"/>
              <a:ext cx="204958" cy="43"/>
            </a:xfrm>
            <a:custGeom>
              <a:avLst/>
              <a:gdLst/>
              <a:ahLst/>
              <a:cxnLst/>
              <a:rect l="l" t="t" r="r" b="b"/>
              <a:pathLst>
                <a:path w="4751" h="1" fill="none" extrusionOk="0">
                  <a:moveTo>
                    <a:pt x="1" y="1"/>
                  </a:moveTo>
                  <a:lnTo>
                    <a:pt x="4750" y="1"/>
                  </a:lnTo>
                </a:path>
              </a:pathLst>
            </a:custGeom>
            <a:noFill/>
            <a:ln w="32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2"/>
            <p:cNvSpPr/>
            <p:nvPr/>
          </p:nvSpPr>
          <p:spPr>
            <a:xfrm>
              <a:off x="5713095" y="4684099"/>
              <a:ext cx="210523" cy="44952"/>
            </a:xfrm>
            <a:custGeom>
              <a:avLst/>
              <a:gdLst/>
              <a:ahLst/>
              <a:cxnLst/>
              <a:rect l="l" t="t" r="r" b="b"/>
              <a:pathLst>
                <a:path w="4880" h="1042" fill="none" extrusionOk="0">
                  <a:moveTo>
                    <a:pt x="1" y="1042"/>
                  </a:moveTo>
                  <a:lnTo>
                    <a:pt x="4879" y="1"/>
                  </a:lnTo>
                </a:path>
              </a:pathLst>
            </a:custGeom>
            <a:noFill/>
            <a:ln w="32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2"/>
            <p:cNvSpPr/>
            <p:nvPr/>
          </p:nvSpPr>
          <p:spPr>
            <a:xfrm>
              <a:off x="5508223" y="2994497"/>
              <a:ext cx="119368" cy="107505"/>
            </a:xfrm>
            <a:custGeom>
              <a:avLst/>
              <a:gdLst/>
              <a:ahLst/>
              <a:cxnLst/>
              <a:rect l="l" t="t" r="r" b="b"/>
              <a:pathLst>
                <a:path w="2767" h="2492" extrusionOk="0">
                  <a:moveTo>
                    <a:pt x="2439" y="1"/>
                  </a:moveTo>
                  <a:lnTo>
                    <a:pt x="159" y="209"/>
                  </a:lnTo>
                  <a:lnTo>
                    <a:pt x="0" y="1736"/>
                  </a:lnTo>
                  <a:cubicBezTo>
                    <a:pt x="0" y="1736"/>
                    <a:pt x="119" y="2361"/>
                    <a:pt x="1071" y="2480"/>
                  </a:cubicBezTo>
                  <a:cubicBezTo>
                    <a:pt x="1142" y="2488"/>
                    <a:pt x="1211" y="2492"/>
                    <a:pt x="1278" y="2492"/>
                  </a:cubicBezTo>
                  <a:cubicBezTo>
                    <a:pt x="2262" y="2492"/>
                    <a:pt x="2767" y="1657"/>
                    <a:pt x="2767" y="1657"/>
                  </a:cubicBezTo>
                  <a:lnTo>
                    <a:pt x="2439" y="1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2"/>
            <p:cNvSpPr/>
            <p:nvPr/>
          </p:nvSpPr>
          <p:spPr>
            <a:xfrm>
              <a:off x="5459863" y="2882463"/>
              <a:ext cx="65918" cy="103579"/>
            </a:xfrm>
            <a:custGeom>
              <a:avLst/>
              <a:gdLst/>
              <a:ahLst/>
              <a:cxnLst/>
              <a:rect l="l" t="t" r="r" b="b"/>
              <a:pathLst>
                <a:path w="1528" h="2401" extrusionOk="0">
                  <a:moveTo>
                    <a:pt x="873" y="0"/>
                  </a:moveTo>
                  <a:cubicBezTo>
                    <a:pt x="625" y="40"/>
                    <a:pt x="417" y="169"/>
                    <a:pt x="378" y="417"/>
                  </a:cubicBezTo>
                  <a:cubicBezTo>
                    <a:pt x="338" y="536"/>
                    <a:pt x="378" y="664"/>
                    <a:pt x="338" y="744"/>
                  </a:cubicBezTo>
                  <a:cubicBezTo>
                    <a:pt x="288" y="952"/>
                    <a:pt x="130" y="1031"/>
                    <a:pt x="40" y="1200"/>
                  </a:cubicBezTo>
                  <a:cubicBezTo>
                    <a:pt x="1" y="1319"/>
                    <a:pt x="1" y="1448"/>
                    <a:pt x="1" y="1567"/>
                  </a:cubicBezTo>
                  <a:cubicBezTo>
                    <a:pt x="40" y="1696"/>
                    <a:pt x="130" y="1815"/>
                    <a:pt x="169" y="1904"/>
                  </a:cubicBezTo>
                  <a:cubicBezTo>
                    <a:pt x="288" y="2063"/>
                    <a:pt x="417" y="2231"/>
                    <a:pt x="536" y="2310"/>
                  </a:cubicBezTo>
                  <a:cubicBezTo>
                    <a:pt x="638" y="2365"/>
                    <a:pt x="755" y="2400"/>
                    <a:pt x="869" y="2400"/>
                  </a:cubicBezTo>
                  <a:cubicBezTo>
                    <a:pt x="943" y="2400"/>
                    <a:pt x="1015" y="2385"/>
                    <a:pt x="1082" y="2350"/>
                  </a:cubicBezTo>
                  <a:cubicBezTo>
                    <a:pt x="1161" y="2310"/>
                    <a:pt x="1201" y="2231"/>
                    <a:pt x="1240" y="2191"/>
                  </a:cubicBezTo>
                  <a:cubicBezTo>
                    <a:pt x="1409" y="1944"/>
                    <a:pt x="1528" y="1696"/>
                    <a:pt x="1528" y="1408"/>
                  </a:cubicBezTo>
                  <a:lnTo>
                    <a:pt x="873" y="0"/>
                  </a:ln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2"/>
            <p:cNvSpPr/>
            <p:nvPr/>
          </p:nvSpPr>
          <p:spPr>
            <a:xfrm>
              <a:off x="5458180" y="2879745"/>
              <a:ext cx="163846" cy="155951"/>
            </a:xfrm>
            <a:custGeom>
              <a:avLst/>
              <a:gdLst/>
              <a:ahLst/>
              <a:cxnLst/>
              <a:rect l="l" t="t" r="r" b="b"/>
              <a:pathLst>
                <a:path w="3798" h="3615" extrusionOk="0">
                  <a:moveTo>
                    <a:pt x="2072" y="0"/>
                  </a:moveTo>
                  <a:cubicBezTo>
                    <a:pt x="1422" y="0"/>
                    <a:pt x="843" y="199"/>
                    <a:pt x="664" y="767"/>
                  </a:cubicBezTo>
                  <a:cubicBezTo>
                    <a:pt x="664" y="767"/>
                    <a:pt x="0" y="2909"/>
                    <a:pt x="952" y="3454"/>
                  </a:cubicBezTo>
                  <a:cubicBezTo>
                    <a:pt x="1150" y="3568"/>
                    <a:pt x="1380" y="3614"/>
                    <a:pt x="1616" y="3614"/>
                  </a:cubicBezTo>
                  <a:cubicBezTo>
                    <a:pt x="2409" y="3614"/>
                    <a:pt x="3283" y="3100"/>
                    <a:pt x="3352" y="2909"/>
                  </a:cubicBezTo>
                  <a:cubicBezTo>
                    <a:pt x="3431" y="2621"/>
                    <a:pt x="3798" y="351"/>
                    <a:pt x="3262" y="182"/>
                  </a:cubicBezTo>
                  <a:cubicBezTo>
                    <a:pt x="2888" y="74"/>
                    <a:pt x="2467" y="0"/>
                    <a:pt x="2072" y="0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2"/>
            <p:cNvSpPr/>
            <p:nvPr/>
          </p:nvSpPr>
          <p:spPr>
            <a:xfrm>
              <a:off x="5504384" y="2994497"/>
              <a:ext cx="28688" cy="19888"/>
            </a:xfrm>
            <a:custGeom>
              <a:avLst/>
              <a:gdLst/>
              <a:ahLst/>
              <a:cxnLst/>
              <a:rect l="l" t="t" r="r" b="b"/>
              <a:pathLst>
                <a:path w="665" h="461" extrusionOk="0">
                  <a:moveTo>
                    <a:pt x="625" y="1"/>
                  </a:moveTo>
                  <a:lnTo>
                    <a:pt x="0" y="170"/>
                  </a:lnTo>
                  <a:cubicBezTo>
                    <a:pt x="0" y="170"/>
                    <a:pt x="79" y="460"/>
                    <a:pt x="329" y="460"/>
                  </a:cubicBezTo>
                  <a:cubicBezTo>
                    <a:pt x="345" y="460"/>
                    <a:pt x="360" y="459"/>
                    <a:pt x="377" y="457"/>
                  </a:cubicBezTo>
                  <a:cubicBezTo>
                    <a:pt x="545" y="417"/>
                    <a:pt x="664" y="249"/>
                    <a:pt x="6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2"/>
            <p:cNvSpPr/>
            <p:nvPr/>
          </p:nvSpPr>
          <p:spPr>
            <a:xfrm>
              <a:off x="5511631" y="3023184"/>
              <a:ext cx="67644" cy="24849"/>
            </a:xfrm>
            <a:custGeom>
              <a:avLst/>
              <a:gdLst/>
              <a:ahLst/>
              <a:cxnLst/>
              <a:rect l="l" t="t" r="r" b="b"/>
              <a:pathLst>
                <a:path w="1568" h="576" fill="none" extrusionOk="0">
                  <a:moveTo>
                    <a:pt x="1" y="328"/>
                  </a:moveTo>
                  <a:cubicBezTo>
                    <a:pt x="1" y="328"/>
                    <a:pt x="913" y="575"/>
                    <a:pt x="1567" y="0"/>
                  </a:cubicBezTo>
                </a:path>
              </a:pathLst>
            </a:custGeom>
            <a:noFill/>
            <a:ln w="4225" cap="flat" cmpd="sng">
              <a:solidFill>
                <a:srgbClr val="AA7F6B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2"/>
            <p:cNvSpPr/>
            <p:nvPr/>
          </p:nvSpPr>
          <p:spPr>
            <a:xfrm>
              <a:off x="5470562" y="2818617"/>
              <a:ext cx="181835" cy="188263"/>
            </a:xfrm>
            <a:custGeom>
              <a:avLst/>
              <a:gdLst/>
              <a:ahLst/>
              <a:cxnLst/>
              <a:rect l="l" t="t" r="r" b="b"/>
              <a:pathLst>
                <a:path w="4215" h="4364" extrusionOk="0">
                  <a:moveTo>
                    <a:pt x="1028" y="1"/>
                  </a:moveTo>
                  <a:cubicBezTo>
                    <a:pt x="839" y="1"/>
                    <a:pt x="647" y="68"/>
                    <a:pt x="496" y="161"/>
                  </a:cubicBezTo>
                  <a:cubicBezTo>
                    <a:pt x="288" y="280"/>
                    <a:pt x="130" y="449"/>
                    <a:pt x="90" y="657"/>
                  </a:cubicBezTo>
                  <a:cubicBezTo>
                    <a:pt x="1" y="905"/>
                    <a:pt x="40" y="1153"/>
                    <a:pt x="169" y="1351"/>
                  </a:cubicBezTo>
                  <a:cubicBezTo>
                    <a:pt x="209" y="1351"/>
                    <a:pt x="209" y="1401"/>
                    <a:pt x="209" y="1401"/>
                  </a:cubicBezTo>
                  <a:cubicBezTo>
                    <a:pt x="417" y="1649"/>
                    <a:pt x="705" y="1768"/>
                    <a:pt x="953" y="1897"/>
                  </a:cubicBezTo>
                  <a:cubicBezTo>
                    <a:pt x="1280" y="2016"/>
                    <a:pt x="1617" y="1936"/>
                    <a:pt x="1944" y="2055"/>
                  </a:cubicBezTo>
                  <a:cubicBezTo>
                    <a:pt x="2152" y="2144"/>
                    <a:pt x="2400" y="2303"/>
                    <a:pt x="2519" y="2511"/>
                  </a:cubicBezTo>
                  <a:cubicBezTo>
                    <a:pt x="2648" y="2720"/>
                    <a:pt x="2480" y="2967"/>
                    <a:pt x="2608" y="3176"/>
                  </a:cubicBezTo>
                  <a:cubicBezTo>
                    <a:pt x="2648" y="3255"/>
                    <a:pt x="2727" y="3295"/>
                    <a:pt x="2767" y="3384"/>
                  </a:cubicBezTo>
                  <a:cubicBezTo>
                    <a:pt x="2856" y="3463"/>
                    <a:pt x="2817" y="3582"/>
                    <a:pt x="2817" y="3711"/>
                  </a:cubicBezTo>
                  <a:cubicBezTo>
                    <a:pt x="2767" y="3790"/>
                    <a:pt x="2817" y="3959"/>
                    <a:pt x="2817" y="4038"/>
                  </a:cubicBezTo>
                  <a:cubicBezTo>
                    <a:pt x="2856" y="4167"/>
                    <a:pt x="2856" y="4247"/>
                    <a:pt x="2936" y="4326"/>
                  </a:cubicBezTo>
                  <a:cubicBezTo>
                    <a:pt x="2975" y="4351"/>
                    <a:pt x="3027" y="4363"/>
                    <a:pt x="3079" y="4363"/>
                  </a:cubicBezTo>
                  <a:cubicBezTo>
                    <a:pt x="3131" y="4363"/>
                    <a:pt x="3184" y="4351"/>
                    <a:pt x="3223" y="4326"/>
                  </a:cubicBezTo>
                  <a:cubicBezTo>
                    <a:pt x="3848" y="4247"/>
                    <a:pt x="3719" y="3424"/>
                    <a:pt x="3888" y="3007"/>
                  </a:cubicBezTo>
                  <a:cubicBezTo>
                    <a:pt x="3927" y="2888"/>
                    <a:pt x="4007" y="2799"/>
                    <a:pt x="4056" y="2680"/>
                  </a:cubicBezTo>
                  <a:cubicBezTo>
                    <a:pt x="4215" y="2224"/>
                    <a:pt x="3888" y="1599"/>
                    <a:pt x="3471" y="1351"/>
                  </a:cubicBezTo>
                  <a:cubicBezTo>
                    <a:pt x="3312" y="1312"/>
                    <a:pt x="3144" y="1272"/>
                    <a:pt x="3065" y="1153"/>
                  </a:cubicBezTo>
                  <a:cubicBezTo>
                    <a:pt x="2936" y="1024"/>
                    <a:pt x="2936" y="816"/>
                    <a:pt x="2856" y="657"/>
                  </a:cubicBezTo>
                  <a:cubicBezTo>
                    <a:pt x="2727" y="409"/>
                    <a:pt x="2440" y="320"/>
                    <a:pt x="2152" y="320"/>
                  </a:cubicBezTo>
                  <a:cubicBezTo>
                    <a:pt x="2066" y="320"/>
                    <a:pt x="1985" y="338"/>
                    <a:pt x="1902" y="338"/>
                  </a:cubicBezTo>
                  <a:cubicBezTo>
                    <a:pt x="1860" y="338"/>
                    <a:pt x="1819" y="333"/>
                    <a:pt x="1776" y="320"/>
                  </a:cubicBezTo>
                  <a:cubicBezTo>
                    <a:pt x="1577" y="280"/>
                    <a:pt x="1448" y="72"/>
                    <a:pt x="1240" y="33"/>
                  </a:cubicBezTo>
                  <a:cubicBezTo>
                    <a:pt x="1172" y="11"/>
                    <a:pt x="1100" y="1"/>
                    <a:pt x="1028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2"/>
            <p:cNvSpPr/>
            <p:nvPr/>
          </p:nvSpPr>
          <p:spPr>
            <a:xfrm>
              <a:off x="5572372" y="2957655"/>
              <a:ext cx="37100" cy="47756"/>
            </a:xfrm>
            <a:custGeom>
              <a:avLst/>
              <a:gdLst/>
              <a:ahLst/>
              <a:cxnLst/>
              <a:rect l="l" t="t" r="r" b="b"/>
              <a:pathLst>
                <a:path w="860" h="1107" extrusionOk="0">
                  <a:moveTo>
                    <a:pt x="507" y="1"/>
                  </a:moveTo>
                  <a:cubicBezTo>
                    <a:pt x="352" y="1"/>
                    <a:pt x="232" y="197"/>
                    <a:pt x="159" y="359"/>
                  </a:cubicBezTo>
                  <a:lnTo>
                    <a:pt x="1" y="736"/>
                  </a:lnTo>
                  <a:cubicBezTo>
                    <a:pt x="80" y="905"/>
                    <a:pt x="159" y="1063"/>
                    <a:pt x="328" y="1103"/>
                  </a:cubicBezTo>
                  <a:cubicBezTo>
                    <a:pt x="340" y="1105"/>
                    <a:pt x="352" y="1106"/>
                    <a:pt x="365" y="1106"/>
                  </a:cubicBezTo>
                  <a:cubicBezTo>
                    <a:pt x="636" y="1106"/>
                    <a:pt x="860" y="595"/>
                    <a:pt x="784" y="320"/>
                  </a:cubicBezTo>
                  <a:cubicBezTo>
                    <a:pt x="744" y="201"/>
                    <a:pt x="705" y="111"/>
                    <a:pt x="615" y="32"/>
                  </a:cubicBezTo>
                  <a:cubicBezTo>
                    <a:pt x="578" y="11"/>
                    <a:pt x="542" y="1"/>
                    <a:pt x="507" y="1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2"/>
            <p:cNvSpPr/>
            <p:nvPr/>
          </p:nvSpPr>
          <p:spPr>
            <a:xfrm>
              <a:off x="5490234" y="2946612"/>
              <a:ext cx="19715" cy="39387"/>
            </a:xfrm>
            <a:custGeom>
              <a:avLst/>
              <a:gdLst/>
              <a:ahLst/>
              <a:cxnLst/>
              <a:rect l="l" t="t" r="r" b="b"/>
              <a:pathLst>
                <a:path w="457" h="913" fill="none" extrusionOk="0">
                  <a:moveTo>
                    <a:pt x="378" y="0"/>
                  </a:moveTo>
                  <a:cubicBezTo>
                    <a:pt x="378" y="0"/>
                    <a:pt x="1" y="576"/>
                    <a:pt x="40" y="744"/>
                  </a:cubicBezTo>
                  <a:cubicBezTo>
                    <a:pt x="80" y="913"/>
                    <a:pt x="457" y="823"/>
                    <a:pt x="457" y="823"/>
                  </a:cubicBezTo>
                </a:path>
              </a:pathLst>
            </a:custGeom>
            <a:noFill/>
            <a:ln w="1975" cap="flat" cmpd="sng">
              <a:solidFill>
                <a:srgbClr val="AA7F6B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2"/>
            <p:cNvSpPr/>
            <p:nvPr/>
          </p:nvSpPr>
          <p:spPr>
            <a:xfrm>
              <a:off x="5485747" y="2937380"/>
              <a:ext cx="7248" cy="11130"/>
            </a:xfrm>
            <a:custGeom>
              <a:avLst/>
              <a:gdLst/>
              <a:ahLst/>
              <a:cxnLst/>
              <a:rect l="l" t="t" r="r" b="b"/>
              <a:pathLst>
                <a:path w="168" h="258" extrusionOk="0">
                  <a:moveTo>
                    <a:pt x="108" y="0"/>
                  </a:moveTo>
                  <a:cubicBezTo>
                    <a:pt x="86" y="0"/>
                    <a:pt x="65" y="12"/>
                    <a:pt x="65" y="46"/>
                  </a:cubicBezTo>
                  <a:cubicBezTo>
                    <a:pt x="25" y="86"/>
                    <a:pt x="25" y="135"/>
                    <a:pt x="25" y="175"/>
                  </a:cubicBezTo>
                  <a:cubicBezTo>
                    <a:pt x="1" y="224"/>
                    <a:pt x="37" y="258"/>
                    <a:pt x="78" y="258"/>
                  </a:cubicBezTo>
                  <a:cubicBezTo>
                    <a:pt x="103" y="258"/>
                    <a:pt x="129" y="245"/>
                    <a:pt x="144" y="214"/>
                  </a:cubicBezTo>
                  <a:lnTo>
                    <a:pt x="144" y="46"/>
                  </a:lnTo>
                  <a:cubicBezTo>
                    <a:pt x="167" y="23"/>
                    <a:pt x="137" y="0"/>
                    <a:pt x="10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2"/>
            <p:cNvSpPr/>
            <p:nvPr/>
          </p:nvSpPr>
          <p:spPr>
            <a:xfrm>
              <a:off x="5485100" y="2917967"/>
              <a:ext cx="17601" cy="9016"/>
            </a:xfrm>
            <a:custGeom>
              <a:avLst/>
              <a:gdLst/>
              <a:ahLst/>
              <a:cxnLst/>
              <a:rect l="l" t="t" r="r" b="b"/>
              <a:pathLst>
                <a:path w="408" h="209" fill="none" extrusionOk="0">
                  <a:moveTo>
                    <a:pt x="407" y="208"/>
                  </a:moveTo>
                  <a:cubicBezTo>
                    <a:pt x="407" y="208"/>
                    <a:pt x="249" y="0"/>
                    <a:pt x="1" y="208"/>
                  </a:cubicBezTo>
                </a:path>
              </a:pathLst>
            </a:custGeom>
            <a:noFill/>
            <a:ln w="197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2"/>
            <p:cNvSpPr/>
            <p:nvPr/>
          </p:nvSpPr>
          <p:spPr>
            <a:xfrm>
              <a:off x="5537256" y="2948035"/>
              <a:ext cx="7506" cy="11173"/>
            </a:xfrm>
            <a:custGeom>
              <a:avLst/>
              <a:gdLst/>
              <a:ahLst/>
              <a:cxnLst/>
              <a:rect l="l" t="t" r="r" b="b"/>
              <a:pathLst>
                <a:path w="174" h="259" extrusionOk="0">
                  <a:moveTo>
                    <a:pt x="114" y="1"/>
                  </a:moveTo>
                  <a:cubicBezTo>
                    <a:pt x="92" y="1"/>
                    <a:pt x="71" y="13"/>
                    <a:pt x="71" y="47"/>
                  </a:cubicBezTo>
                  <a:cubicBezTo>
                    <a:pt x="31" y="86"/>
                    <a:pt x="31" y="136"/>
                    <a:pt x="31" y="176"/>
                  </a:cubicBezTo>
                  <a:cubicBezTo>
                    <a:pt x="1" y="225"/>
                    <a:pt x="38" y="259"/>
                    <a:pt x="81" y="259"/>
                  </a:cubicBezTo>
                  <a:cubicBezTo>
                    <a:pt x="107" y="259"/>
                    <a:pt x="135" y="246"/>
                    <a:pt x="150" y="215"/>
                  </a:cubicBezTo>
                  <a:lnTo>
                    <a:pt x="150" y="47"/>
                  </a:lnTo>
                  <a:cubicBezTo>
                    <a:pt x="173" y="24"/>
                    <a:pt x="143" y="1"/>
                    <a:pt x="11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2"/>
            <p:cNvSpPr/>
            <p:nvPr/>
          </p:nvSpPr>
          <p:spPr>
            <a:xfrm>
              <a:off x="5536437" y="2928666"/>
              <a:ext cx="23554" cy="12424"/>
            </a:xfrm>
            <a:custGeom>
              <a:avLst/>
              <a:gdLst/>
              <a:ahLst/>
              <a:cxnLst/>
              <a:rect l="l" t="t" r="r" b="b"/>
              <a:pathLst>
                <a:path w="546" h="288" fill="none" extrusionOk="0">
                  <a:moveTo>
                    <a:pt x="1" y="89"/>
                  </a:moveTo>
                  <a:cubicBezTo>
                    <a:pt x="1" y="89"/>
                    <a:pt x="249" y="0"/>
                    <a:pt x="546" y="288"/>
                  </a:cubicBezTo>
                </a:path>
              </a:pathLst>
            </a:custGeom>
            <a:noFill/>
            <a:ln w="197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2"/>
            <p:cNvSpPr/>
            <p:nvPr/>
          </p:nvSpPr>
          <p:spPr>
            <a:xfrm>
              <a:off x="4836229" y="3069387"/>
              <a:ext cx="554392" cy="212853"/>
            </a:xfrm>
            <a:custGeom>
              <a:avLst/>
              <a:gdLst/>
              <a:ahLst/>
              <a:cxnLst/>
              <a:rect l="l" t="t" r="r" b="b"/>
              <a:pathLst>
                <a:path w="12851" h="4934" extrusionOk="0">
                  <a:moveTo>
                    <a:pt x="1359" y="0"/>
                  </a:moveTo>
                  <a:lnTo>
                    <a:pt x="0" y="1904"/>
                  </a:lnTo>
                  <a:cubicBezTo>
                    <a:pt x="0" y="1904"/>
                    <a:pt x="4670" y="4760"/>
                    <a:pt x="7060" y="4918"/>
                  </a:cubicBezTo>
                  <a:cubicBezTo>
                    <a:pt x="7194" y="4929"/>
                    <a:pt x="7335" y="4934"/>
                    <a:pt x="7481" y="4934"/>
                  </a:cubicBezTo>
                  <a:cubicBezTo>
                    <a:pt x="9625" y="4934"/>
                    <a:pt x="12851" y="3847"/>
                    <a:pt x="12851" y="3847"/>
                  </a:cubicBezTo>
                  <a:lnTo>
                    <a:pt x="10947" y="744"/>
                  </a:lnTo>
                  <a:cubicBezTo>
                    <a:pt x="10947" y="744"/>
                    <a:pt x="8520" y="1626"/>
                    <a:pt x="7479" y="1626"/>
                  </a:cubicBezTo>
                  <a:cubicBezTo>
                    <a:pt x="7417" y="1626"/>
                    <a:pt x="7360" y="1623"/>
                    <a:pt x="7308" y="1616"/>
                  </a:cubicBezTo>
                  <a:cubicBezTo>
                    <a:pt x="5573" y="1368"/>
                    <a:pt x="1359" y="0"/>
                    <a:pt x="1359" y="0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2"/>
            <p:cNvSpPr/>
            <p:nvPr/>
          </p:nvSpPr>
          <p:spPr>
            <a:xfrm>
              <a:off x="5251582" y="3065159"/>
              <a:ext cx="256683" cy="205735"/>
            </a:xfrm>
            <a:custGeom>
              <a:avLst/>
              <a:gdLst/>
              <a:ahLst/>
              <a:cxnLst/>
              <a:rect l="l" t="t" r="r" b="b"/>
              <a:pathLst>
                <a:path w="5950" h="4769" extrusionOk="0">
                  <a:moveTo>
                    <a:pt x="5090" y="0"/>
                  </a:moveTo>
                  <a:cubicBezTo>
                    <a:pt x="4442" y="0"/>
                    <a:pt x="3620" y="116"/>
                    <a:pt x="2638" y="306"/>
                  </a:cubicBezTo>
                  <a:cubicBezTo>
                    <a:pt x="1527" y="515"/>
                    <a:pt x="0" y="1050"/>
                    <a:pt x="0" y="1050"/>
                  </a:cubicBezTo>
                  <a:lnTo>
                    <a:pt x="1239" y="4768"/>
                  </a:lnTo>
                  <a:lnTo>
                    <a:pt x="4373" y="3985"/>
                  </a:lnTo>
                  <a:lnTo>
                    <a:pt x="5949" y="98"/>
                  </a:lnTo>
                  <a:cubicBezTo>
                    <a:pt x="5710" y="31"/>
                    <a:pt x="5423" y="0"/>
                    <a:pt x="509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2"/>
            <p:cNvSpPr/>
            <p:nvPr/>
          </p:nvSpPr>
          <p:spPr>
            <a:xfrm>
              <a:off x="5372634" y="3065936"/>
              <a:ext cx="486792" cy="638256"/>
            </a:xfrm>
            <a:custGeom>
              <a:avLst/>
              <a:gdLst/>
              <a:ahLst/>
              <a:cxnLst/>
              <a:rect l="l" t="t" r="r" b="b"/>
              <a:pathLst>
                <a:path w="11284" h="14795" extrusionOk="0">
                  <a:moveTo>
                    <a:pt x="5910" y="1"/>
                  </a:moveTo>
                  <a:cubicBezTo>
                    <a:pt x="5910" y="1"/>
                    <a:pt x="5245" y="626"/>
                    <a:pt x="4383" y="626"/>
                  </a:cubicBezTo>
                  <a:cubicBezTo>
                    <a:pt x="3351" y="626"/>
                    <a:pt x="3143" y="80"/>
                    <a:pt x="3143" y="80"/>
                  </a:cubicBezTo>
                  <a:cubicBezTo>
                    <a:pt x="3143" y="80"/>
                    <a:pt x="664" y="1032"/>
                    <a:pt x="288" y="4096"/>
                  </a:cubicBezTo>
                  <a:cubicBezTo>
                    <a:pt x="79" y="6029"/>
                    <a:pt x="0" y="14795"/>
                    <a:pt x="0" y="14795"/>
                  </a:cubicBezTo>
                  <a:lnTo>
                    <a:pt x="10738" y="14795"/>
                  </a:lnTo>
                  <a:cubicBezTo>
                    <a:pt x="10738" y="14795"/>
                    <a:pt x="11284" y="1121"/>
                    <a:pt x="5910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2"/>
            <p:cNvSpPr/>
            <p:nvPr/>
          </p:nvSpPr>
          <p:spPr>
            <a:xfrm>
              <a:off x="5459863" y="3418817"/>
              <a:ext cx="314016" cy="365353"/>
            </a:xfrm>
            <a:custGeom>
              <a:avLst/>
              <a:gdLst/>
              <a:ahLst/>
              <a:cxnLst/>
              <a:rect l="l" t="t" r="r" b="b"/>
              <a:pathLst>
                <a:path w="7279" h="8469" extrusionOk="0">
                  <a:moveTo>
                    <a:pt x="5048" y="1"/>
                  </a:moveTo>
                  <a:lnTo>
                    <a:pt x="1" y="1657"/>
                  </a:lnTo>
                  <a:lnTo>
                    <a:pt x="2232" y="8469"/>
                  </a:lnTo>
                  <a:lnTo>
                    <a:pt x="7279" y="6773"/>
                  </a:lnTo>
                  <a:lnTo>
                    <a:pt x="5048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2"/>
            <p:cNvSpPr/>
            <p:nvPr/>
          </p:nvSpPr>
          <p:spPr>
            <a:xfrm>
              <a:off x="5500932" y="3423562"/>
              <a:ext cx="128385" cy="59490"/>
            </a:xfrm>
            <a:custGeom>
              <a:avLst/>
              <a:gdLst/>
              <a:ahLst/>
              <a:cxnLst/>
              <a:rect l="l" t="t" r="r" b="b"/>
              <a:pathLst>
                <a:path w="2976" h="1379" extrusionOk="0">
                  <a:moveTo>
                    <a:pt x="2728" y="0"/>
                  </a:moveTo>
                  <a:cubicBezTo>
                    <a:pt x="2713" y="0"/>
                    <a:pt x="2699" y="6"/>
                    <a:pt x="2688" y="20"/>
                  </a:cubicBezTo>
                  <a:lnTo>
                    <a:pt x="80" y="843"/>
                  </a:lnTo>
                  <a:cubicBezTo>
                    <a:pt x="40" y="883"/>
                    <a:pt x="1" y="962"/>
                    <a:pt x="1" y="1011"/>
                  </a:cubicBezTo>
                  <a:lnTo>
                    <a:pt x="130" y="1378"/>
                  </a:lnTo>
                  <a:lnTo>
                    <a:pt x="2975" y="426"/>
                  </a:lnTo>
                  <a:lnTo>
                    <a:pt x="2856" y="99"/>
                  </a:lnTo>
                  <a:cubicBezTo>
                    <a:pt x="2820" y="42"/>
                    <a:pt x="2769" y="0"/>
                    <a:pt x="272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2"/>
            <p:cNvSpPr/>
            <p:nvPr/>
          </p:nvSpPr>
          <p:spPr>
            <a:xfrm>
              <a:off x="5536437" y="3413942"/>
              <a:ext cx="42838" cy="36367"/>
            </a:xfrm>
            <a:custGeom>
              <a:avLst/>
              <a:gdLst/>
              <a:ahLst/>
              <a:cxnLst/>
              <a:rect l="l" t="t" r="r" b="b"/>
              <a:pathLst>
                <a:path w="993" h="843" extrusionOk="0">
                  <a:moveTo>
                    <a:pt x="417" y="243"/>
                  </a:moveTo>
                  <a:cubicBezTo>
                    <a:pt x="546" y="243"/>
                    <a:pt x="625" y="283"/>
                    <a:pt x="665" y="362"/>
                  </a:cubicBezTo>
                  <a:cubicBezTo>
                    <a:pt x="665" y="441"/>
                    <a:pt x="625" y="530"/>
                    <a:pt x="546" y="570"/>
                  </a:cubicBezTo>
                  <a:cubicBezTo>
                    <a:pt x="522" y="581"/>
                    <a:pt x="496" y="586"/>
                    <a:pt x="471" y="586"/>
                  </a:cubicBezTo>
                  <a:cubicBezTo>
                    <a:pt x="402" y="586"/>
                    <a:pt x="338" y="549"/>
                    <a:pt x="338" y="491"/>
                  </a:cubicBezTo>
                  <a:cubicBezTo>
                    <a:pt x="298" y="362"/>
                    <a:pt x="338" y="283"/>
                    <a:pt x="417" y="243"/>
                  </a:cubicBezTo>
                  <a:close/>
                  <a:moveTo>
                    <a:pt x="524" y="1"/>
                  </a:moveTo>
                  <a:cubicBezTo>
                    <a:pt x="464" y="1"/>
                    <a:pt x="401" y="12"/>
                    <a:pt x="338" y="35"/>
                  </a:cubicBezTo>
                  <a:cubicBezTo>
                    <a:pt x="130" y="74"/>
                    <a:pt x="1" y="322"/>
                    <a:pt x="50" y="570"/>
                  </a:cubicBezTo>
                  <a:cubicBezTo>
                    <a:pt x="113" y="734"/>
                    <a:pt x="280" y="843"/>
                    <a:pt x="469" y="843"/>
                  </a:cubicBezTo>
                  <a:cubicBezTo>
                    <a:pt x="520" y="843"/>
                    <a:pt x="573" y="835"/>
                    <a:pt x="625" y="818"/>
                  </a:cubicBezTo>
                  <a:cubicBezTo>
                    <a:pt x="873" y="739"/>
                    <a:pt x="992" y="491"/>
                    <a:pt x="913" y="283"/>
                  </a:cubicBezTo>
                  <a:cubicBezTo>
                    <a:pt x="854" y="98"/>
                    <a:pt x="701" y="1"/>
                    <a:pt x="52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2"/>
            <p:cNvSpPr/>
            <p:nvPr/>
          </p:nvSpPr>
          <p:spPr>
            <a:xfrm>
              <a:off x="5600586" y="3242592"/>
              <a:ext cx="340547" cy="489812"/>
            </a:xfrm>
            <a:custGeom>
              <a:avLst/>
              <a:gdLst/>
              <a:ahLst/>
              <a:cxnLst/>
              <a:rect l="l" t="t" r="r" b="b"/>
              <a:pathLst>
                <a:path w="7894" h="11354" extrusionOk="0">
                  <a:moveTo>
                    <a:pt x="6496" y="1"/>
                  </a:moveTo>
                  <a:lnTo>
                    <a:pt x="2857" y="943"/>
                  </a:lnTo>
                  <a:cubicBezTo>
                    <a:pt x="2857" y="943"/>
                    <a:pt x="3769" y="4255"/>
                    <a:pt x="3561" y="4790"/>
                  </a:cubicBezTo>
                  <a:cubicBezTo>
                    <a:pt x="3104" y="6069"/>
                    <a:pt x="1" y="9123"/>
                    <a:pt x="1" y="9123"/>
                  </a:cubicBezTo>
                  <a:lnTo>
                    <a:pt x="1578" y="11354"/>
                  </a:lnTo>
                  <a:cubicBezTo>
                    <a:pt x="1578" y="11354"/>
                    <a:pt x="6327" y="8300"/>
                    <a:pt x="7190" y="5950"/>
                  </a:cubicBezTo>
                  <a:cubicBezTo>
                    <a:pt x="7894" y="4086"/>
                    <a:pt x="6496" y="1"/>
                    <a:pt x="6496" y="1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2"/>
            <p:cNvSpPr/>
            <p:nvPr/>
          </p:nvSpPr>
          <p:spPr>
            <a:xfrm>
              <a:off x="5627549" y="3065849"/>
              <a:ext cx="279806" cy="283732"/>
            </a:xfrm>
            <a:custGeom>
              <a:avLst/>
              <a:gdLst/>
              <a:ahLst/>
              <a:cxnLst/>
              <a:rect l="l" t="t" r="r" b="b"/>
              <a:pathLst>
                <a:path w="6486" h="6577" extrusionOk="0">
                  <a:moveTo>
                    <a:pt x="161" y="0"/>
                  </a:moveTo>
                  <a:cubicBezTo>
                    <a:pt x="58" y="0"/>
                    <a:pt x="1" y="3"/>
                    <a:pt x="1" y="3"/>
                  </a:cubicBezTo>
                  <a:lnTo>
                    <a:pt x="1448" y="3553"/>
                  </a:lnTo>
                  <a:lnTo>
                    <a:pt x="2440" y="6577"/>
                  </a:lnTo>
                  <a:lnTo>
                    <a:pt x="6485" y="5912"/>
                  </a:lnTo>
                  <a:cubicBezTo>
                    <a:pt x="6485" y="5912"/>
                    <a:pt x="6158" y="3761"/>
                    <a:pt x="5077" y="2154"/>
                  </a:cubicBezTo>
                  <a:cubicBezTo>
                    <a:pt x="3744" y="129"/>
                    <a:pt x="869" y="0"/>
                    <a:pt x="1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2"/>
            <p:cNvSpPr/>
            <p:nvPr/>
          </p:nvSpPr>
          <p:spPr>
            <a:xfrm>
              <a:off x="5695149" y="3238752"/>
              <a:ext cx="37661" cy="110827"/>
            </a:xfrm>
            <a:custGeom>
              <a:avLst/>
              <a:gdLst/>
              <a:ahLst/>
              <a:cxnLst/>
              <a:rect l="l" t="t" r="r" b="b"/>
              <a:pathLst>
                <a:path w="873" h="2569" fill="none" extrusionOk="0">
                  <a:moveTo>
                    <a:pt x="873" y="2569"/>
                  </a:moveTo>
                  <a:lnTo>
                    <a:pt x="0" y="1"/>
                  </a:lnTo>
                </a:path>
              </a:pathLst>
            </a:custGeom>
            <a:noFill/>
            <a:ln w="32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2"/>
            <p:cNvSpPr/>
            <p:nvPr/>
          </p:nvSpPr>
          <p:spPr>
            <a:xfrm>
              <a:off x="5385015" y="3154932"/>
              <a:ext cx="28688" cy="87704"/>
            </a:xfrm>
            <a:custGeom>
              <a:avLst/>
              <a:gdLst/>
              <a:ahLst/>
              <a:cxnLst/>
              <a:rect l="l" t="t" r="r" b="b"/>
              <a:pathLst>
                <a:path w="665" h="2033" fill="none" extrusionOk="0">
                  <a:moveTo>
                    <a:pt x="1" y="2033"/>
                  </a:moveTo>
                  <a:cubicBezTo>
                    <a:pt x="1" y="2033"/>
                    <a:pt x="130" y="744"/>
                    <a:pt x="665" y="0"/>
                  </a:cubicBezTo>
                </a:path>
              </a:pathLst>
            </a:custGeom>
            <a:noFill/>
            <a:ln w="32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2"/>
            <p:cNvSpPr/>
            <p:nvPr/>
          </p:nvSpPr>
          <p:spPr>
            <a:xfrm>
              <a:off x="5488551" y="3065936"/>
              <a:ext cx="169411" cy="48403"/>
            </a:xfrm>
            <a:custGeom>
              <a:avLst/>
              <a:gdLst/>
              <a:ahLst/>
              <a:cxnLst/>
              <a:rect l="l" t="t" r="r" b="b"/>
              <a:pathLst>
                <a:path w="3927" h="1122" fill="none" extrusionOk="0">
                  <a:moveTo>
                    <a:pt x="0" y="1"/>
                  </a:moveTo>
                  <a:cubicBezTo>
                    <a:pt x="0" y="1"/>
                    <a:pt x="0" y="1121"/>
                    <a:pt x="1487" y="1121"/>
                  </a:cubicBezTo>
                  <a:cubicBezTo>
                    <a:pt x="3302" y="1121"/>
                    <a:pt x="3927" y="1"/>
                    <a:pt x="3927" y="1"/>
                  </a:cubicBezTo>
                </a:path>
              </a:pathLst>
            </a:custGeom>
            <a:noFill/>
            <a:ln w="32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2"/>
            <p:cNvSpPr/>
            <p:nvPr/>
          </p:nvSpPr>
          <p:spPr>
            <a:xfrm>
              <a:off x="5509905" y="3597199"/>
              <a:ext cx="221222" cy="194561"/>
            </a:xfrm>
            <a:custGeom>
              <a:avLst/>
              <a:gdLst/>
              <a:ahLst/>
              <a:cxnLst/>
              <a:rect l="l" t="t" r="r" b="b"/>
              <a:pathLst>
                <a:path w="5128" h="4510" extrusionOk="0">
                  <a:moveTo>
                    <a:pt x="3095" y="1"/>
                  </a:moveTo>
                  <a:cubicBezTo>
                    <a:pt x="2440" y="705"/>
                    <a:pt x="249" y="2440"/>
                    <a:pt x="288" y="2598"/>
                  </a:cubicBezTo>
                  <a:cubicBezTo>
                    <a:pt x="301" y="2631"/>
                    <a:pt x="331" y="2645"/>
                    <a:pt x="373" y="2645"/>
                  </a:cubicBezTo>
                  <a:cubicBezTo>
                    <a:pt x="565" y="2645"/>
                    <a:pt x="1007" y="2362"/>
                    <a:pt x="1154" y="2362"/>
                  </a:cubicBezTo>
                  <a:cubicBezTo>
                    <a:pt x="1179" y="2362"/>
                    <a:pt x="1196" y="2371"/>
                    <a:pt x="1201" y="2390"/>
                  </a:cubicBezTo>
                  <a:cubicBezTo>
                    <a:pt x="1201" y="2559"/>
                    <a:pt x="1" y="3511"/>
                    <a:pt x="120" y="3719"/>
                  </a:cubicBezTo>
                  <a:cubicBezTo>
                    <a:pt x="132" y="3738"/>
                    <a:pt x="152" y="3746"/>
                    <a:pt x="179" y="3746"/>
                  </a:cubicBezTo>
                  <a:cubicBezTo>
                    <a:pt x="450" y="3746"/>
                    <a:pt x="1408" y="2886"/>
                    <a:pt x="1409" y="2886"/>
                  </a:cubicBezTo>
                  <a:lnTo>
                    <a:pt x="1409" y="2886"/>
                  </a:lnTo>
                  <a:cubicBezTo>
                    <a:pt x="1408" y="2887"/>
                    <a:pt x="209" y="4086"/>
                    <a:pt x="368" y="4254"/>
                  </a:cubicBezTo>
                  <a:cubicBezTo>
                    <a:pt x="376" y="4262"/>
                    <a:pt x="388" y="4266"/>
                    <a:pt x="403" y="4266"/>
                  </a:cubicBezTo>
                  <a:cubicBezTo>
                    <a:pt x="621" y="4266"/>
                    <a:pt x="1515" y="3492"/>
                    <a:pt x="1905" y="3223"/>
                  </a:cubicBezTo>
                  <a:lnTo>
                    <a:pt x="1905" y="3223"/>
                  </a:lnTo>
                  <a:cubicBezTo>
                    <a:pt x="1488" y="3590"/>
                    <a:pt x="913" y="4254"/>
                    <a:pt x="1032" y="4373"/>
                  </a:cubicBezTo>
                  <a:cubicBezTo>
                    <a:pt x="1045" y="4386"/>
                    <a:pt x="1063" y="4392"/>
                    <a:pt x="1085" y="4392"/>
                  </a:cubicBezTo>
                  <a:cubicBezTo>
                    <a:pt x="1295" y="4392"/>
                    <a:pt x="1908" y="3887"/>
                    <a:pt x="2400" y="3511"/>
                  </a:cubicBezTo>
                  <a:lnTo>
                    <a:pt x="2400" y="3511"/>
                  </a:lnTo>
                  <a:cubicBezTo>
                    <a:pt x="2063" y="3798"/>
                    <a:pt x="1528" y="4373"/>
                    <a:pt x="1657" y="4502"/>
                  </a:cubicBezTo>
                  <a:cubicBezTo>
                    <a:pt x="1662" y="4507"/>
                    <a:pt x="1670" y="4510"/>
                    <a:pt x="1680" y="4510"/>
                  </a:cubicBezTo>
                  <a:cubicBezTo>
                    <a:pt x="1922" y="4510"/>
                    <a:pt x="3579" y="3248"/>
                    <a:pt x="5127" y="2023"/>
                  </a:cubicBezTo>
                  <a:lnTo>
                    <a:pt x="3095" y="1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2"/>
            <p:cNvSpPr/>
            <p:nvPr/>
          </p:nvSpPr>
          <p:spPr>
            <a:xfrm>
              <a:off x="3207344" y="4587854"/>
              <a:ext cx="279806" cy="303317"/>
            </a:xfrm>
            <a:custGeom>
              <a:avLst/>
              <a:gdLst/>
              <a:ahLst/>
              <a:cxnLst/>
              <a:rect l="l" t="t" r="r" b="b"/>
              <a:pathLst>
                <a:path w="6486" h="7031" extrusionOk="0">
                  <a:moveTo>
                    <a:pt x="4215" y="1"/>
                  </a:moveTo>
                  <a:lnTo>
                    <a:pt x="368" y="417"/>
                  </a:lnTo>
                  <a:lnTo>
                    <a:pt x="40" y="5454"/>
                  </a:lnTo>
                  <a:lnTo>
                    <a:pt x="1" y="7031"/>
                  </a:lnTo>
                  <a:lnTo>
                    <a:pt x="6198" y="6991"/>
                  </a:lnTo>
                  <a:cubicBezTo>
                    <a:pt x="6356" y="6991"/>
                    <a:pt x="6485" y="6862"/>
                    <a:pt x="6485" y="6693"/>
                  </a:cubicBezTo>
                  <a:cubicBezTo>
                    <a:pt x="6485" y="6614"/>
                    <a:pt x="6396" y="6495"/>
                    <a:pt x="6277" y="6446"/>
                  </a:cubicBezTo>
                  <a:lnTo>
                    <a:pt x="3630" y="5256"/>
                  </a:lnTo>
                  <a:lnTo>
                    <a:pt x="4215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2"/>
            <p:cNvSpPr/>
            <p:nvPr/>
          </p:nvSpPr>
          <p:spPr>
            <a:xfrm>
              <a:off x="3192806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967" y="1"/>
                  </a:moveTo>
                  <a:cubicBezTo>
                    <a:pt x="3367" y="236"/>
                    <a:pt x="2701" y="309"/>
                    <a:pt x="2107" y="309"/>
                  </a:cubicBezTo>
                  <a:cubicBezTo>
                    <a:pt x="1148" y="309"/>
                    <a:pt x="377" y="120"/>
                    <a:pt x="377" y="120"/>
                  </a:cubicBezTo>
                  <a:lnTo>
                    <a:pt x="1" y="2271"/>
                  </a:lnTo>
                  <a:cubicBezTo>
                    <a:pt x="1" y="2311"/>
                    <a:pt x="40" y="2390"/>
                    <a:pt x="129" y="2390"/>
                  </a:cubicBezTo>
                  <a:lnTo>
                    <a:pt x="7031" y="2390"/>
                  </a:lnTo>
                  <a:cubicBezTo>
                    <a:pt x="7189" y="2390"/>
                    <a:pt x="7070" y="1686"/>
                    <a:pt x="7070" y="1647"/>
                  </a:cubicBezTo>
                  <a:cubicBezTo>
                    <a:pt x="7031" y="1488"/>
                    <a:pt x="6902" y="1240"/>
                    <a:pt x="6783" y="1191"/>
                  </a:cubicBezTo>
                  <a:lnTo>
                    <a:pt x="3967" y="1"/>
                  </a:lnTo>
                  <a:close/>
                </a:path>
              </a:pathLst>
            </a:custGeom>
            <a:solidFill>
              <a:srgbClr val="1622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2"/>
            <p:cNvSpPr/>
            <p:nvPr/>
          </p:nvSpPr>
          <p:spPr>
            <a:xfrm>
              <a:off x="3372873" y="4818004"/>
              <a:ext cx="16307" cy="30371"/>
            </a:xfrm>
            <a:custGeom>
              <a:avLst/>
              <a:gdLst/>
              <a:ahLst/>
              <a:cxnLst/>
              <a:rect l="l" t="t" r="r" b="b"/>
              <a:pathLst>
                <a:path w="378" h="704" fill="none" extrusionOk="0">
                  <a:moveTo>
                    <a:pt x="378" y="0"/>
                  </a:moveTo>
                  <a:cubicBezTo>
                    <a:pt x="249" y="208"/>
                    <a:pt x="80" y="456"/>
                    <a:pt x="1" y="704"/>
                  </a:cubicBezTo>
                </a:path>
              </a:pathLst>
            </a:custGeom>
            <a:noFill/>
            <a:ln w="32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2"/>
            <p:cNvSpPr/>
            <p:nvPr/>
          </p:nvSpPr>
          <p:spPr>
            <a:xfrm>
              <a:off x="3390862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328" y="1"/>
                  </a:moveTo>
                  <a:cubicBezTo>
                    <a:pt x="159" y="209"/>
                    <a:pt x="80" y="328"/>
                    <a:pt x="0" y="536"/>
                  </a:cubicBezTo>
                </a:path>
              </a:pathLst>
            </a:custGeom>
            <a:noFill/>
            <a:ln w="32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2"/>
            <p:cNvSpPr/>
            <p:nvPr/>
          </p:nvSpPr>
          <p:spPr>
            <a:xfrm>
              <a:off x="3404969" y="4833793"/>
              <a:ext cx="12467" cy="23598"/>
            </a:xfrm>
            <a:custGeom>
              <a:avLst/>
              <a:gdLst/>
              <a:ahLst/>
              <a:cxnLst/>
              <a:rect l="l" t="t" r="r" b="b"/>
              <a:pathLst>
                <a:path w="289" h="547" fill="none" extrusionOk="0">
                  <a:moveTo>
                    <a:pt x="288" y="1"/>
                  </a:moveTo>
                  <a:cubicBezTo>
                    <a:pt x="209" y="169"/>
                    <a:pt x="80" y="378"/>
                    <a:pt x="1" y="546"/>
                  </a:cubicBezTo>
                </a:path>
              </a:pathLst>
            </a:custGeom>
            <a:noFill/>
            <a:ln w="32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2"/>
            <p:cNvSpPr/>
            <p:nvPr/>
          </p:nvSpPr>
          <p:spPr>
            <a:xfrm>
              <a:off x="3194532" y="4896259"/>
              <a:ext cx="305000" cy="1769"/>
            </a:xfrm>
            <a:custGeom>
              <a:avLst/>
              <a:gdLst/>
              <a:ahLst/>
              <a:cxnLst/>
              <a:rect l="l" t="t" r="r" b="b"/>
              <a:pathLst>
                <a:path w="7070" h="41" fill="none" extrusionOk="0">
                  <a:moveTo>
                    <a:pt x="0" y="40"/>
                  </a:moveTo>
                  <a:lnTo>
                    <a:pt x="7070" y="1"/>
                  </a:lnTo>
                </a:path>
              </a:pathLst>
            </a:custGeom>
            <a:noFill/>
            <a:ln w="32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2"/>
            <p:cNvSpPr/>
            <p:nvPr/>
          </p:nvSpPr>
          <p:spPr>
            <a:xfrm>
              <a:off x="3203505" y="4851782"/>
              <a:ext cx="76617" cy="44520"/>
            </a:xfrm>
            <a:custGeom>
              <a:avLst/>
              <a:gdLst/>
              <a:ahLst/>
              <a:cxnLst/>
              <a:rect l="l" t="t" r="r" b="b"/>
              <a:pathLst>
                <a:path w="1776" h="1032" fill="none" extrusionOk="0">
                  <a:moveTo>
                    <a:pt x="0" y="0"/>
                  </a:moveTo>
                  <a:cubicBezTo>
                    <a:pt x="0" y="0"/>
                    <a:pt x="1656" y="40"/>
                    <a:pt x="1775" y="1032"/>
                  </a:cubicBezTo>
                </a:path>
              </a:pathLst>
            </a:custGeom>
            <a:noFill/>
            <a:ln w="32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2"/>
            <p:cNvSpPr/>
            <p:nvPr/>
          </p:nvSpPr>
          <p:spPr>
            <a:xfrm>
              <a:off x="3437065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536" y="1"/>
                  </a:moveTo>
                  <a:cubicBezTo>
                    <a:pt x="536" y="1"/>
                    <a:pt x="80" y="665"/>
                    <a:pt x="0" y="953"/>
                  </a:cubicBezTo>
                </a:path>
              </a:pathLst>
            </a:custGeom>
            <a:noFill/>
            <a:ln w="42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2"/>
            <p:cNvSpPr/>
            <p:nvPr/>
          </p:nvSpPr>
          <p:spPr>
            <a:xfrm>
              <a:off x="3012739" y="3571962"/>
              <a:ext cx="387138" cy="1212277"/>
            </a:xfrm>
            <a:custGeom>
              <a:avLst/>
              <a:gdLst/>
              <a:ahLst/>
              <a:cxnLst/>
              <a:rect l="l" t="t" r="r" b="b"/>
              <a:pathLst>
                <a:path w="8974" h="28101" extrusionOk="0">
                  <a:moveTo>
                    <a:pt x="0" y="1"/>
                  </a:moveTo>
                  <a:cubicBezTo>
                    <a:pt x="248" y="546"/>
                    <a:pt x="89" y="4760"/>
                    <a:pt x="2439" y="8637"/>
                  </a:cubicBezTo>
                  <a:cubicBezTo>
                    <a:pt x="3143" y="17313"/>
                    <a:pt x="3639" y="28101"/>
                    <a:pt x="3639" y="28101"/>
                  </a:cubicBezTo>
                  <a:lnTo>
                    <a:pt x="8974" y="28101"/>
                  </a:lnTo>
                  <a:cubicBezTo>
                    <a:pt x="8974" y="28101"/>
                    <a:pt x="8478" y="10749"/>
                    <a:pt x="7774" y="240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2"/>
            <p:cNvSpPr/>
            <p:nvPr/>
          </p:nvSpPr>
          <p:spPr>
            <a:xfrm>
              <a:off x="3139355" y="3894904"/>
              <a:ext cx="62467" cy="889331"/>
            </a:xfrm>
            <a:custGeom>
              <a:avLst/>
              <a:gdLst/>
              <a:ahLst/>
              <a:cxnLst/>
              <a:rect l="l" t="t" r="r" b="b"/>
              <a:pathLst>
                <a:path w="1448" h="20615" fill="none" extrusionOk="0">
                  <a:moveTo>
                    <a:pt x="1448" y="20615"/>
                  </a:moveTo>
                  <a:cubicBezTo>
                    <a:pt x="1448" y="20615"/>
                    <a:pt x="952" y="8131"/>
                    <a:pt x="0" y="1"/>
                  </a:cubicBez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2"/>
            <p:cNvSpPr/>
            <p:nvPr/>
          </p:nvSpPr>
          <p:spPr>
            <a:xfrm>
              <a:off x="2854458" y="4587854"/>
              <a:ext cx="295638" cy="303317"/>
            </a:xfrm>
            <a:custGeom>
              <a:avLst/>
              <a:gdLst/>
              <a:ahLst/>
              <a:cxnLst/>
              <a:rect l="l" t="t" r="r" b="b"/>
              <a:pathLst>
                <a:path w="6853" h="7031" extrusionOk="0">
                  <a:moveTo>
                    <a:pt x="3798" y="1"/>
                  </a:moveTo>
                  <a:lnTo>
                    <a:pt x="1" y="417"/>
                  </a:lnTo>
                  <a:lnTo>
                    <a:pt x="407" y="5454"/>
                  </a:lnTo>
                  <a:lnTo>
                    <a:pt x="367" y="7031"/>
                  </a:lnTo>
                  <a:lnTo>
                    <a:pt x="6564" y="6991"/>
                  </a:lnTo>
                  <a:cubicBezTo>
                    <a:pt x="6733" y="6991"/>
                    <a:pt x="6852" y="6862"/>
                    <a:pt x="6852" y="6693"/>
                  </a:cubicBezTo>
                  <a:cubicBezTo>
                    <a:pt x="6852" y="6614"/>
                    <a:pt x="6773" y="6495"/>
                    <a:pt x="6644" y="6446"/>
                  </a:cubicBezTo>
                  <a:lnTo>
                    <a:pt x="4006" y="5256"/>
                  </a:lnTo>
                  <a:lnTo>
                    <a:pt x="3798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2"/>
            <p:cNvSpPr/>
            <p:nvPr/>
          </p:nvSpPr>
          <p:spPr>
            <a:xfrm>
              <a:off x="2856184" y="4814553"/>
              <a:ext cx="308451" cy="103148"/>
            </a:xfrm>
            <a:custGeom>
              <a:avLst/>
              <a:gdLst/>
              <a:ahLst/>
              <a:cxnLst/>
              <a:rect l="l" t="t" r="r" b="b"/>
              <a:pathLst>
                <a:path w="7150" h="2391" extrusionOk="0">
                  <a:moveTo>
                    <a:pt x="3966" y="1"/>
                  </a:moveTo>
                  <a:cubicBezTo>
                    <a:pt x="3363" y="236"/>
                    <a:pt x="2694" y="309"/>
                    <a:pt x="2099" y="309"/>
                  </a:cubicBezTo>
                  <a:cubicBezTo>
                    <a:pt x="1138" y="309"/>
                    <a:pt x="367" y="120"/>
                    <a:pt x="367" y="120"/>
                  </a:cubicBezTo>
                  <a:lnTo>
                    <a:pt x="0" y="2271"/>
                  </a:lnTo>
                  <a:cubicBezTo>
                    <a:pt x="0" y="2311"/>
                    <a:pt x="40" y="2390"/>
                    <a:pt x="119" y="2390"/>
                  </a:cubicBezTo>
                  <a:lnTo>
                    <a:pt x="7020" y="2390"/>
                  </a:lnTo>
                  <a:cubicBezTo>
                    <a:pt x="7149" y="2390"/>
                    <a:pt x="7060" y="1686"/>
                    <a:pt x="7060" y="1647"/>
                  </a:cubicBezTo>
                  <a:cubicBezTo>
                    <a:pt x="7020" y="1488"/>
                    <a:pt x="6901" y="1240"/>
                    <a:pt x="6772" y="1191"/>
                  </a:cubicBezTo>
                  <a:lnTo>
                    <a:pt x="3966" y="1"/>
                  </a:lnTo>
                  <a:close/>
                </a:path>
              </a:pathLst>
            </a:custGeom>
            <a:solidFill>
              <a:srgbClr val="1622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2"/>
            <p:cNvSpPr/>
            <p:nvPr/>
          </p:nvSpPr>
          <p:spPr>
            <a:xfrm>
              <a:off x="3036250" y="4818004"/>
              <a:ext cx="15876" cy="30371"/>
            </a:xfrm>
            <a:custGeom>
              <a:avLst/>
              <a:gdLst/>
              <a:ahLst/>
              <a:cxnLst/>
              <a:rect l="l" t="t" r="r" b="b"/>
              <a:pathLst>
                <a:path w="368" h="704" fill="none" extrusionOk="0">
                  <a:moveTo>
                    <a:pt x="367" y="0"/>
                  </a:moveTo>
                  <a:cubicBezTo>
                    <a:pt x="248" y="208"/>
                    <a:pt x="80" y="456"/>
                    <a:pt x="1" y="704"/>
                  </a:cubicBezTo>
                </a:path>
              </a:pathLst>
            </a:custGeom>
            <a:noFill/>
            <a:ln w="32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2"/>
            <p:cNvSpPr/>
            <p:nvPr/>
          </p:nvSpPr>
          <p:spPr>
            <a:xfrm>
              <a:off x="3053808" y="4828659"/>
              <a:ext cx="14581" cy="23166"/>
            </a:xfrm>
            <a:custGeom>
              <a:avLst/>
              <a:gdLst/>
              <a:ahLst/>
              <a:cxnLst/>
              <a:rect l="l" t="t" r="r" b="b"/>
              <a:pathLst>
                <a:path w="338" h="537" fill="none" extrusionOk="0">
                  <a:moveTo>
                    <a:pt x="337" y="1"/>
                  </a:moveTo>
                  <a:cubicBezTo>
                    <a:pt x="169" y="209"/>
                    <a:pt x="89" y="328"/>
                    <a:pt x="0" y="536"/>
                  </a:cubicBezTo>
                </a:path>
              </a:pathLst>
            </a:custGeom>
            <a:noFill/>
            <a:ln w="32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2"/>
            <p:cNvSpPr/>
            <p:nvPr/>
          </p:nvSpPr>
          <p:spPr>
            <a:xfrm>
              <a:off x="3068347" y="4833793"/>
              <a:ext cx="12424" cy="23598"/>
            </a:xfrm>
            <a:custGeom>
              <a:avLst/>
              <a:gdLst/>
              <a:ahLst/>
              <a:cxnLst/>
              <a:rect l="l" t="t" r="r" b="b"/>
              <a:pathLst>
                <a:path w="288" h="547" fill="none" extrusionOk="0">
                  <a:moveTo>
                    <a:pt x="288" y="1"/>
                  </a:moveTo>
                  <a:cubicBezTo>
                    <a:pt x="198" y="169"/>
                    <a:pt x="80" y="378"/>
                    <a:pt x="0" y="546"/>
                  </a:cubicBezTo>
                </a:path>
              </a:pathLst>
            </a:custGeom>
            <a:noFill/>
            <a:ln w="32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2"/>
            <p:cNvSpPr/>
            <p:nvPr/>
          </p:nvSpPr>
          <p:spPr>
            <a:xfrm>
              <a:off x="2857866" y="4896259"/>
              <a:ext cx="304612" cy="1769"/>
            </a:xfrm>
            <a:custGeom>
              <a:avLst/>
              <a:gdLst/>
              <a:ahLst/>
              <a:cxnLst/>
              <a:rect l="l" t="t" r="r" b="b"/>
              <a:pathLst>
                <a:path w="7061" h="41" fill="none" extrusionOk="0">
                  <a:moveTo>
                    <a:pt x="1" y="40"/>
                  </a:moveTo>
                  <a:lnTo>
                    <a:pt x="7061" y="1"/>
                  </a:lnTo>
                </a:path>
              </a:pathLst>
            </a:custGeom>
            <a:noFill/>
            <a:ln w="32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2"/>
            <p:cNvSpPr/>
            <p:nvPr/>
          </p:nvSpPr>
          <p:spPr>
            <a:xfrm>
              <a:off x="2866882" y="4851782"/>
              <a:ext cx="76574" cy="44520"/>
            </a:xfrm>
            <a:custGeom>
              <a:avLst/>
              <a:gdLst/>
              <a:ahLst/>
              <a:cxnLst/>
              <a:rect l="l" t="t" r="r" b="b"/>
              <a:pathLst>
                <a:path w="1775" h="1032" fill="none" extrusionOk="0">
                  <a:moveTo>
                    <a:pt x="0" y="0"/>
                  </a:moveTo>
                  <a:cubicBezTo>
                    <a:pt x="0" y="0"/>
                    <a:pt x="1646" y="40"/>
                    <a:pt x="1775" y="1032"/>
                  </a:cubicBezTo>
                </a:path>
              </a:pathLst>
            </a:custGeom>
            <a:noFill/>
            <a:ln w="32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2"/>
            <p:cNvSpPr/>
            <p:nvPr/>
          </p:nvSpPr>
          <p:spPr>
            <a:xfrm>
              <a:off x="3100400" y="4855190"/>
              <a:ext cx="23166" cy="41112"/>
            </a:xfrm>
            <a:custGeom>
              <a:avLst/>
              <a:gdLst/>
              <a:ahLst/>
              <a:cxnLst/>
              <a:rect l="l" t="t" r="r" b="b"/>
              <a:pathLst>
                <a:path w="537" h="953" fill="none" extrusionOk="0">
                  <a:moveTo>
                    <a:pt x="536" y="1"/>
                  </a:moveTo>
                  <a:cubicBezTo>
                    <a:pt x="536" y="1"/>
                    <a:pt x="80" y="665"/>
                    <a:pt x="1" y="953"/>
                  </a:cubicBezTo>
                </a:path>
              </a:pathLst>
            </a:custGeom>
            <a:noFill/>
            <a:ln w="32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2"/>
            <p:cNvSpPr/>
            <p:nvPr/>
          </p:nvSpPr>
          <p:spPr>
            <a:xfrm>
              <a:off x="2847167" y="3638267"/>
              <a:ext cx="319150" cy="1145971"/>
            </a:xfrm>
            <a:custGeom>
              <a:avLst/>
              <a:gdLst/>
              <a:ahLst/>
              <a:cxnLst/>
              <a:rect l="l" t="t" r="r" b="b"/>
              <a:pathLst>
                <a:path w="7398" h="26564" extrusionOk="0">
                  <a:moveTo>
                    <a:pt x="7398" y="1"/>
                  </a:moveTo>
                  <a:lnTo>
                    <a:pt x="328" y="159"/>
                  </a:lnTo>
                  <a:cubicBezTo>
                    <a:pt x="170" y="1894"/>
                    <a:pt x="170" y="4046"/>
                    <a:pt x="457" y="6108"/>
                  </a:cubicBezTo>
                  <a:cubicBezTo>
                    <a:pt x="1" y="15320"/>
                    <a:pt x="41" y="26564"/>
                    <a:pt x="41" y="26564"/>
                  </a:cubicBezTo>
                  <a:lnTo>
                    <a:pt x="5375" y="26564"/>
                  </a:lnTo>
                  <a:cubicBezTo>
                    <a:pt x="5375" y="26564"/>
                    <a:pt x="6862" y="6693"/>
                    <a:pt x="7398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2"/>
            <p:cNvSpPr/>
            <p:nvPr/>
          </p:nvSpPr>
          <p:spPr>
            <a:xfrm>
              <a:off x="2886554" y="3645127"/>
              <a:ext cx="19284" cy="1139112"/>
            </a:xfrm>
            <a:custGeom>
              <a:avLst/>
              <a:gdLst/>
              <a:ahLst/>
              <a:cxnLst/>
              <a:rect l="l" t="t" r="r" b="b"/>
              <a:pathLst>
                <a:path w="447" h="26405" fill="none" extrusionOk="0">
                  <a:moveTo>
                    <a:pt x="327" y="0"/>
                  </a:moveTo>
                  <a:cubicBezTo>
                    <a:pt x="159" y="1735"/>
                    <a:pt x="198" y="3887"/>
                    <a:pt x="446" y="5949"/>
                  </a:cubicBezTo>
                  <a:cubicBezTo>
                    <a:pt x="0" y="15161"/>
                    <a:pt x="40" y="26405"/>
                    <a:pt x="40" y="26405"/>
                  </a:cubicBez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2"/>
            <p:cNvSpPr/>
            <p:nvPr/>
          </p:nvSpPr>
          <p:spPr>
            <a:xfrm>
              <a:off x="3128657" y="3693443"/>
              <a:ext cx="37661" cy="409830"/>
            </a:xfrm>
            <a:custGeom>
              <a:avLst/>
              <a:gdLst/>
              <a:ahLst/>
              <a:cxnLst/>
              <a:rect l="l" t="t" r="r" b="b"/>
              <a:pathLst>
                <a:path w="873" h="9500" fill="none" extrusionOk="0">
                  <a:moveTo>
                    <a:pt x="0" y="9500"/>
                  </a:moveTo>
                  <a:cubicBezTo>
                    <a:pt x="0" y="9500"/>
                    <a:pt x="833" y="2351"/>
                    <a:pt x="873" y="1"/>
                  </a:cubicBez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2"/>
            <p:cNvSpPr/>
            <p:nvPr/>
          </p:nvSpPr>
          <p:spPr>
            <a:xfrm>
              <a:off x="2897253" y="3716566"/>
              <a:ext cx="103105" cy="92837"/>
            </a:xfrm>
            <a:custGeom>
              <a:avLst/>
              <a:gdLst/>
              <a:ahLst/>
              <a:cxnLst/>
              <a:rect l="l" t="t" r="r" b="b"/>
              <a:pathLst>
                <a:path w="2390" h="2152" fill="none" extrusionOk="0">
                  <a:moveTo>
                    <a:pt x="0" y="2023"/>
                  </a:moveTo>
                  <a:cubicBezTo>
                    <a:pt x="0" y="2023"/>
                    <a:pt x="1527" y="2152"/>
                    <a:pt x="2390" y="0"/>
                  </a:cubicBez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2"/>
            <p:cNvSpPr/>
            <p:nvPr/>
          </p:nvSpPr>
          <p:spPr>
            <a:xfrm>
              <a:off x="3159027" y="3698577"/>
              <a:ext cx="30414" cy="105262"/>
            </a:xfrm>
            <a:custGeom>
              <a:avLst/>
              <a:gdLst/>
              <a:ahLst/>
              <a:cxnLst/>
              <a:rect l="l" t="t" r="r" b="b"/>
              <a:pathLst>
                <a:path w="705" h="2440" fill="none" extrusionOk="0">
                  <a:moveTo>
                    <a:pt x="0" y="2440"/>
                  </a:moveTo>
                  <a:cubicBezTo>
                    <a:pt x="0" y="2440"/>
                    <a:pt x="456" y="2321"/>
                    <a:pt x="536" y="2152"/>
                  </a:cubicBezTo>
                  <a:cubicBezTo>
                    <a:pt x="575" y="1984"/>
                    <a:pt x="704" y="1"/>
                    <a:pt x="704" y="1"/>
                  </a:cubicBez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2"/>
            <p:cNvSpPr/>
            <p:nvPr/>
          </p:nvSpPr>
          <p:spPr>
            <a:xfrm>
              <a:off x="3273219" y="3716566"/>
              <a:ext cx="85590" cy="87272"/>
            </a:xfrm>
            <a:custGeom>
              <a:avLst/>
              <a:gdLst/>
              <a:ahLst/>
              <a:cxnLst/>
              <a:rect l="l" t="t" r="r" b="b"/>
              <a:pathLst>
                <a:path w="1984" h="2023" fill="none" extrusionOk="0">
                  <a:moveTo>
                    <a:pt x="40" y="0"/>
                  </a:moveTo>
                  <a:cubicBezTo>
                    <a:pt x="40" y="0"/>
                    <a:pt x="1" y="1735"/>
                    <a:pt x="1984" y="2023"/>
                  </a:cubicBez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2"/>
            <p:cNvSpPr/>
            <p:nvPr/>
          </p:nvSpPr>
          <p:spPr>
            <a:xfrm>
              <a:off x="3066190" y="2980390"/>
              <a:ext cx="133950" cy="127349"/>
            </a:xfrm>
            <a:custGeom>
              <a:avLst/>
              <a:gdLst/>
              <a:ahLst/>
              <a:cxnLst/>
              <a:rect l="l" t="t" r="r" b="b"/>
              <a:pathLst>
                <a:path w="3105" h="2952" extrusionOk="0">
                  <a:moveTo>
                    <a:pt x="586" y="1"/>
                  </a:moveTo>
                  <a:lnTo>
                    <a:pt x="1" y="2311"/>
                  </a:lnTo>
                  <a:cubicBezTo>
                    <a:pt x="1" y="2311"/>
                    <a:pt x="980" y="2952"/>
                    <a:pt x="1909" y="2952"/>
                  </a:cubicBezTo>
                  <a:cubicBezTo>
                    <a:pt x="2358" y="2952"/>
                    <a:pt x="2794" y="2803"/>
                    <a:pt x="3104" y="2361"/>
                  </a:cubicBezTo>
                  <a:lnTo>
                    <a:pt x="2975" y="744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2"/>
            <p:cNvSpPr/>
            <p:nvPr/>
          </p:nvSpPr>
          <p:spPr>
            <a:xfrm>
              <a:off x="3091427" y="2890013"/>
              <a:ext cx="160438" cy="146245"/>
            </a:xfrm>
            <a:custGeom>
              <a:avLst/>
              <a:gdLst/>
              <a:ahLst/>
              <a:cxnLst/>
              <a:rect l="l" t="t" r="r" b="b"/>
              <a:pathLst>
                <a:path w="3719" h="3390" extrusionOk="0">
                  <a:moveTo>
                    <a:pt x="2039" y="0"/>
                  </a:moveTo>
                  <a:cubicBezTo>
                    <a:pt x="1457" y="0"/>
                    <a:pt x="665" y="141"/>
                    <a:pt x="209" y="817"/>
                  </a:cubicBezTo>
                  <a:cubicBezTo>
                    <a:pt x="1" y="1144"/>
                    <a:pt x="536" y="2879"/>
                    <a:pt x="903" y="3127"/>
                  </a:cubicBezTo>
                  <a:cubicBezTo>
                    <a:pt x="1106" y="3312"/>
                    <a:pt x="1432" y="3390"/>
                    <a:pt x="1768" y="3390"/>
                  </a:cubicBezTo>
                  <a:cubicBezTo>
                    <a:pt x="2187" y="3390"/>
                    <a:pt x="2621" y="3269"/>
                    <a:pt x="2846" y="3087"/>
                  </a:cubicBezTo>
                  <a:cubicBezTo>
                    <a:pt x="3719" y="2344"/>
                    <a:pt x="2767" y="73"/>
                    <a:pt x="2767" y="73"/>
                  </a:cubicBezTo>
                  <a:cubicBezTo>
                    <a:pt x="2767" y="73"/>
                    <a:pt x="2457" y="0"/>
                    <a:pt x="2039" y="0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2"/>
            <p:cNvSpPr/>
            <p:nvPr/>
          </p:nvSpPr>
          <p:spPr>
            <a:xfrm>
              <a:off x="3191080" y="2939321"/>
              <a:ext cx="18033" cy="39430"/>
            </a:xfrm>
            <a:custGeom>
              <a:avLst/>
              <a:gdLst/>
              <a:ahLst/>
              <a:cxnLst/>
              <a:rect l="l" t="t" r="r" b="b"/>
              <a:pathLst>
                <a:path w="418" h="914" fill="none" extrusionOk="0">
                  <a:moveTo>
                    <a:pt x="1" y="1"/>
                  </a:moveTo>
                  <a:cubicBezTo>
                    <a:pt x="1" y="1"/>
                    <a:pt x="417" y="536"/>
                    <a:pt x="417" y="705"/>
                  </a:cubicBezTo>
                  <a:cubicBezTo>
                    <a:pt x="417" y="873"/>
                    <a:pt x="1" y="913"/>
                    <a:pt x="1" y="913"/>
                  </a:cubicBezTo>
                </a:path>
              </a:pathLst>
            </a:custGeom>
            <a:noFill/>
            <a:ln w="1975" cap="flat" cmpd="sng">
              <a:solidFill>
                <a:srgbClr val="B87F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2"/>
            <p:cNvSpPr/>
            <p:nvPr/>
          </p:nvSpPr>
          <p:spPr>
            <a:xfrm>
              <a:off x="3166275" y="2985955"/>
              <a:ext cx="51811" cy="26919"/>
            </a:xfrm>
            <a:custGeom>
              <a:avLst/>
              <a:gdLst/>
              <a:ahLst/>
              <a:cxnLst/>
              <a:rect l="l" t="t" r="r" b="b"/>
              <a:pathLst>
                <a:path w="1201" h="624" extrusionOk="0">
                  <a:moveTo>
                    <a:pt x="1032" y="1"/>
                  </a:moveTo>
                  <a:lnTo>
                    <a:pt x="1" y="249"/>
                  </a:lnTo>
                  <a:cubicBezTo>
                    <a:pt x="1" y="249"/>
                    <a:pt x="202" y="624"/>
                    <a:pt x="582" y="624"/>
                  </a:cubicBezTo>
                  <a:cubicBezTo>
                    <a:pt x="656" y="624"/>
                    <a:pt x="737" y="610"/>
                    <a:pt x="824" y="576"/>
                  </a:cubicBezTo>
                  <a:cubicBezTo>
                    <a:pt x="1201" y="447"/>
                    <a:pt x="1032" y="1"/>
                    <a:pt x="1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2"/>
            <p:cNvSpPr/>
            <p:nvPr/>
          </p:nvSpPr>
          <p:spPr>
            <a:xfrm>
              <a:off x="3203505" y="2927975"/>
              <a:ext cx="8369" cy="11562"/>
            </a:xfrm>
            <a:custGeom>
              <a:avLst/>
              <a:gdLst/>
              <a:ahLst/>
              <a:cxnLst/>
              <a:rect l="l" t="t" r="r" b="b"/>
              <a:pathLst>
                <a:path w="194" h="268" extrusionOk="0">
                  <a:moveTo>
                    <a:pt x="74" y="1"/>
                  </a:moveTo>
                  <a:cubicBezTo>
                    <a:pt x="49" y="1"/>
                    <a:pt x="0" y="39"/>
                    <a:pt x="0" y="105"/>
                  </a:cubicBezTo>
                  <a:cubicBezTo>
                    <a:pt x="0" y="145"/>
                    <a:pt x="40" y="185"/>
                    <a:pt x="40" y="224"/>
                  </a:cubicBezTo>
                  <a:cubicBezTo>
                    <a:pt x="59" y="255"/>
                    <a:pt x="88" y="267"/>
                    <a:pt x="115" y="267"/>
                  </a:cubicBezTo>
                  <a:cubicBezTo>
                    <a:pt x="157" y="267"/>
                    <a:pt x="194" y="234"/>
                    <a:pt x="169" y="185"/>
                  </a:cubicBezTo>
                  <a:cubicBezTo>
                    <a:pt x="169" y="145"/>
                    <a:pt x="129" y="105"/>
                    <a:pt x="90" y="16"/>
                  </a:cubicBezTo>
                  <a:cubicBezTo>
                    <a:pt x="90" y="6"/>
                    <a:pt x="84" y="1"/>
                    <a:pt x="7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2"/>
            <p:cNvSpPr/>
            <p:nvPr/>
          </p:nvSpPr>
          <p:spPr>
            <a:xfrm>
              <a:off x="3192806" y="2911108"/>
              <a:ext cx="16307" cy="10742"/>
            </a:xfrm>
            <a:custGeom>
              <a:avLst/>
              <a:gdLst/>
              <a:ahLst/>
              <a:cxnLst/>
              <a:rect l="l" t="t" r="r" b="b"/>
              <a:pathLst>
                <a:path w="378" h="249" fill="none" extrusionOk="0">
                  <a:moveTo>
                    <a:pt x="1" y="248"/>
                  </a:moveTo>
                  <a:cubicBezTo>
                    <a:pt x="1" y="248"/>
                    <a:pt x="129" y="0"/>
                    <a:pt x="377" y="119"/>
                  </a:cubicBezTo>
                </a:path>
              </a:pathLst>
            </a:custGeom>
            <a:noFill/>
            <a:ln w="197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2"/>
            <p:cNvSpPr/>
            <p:nvPr/>
          </p:nvSpPr>
          <p:spPr>
            <a:xfrm>
              <a:off x="3153894" y="2945921"/>
              <a:ext cx="7938" cy="11562"/>
            </a:xfrm>
            <a:custGeom>
              <a:avLst/>
              <a:gdLst/>
              <a:ahLst/>
              <a:cxnLst/>
              <a:rect l="l" t="t" r="r" b="b"/>
              <a:pathLst>
                <a:path w="184" h="268" extrusionOk="0">
                  <a:moveTo>
                    <a:pt x="77" y="0"/>
                  </a:moveTo>
                  <a:cubicBezTo>
                    <a:pt x="40" y="0"/>
                    <a:pt x="0" y="28"/>
                    <a:pt x="0" y="56"/>
                  </a:cubicBezTo>
                  <a:cubicBezTo>
                    <a:pt x="0" y="96"/>
                    <a:pt x="40" y="185"/>
                    <a:pt x="40" y="225"/>
                  </a:cubicBezTo>
                  <a:cubicBezTo>
                    <a:pt x="55" y="255"/>
                    <a:pt x="82" y="268"/>
                    <a:pt x="107" y="268"/>
                  </a:cubicBezTo>
                  <a:cubicBezTo>
                    <a:pt x="147" y="268"/>
                    <a:pt x="183" y="234"/>
                    <a:pt x="159" y="185"/>
                  </a:cubicBezTo>
                  <a:cubicBezTo>
                    <a:pt x="159" y="135"/>
                    <a:pt x="119" y="56"/>
                    <a:pt x="119" y="16"/>
                  </a:cubicBezTo>
                  <a:cubicBezTo>
                    <a:pt x="108" y="5"/>
                    <a:pt x="93" y="0"/>
                    <a:pt x="77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2"/>
            <p:cNvSpPr/>
            <p:nvPr/>
          </p:nvSpPr>
          <p:spPr>
            <a:xfrm>
              <a:off x="3137630" y="2926940"/>
              <a:ext cx="21441" cy="14150"/>
            </a:xfrm>
            <a:custGeom>
              <a:avLst/>
              <a:gdLst/>
              <a:ahLst/>
              <a:cxnLst/>
              <a:rect l="l" t="t" r="r" b="b"/>
              <a:pathLst>
                <a:path w="497" h="328" fill="none" extrusionOk="0">
                  <a:moveTo>
                    <a:pt x="496" y="80"/>
                  </a:moveTo>
                  <a:cubicBezTo>
                    <a:pt x="496" y="80"/>
                    <a:pt x="248" y="0"/>
                    <a:pt x="0" y="328"/>
                  </a:cubicBezTo>
                </a:path>
              </a:pathLst>
            </a:custGeom>
            <a:noFill/>
            <a:ln w="197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2"/>
            <p:cNvSpPr/>
            <p:nvPr/>
          </p:nvSpPr>
          <p:spPr>
            <a:xfrm>
              <a:off x="3041384" y="2829704"/>
              <a:ext cx="199781" cy="186796"/>
            </a:xfrm>
            <a:custGeom>
              <a:avLst/>
              <a:gdLst/>
              <a:ahLst/>
              <a:cxnLst/>
              <a:rect l="l" t="t" r="r" b="b"/>
              <a:pathLst>
                <a:path w="4631" h="4330" extrusionOk="0">
                  <a:moveTo>
                    <a:pt x="2726" y="1"/>
                  </a:moveTo>
                  <a:cubicBezTo>
                    <a:pt x="2524" y="1"/>
                    <a:pt x="2328" y="54"/>
                    <a:pt x="2152" y="192"/>
                  </a:cubicBezTo>
                  <a:cubicBezTo>
                    <a:pt x="2112" y="232"/>
                    <a:pt x="2023" y="271"/>
                    <a:pt x="1984" y="311"/>
                  </a:cubicBezTo>
                  <a:cubicBezTo>
                    <a:pt x="1904" y="365"/>
                    <a:pt x="1812" y="380"/>
                    <a:pt x="1714" y="380"/>
                  </a:cubicBezTo>
                  <a:cubicBezTo>
                    <a:pt x="1588" y="380"/>
                    <a:pt x="1452" y="355"/>
                    <a:pt x="1320" y="355"/>
                  </a:cubicBezTo>
                  <a:cubicBezTo>
                    <a:pt x="1235" y="355"/>
                    <a:pt x="1151" y="366"/>
                    <a:pt x="1071" y="400"/>
                  </a:cubicBezTo>
                  <a:cubicBezTo>
                    <a:pt x="992" y="480"/>
                    <a:pt x="913" y="599"/>
                    <a:pt x="823" y="727"/>
                  </a:cubicBezTo>
                  <a:cubicBezTo>
                    <a:pt x="784" y="846"/>
                    <a:pt x="744" y="1015"/>
                    <a:pt x="625" y="1144"/>
                  </a:cubicBezTo>
                  <a:cubicBezTo>
                    <a:pt x="576" y="1184"/>
                    <a:pt x="496" y="1223"/>
                    <a:pt x="457" y="1263"/>
                  </a:cubicBezTo>
                  <a:cubicBezTo>
                    <a:pt x="129" y="1511"/>
                    <a:pt x="1" y="2006"/>
                    <a:pt x="169" y="2383"/>
                  </a:cubicBezTo>
                  <a:cubicBezTo>
                    <a:pt x="248" y="2542"/>
                    <a:pt x="328" y="2710"/>
                    <a:pt x="417" y="2919"/>
                  </a:cubicBezTo>
                  <a:cubicBezTo>
                    <a:pt x="457" y="2998"/>
                    <a:pt x="457" y="3077"/>
                    <a:pt x="496" y="3167"/>
                  </a:cubicBezTo>
                  <a:cubicBezTo>
                    <a:pt x="496" y="3246"/>
                    <a:pt x="536" y="3325"/>
                    <a:pt x="536" y="3454"/>
                  </a:cubicBezTo>
                  <a:cubicBezTo>
                    <a:pt x="625" y="3702"/>
                    <a:pt x="665" y="4029"/>
                    <a:pt x="913" y="4198"/>
                  </a:cubicBezTo>
                  <a:cubicBezTo>
                    <a:pt x="1024" y="4288"/>
                    <a:pt x="1157" y="4330"/>
                    <a:pt x="1270" y="4330"/>
                  </a:cubicBezTo>
                  <a:cubicBezTo>
                    <a:pt x="1368" y="4330"/>
                    <a:pt x="1451" y="4298"/>
                    <a:pt x="1488" y="4237"/>
                  </a:cubicBezTo>
                  <a:cubicBezTo>
                    <a:pt x="1567" y="4029"/>
                    <a:pt x="1369" y="3742"/>
                    <a:pt x="1280" y="3533"/>
                  </a:cubicBezTo>
                  <a:cubicBezTo>
                    <a:pt x="1200" y="3286"/>
                    <a:pt x="1448" y="3127"/>
                    <a:pt x="1567" y="2919"/>
                  </a:cubicBezTo>
                  <a:cubicBezTo>
                    <a:pt x="1656" y="2829"/>
                    <a:pt x="1736" y="2710"/>
                    <a:pt x="1815" y="2582"/>
                  </a:cubicBezTo>
                  <a:cubicBezTo>
                    <a:pt x="1865" y="2463"/>
                    <a:pt x="1815" y="2294"/>
                    <a:pt x="1904" y="2215"/>
                  </a:cubicBezTo>
                  <a:cubicBezTo>
                    <a:pt x="1949" y="2142"/>
                    <a:pt x="2010" y="2126"/>
                    <a:pt x="2076" y="2126"/>
                  </a:cubicBezTo>
                  <a:cubicBezTo>
                    <a:pt x="2126" y="2126"/>
                    <a:pt x="2180" y="2135"/>
                    <a:pt x="2231" y="2135"/>
                  </a:cubicBezTo>
                  <a:cubicBezTo>
                    <a:pt x="2519" y="2086"/>
                    <a:pt x="2608" y="1798"/>
                    <a:pt x="2807" y="1719"/>
                  </a:cubicBezTo>
                  <a:cubicBezTo>
                    <a:pt x="2855" y="1703"/>
                    <a:pt x="2905" y="1697"/>
                    <a:pt x="2957" y="1697"/>
                  </a:cubicBezTo>
                  <a:cubicBezTo>
                    <a:pt x="3169" y="1697"/>
                    <a:pt x="3400" y="1806"/>
                    <a:pt x="3600" y="1838"/>
                  </a:cubicBezTo>
                  <a:cubicBezTo>
                    <a:pt x="3708" y="1838"/>
                    <a:pt x="3823" y="1847"/>
                    <a:pt x="3939" y="1847"/>
                  </a:cubicBezTo>
                  <a:cubicBezTo>
                    <a:pt x="4090" y="1847"/>
                    <a:pt x="4243" y="1831"/>
                    <a:pt x="4383" y="1759"/>
                  </a:cubicBezTo>
                  <a:cubicBezTo>
                    <a:pt x="4462" y="1719"/>
                    <a:pt x="4542" y="1679"/>
                    <a:pt x="4591" y="1550"/>
                  </a:cubicBezTo>
                  <a:cubicBezTo>
                    <a:pt x="4631" y="1471"/>
                    <a:pt x="4631" y="1392"/>
                    <a:pt x="4631" y="1302"/>
                  </a:cubicBezTo>
                  <a:cubicBezTo>
                    <a:pt x="4631" y="1055"/>
                    <a:pt x="4591" y="807"/>
                    <a:pt x="4423" y="688"/>
                  </a:cubicBezTo>
                  <a:cubicBezTo>
                    <a:pt x="4215" y="519"/>
                    <a:pt x="3967" y="559"/>
                    <a:pt x="3798" y="400"/>
                  </a:cubicBezTo>
                  <a:cubicBezTo>
                    <a:pt x="3639" y="271"/>
                    <a:pt x="3600" y="192"/>
                    <a:pt x="3392" y="152"/>
                  </a:cubicBezTo>
                  <a:cubicBezTo>
                    <a:pt x="3174" y="64"/>
                    <a:pt x="2946" y="1"/>
                    <a:pt x="2726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2"/>
            <p:cNvSpPr/>
            <p:nvPr/>
          </p:nvSpPr>
          <p:spPr>
            <a:xfrm>
              <a:off x="3075163" y="2956275"/>
              <a:ext cx="39430" cy="47670"/>
            </a:xfrm>
            <a:custGeom>
              <a:avLst/>
              <a:gdLst/>
              <a:ahLst/>
              <a:cxnLst/>
              <a:rect l="l" t="t" r="r" b="b"/>
              <a:pathLst>
                <a:path w="914" h="1105" extrusionOk="0">
                  <a:moveTo>
                    <a:pt x="399" y="0"/>
                  </a:moveTo>
                  <a:cubicBezTo>
                    <a:pt x="327" y="0"/>
                    <a:pt x="262" y="39"/>
                    <a:pt x="209" y="104"/>
                  </a:cubicBezTo>
                  <a:cubicBezTo>
                    <a:pt x="1" y="312"/>
                    <a:pt x="249" y="847"/>
                    <a:pt x="378" y="937"/>
                  </a:cubicBezTo>
                  <a:cubicBezTo>
                    <a:pt x="529" y="1041"/>
                    <a:pt x="659" y="1104"/>
                    <a:pt x="753" y="1104"/>
                  </a:cubicBezTo>
                  <a:cubicBezTo>
                    <a:pt x="838" y="1104"/>
                    <a:pt x="894" y="1054"/>
                    <a:pt x="913" y="937"/>
                  </a:cubicBezTo>
                  <a:lnTo>
                    <a:pt x="744" y="272"/>
                  </a:lnTo>
                  <a:cubicBezTo>
                    <a:pt x="622" y="79"/>
                    <a:pt x="502" y="0"/>
                    <a:pt x="399" y="0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2"/>
            <p:cNvSpPr/>
            <p:nvPr/>
          </p:nvSpPr>
          <p:spPr>
            <a:xfrm>
              <a:off x="3130339" y="3021459"/>
              <a:ext cx="64235" cy="19715"/>
            </a:xfrm>
            <a:custGeom>
              <a:avLst/>
              <a:gdLst/>
              <a:ahLst/>
              <a:cxnLst/>
              <a:rect l="l" t="t" r="r" b="b"/>
              <a:pathLst>
                <a:path w="1489" h="457" fill="none" extrusionOk="0">
                  <a:moveTo>
                    <a:pt x="1488" y="328"/>
                  </a:moveTo>
                  <a:cubicBezTo>
                    <a:pt x="705" y="457"/>
                    <a:pt x="1" y="1"/>
                    <a:pt x="1" y="1"/>
                  </a:cubicBezTo>
                </a:path>
              </a:pathLst>
            </a:custGeom>
            <a:noFill/>
            <a:ln w="3225" cap="flat" cmpd="sng">
              <a:solidFill>
                <a:srgbClr val="B87F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2"/>
            <p:cNvSpPr/>
            <p:nvPr/>
          </p:nvSpPr>
          <p:spPr>
            <a:xfrm>
              <a:off x="3194532" y="2912833"/>
              <a:ext cx="35979" cy="37230"/>
            </a:xfrm>
            <a:custGeom>
              <a:avLst/>
              <a:gdLst/>
              <a:ahLst/>
              <a:cxnLst/>
              <a:rect l="l" t="t" r="r" b="b"/>
              <a:pathLst>
                <a:path w="834" h="863" fill="none" extrusionOk="0">
                  <a:moveTo>
                    <a:pt x="833" y="407"/>
                  </a:moveTo>
                  <a:cubicBezTo>
                    <a:pt x="833" y="655"/>
                    <a:pt x="665" y="863"/>
                    <a:pt x="417" y="863"/>
                  </a:cubicBezTo>
                  <a:cubicBezTo>
                    <a:pt x="169" y="863"/>
                    <a:pt x="0" y="655"/>
                    <a:pt x="0" y="407"/>
                  </a:cubicBezTo>
                  <a:cubicBezTo>
                    <a:pt x="0" y="159"/>
                    <a:pt x="169" y="0"/>
                    <a:pt x="417" y="0"/>
                  </a:cubicBezTo>
                  <a:cubicBezTo>
                    <a:pt x="665" y="0"/>
                    <a:pt x="833" y="159"/>
                    <a:pt x="833" y="407"/>
                  </a:cubicBezTo>
                  <a:close/>
                </a:path>
              </a:pathLst>
            </a:custGeom>
            <a:noFill/>
            <a:ln w="32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2"/>
            <p:cNvSpPr/>
            <p:nvPr/>
          </p:nvSpPr>
          <p:spPr>
            <a:xfrm>
              <a:off x="3141038" y="2935913"/>
              <a:ext cx="35979" cy="37273"/>
            </a:xfrm>
            <a:custGeom>
              <a:avLst/>
              <a:gdLst/>
              <a:ahLst/>
              <a:cxnLst/>
              <a:rect l="l" t="t" r="r" b="b"/>
              <a:pathLst>
                <a:path w="834" h="864" fill="none" extrusionOk="0">
                  <a:moveTo>
                    <a:pt x="834" y="417"/>
                  </a:moveTo>
                  <a:cubicBezTo>
                    <a:pt x="834" y="665"/>
                    <a:pt x="665" y="863"/>
                    <a:pt x="417" y="863"/>
                  </a:cubicBezTo>
                  <a:cubicBezTo>
                    <a:pt x="169" y="863"/>
                    <a:pt x="1" y="665"/>
                    <a:pt x="1" y="417"/>
                  </a:cubicBezTo>
                  <a:cubicBezTo>
                    <a:pt x="1" y="169"/>
                    <a:pt x="169" y="1"/>
                    <a:pt x="417" y="1"/>
                  </a:cubicBezTo>
                  <a:cubicBezTo>
                    <a:pt x="665" y="1"/>
                    <a:pt x="834" y="169"/>
                    <a:pt x="834" y="417"/>
                  </a:cubicBezTo>
                  <a:close/>
                </a:path>
              </a:pathLst>
            </a:custGeom>
            <a:noFill/>
            <a:ln w="32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2"/>
            <p:cNvSpPr/>
            <p:nvPr/>
          </p:nvSpPr>
          <p:spPr>
            <a:xfrm>
              <a:off x="3176974" y="2937639"/>
              <a:ext cx="17601" cy="10742"/>
            </a:xfrm>
            <a:custGeom>
              <a:avLst/>
              <a:gdLst/>
              <a:ahLst/>
              <a:cxnLst/>
              <a:rect l="l" t="t" r="r" b="b"/>
              <a:pathLst>
                <a:path w="408" h="249" fill="none" extrusionOk="0">
                  <a:moveTo>
                    <a:pt x="1" y="248"/>
                  </a:moveTo>
                  <a:lnTo>
                    <a:pt x="407" y="0"/>
                  </a:lnTo>
                </a:path>
              </a:pathLst>
            </a:custGeom>
            <a:noFill/>
            <a:ln w="32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2"/>
            <p:cNvSpPr/>
            <p:nvPr/>
          </p:nvSpPr>
          <p:spPr>
            <a:xfrm>
              <a:off x="3102125" y="2957310"/>
              <a:ext cx="41112" cy="7291"/>
            </a:xfrm>
            <a:custGeom>
              <a:avLst/>
              <a:gdLst/>
              <a:ahLst/>
              <a:cxnLst/>
              <a:rect l="l" t="t" r="r" b="b"/>
              <a:pathLst>
                <a:path w="953" h="169" fill="none" extrusionOk="0">
                  <a:moveTo>
                    <a:pt x="952" y="169"/>
                  </a:moveTo>
                  <a:lnTo>
                    <a:pt x="1" y="0"/>
                  </a:lnTo>
                </a:path>
              </a:pathLst>
            </a:custGeom>
            <a:noFill/>
            <a:ln w="32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2"/>
            <p:cNvSpPr/>
            <p:nvPr/>
          </p:nvSpPr>
          <p:spPr>
            <a:xfrm>
              <a:off x="2839920" y="3065936"/>
              <a:ext cx="482952" cy="645116"/>
            </a:xfrm>
            <a:custGeom>
              <a:avLst/>
              <a:gdLst/>
              <a:ahLst/>
              <a:cxnLst/>
              <a:rect l="l" t="t" r="r" b="b"/>
              <a:pathLst>
                <a:path w="11195" h="14954" extrusionOk="0">
                  <a:moveTo>
                    <a:pt x="5335" y="1"/>
                  </a:moveTo>
                  <a:cubicBezTo>
                    <a:pt x="0" y="1121"/>
                    <a:pt x="536" y="14953"/>
                    <a:pt x="536" y="14953"/>
                  </a:cubicBezTo>
                  <a:lnTo>
                    <a:pt x="11076" y="14953"/>
                  </a:lnTo>
                  <a:cubicBezTo>
                    <a:pt x="11076" y="14953"/>
                    <a:pt x="11195" y="12147"/>
                    <a:pt x="10947" y="6485"/>
                  </a:cubicBezTo>
                  <a:cubicBezTo>
                    <a:pt x="10699" y="784"/>
                    <a:pt x="8349" y="328"/>
                    <a:pt x="8349" y="328"/>
                  </a:cubicBezTo>
                  <a:cubicBezTo>
                    <a:pt x="8349" y="328"/>
                    <a:pt x="8197" y="668"/>
                    <a:pt x="7264" y="668"/>
                  </a:cubicBezTo>
                  <a:cubicBezTo>
                    <a:pt x="7215" y="668"/>
                    <a:pt x="7163" y="667"/>
                    <a:pt x="7110" y="665"/>
                  </a:cubicBezTo>
                  <a:cubicBezTo>
                    <a:pt x="5702" y="576"/>
                    <a:pt x="5335" y="1"/>
                    <a:pt x="5335" y="1"/>
                  </a:cubicBezTo>
                  <a:close/>
                </a:path>
              </a:pathLst>
            </a:custGeom>
            <a:solidFill>
              <a:srgbClr val="454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2"/>
            <p:cNvSpPr/>
            <p:nvPr/>
          </p:nvSpPr>
          <p:spPr>
            <a:xfrm>
              <a:off x="3043110" y="3074952"/>
              <a:ext cx="198056" cy="42795"/>
            </a:xfrm>
            <a:custGeom>
              <a:avLst/>
              <a:gdLst/>
              <a:ahLst/>
              <a:cxnLst/>
              <a:rect l="l" t="t" r="r" b="b"/>
              <a:pathLst>
                <a:path w="4591" h="992" fill="none" extrusionOk="0">
                  <a:moveTo>
                    <a:pt x="0" y="0"/>
                  </a:moveTo>
                  <a:cubicBezTo>
                    <a:pt x="0" y="0"/>
                    <a:pt x="417" y="952"/>
                    <a:pt x="2608" y="952"/>
                  </a:cubicBezTo>
                  <a:cubicBezTo>
                    <a:pt x="4056" y="992"/>
                    <a:pt x="4591" y="456"/>
                    <a:pt x="4591" y="456"/>
                  </a:cubicBez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2"/>
            <p:cNvSpPr/>
            <p:nvPr/>
          </p:nvSpPr>
          <p:spPr>
            <a:xfrm>
              <a:off x="3437065" y="3613031"/>
              <a:ext cx="210480" cy="196675"/>
            </a:xfrm>
            <a:custGeom>
              <a:avLst/>
              <a:gdLst/>
              <a:ahLst/>
              <a:cxnLst/>
              <a:rect l="l" t="t" r="r" b="b"/>
              <a:pathLst>
                <a:path w="4879" h="4559" extrusionOk="0">
                  <a:moveTo>
                    <a:pt x="2152" y="1"/>
                  </a:moveTo>
                  <a:lnTo>
                    <a:pt x="0" y="1656"/>
                  </a:lnTo>
                  <a:cubicBezTo>
                    <a:pt x="1395" y="3089"/>
                    <a:pt x="2862" y="4558"/>
                    <a:pt x="3119" y="4558"/>
                  </a:cubicBezTo>
                  <a:cubicBezTo>
                    <a:pt x="3129" y="4558"/>
                    <a:pt x="3137" y="4556"/>
                    <a:pt x="3143" y="4552"/>
                  </a:cubicBezTo>
                  <a:cubicBezTo>
                    <a:pt x="3262" y="4462"/>
                    <a:pt x="2806" y="3808"/>
                    <a:pt x="2519" y="3471"/>
                  </a:cubicBezTo>
                  <a:lnTo>
                    <a:pt x="2519" y="3471"/>
                  </a:lnTo>
                  <a:cubicBezTo>
                    <a:pt x="2987" y="3939"/>
                    <a:pt x="3535" y="4558"/>
                    <a:pt x="3728" y="4558"/>
                  </a:cubicBezTo>
                  <a:cubicBezTo>
                    <a:pt x="3739" y="4558"/>
                    <a:pt x="3749" y="4556"/>
                    <a:pt x="3758" y="4552"/>
                  </a:cubicBezTo>
                  <a:cubicBezTo>
                    <a:pt x="3927" y="4423"/>
                    <a:pt x="3391" y="3679"/>
                    <a:pt x="3054" y="3263"/>
                  </a:cubicBezTo>
                  <a:lnTo>
                    <a:pt x="3054" y="3263"/>
                  </a:lnTo>
                  <a:cubicBezTo>
                    <a:pt x="3409" y="3580"/>
                    <a:pt x="4195" y="4513"/>
                    <a:pt x="4393" y="4513"/>
                  </a:cubicBezTo>
                  <a:cubicBezTo>
                    <a:pt x="4405" y="4513"/>
                    <a:pt x="4415" y="4510"/>
                    <a:pt x="4422" y="4502"/>
                  </a:cubicBezTo>
                  <a:cubicBezTo>
                    <a:pt x="4631" y="4383"/>
                    <a:pt x="3550" y="3015"/>
                    <a:pt x="3550" y="3015"/>
                  </a:cubicBezTo>
                  <a:lnTo>
                    <a:pt x="3550" y="3015"/>
                  </a:lnTo>
                  <a:cubicBezTo>
                    <a:pt x="3550" y="3015"/>
                    <a:pt x="4405" y="4000"/>
                    <a:pt x="4683" y="4000"/>
                  </a:cubicBezTo>
                  <a:cubicBezTo>
                    <a:pt x="4712" y="4000"/>
                    <a:pt x="4735" y="3990"/>
                    <a:pt x="4750" y="3967"/>
                  </a:cubicBezTo>
                  <a:cubicBezTo>
                    <a:pt x="4879" y="3808"/>
                    <a:pt x="3847" y="2727"/>
                    <a:pt x="3887" y="2569"/>
                  </a:cubicBezTo>
                  <a:cubicBezTo>
                    <a:pt x="3892" y="2549"/>
                    <a:pt x="3905" y="2541"/>
                    <a:pt x="3925" y="2541"/>
                  </a:cubicBezTo>
                  <a:cubicBezTo>
                    <a:pt x="4059" y="2541"/>
                    <a:pt x="4502" y="2923"/>
                    <a:pt x="4660" y="2923"/>
                  </a:cubicBezTo>
                  <a:cubicBezTo>
                    <a:pt x="4684" y="2923"/>
                    <a:pt x="4701" y="2915"/>
                    <a:pt x="4710" y="2896"/>
                  </a:cubicBezTo>
                  <a:cubicBezTo>
                    <a:pt x="4789" y="2688"/>
                    <a:pt x="2727" y="784"/>
                    <a:pt x="2152" y="1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2"/>
            <p:cNvSpPr/>
            <p:nvPr/>
          </p:nvSpPr>
          <p:spPr>
            <a:xfrm>
              <a:off x="3556391" y="3695168"/>
              <a:ext cx="30414" cy="15876"/>
            </a:xfrm>
            <a:custGeom>
              <a:avLst/>
              <a:gdLst/>
              <a:ahLst/>
              <a:cxnLst/>
              <a:rect l="l" t="t" r="r" b="b"/>
              <a:pathLst>
                <a:path w="705" h="368" fill="none" extrusionOk="0">
                  <a:moveTo>
                    <a:pt x="1" y="119"/>
                  </a:moveTo>
                  <a:lnTo>
                    <a:pt x="1" y="0"/>
                  </a:lnTo>
                  <a:cubicBezTo>
                    <a:pt x="209" y="209"/>
                    <a:pt x="417" y="327"/>
                    <a:pt x="705" y="367"/>
                  </a:cubicBezTo>
                </a:path>
              </a:pathLst>
            </a:custGeom>
            <a:noFill/>
            <a:ln w="3225" cap="flat" cmpd="sng">
              <a:solidFill>
                <a:srgbClr val="B87F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2"/>
            <p:cNvSpPr/>
            <p:nvPr/>
          </p:nvSpPr>
          <p:spPr>
            <a:xfrm>
              <a:off x="3515322" y="3700302"/>
              <a:ext cx="23598" cy="51811"/>
            </a:xfrm>
            <a:custGeom>
              <a:avLst/>
              <a:gdLst/>
              <a:ahLst/>
              <a:cxnLst/>
              <a:rect l="l" t="t" r="r" b="b"/>
              <a:pathLst>
                <a:path w="547" h="1201" fill="none" extrusionOk="0">
                  <a:moveTo>
                    <a:pt x="1" y="0"/>
                  </a:moveTo>
                  <a:cubicBezTo>
                    <a:pt x="298" y="377"/>
                    <a:pt x="457" y="793"/>
                    <a:pt x="546" y="1200"/>
                  </a:cubicBezTo>
                </a:path>
              </a:pathLst>
            </a:custGeom>
            <a:noFill/>
            <a:ln w="3225" cap="flat" cmpd="sng">
              <a:solidFill>
                <a:srgbClr val="B87F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2"/>
            <p:cNvSpPr/>
            <p:nvPr/>
          </p:nvSpPr>
          <p:spPr>
            <a:xfrm>
              <a:off x="3200097" y="3080085"/>
              <a:ext cx="388433" cy="665176"/>
            </a:xfrm>
            <a:custGeom>
              <a:avLst/>
              <a:gdLst/>
              <a:ahLst/>
              <a:cxnLst/>
              <a:rect l="l" t="t" r="r" b="b"/>
              <a:pathLst>
                <a:path w="9004" h="15419" extrusionOk="0">
                  <a:moveTo>
                    <a:pt x="0" y="0"/>
                  </a:moveTo>
                  <a:lnTo>
                    <a:pt x="1527" y="9261"/>
                  </a:lnTo>
                  <a:cubicBezTo>
                    <a:pt x="2895" y="11948"/>
                    <a:pt x="6614" y="15418"/>
                    <a:pt x="6614" y="15418"/>
                  </a:cubicBezTo>
                  <a:lnTo>
                    <a:pt x="9003" y="13435"/>
                  </a:lnTo>
                  <a:cubicBezTo>
                    <a:pt x="9003" y="13435"/>
                    <a:pt x="6237" y="10124"/>
                    <a:pt x="5493" y="8309"/>
                  </a:cubicBezTo>
                  <a:cubicBezTo>
                    <a:pt x="4710" y="6495"/>
                    <a:pt x="4829" y="4591"/>
                    <a:pt x="3798" y="2360"/>
                  </a:cubicBezTo>
                  <a:cubicBezTo>
                    <a:pt x="2767" y="8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2"/>
            <p:cNvSpPr/>
            <p:nvPr/>
          </p:nvSpPr>
          <p:spPr>
            <a:xfrm>
              <a:off x="3200097" y="3080085"/>
              <a:ext cx="165571" cy="668584"/>
            </a:xfrm>
            <a:custGeom>
              <a:avLst/>
              <a:gdLst/>
              <a:ahLst/>
              <a:cxnLst/>
              <a:rect l="l" t="t" r="r" b="b"/>
              <a:pathLst>
                <a:path w="3838" h="15498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456" y="1904"/>
                    <a:pt x="704" y="4918"/>
                  </a:cubicBezTo>
                  <a:cubicBezTo>
                    <a:pt x="952" y="7893"/>
                    <a:pt x="704" y="15498"/>
                    <a:pt x="704" y="15498"/>
                  </a:cubicBezTo>
                  <a:lnTo>
                    <a:pt x="3837" y="15418"/>
                  </a:lnTo>
                  <a:cubicBezTo>
                    <a:pt x="3837" y="10709"/>
                    <a:pt x="2935" y="2439"/>
                    <a:pt x="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2"/>
            <p:cNvSpPr/>
            <p:nvPr/>
          </p:nvSpPr>
          <p:spPr>
            <a:xfrm>
              <a:off x="2845485" y="3065936"/>
              <a:ext cx="261817" cy="681051"/>
            </a:xfrm>
            <a:custGeom>
              <a:avLst/>
              <a:gdLst/>
              <a:ahLst/>
              <a:cxnLst/>
              <a:rect l="l" t="t" r="r" b="b"/>
              <a:pathLst>
                <a:path w="6069" h="15787" extrusionOk="0">
                  <a:moveTo>
                    <a:pt x="5206" y="1"/>
                  </a:moveTo>
                  <a:cubicBezTo>
                    <a:pt x="5206" y="1"/>
                    <a:pt x="1983" y="1488"/>
                    <a:pt x="1111" y="4294"/>
                  </a:cubicBezTo>
                  <a:cubicBezTo>
                    <a:pt x="209" y="7070"/>
                    <a:pt x="0" y="15786"/>
                    <a:pt x="0" y="15786"/>
                  </a:cubicBezTo>
                  <a:lnTo>
                    <a:pt x="5117" y="15786"/>
                  </a:lnTo>
                  <a:cubicBezTo>
                    <a:pt x="5117" y="15786"/>
                    <a:pt x="6068" y="3511"/>
                    <a:pt x="5206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2"/>
            <p:cNvSpPr/>
            <p:nvPr/>
          </p:nvSpPr>
          <p:spPr>
            <a:xfrm>
              <a:off x="2986208" y="3349535"/>
              <a:ext cx="313585" cy="365353"/>
            </a:xfrm>
            <a:custGeom>
              <a:avLst/>
              <a:gdLst/>
              <a:ahLst/>
              <a:cxnLst/>
              <a:rect l="l" t="t" r="r" b="b"/>
              <a:pathLst>
                <a:path w="7269" h="8469" extrusionOk="0">
                  <a:moveTo>
                    <a:pt x="2231" y="1"/>
                  </a:moveTo>
                  <a:lnTo>
                    <a:pt x="0" y="6773"/>
                  </a:lnTo>
                  <a:lnTo>
                    <a:pt x="5037" y="8468"/>
                  </a:lnTo>
                  <a:lnTo>
                    <a:pt x="7268" y="1647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rgbClr val="E8EC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2"/>
            <p:cNvSpPr/>
            <p:nvPr/>
          </p:nvSpPr>
          <p:spPr>
            <a:xfrm>
              <a:off x="3130339" y="3354021"/>
              <a:ext cx="128385" cy="59706"/>
            </a:xfrm>
            <a:custGeom>
              <a:avLst/>
              <a:gdLst/>
              <a:ahLst/>
              <a:cxnLst/>
              <a:rect l="l" t="t" r="r" b="b"/>
              <a:pathLst>
                <a:path w="2976" h="1384" extrusionOk="0">
                  <a:moveTo>
                    <a:pt x="253" y="0"/>
                  </a:moveTo>
                  <a:cubicBezTo>
                    <a:pt x="209" y="0"/>
                    <a:pt x="159" y="37"/>
                    <a:pt x="130" y="95"/>
                  </a:cubicBezTo>
                  <a:lnTo>
                    <a:pt x="1" y="432"/>
                  </a:lnTo>
                  <a:lnTo>
                    <a:pt x="2857" y="1384"/>
                  </a:lnTo>
                  <a:lnTo>
                    <a:pt x="2976" y="1007"/>
                  </a:lnTo>
                  <a:cubicBezTo>
                    <a:pt x="2976" y="968"/>
                    <a:pt x="2936" y="888"/>
                    <a:pt x="2896" y="839"/>
                  </a:cubicBezTo>
                  <a:lnTo>
                    <a:pt x="298" y="16"/>
                  </a:lnTo>
                  <a:cubicBezTo>
                    <a:pt x="285" y="5"/>
                    <a:pt x="270" y="0"/>
                    <a:pt x="253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2"/>
            <p:cNvSpPr/>
            <p:nvPr/>
          </p:nvSpPr>
          <p:spPr>
            <a:xfrm>
              <a:off x="3180425" y="3344401"/>
              <a:ext cx="44520" cy="36367"/>
            </a:xfrm>
            <a:custGeom>
              <a:avLst/>
              <a:gdLst/>
              <a:ahLst/>
              <a:cxnLst/>
              <a:rect l="l" t="t" r="r" b="b"/>
              <a:pathLst>
                <a:path w="1032" h="843" extrusionOk="0">
                  <a:moveTo>
                    <a:pt x="487" y="224"/>
                  </a:moveTo>
                  <a:cubicBezTo>
                    <a:pt x="516" y="224"/>
                    <a:pt x="546" y="229"/>
                    <a:pt x="575" y="239"/>
                  </a:cubicBezTo>
                  <a:cubicBezTo>
                    <a:pt x="704" y="278"/>
                    <a:pt x="744" y="368"/>
                    <a:pt x="704" y="487"/>
                  </a:cubicBezTo>
                  <a:cubicBezTo>
                    <a:pt x="704" y="552"/>
                    <a:pt x="615" y="625"/>
                    <a:pt x="517" y="625"/>
                  </a:cubicBezTo>
                  <a:cubicBezTo>
                    <a:pt x="497" y="625"/>
                    <a:pt x="476" y="622"/>
                    <a:pt x="456" y="615"/>
                  </a:cubicBezTo>
                  <a:cubicBezTo>
                    <a:pt x="327" y="566"/>
                    <a:pt x="288" y="447"/>
                    <a:pt x="327" y="368"/>
                  </a:cubicBezTo>
                  <a:cubicBezTo>
                    <a:pt x="327" y="270"/>
                    <a:pt x="400" y="224"/>
                    <a:pt x="487" y="224"/>
                  </a:cubicBezTo>
                  <a:close/>
                  <a:moveTo>
                    <a:pt x="482" y="1"/>
                  </a:moveTo>
                  <a:cubicBezTo>
                    <a:pt x="303" y="1"/>
                    <a:pt x="146" y="92"/>
                    <a:pt x="79" y="278"/>
                  </a:cubicBezTo>
                  <a:cubicBezTo>
                    <a:pt x="0" y="487"/>
                    <a:pt x="169" y="734"/>
                    <a:pt x="377" y="814"/>
                  </a:cubicBezTo>
                  <a:cubicBezTo>
                    <a:pt x="431" y="833"/>
                    <a:pt x="486" y="842"/>
                    <a:pt x="539" y="842"/>
                  </a:cubicBezTo>
                  <a:cubicBezTo>
                    <a:pt x="726" y="842"/>
                    <a:pt x="890" y="728"/>
                    <a:pt x="952" y="566"/>
                  </a:cubicBezTo>
                  <a:cubicBezTo>
                    <a:pt x="1031" y="318"/>
                    <a:pt x="873" y="70"/>
                    <a:pt x="664" y="30"/>
                  </a:cubicBezTo>
                  <a:cubicBezTo>
                    <a:pt x="603" y="11"/>
                    <a:pt x="541" y="1"/>
                    <a:pt x="482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2"/>
            <p:cNvSpPr/>
            <p:nvPr/>
          </p:nvSpPr>
          <p:spPr>
            <a:xfrm>
              <a:off x="3091427" y="3486416"/>
              <a:ext cx="220747" cy="115960"/>
            </a:xfrm>
            <a:custGeom>
              <a:avLst/>
              <a:gdLst/>
              <a:ahLst/>
              <a:cxnLst/>
              <a:rect l="l" t="t" r="r" b="b"/>
              <a:pathLst>
                <a:path w="5117" h="2688" extrusionOk="0">
                  <a:moveTo>
                    <a:pt x="249" y="1"/>
                  </a:moveTo>
                  <a:lnTo>
                    <a:pt x="1" y="2688"/>
                  </a:lnTo>
                  <a:cubicBezTo>
                    <a:pt x="2023" y="2648"/>
                    <a:pt x="4215" y="2569"/>
                    <a:pt x="4254" y="2400"/>
                  </a:cubicBezTo>
                  <a:cubicBezTo>
                    <a:pt x="4254" y="2232"/>
                    <a:pt x="3471" y="2152"/>
                    <a:pt x="3055" y="2113"/>
                  </a:cubicBezTo>
                  <a:cubicBezTo>
                    <a:pt x="3719" y="2113"/>
                    <a:pt x="4621" y="2113"/>
                    <a:pt x="4671" y="1944"/>
                  </a:cubicBezTo>
                  <a:cubicBezTo>
                    <a:pt x="4710" y="1736"/>
                    <a:pt x="3798" y="1617"/>
                    <a:pt x="3263" y="1577"/>
                  </a:cubicBezTo>
                  <a:cubicBezTo>
                    <a:pt x="3759" y="1537"/>
                    <a:pt x="5077" y="1617"/>
                    <a:pt x="5077" y="1448"/>
                  </a:cubicBezTo>
                  <a:cubicBezTo>
                    <a:pt x="5117" y="1200"/>
                    <a:pt x="3431" y="1042"/>
                    <a:pt x="3431" y="1042"/>
                  </a:cubicBezTo>
                  <a:lnTo>
                    <a:pt x="3431" y="1042"/>
                  </a:lnTo>
                  <a:cubicBezTo>
                    <a:pt x="3431" y="1042"/>
                    <a:pt x="3523" y="1044"/>
                    <a:pt x="3662" y="1044"/>
                  </a:cubicBezTo>
                  <a:cubicBezTo>
                    <a:pt x="4096" y="1044"/>
                    <a:pt x="4988" y="1021"/>
                    <a:pt x="4958" y="833"/>
                  </a:cubicBezTo>
                  <a:cubicBezTo>
                    <a:pt x="4919" y="625"/>
                    <a:pt x="3382" y="625"/>
                    <a:pt x="3302" y="496"/>
                  </a:cubicBezTo>
                  <a:cubicBezTo>
                    <a:pt x="3183" y="377"/>
                    <a:pt x="4175" y="298"/>
                    <a:pt x="4125" y="90"/>
                  </a:cubicBezTo>
                  <a:cubicBezTo>
                    <a:pt x="4096" y="27"/>
                    <a:pt x="3683" y="11"/>
                    <a:pt x="3127" y="11"/>
                  </a:cubicBezTo>
                  <a:cubicBezTo>
                    <a:pt x="2546" y="11"/>
                    <a:pt x="1810" y="29"/>
                    <a:pt x="1192" y="29"/>
                  </a:cubicBezTo>
                  <a:cubicBezTo>
                    <a:pt x="812" y="29"/>
                    <a:pt x="476" y="22"/>
                    <a:pt x="249" y="1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2"/>
            <p:cNvSpPr/>
            <p:nvPr/>
          </p:nvSpPr>
          <p:spPr>
            <a:xfrm>
              <a:off x="2709895" y="3065936"/>
              <a:ext cx="433341" cy="546023"/>
            </a:xfrm>
            <a:custGeom>
              <a:avLst/>
              <a:gdLst/>
              <a:ahLst/>
              <a:cxnLst/>
              <a:rect l="l" t="t" r="r" b="b"/>
              <a:pathLst>
                <a:path w="10045" h="12657" extrusionOk="0">
                  <a:moveTo>
                    <a:pt x="8333" y="1"/>
                  </a:moveTo>
                  <a:cubicBezTo>
                    <a:pt x="8065" y="1"/>
                    <a:pt x="4499" y="38"/>
                    <a:pt x="3431" y="1984"/>
                  </a:cubicBezTo>
                  <a:cubicBezTo>
                    <a:pt x="1656" y="5038"/>
                    <a:pt x="0" y="11612"/>
                    <a:pt x="1775" y="12276"/>
                  </a:cubicBezTo>
                  <a:cubicBezTo>
                    <a:pt x="2664" y="12585"/>
                    <a:pt x="4969" y="12656"/>
                    <a:pt x="6913" y="12656"/>
                  </a:cubicBezTo>
                  <a:cubicBezTo>
                    <a:pt x="8588" y="12656"/>
                    <a:pt x="9995" y="12603"/>
                    <a:pt x="9995" y="12603"/>
                  </a:cubicBezTo>
                  <a:lnTo>
                    <a:pt x="10044" y="9420"/>
                  </a:lnTo>
                  <a:cubicBezTo>
                    <a:pt x="10044" y="9420"/>
                    <a:pt x="5582" y="9252"/>
                    <a:pt x="5285" y="8756"/>
                  </a:cubicBezTo>
                  <a:cubicBezTo>
                    <a:pt x="4997" y="8221"/>
                    <a:pt x="6277" y="5583"/>
                    <a:pt x="6277" y="5583"/>
                  </a:cubicBezTo>
                  <a:lnTo>
                    <a:pt x="8349" y="1"/>
                  </a:lnTo>
                  <a:cubicBezTo>
                    <a:pt x="8349" y="1"/>
                    <a:pt x="8343" y="1"/>
                    <a:pt x="833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2"/>
            <p:cNvSpPr/>
            <p:nvPr/>
          </p:nvSpPr>
          <p:spPr>
            <a:xfrm>
              <a:off x="2925467" y="3293928"/>
              <a:ext cx="121525" cy="167728"/>
            </a:xfrm>
            <a:custGeom>
              <a:avLst/>
              <a:gdLst/>
              <a:ahLst/>
              <a:cxnLst/>
              <a:rect l="l" t="t" r="r" b="b"/>
              <a:pathLst>
                <a:path w="2817" h="3888" fill="none" extrusionOk="0">
                  <a:moveTo>
                    <a:pt x="2816" y="3888"/>
                  </a:moveTo>
                  <a:cubicBezTo>
                    <a:pt x="2816" y="3888"/>
                    <a:pt x="338" y="3640"/>
                    <a:pt x="209" y="3352"/>
                  </a:cubicBezTo>
                  <a:cubicBezTo>
                    <a:pt x="0" y="2817"/>
                    <a:pt x="1448" y="1"/>
                    <a:pt x="1448" y="1"/>
                  </a:cubicBezTo>
                </a:path>
              </a:pathLst>
            </a:custGeom>
            <a:noFill/>
            <a:ln w="32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2"/>
            <p:cNvSpPr/>
            <p:nvPr/>
          </p:nvSpPr>
          <p:spPr>
            <a:xfrm>
              <a:off x="3333529" y="3238752"/>
              <a:ext cx="27006" cy="372600"/>
            </a:xfrm>
            <a:custGeom>
              <a:avLst/>
              <a:gdLst/>
              <a:ahLst/>
              <a:cxnLst/>
              <a:rect l="l" t="t" r="r" b="b"/>
              <a:pathLst>
                <a:path w="626" h="8637" fill="none" extrusionOk="0">
                  <a:moveTo>
                    <a:pt x="625" y="8637"/>
                  </a:moveTo>
                  <a:cubicBezTo>
                    <a:pt x="377" y="4215"/>
                    <a:pt x="298" y="913"/>
                    <a:pt x="1" y="1"/>
                  </a:cubicBezTo>
                </a:path>
              </a:pathLst>
            </a:custGeom>
            <a:noFill/>
            <a:ln w="32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2"/>
            <p:cNvSpPr/>
            <p:nvPr/>
          </p:nvSpPr>
          <p:spPr>
            <a:xfrm>
              <a:off x="2850618" y="3609623"/>
              <a:ext cx="144605" cy="3451"/>
            </a:xfrm>
            <a:custGeom>
              <a:avLst/>
              <a:gdLst/>
              <a:ahLst/>
              <a:cxnLst/>
              <a:rect l="l" t="t" r="r" b="b"/>
              <a:pathLst>
                <a:path w="3352" h="80" fill="none" extrusionOk="0">
                  <a:moveTo>
                    <a:pt x="3352" y="80"/>
                  </a:moveTo>
                  <a:lnTo>
                    <a:pt x="0" y="0"/>
                  </a:lnTo>
                </a:path>
              </a:pathLst>
            </a:custGeom>
            <a:noFill/>
            <a:ln w="32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2"/>
            <p:cNvSpPr/>
            <p:nvPr/>
          </p:nvSpPr>
          <p:spPr>
            <a:xfrm>
              <a:off x="3848967" y="4587854"/>
              <a:ext cx="284940" cy="303317"/>
            </a:xfrm>
            <a:custGeom>
              <a:avLst/>
              <a:gdLst/>
              <a:ahLst/>
              <a:cxnLst/>
              <a:rect l="l" t="t" r="r" b="b"/>
              <a:pathLst>
                <a:path w="6605" h="7031" extrusionOk="0">
                  <a:moveTo>
                    <a:pt x="2767" y="1"/>
                  </a:moveTo>
                  <a:lnTo>
                    <a:pt x="2846" y="5256"/>
                  </a:lnTo>
                  <a:lnTo>
                    <a:pt x="159" y="6446"/>
                  </a:lnTo>
                  <a:cubicBezTo>
                    <a:pt x="80" y="6495"/>
                    <a:pt x="1" y="6614"/>
                    <a:pt x="1" y="6693"/>
                  </a:cubicBezTo>
                  <a:cubicBezTo>
                    <a:pt x="1" y="6862"/>
                    <a:pt x="120" y="6991"/>
                    <a:pt x="288" y="6991"/>
                  </a:cubicBezTo>
                  <a:lnTo>
                    <a:pt x="6485" y="7031"/>
                  </a:lnTo>
                  <a:lnTo>
                    <a:pt x="6396" y="5454"/>
                  </a:lnTo>
                  <a:lnTo>
                    <a:pt x="6604" y="417"/>
                  </a:lnTo>
                  <a:lnTo>
                    <a:pt x="2767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2"/>
            <p:cNvSpPr/>
            <p:nvPr/>
          </p:nvSpPr>
          <p:spPr>
            <a:xfrm>
              <a:off x="3832703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223" y="1"/>
                  </a:moveTo>
                  <a:lnTo>
                    <a:pt x="417" y="1191"/>
                  </a:lnTo>
                  <a:cubicBezTo>
                    <a:pt x="288" y="1240"/>
                    <a:pt x="169" y="1488"/>
                    <a:pt x="80" y="1647"/>
                  </a:cubicBezTo>
                  <a:cubicBezTo>
                    <a:pt x="80" y="1686"/>
                    <a:pt x="1" y="2390"/>
                    <a:pt x="169" y="2390"/>
                  </a:cubicBezTo>
                  <a:lnTo>
                    <a:pt x="7021" y="2390"/>
                  </a:lnTo>
                  <a:cubicBezTo>
                    <a:pt x="7110" y="2390"/>
                    <a:pt x="7190" y="2311"/>
                    <a:pt x="7190" y="2271"/>
                  </a:cubicBezTo>
                  <a:lnTo>
                    <a:pt x="6823" y="120"/>
                  </a:lnTo>
                  <a:cubicBezTo>
                    <a:pt x="6823" y="120"/>
                    <a:pt x="6048" y="309"/>
                    <a:pt x="5087" y="309"/>
                  </a:cubicBezTo>
                  <a:cubicBezTo>
                    <a:pt x="4491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2"/>
            <p:cNvSpPr/>
            <p:nvPr/>
          </p:nvSpPr>
          <p:spPr>
            <a:xfrm>
              <a:off x="3945213" y="4818004"/>
              <a:ext cx="17601" cy="30371"/>
            </a:xfrm>
            <a:custGeom>
              <a:avLst/>
              <a:gdLst/>
              <a:ahLst/>
              <a:cxnLst/>
              <a:rect l="l" t="t" r="r" b="b"/>
              <a:pathLst>
                <a:path w="408" h="704" fill="none" extrusionOk="0">
                  <a:moveTo>
                    <a:pt x="1" y="0"/>
                  </a:moveTo>
                  <a:cubicBezTo>
                    <a:pt x="159" y="208"/>
                    <a:pt x="288" y="456"/>
                    <a:pt x="407" y="704"/>
                  </a:cubicBez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2"/>
            <p:cNvSpPr/>
            <p:nvPr/>
          </p:nvSpPr>
          <p:spPr>
            <a:xfrm>
              <a:off x="3930675" y="4828659"/>
              <a:ext cx="14581" cy="23166"/>
            </a:xfrm>
            <a:custGeom>
              <a:avLst/>
              <a:gdLst/>
              <a:ahLst/>
              <a:cxnLst/>
              <a:rect l="l" t="t" r="r" b="b"/>
              <a:pathLst>
                <a:path w="338" h="537" fill="none" extrusionOk="0">
                  <a:moveTo>
                    <a:pt x="1" y="1"/>
                  </a:moveTo>
                  <a:cubicBezTo>
                    <a:pt x="169" y="209"/>
                    <a:pt x="209" y="328"/>
                    <a:pt x="338" y="536"/>
                  </a:cubicBez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2"/>
            <p:cNvSpPr/>
            <p:nvPr/>
          </p:nvSpPr>
          <p:spPr>
            <a:xfrm>
              <a:off x="3916568" y="4833793"/>
              <a:ext cx="14150" cy="23598"/>
            </a:xfrm>
            <a:custGeom>
              <a:avLst/>
              <a:gdLst/>
              <a:ahLst/>
              <a:cxnLst/>
              <a:rect l="l" t="t" r="r" b="b"/>
              <a:pathLst>
                <a:path w="328" h="547" fill="none" extrusionOk="0">
                  <a:moveTo>
                    <a:pt x="0" y="1"/>
                  </a:moveTo>
                  <a:cubicBezTo>
                    <a:pt x="119" y="169"/>
                    <a:pt x="248" y="378"/>
                    <a:pt x="328" y="546"/>
                  </a:cubicBez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2"/>
            <p:cNvSpPr/>
            <p:nvPr/>
          </p:nvSpPr>
          <p:spPr>
            <a:xfrm>
              <a:off x="3836155" y="4896259"/>
              <a:ext cx="305000" cy="1769"/>
            </a:xfrm>
            <a:custGeom>
              <a:avLst/>
              <a:gdLst/>
              <a:ahLst/>
              <a:cxnLst/>
              <a:rect l="l" t="t" r="r" b="b"/>
              <a:pathLst>
                <a:path w="7070" h="41" fill="none" extrusionOk="0">
                  <a:moveTo>
                    <a:pt x="7070" y="40"/>
                  </a:moveTo>
                  <a:lnTo>
                    <a:pt x="0" y="1"/>
                  </a:ln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2"/>
            <p:cNvSpPr/>
            <p:nvPr/>
          </p:nvSpPr>
          <p:spPr>
            <a:xfrm>
              <a:off x="4053883" y="4851782"/>
              <a:ext cx="78299" cy="44520"/>
            </a:xfrm>
            <a:custGeom>
              <a:avLst/>
              <a:gdLst/>
              <a:ahLst/>
              <a:cxnLst/>
              <a:rect l="l" t="t" r="r" b="b"/>
              <a:pathLst>
                <a:path w="1815" h="1032" fill="none" extrusionOk="0">
                  <a:moveTo>
                    <a:pt x="1815" y="0"/>
                  </a:moveTo>
                  <a:cubicBezTo>
                    <a:pt x="1815" y="0"/>
                    <a:pt x="159" y="40"/>
                    <a:pt x="0" y="1032"/>
                  </a:cubicBez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2"/>
            <p:cNvSpPr/>
            <p:nvPr/>
          </p:nvSpPr>
          <p:spPr>
            <a:xfrm>
              <a:off x="3875499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0" y="1"/>
                  </a:moveTo>
                  <a:cubicBezTo>
                    <a:pt x="0" y="1"/>
                    <a:pt x="457" y="665"/>
                    <a:pt x="536" y="953"/>
                  </a:cubicBez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2"/>
            <p:cNvSpPr/>
            <p:nvPr/>
          </p:nvSpPr>
          <p:spPr>
            <a:xfrm>
              <a:off x="4219412" y="4587854"/>
              <a:ext cx="279763" cy="303317"/>
            </a:xfrm>
            <a:custGeom>
              <a:avLst/>
              <a:gdLst/>
              <a:ahLst/>
              <a:cxnLst/>
              <a:rect l="l" t="t" r="r" b="b"/>
              <a:pathLst>
                <a:path w="6485" h="7031" extrusionOk="0">
                  <a:moveTo>
                    <a:pt x="2112" y="1"/>
                  </a:moveTo>
                  <a:lnTo>
                    <a:pt x="2856" y="5256"/>
                  </a:lnTo>
                  <a:lnTo>
                    <a:pt x="169" y="6446"/>
                  </a:lnTo>
                  <a:cubicBezTo>
                    <a:pt x="9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88" y="6991"/>
                  </a:cubicBezTo>
                  <a:lnTo>
                    <a:pt x="6485" y="7031"/>
                  </a:lnTo>
                  <a:lnTo>
                    <a:pt x="6445" y="5454"/>
                  </a:lnTo>
                  <a:lnTo>
                    <a:pt x="5950" y="41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2"/>
            <p:cNvSpPr/>
            <p:nvPr/>
          </p:nvSpPr>
          <p:spPr>
            <a:xfrm>
              <a:off x="4203579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223" y="1"/>
                  </a:moveTo>
                  <a:lnTo>
                    <a:pt x="407" y="1191"/>
                  </a:lnTo>
                  <a:cubicBezTo>
                    <a:pt x="288" y="1240"/>
                    <a:pt x="159" y="1488"/>
                    <a:pt x="80" y="1647"/>
                  </a:cubicBezTo>
                  <a:cubicBezTo>
                    <a:pt x="80" y="1686"/>
                    <a:pt x="0" y="2390"/>
                    <a:pt x="159" y="2390"/>
                  </a:cubicBezTo>
                  <a:lnTo>
                    <a:pt x="7060" y="2390"/>
                  </a:lnTo>
                  <a:cubicBezTo>
                    <a:pt x="7100" y="2390"/>
                    <a:pt x="7189" y="2311"/>
                    <a:pt x="718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2"/>
            <p:cNvSpPr/>
            <p:nvPr/>
          </p:nvSpPr>
          <p:spPr>
            <a:xfrm>
              <a:off x="4315657" y="4818004"/>
              <a:ext cx="17989" cy="30371"/>
            </a:xfrm>
            <a:custGeom>
              <a:avLst/>
              <a:gdLst/>
              <a:ahLst/>
              <a:cxnLst/>
              <a:rect l="l" t="t" r="r" b="b"/>
              <a:pathLst>
                <a:path w="417" h="704" fill="none" extrusionOk="0">
                  <a:moveTo>
                    <a:pt x="0" y="0"/>
                  </a:moveTo>
                  <a:cubicBezTo>
                    <a:pt x="169" y="208"/>
                    <a:pt x="288" y="456"/>
                    <a:pt x="417" y="704"/>
                  </a:cubicBez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2"/>
            <p:cNvSpPr/>
            <p:nvPr/>
          </p:nvSpPr>
          <p:spPr>
            <a:xfrm>
              <a:off x="4301550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0" y="1"/>
                  </a:moveTo>
                  <a:cubicBezTo>
                    <a:pt x="169" y="209"/>
                    <a:pt x="208" y="328"/>
                    <a:pt x="327" y="536"/>
                  </a:cubicBez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2"/>
            <p:cNvSpPr/>
            <p:nvPr/>
          </p:nvSpPr>
          <p:spPr>
            <a:xfrm>
              <a:off x="4287400" y="4833793"/>
              <a:ext cx="14193" cy="23598"/>
            </a:xfrm>
            <a:custGeom>
              <a:avLst/>
              <a:gdLst/>
              <a:ahLst/>
              <a:cxnLst/>
              <a:rect l="l" t="t" r="r" b="b"/>
              <a:pathLst>
                <a:path w="329" h="547" fill="none" extrusionOk="0">
                  <a:moveTo>
                    <a:pt x="1" y="1"/>
                  </a:moveTo>
                  <a:cubicBezTo>
                    <a:pt x="120" y="169"/>
                    <a:pt x="249" y="378"/>
                    <a:pt x="328" y="546"/>
                  </a:cubicBez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2"/>
            <p:cNvSpPr/>
            <p:nvPr/>
          </p:nvSpPr>
          <p:spPr>
            <a:xfrm>
              <a:off x="4206987" y="4896259"/>
              <a:ext cx="305043" cy="1769"/>
            </a:xfrm>
            <a:custGeom>
              <a:avLst/>
              <a:gdLst/>
              <a:ahLst/>
              <a:cxnLst/>
              <a:rect l="l" t="t" r="r" b="b"/>
              <a:pathLst>
                <a:path w="7071" h="41" fill="none" extrusionOk="0">
                  <a:moveTo>
                    <a:pt x="7070" y="40"/>
                  </a:moveTo>
                  <a:lnTo>
                    <a:pt x="1" y="1"/>
                  </a:ln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2"/>
            <p:cNvSpPr/>
            <p:nvPr/>
          </p:nvSpPr>
          <p:spPr>
            <a:xfrm>
              <a:off x="4424284" y="4851782"/>
              <a:ext cx="78774" cy="44520"/>
            </a:xfrm>
            <a:custGeom>
              <a:avLst/>
              <a:gdLst/>
              <a:ahLst/>
              <a:cxnLst/>
              <a:rect l="l" t="t" r="r" b="b"/>
              <a:pathLst>
                <a:path w="1826" h="1032" fill="none" extrusionOk="0">
                  <a:moveTo>
                    <a:pt x="1825" y="0"/>
                  </a:moveTo>
                  <a:cubicBezTo>
                    <a:pt x="1825" y="0"/>
                    <a:pt x="169" y="40"/>
                    <a:pt x="1" y="1032"/>
                  </a:cubicBez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2"/>
            <p:cNvSpPr/>
            <p:nvPr/>
          </p:nvSpPr>
          <p:spPr>
            <a:xfrm>
              <a:off x="4246374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0" y="1"/>
                  </a:moveTo>
                  <a:cubicBezTo>
                    <a:pt x="0" y="1"/>
                    <a:pt x="456" y="665"/>
                    <a:pt x="535" y="953"/>
                  </a:cubicBez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2"/>
            <p:cNvSpPr/>
            <p:nvPr/>
          </p:nvSpPr>
          <p:spPr>
            <a:xfrm>
              <a:off x="4130414" y="3602332"/>
              <a:ext cx="392315" cy="1185358"/>
            </a:xfrm>
            <a:custGeom>
              <a:avLst/>
              <a:gdLst/>
              <a:ahLst/>
              <a:cxnLst/>
              <a:rect l="l" t="t" r="r" b="b"/>
              <a:pathLst>
                <a:path w="9094" h="27477" extrusionOk="0">
                  <a:moveTo>
                    <a:pt x="5702" y="209"/>
                  </a:moveTo>
                  <a:lnTo>
                    <a:pt x="5871" y="1240"/>
                  </a:lnTo>
                  <a:cubicBezTo>
                    <a:pt x="5871" y="1240"/>
                    <a:pt x="6694" y="2361"/>
                    <a:pt x="7021" y="4383"/>
                  </a:cubicBezTo>
                  <a:cubicBezTo>
                    <a:pt x="7646" y="7854"/>
                    <a:pt x="9093" y="27476"/>
                    <a:pt x="9093" y="27476"/>
                  </a:cubicBezTo>
                  <a:lnTo>
                    <a:pt x="3888" y="27476"/>
                  </a:lnTo>
                  <a:cubicBezTo>
                    <a:pt x="3888" y="27476"/>
                    <a:pt x="536" y="3927"/>
                    <a:pt x="1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2"/>
            <p:cNvSpPr/>
            <p:nvPr/>
          </p:nvSpPr>
          <p:spPr>
            <a:xfrm>
              <a:off x="3928949" y="3577527"/>
              <a:ext cx="340547" cy="1210163"/>
            </a:xfrm>
            <a:custGeom>
              <a:avLst/>
              <a:gdLst/>
              <a:ahLst/>
              <a:cxnLst/>
              <a:rect l="l" t="t" r="r" b="b"/>
              <a:pathLst>
                <a:path w="7894" h="28052" extrusionOk="0">
                  <a:moveTo>
                    <a:pt x="1369" y="1"/>
                  </a:moveTo>
                  <a:cubicBezTo>
                    <a:pt x="1" y="6981"/>
                    <a:pt x="80" y="28051"/>
                    <a:pt x="80" y="28051"/>
                  </a:cubicBezTo>
                  <a:lnTo>
                    <a:pt x="5375" y="28051"/>
                  </a:lnTo>
                  <a:cubicBezTo>
                    <a:pt x="5375" y="28051"/>
                    <a:pt x="6575" y="1984"/>
                    <a:pt x="789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2"/>
            <p:cNvSpPr/>
            <p:nvPr/>
          </p:nvSpPr>
          <p:spPr>
            <a:xfrm>
              <a:off x="4292534" y="4750404"/>
              <a:ext cx="226356" cy="43"/>
            </a:xfrm>
            <a:custGeom>
              <a:avLst/>
              <a:gdLst/>
              <a:ahLst/>
              <a:cxnLst/>
              <a:rect l="l" t="t" r="r" b="b"/>
              <a:pathLst>
                <a:path w="5247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32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2"/>
            <p:cNvSpPr/>
            <p:nvPr/>
          </p:nvSpPr>
          <p:spPr>
            <a:xfrm>
              <a:off x="3936240" y="4750404"/>
              <a:ext cx="226312" cy="43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6" y="0"/>
                  </a:lnTo>
                </a:path>
              </a:pathLst>
            </a:custGeom>
            <a:noFill/>
            <a:ln w="32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2"/>
            <p:cNvSpPr/>
            <p:nvPr/>
          </p:nvSpPr>
          <p:spPr>
            <a:xfrm>
              <a:off x="4118032" y="3942832"/>
              <a:ext cx="60353" cy="844854"/>
            </a:xfrm>
            <a:custGeom>
              <a:avLst/>
              <a:gdLst/>
              <a:ahLst/>
              <a:cxnLst/>
              <a:rect l="l" t="t" r="r" b="b"/>
              <a:pathLst>
                <a:path w="1399" h="19584" fill="none" extrusionOk="0">
                  <a:moveTo>
                    <a:pt x="1398" y="0"/>
                  </a:moveTo>
                  <a:cubicBezTo>
                    <a:pt x="288" y="8924"/>
                    <a:pt x="0" y="19583"/>
                    <a:pt x="0" y="19583"/>
                  </a:cubicBezTo>
                </a:path>
              </a:pathLst>
            </a:custGeom>
            <a:noFill/>
            <a:ln w="32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2"/>
            <p:cNvSpPr/>
            <p:nvPr/>
          </p:nvSpPr>
          <p:spPr>
            <a:xfrm>
              <a:off x="3975152" y="3657508"/>
              <a:ext cx="410261" cy="28731"/>
            </a:xfrm>
            <a:custGeom>
              <a:avLst/>
              <a:gdLst/>
              <a:ahLst/>
              <a:cxnLst/>
              <a:rect l="l" t="t" r="r" b="b"/>
              <a:pathLst>
                <a:path w="9510" h="666" fill="none" extrusionOk="0">
                  <a:moveTo>
                    <a:pt x="9510" y="1"/>
                  </a:moveTo>
                  <a:cubicBezTo>
                    <a:pt x="9510" y="1"/>
                    <a:pt x="5048" y="665"/>
                    <a:pt x="1" y="90"/>
                  </a:cubicBezTo>
                </a:path>
              </a:pathLst>
            </a:custGeom>
            <a:noFill/>
            <a:ln w="32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2"/>
            <p:cNvSpPr/>
            <p:nvPr/>
          </p:nvSpPr>
          <p:spPr>
            <a:xfrm>
              <a:off x="4151811" y="3673771"/>
              <a:ext cx="50086" cy="432910"/>
            </a:xfrm>
            <a:custGeom>
              <a:avLst/>
              <a:gdLst/>
              <a:ahLst/>
              <a:cxnLst/>
              <a:rect l="l" t="t" r="r" b="b"/>
              <a:pathLst>
                <a:path w="1161" h="10035" fill="none" extrusionOk="0">
                  <a:moveTo>
                    <a:pt x="1161" y="10035"/>
                  </a:moveTo>
                  <a:cubicBezTo>
                    <a:pt x="1161" y="10035"/>
                    <a:pt x="1" y="2688"/>
                    <a:pt x="120" y="1"/>
                  </a:cubicBezTo>
                </a:path>
              </a:pathLst>
            </a:custGeom>
            <a:noFill/>
            <a:ln w="32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2"/>
            <p:cNvSpPr/>
            <p:nvPr/>
          </p:nvSpPr>
          <p:spPr>
            <a:xfrm>
              <a:off x="4130414" y="3673771"/>
              <a:ext cx="30414" cy="103579"/>
            </a:xfrm>
            <a:custGeom>
              <a:avLst/>
              <a:gdLst/>
              <a:ahLst/>
              <a:cxnLst/>
              <a:rect l="l" t="t" r="r" b="b"/>
              <a:pathLst>
                <a:path w="705" h="2401" fill="none" extrusionOk="0">
                  <a:moveTo>
                    <a:pt x="1" y="1"/>
                  </a:moveTo>
                  <a:cubicBezTo>
                    <a:pt x="1" y="1"/>
                    <a:pt x="41" y="2152"/>
                    <a:pt x="120" y="2231"/>
                  </a:cubicBezTo>
                  <a:cubicBezTo>
                    <a:pt x="209" y="2311"/>
                    <a:pt x="705" y="2400"/>
                    <a:pt x="705" y="2400"/>
                  </a:cubicBezTo>
                </a:path>
              </a:pathLst>
            </a:custGeom>
            <a:noFill/>
            <a:ln w="32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2"/>
            <p:cNvSpPr/>
            <p:nvPr/>
          </p:nvSpPr>
          <p:spPr>
            <a:xfrm>
              <a:off x="4347710" y="3664798"/>
              <a:ext cx="144648" cy="1119440"/>
            </a:xfrm>
            <a:custGeom>
              <a:avLst/>
              <a:gdLst/>
              <a:ahLst/>
              <a:cxnLst/>
              <a:rect l="l" t="t" r="r" b="b"/>
              <a:pathLst>
                <a:path w="3353" h="25949" fill="none" extrusionOk="0">
                  <a:moveTo>
                    <a:pt x="1" y="0"/>
                  </a:moveTo>
                  <a:cubicBezTo>
                    <a:pt x="1" y="0"/>
                    <a:pt x="665" y="1071"/>
                    <a:pt x="992" y="3352"/>
                  </a:cubicBezTo>
                  <a:cubicBezTo>
                    <a:pt x="1369" y="5622"/>
                    <a:pt x="3352" y="25949"/>
                    <a:pt x="3352" y="25949"/>
                  </a:cubicBezTo>
                </a:path>
              </a:pathLst>
            </a:custGeom>
            <a:noFill/>
            <a:ln w="32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2"/>
            <p:cNvSpPr/>
            <p:nvPr/>
          </p:nvSpPr>
          <p:spPr>
            <a:xfrm>
              <a:off x="4276745" y="3668206"/>
              <a:ext cx="97971" cy="66349"/>
            </a:xfrm>
            <a:custGeom>
              <a:avLst/>
              <a:gdLst/>
              <a:ahLst/>
              <a:cxnLst/>
              <a:rect l="l" t="t" r="r" b="b"/>
              <a:pathLst>
                <a:path w="2271" h="1538" fill="none" extrusionOk="0">
                  <a:moveTo>
                    <a:pt x="0" y="1"/>
                  </a:moveTo>
                  <a:cubicBezTo>
                    <a:pt x="0" y="1"/>
                    <a:pt x="783" y="1081"/>
                    <a:pt x="2271" y="1537"/>
                  </a:cubicBezTo>
                </a:path>
              </a:pathLst>
            </a:custGeom>
            <a:noFill/>
            <a:ln w="32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2"/>
            <p:cNvSpPr/>
            <p:nvPr/>
          </p:nvSpPr>
          <p:spPr>
            <a:xfrm>
              <a:off x="4246374" y="3629294"/>
              <a:ext cx="43" cy="41112"/>
            </a:xfrm>
            <a:custGeom>
              <a:avLst/>
              <a:gdLst/>
              <a:ahLst/>
              <a:cxnLst/>
              <a:rect l="l" t="t" r="r" b="b"/>
              <a:pathLst>
                <a:path w="1" h="953" fill="none" extrusionOk="0">
                  <a:moveTo>
                    <a:pt x="0" y="952"/>
                  </a:moveTo>
                  <a:lnTo>
                    <a:pt x="0" y="0"/>
                  </a:lnTo>
                </a:path>
              </a:pathLst>
            </a:custGeom>
            <a:noFill/>
            <a:ln w="32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2"/>
            <p:cNvSpPr/>
            <p:nvPr/>
          </p:nvSpPr>
          <p:spPr>
            <a:xfrm>
              <a:off x="4057291" y="3622004"/>
              <a:ext cx="43" cy="44520"/>
            </a:xfrm>
            <a:custGeom>
              <a:avLst/>
              <a:gdLst/>
              <a:ahLst/>
              <a:cxnLst/>
              <a:rect l="l" t="t" r="r" b="b"/>
              <a:pathLst>
                <a:path w="1" h="1032" fill="none" extrusionOk="0">
                  <a:moveTo>
                    <a:pt x="0" y="1032"/>
                  </a:moveTo>
                  <a:lnTo>
                    <a:pt x="0" y="1"/>
                  </a:lnTo>
                </a:path>
              </a:pathLst>
            </a:custGeom>
            <a:noFill/>
            <a:ln w="32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2"/>
            <p:cNvSpPr/>
            <p:nvPr/>
          </p:nvSpPr>
          <p:spPr>
            <a:xfrm>
              <a:off x="3968336" y="3666481"/>
              <a:ext cx="64192" cy="50129"/>
            </a:xfrm>
            <a:custGeom>
              <a:avLst/>
              <a:gdLst/>
              <a:ahLst/>
              <a:cxnLst/>
              <a:rect l="l" t="t" r="r" b="b"/>
              <a:pathLst>
                <a:path w="1488" h="1162" fill="none" extrusionOk="0">
                  <a:moveTo>
                    <a:pt x="1487" y="1"/>
                  </a:moveTo>
                  <a:cubicBezTo>
                    <a:pt x="1487" y="1"/>
                    <a:pt x="783" y="1121"/>
                    <a:pt x="0" y="1161"/>
                  </a:cubicBezTo>
                </a:path>
              </a:pathLst>
            </a:custGeom>
            <a:noFill/>
            <a:ln w="32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2"/>
            <p:cNvSpPr/>
            <p:nvPr/>
          </p:nvSpPr>
          <p:spPr>
            <a:xfrm>
              <a:off x="4092795" y="3014211"/>
              <a:ext cx="112552" cy="119670"/>
            </a:xfrm>
            <a:custGeom>
              <a:avLst/>
              <a:gdLst/>
              <a:ahLst/>
              <a:cxnLst/>
              <a:rect l="l" t="t" r="r" b="b"/>
              <a:pathLst>
                <a:path w="2609" h="2774" extrusionOk="0">
                  <a:moveTo>
                    <a:pt x="2529" y="0"/>
                  </a:moveTo>
                  <a:lnTo>
                    <a:pt x="50" y="744"/>
                  </a:lnTo>
                  <a:lnTo>
                    <a:pt x="0" y="2072"/>
                  </a:lnTo>
                  <a:cubicBezTo>
                    <a:pt x="0" y="2072"/>
                    <a:pt x="373" y="2774"/>
                    <a:pt x="1186" y="2774"/>
                  </a:cubicBezTo>
                  <a:cubicBezTo>
                    <a:pt x="1232" y="2774"/>
                    <a:pt x="1280" y="2771"/>
                    <a:pt x="1329" y="2766"/>
                  </a:cubicBezTo>
                  <a:cubicBezTo>
                    <a:pt x="2321" y="2647"/>
                    <a:pt x="2608" y="2023"/>
                    <a:pt x="2608" y="2023"/>
                  </a:cubicBezTo>
                  <a:lnTo>
                    <a:pt x="2529" y="0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2"/>
            <p:cNvSpPr/>
            <p:nvPr/>
          </p:nvSpPr>
          <p:spPr>
            <a:xfrm>
              <a:off x="4039345" y="2869694"/>
              <a:ext cx="181188" cy="190808"/>
            </a:xfrm>
            <a:custGeom>
              <a:avLst/>
              <a:gdLst/>
              <a:ahLst/>
              <a:cxnLst/>
              <a:rect l="l" t="t" r="r" b="b"/>
              <a:pathLst>
                <a:path w="4200" h="4423" extrusionOk="0">
                  <a:moveTo>
                    <a:pt x="2460" y="0"/>
                  </a:moveTo>
                  <a:cubicBezTo>
                    <a:pt x="2121" y="0"/>
                    <a:pt x="1748" y="172"/>
                    <a:pt x="1368" y="584"/>
                  </a:cubicBezTo>
                  <a:cubicBezTo>
                    <a:pt x="793" y="1248"/>
                    <a:pt x="0" y="3598"/>
                    <a:pt x="1041" y="4183"/>
                  </a:cubicBezTo>
                  <a:cubicBezTo>
                    <a:pt x="1349" y="4342"/>
                    <a:pt x="1677" y="4423"/>
                    <a:pt x="1998" y="4423"/>
                  </a:cubicBezTo>
                  <a:cubicBezTo>
                    <a:pt x="2834" y="4423"/>
                    <a:pt x="3622" y="3878"/>
                    <a:pt x="3887" y="2775"/>
                  </a:cubicBezTo>
                  <a:cubicBezTo>
                    <a:pt x="4200" y="1561"/>
                    <a:pt x="3483" y="0"/>
                    <a:pt x="2460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2"/>
            <p:cNvSpPr/>
            <p:nvPr/>
          </p:nvSpPr>
          <p:spPr>
            <a:xfrm>
              <a:off x="4094909" y="3032157"/>
              <a:ext cx="81750" cy="37273"/>
            </a:xfrm>
            <a:custGeom>
              <a:avLst/>
              <a:gdLst/>
              <a:ahLst/>
              <a:cxnLst/>
              <a:rect l="l" t="t" r="r" b="b"/>
              <a:pathLst>
                <a:path w="1895" h="864" fill="none" extrusionOk="0">
                  <a:moveTo>
                    <a:pt x="1" y="576"/>
                  </a:moveTo>
                  <a:cubicBezTo>
                    <a:pt x="1" y="576"/>
                    <a:pt x="784" y="863"/>
                    <a:pt x="1895" y="1"/>
                  </a:cubicBezTo>
                </a:path>
              </a:pathLst>
            </a:custGeom>
            <a:noFill/>
            <a:ln w="42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2"/>
            <p:cNvSpPr/>
            <p:nvPr/>
          </p:nvSpPr>
          <p:spPr>
            <a:xfrm>
              <a:off x="4201854" y="2982115"/>
              <a:ext cx="43" cy="43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08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2"/>
            <p:cNvSpPr/>
            <p:nvPr/>
          </p:nvSpPr>
          <p:spPr>
            <a:xfrm>
              <a:off x="4200430" y="2982115"/>
              <a:ext cx="1467" cy="820"/>
            </a:xfrm>
            <a:custGeom>
              <a:avLst/>
              <a:gdLst/>
              <a:ahLst/>
              <a:cxnLst/>
              <a:rect l="l" t="t" r="r" b="b"/>
              <a:pathLst>
                <a:path w="34" h="19" extrusionOk="0">
                  <a:moveTo>
                    <a:pt x="34" y="0"/>
                  </a:moveTo>
                  <a:cubicBezTo>
                    <a:pt x="1" y="0"/>
                    <a:pt x="12" y="18"/>
                    <a:pt x="23" y="18"/>
                  </a:cubicBezTo>
                  <a:cubicBezTo>
                    <a:pt x="28" y="18"/>
                    <a:pt x="34" y="14"/>
                    <a:pt x="34" y="0"/>
                  </a:cubicBezTo>
                  <a:close/>
                </a:path>
              </a:pathLst>
            </a:custGeom>
            <a:solidFill>
              <a:srgbClr val="F08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2"/>
            <p:cNvSpPr/>
            <p:nvPr/>
          </p:nvSpPr>
          <p:spPr>
            <a:xfrm>
              <a:off x="4062856" y="2863137"/>
              <a:ext cx="195942" cy="174199"/>
            </a:xfrm>
            <a:custGeom>
              <a:avLst/>
              <a:gdLst/>
              <a:ahLst/>
              <a:cxnLst/>
              <a:rect l="l" t="t" r="r" b="b"/>
              <a:pathLst>
                <a:path w="4542" h="4038" extrusionOk="0">
                  <a:moveTo>
                    <a:pt x="1380" y="1"/>
                  </a:moveTo>
                  <a:cubicBezTo>
                    <a:pt x="682" y="1"/>
                    <a:pt x="31" y="584"/>
                    <a:pt x="0" y="1192"/>
                  </a:cubicBezTo>
                  <a:cubicBezTo>
                    <a:pt x="367" y="1519"/>
                    <a:pt x="2390" y="1688"/>
                    <a:pt x="2390" y="1688"/>
                  </a:cubicBezTo>
                  <a:cubicBezTo>
                    <a:pt x="2390" y="1688"/>
                    <a:pt x="2271" y="2600"/>
                    <a:pt x="3134" y="4038"/>
                  </a:cubicBezTo>
                  <a:cubicBezTo>
                    <a:pt x="3917" y="3750"/>
                    <a:pt x="4542" y="2600"/>
                    <a:pt x="4373" y="1688"/>
                  </a:cubicBezTo>
                  <a:cubicBezTo>
                    <a:pt x="4240" y="1064"/>
                    <a:pt x="3661" y="36"/>
                    <a:pt x="2629" y="36"/>
                  </a:cubicBezTo>
                  <a:cubicBezTo>
                    <a:pt x="2431" y="36"/>
                    <a:pt x="2216" y="74"/>
                    <a:pt x="1983" y="161"/>
                  </a:cubicBezTo>
                  <a:cubicBezTo>
                    <a:pt x="1788" y="49"/>
                    <a:pt x="1582" y="1"/>
                    <a:pt x="138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2"/>
            <p:cNvSpPr/>
            <p:nvPr/>
          </p:nvSpPr>
          <p:spPr>
            <a:xfrm>
              <a:off x="4205305" y="2843163"/>
              <a:ext cx="71440" cy="64149"/>
            </a:xfrm>
            <a:custGeom>
              <a:avLst/>
              <a:gdLst/>
              <a:ahLst/>
              <a:cxnLst/>
              <a:rect l="l" t="t" r="r" b="b"/>
              <a:pathLst>
                <a:path w="1656" h="1487" extrusionOk="0">
                  <a:moveTo>
                    <a:pt x="792" y="1"/>
                  </a:moveTo>
                  <a:cubicBezTo>
                    <a:pt x="563" y="1"/>
                    <a:pt x="344" y="100"/>
                    <a:pt x="208" y="287"/>
                  </a:cubicBezTo>
                  <a:cubicBezTo>
                    <a:pt x="79" y="455"/>
                    <a:pt x="0" y="703"/>
                    <a:pt x="119" y="872"/>
                  </a:cubicBezTo>
                  <a:lnTo>
                    <a:pt x="456" y="1328"/>
                  </a:lnTo>
                  <a:cubicBezTo>
                    <a:pt x="536" y="1447"/>
                    <a:pt x="704" y="1486"/>
                    <a:pt x="823" y="1486"/>
                  </a:cubicBezTo>
                  <a:cubicBezTo>
                    <a:pt x="1200" y="1447"/>
                    <a:pt x="1487" y="1328"/>
                    <a:pt x="1567" y="951"/>
                  </a:cubicBezTo>
                  <a:cubicBezTo>
                    <a:pt x="1656" y="624"/>
                    <a:pt x="1487" y="207"/>
                    <a:pt x="1160" y="88"/>
                  </a:cubicBezTo>
                  <a:cubicBezTo>
                    <a:pt x="1042" y="29"/>
                    <a:pt x="916" y="1"/>
                    <a:pt x="792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2"/>
            <p:cNvSpPr/>
            <p:nvPr/>
          </p:nvSpPr>
          <p:spPr>
            <a:xfrm>
              <a:off x="4267729" y="2849677"/>
              <a:ext cx="49654" cy="54098"/>
            </a:xfrm>
            <a:custGeom>
              <a:avLst/>
              <a:gdLst/>
              <a:ahLst/>
              <a:cxnLst/>
              <a:rect l="l" t="t" r="r" b="b"/>
              <a:pathLst>
                <a:path w="1151" h="1254" extrusionOk="0">
                  <a:moveTo>
                    <a:pt x="501" y="1"/>
                  </a:moveTo>
                  <a:cubicBezTo>
                    <a:pt x="414" y="1"/>
                    <a:pt x="327" y="18"/>
                    <a:pt x="249" y="56"/>
                  </a:cubicBezTo>
                  <a:cubicBezTo>
                    <a:pt x="80" y="136"/>
                    <a:pt x="1" y="264"/>
                    <a:pt x="1" y="433"/>
                  </a:cubicBezTo>
                  <a:lnTo>
                    <a:pt x="1" y="968"/>
                  </a:lnTo>
                  <a:cubicBezTo>
                    <a:pt x="1" y="1048"/>
                    <a:pt x="80" y="1177"/>
                    <a:pt x="209" y="1216"/>
                  </a:cubicBezTo>
                  <a:cubicBezTo>
                    <a:pt x="283" y="1240"/>
                    <a:pt x="365" y="1253"/>
                    <a:pt x="447" y="1253"/>
                  </a:cubicBezTo>
                  <a:cubicBezTo>
                    <a:pt x="639" y="1253"/>
                    <a:pt x="835" y="1182"/>
                    <a:pt x="953" y="1008"/>
                  </a:cubicBezTo>
                  <a:cubicBezTo>
                    <a:pt x="1151" y="800"/>
                    <a:pt x="1151" y="473"/>
                    <a:pt x="992" y="225"/>
                  </a:cubicBezTo>
                  <a:cubicBezTo>
                    <a:pt x="877" y="83"/>
                    <a:pt x="688" y="1"/>
                    <a:pt x="501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2"/>
            <p:cNvSpPr/>
            <p:nvPr/>
          </p:nvSpPr>
          <p:spPr>
            <a:xfrm>
              <a:off x="4306684" y="2868788"/>
              <a:ext cx="39387" cy="38955"/>
            </a:xfrm>
            <a:custGeom>
              <a:avLst/>
              <a:gdLst/>
              <a:ahLst/>
              <a:cxnLst/>
              <a:rect l="l" t="t" r="r" b="b"/>
              <a:pathLst>
                <a:path w="913" h="903" extrusionOk="0">
                  <a:moveTo>
                    <a:pt x="432" y="0"/>
                  </a:moveTo>
                  <a:cubicBezTo>
                    <a:pt x="387" y="0"/>
                    <a:pt x="342" y="10"/>
                    <a:pt x="298" y="30"/>
                  </a:cubicBezTo>
                  <a:cubicBezTo>
                    <a:pt x="169" y="30"/>
                    <a:pt x="89" y="149"/>
                    <a:pt x="89" y="238"/>
                  </a:cubicBezTo>
                  <a:lnTo>
                    <a:pt x="0" y="605"/>
                  </a:lnTo>
                  <a:cubicBezTo>
                    <a:pt x="0" y="684"/>
                    <a:pt x="50" y="773"/>
                    <a:pt x="129" y="813"/>
                  </a:cubicBezTo>
                  <a:cubicBezTo>
                    <a:pt x="213" y="872"/>
                    <a:pt x="317" y="902"/>
                    <a:pt x="420" y="902"/>
                  </a:cubicBezTo>
                  <a:cubicBezTo>
                    <a:pt x="523" y="902"/>
                    <a:pt x="625" y="872"/>
                    <a:pt x="704" y="813"/>
                  </a:cubicBezTo>
                  <a:cubicBezTo>
                    <a:pt x="833" y="684"/>
                    <a:pt x="912" y="436"/>
                    <a:pt x="833" y="238"/>
                  </a:cubicBezTo>
                  <a:cubicBezTo>
                    <a:pt x="733" y="107"/>
                    <a:pt x="586" y="0"/>
                    <a:pt x="432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2"/>
            <p:cNvSpPr/>
            <p:nvPr/>
          </p:nvSpPr>
          <p:spPr>
            <a:xfrm>
              <a:off x="4326356" y="2891436"/>
              <a:ext cx="33822" cy="28257"/>
            </a:xfrm>
            <a:custGeom>
              <a:avLst/>
              <a:gdLst/>
              <a:ahLst/>
              <a:cxnLst/>
              <a:rect l="l" t="t" r="r" b="b"/>
              <a:pathLst>
                <a:path w="784" h="655" extrusionOk="0">
                  <a:moveTo>
                    <a:pt x="536" y="0"/>
                  </a:moveTo>
                  <a:cubicBezTo>
                    <a:pt x="456" y="0"/>
                    <a:pt x="377" y="0"/>
                    <a:pt x="337" y="80"/>
                  </a:cubicBezTo>
                  <a:lnTo>
                    <a:pt x="208" y="119"/>
                  </a:lnTo>
                  <a:cubicBezTo>
                    <a:pt x="0" y="367"/>
                    <a:pt x="208" y="655"/>
                    <a:pt x="496" y="655"/>
                  </a:cubicBezTo>
                  <a:cubicBezTo>
                    <a:pt x="625" y="615"/>
                    <a:pt x="744" y="496"/>
                    <a:pt x="784" y="328"/>
                  </a:cubicBezTo>
                  <a:cubicBezTo>
                    <a:pt x="784" y="209"/>
                    <a:pt x="704" y="40"/>
                    <a:pt x="536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2"/>
            <p:cNvSpPr/>
            <p:nvPr/>
          </p:nvSpPr>
          <p:spPr>
            <a:xfrm>
              <a:off x="4349436" y="2905543"/>
              <a:ext cx="28688" cy="41112"/>
            </a:xfrm>
            <a:custGeom>
              <a:avLst/>
              <a:gdLst/>
              <a:ahLst/>
              <a:cxnLst/>
              <a:rect l="l" t="t" r="r" b="b"/>
              <a:pathLst>
                <a:path w="665" h="953" extrusionOk="0">
                  <a:moveTo>
                    <a:pt x="50" y="1"/>
                  </a:moveTo>
                  <a:lnTo>
                    <a:pt x="1" y="248"/>
                  </a:lnTo>
                  <a:cubicBezTo>
                    <a:pt x="1" y="457"/>
                    <a:pt x="1" y="705"/>
                    <a:pt x="50" y="913"/>
                  </a:cubicBezTo>
                  <a:lnTo>
                    <a:pt x="50" y="952"/>
                  </a:lnTo>
                  <a:cubicBezTo>
                    <a:pt x="209" y="913"/>
                    <a:pt x="377" y="873"/>
                    <a:pt x="546" y="873"/>
                  </a:cubicBezTo>
                  <a:cubicBezTo>
                    <a:pt x="586" y="824"/>
                    <a:pt x="625" y="824"/>
                    <a:pt x="665" y="784"/>
                  </a:cubicBezTo>
                  <a:lnTo>
                    <a:pt x="665" y="744"/>
                  </a:lnTo>
                  <a:cubicBezTo>
                    <a:pt x="665" y="576"/>
                    <a:pt x="586" y="417"/>
                    <a:pt x="457" y="288"/>
                  </a:cubicBezTo>
                  <a:cubicBezTo>
                    <a:pt x="338" y="169"/>
                    <a:pt x="209" y="40"/>
                    <a:pt x="5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2"/>
            <p:cNvSpPr/>
            <p:nvPr/>
          </p:nvSpPr>
          <p:spPr>
            <a:xfrm>
              <a:off x="4160784" y="2980260"/>
              <a:ext cx="35375" cy="49740"/>
            </a:xfrm>
            <a:custGeom>
              <a:avLst/>
              <a:gdLst/>
              <a:ahLst/>
              <a:cxnLst/>
              <a:rect l="l" t="t" r="r" b="b"/>
              <a:pathLst>
                <a:path w="820" h="1153" extrusionOk="0">
                  <a:moveTo>
                    <a:pt x="499" y="1"/>
                  </a:moveTo>
                  <a:cubicBezTo>
                    <a:pt x="485" y="1"/>
                    <a:pt x="472" y="2"/>
                    <a:pt x="457" y="4"/>
                  </a:cubicBezTo>
                  <a:cubicBezTo>
                    <a:pt x="289" y="43"/>
                    <a:pt x="160" y="172"/>
                    <a:pt x="160" y="212"/>
                  </a:cubicBezTo>
                  <a:lnTo>
                    <a:pt x="1" y="956"/>
                  </a:lnTo>
                  <a:cubicBezTo>
                    <a:pt x="44" y="1092"/>
                    <a:pt x="127" y="1153"/>
                    <a:pt x="220" y="1153"/>
                  </a:cubicBezTo>
                  <a:cubicBezTo>
                    <a:pt x="297" y="1153"/>
                    <a:pt x="381" y="1111"/>
                    <a:pt x="457" y="1035"/>
                  </a:cubicBezTo>
                  <a:cubicBezTo>
                    <a:pt x="616" y="916"/>
                    <a:pt x="705" y="787"/>
                    <a:pt x="745" y="628"/>
                  </a:cubicBezTo>
                  <a:cubicBezTo>
                    <a:pt x="820" y="346"/>
                    <a:pt x="752" y="1"/>
                    <a:pt x="499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2"/>
            <p:cNvSpPr/>
            <p:nvPr/>
          </p:nvSpPr>
          <p:spPr>
            <a:xfrm>
              <a:off x="4080371" y="2959036"/>
              <a:ext cx="19715" cy="41069"/>
            </a:xfrm>
            <a:custGeom>
              <a:avLst/>
              <a:gdLst/>
              <a:ahLst/>
              <a:cxnLst/>
              <a:rect l="l" t="t" r="r" b="b"/>
              <a:pathLst>
                <a:path w="457" h="952" fill="none" extrusionOk="0">
                  <a:moveTo>
                    <a:pt x="457" y="0"/>
                  </a:moveTo>
                  <a:cubicBezTo>
                    <a:pt x="457" y="0"/>
                    <a:pt x="1" y="535"/>
                    <a:pt x="41" y="704"/>
                  </a:cubicBezTo>
                  <a:cubicBezTo>
                    <a:pt x="41" y="873"/>
                    <a:pt x="417" y="952"/>
                    <a:pt x="417" y="952"/>
                  </a:cubicBezTo>
                </a:path>
              </a:pathLst>
            </a:custGeom>
            <a:noFill/>
            <a:ln w="197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2"/>
            <p:cNvSpPr/>
            <p:nvPr/>
          </p:nvSpPr>
          <p:spPr>
            <a:xfrm>
              <a:off x="4073555" y="3005195"/>
              <a:ext cx="51380" cy="28516"/>
            </a:xfrm>
            <a:custGeom>
              <a:avLst/>
              <a:gdLst/>
              <a:ahLst/>
              <a:cxnLst/>
              <a:rect l="l" t="t" r="r" b="b"/>
              <a:pathLst>
                <a:path w="1191" h="661" extrusionOk="0">
                  <a:moveTo>
                    <a:pt x="159" y="1"/>
                  </a:moveTo>
                  <a:cubicBezTo>
                    <a:pt x="159" y="1"/>
                    <a:pt x="0" y="497"/>
                    <a:pt x="367" y="626"/>
                  </a:cubicBezTo>
                  <a:cubicBezTo>
                    <a:pt x="445" y="650"/>
                    <a:pt x="517" y="660"/>
                    <a:pt x="585" y="660"/>
                  </a:cubicBezTo>
                  <a:cubicBezTo>
                    <a:pt x="980" y="660"/>
                    <a:pt x="1190" y="298"/>
                    <a:pt x="1190" y="298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2"/>
            <p:cNvSpPr/>
            <p:nvPr/>
          </p:nvSpPr>
          <p:spPr>
            <a:xfrm>
              <a:off x="4079336" y="2948165"/>
              <a:ext cx="8369" cy="11044"/>
            </a:xfrm>
            <a:custGeom>
              <a:avLst/>
              <a:gdLst/>
              <a:ahLst/>
              <a:cxnLst/>
              <a:rect l="l" t="t" r="r" b="b"/>
              <a:pathLst>
                <a:path w="194" h="256" extrusionOk="0">
                  <a:moveTo>
                    <a:pt x="140" y="1"/>
                  </a:moveTo>
                  <a:cubicBezTo>
                    <a:pt x="126" y="1"/>
                    <a:pt x="114" y="13"/>
                    <a:pt x="114" y="44"/>
                  </a:cubicBezTo>
                  <a:cubicBezTo>
                    <a:pt x="65" y="83"/>
                    <a:pt x="25" y="133"/>
                    <a:pt x="25" y="173"/>
                  </a:cubicBezTo>
                  <a:cubicBezTo>
                    <a:pt x="0" y="222"/>
                    <a:pt x="40" y="256"/>
                    <a:pt x="84" y="256"/>
                  </a:cubicBezTo>
                  <a:cubicBezTo>
                    <a:pt x="110" y="256"/>
                    <a:pt x="139" y="243"/>
                    <a:pt x="154" y="212"/>
                  </a:cubicBezTo>
                  <a:cubicBezTo>
                    <a:pt x="154" y="173"/>
                    <a:pt x="193" y="133"/>
                    <a:pt x="193" y="83"/>
                  </a:cubicBezTo>
                  <a:cubicBezTo>
                    <a:pt x="193" y="34"/>
                    <a:pt x="163" y="1"/>
                    <a:pt x="140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2"/>
            <p:cNvSpPr/>
            <p:nvPr/>
          </p:nvSpPr>
          <p:spPr>
            <a:xfrm>
              <a:off x="4082097" y="2930348"/>
              <a:ext cx="16307" cy="10742"/>
            </a:xfrm>
            <a:custGeom>
              <a:avLst/>
              <a:gdLst/>
              <a:ahLst/>
              <a:cxnLst/>
              <a:rect l="l" t="t" r="r" b="b"/>
              <a:pathLst>
                <a:path w="378" h="249" fill="none" extrusionOk="0">
                  <a:moveTo>
                    <a:pt x="377" y="249"/>
                  </a:moveTo>
                  <a:cubicBezTo>
                    <a:pt x="377" y="249"/>
                    <a:pt x="248" y="1"/>
                    <a:pt x="1" y="169"/>
                  </a:cubicBezTo>
                </a:path>
              </a:pathLst>
            </a:custGeom>
            <a:noFill/>
            <a:ln w="197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2"/>
            <p:cNvSpPr/>
            <p:nvPr/>
          </p:nvSpPr>
          <p:spPr>
            <a:xfrm>
              <a:off x="4129378" y="2966111"/>
              <a:ext cx="8369" cy="11044"/>
            </a:xfrm>
            <a:custGeom>
              <a:avLst/>
              <a:gdLst/>
              <a:ahLst/>
              <a:cxnLst/>
              <a:rect l="l" t="t" r="r" b="b"/>
              <a:pathLst>
                <a:path w="194" h="256" extrusionOk="0">
                  <a:moveTo>
                    <a:pt x="124" y="1"/>
                  </a:moveTo>
                  <a:cubicBezTo>
                    <a:pt x="102" y="1"/>
                    <a:pt x="80" y="14"/>
                    <a:pt x="65" y="44"/>
                  </a:cubicBezTo>
                  <a:cubicBezTo>
                    <a:pt x="65" y="84"/>
                    <a:pt x="25" y="124"/>
                    <a:pt x="25" y="163"/>
                  </a:cubicBezTo>
                  <a:cubicBezTo>
                    <a:pt x="0" y="219"/>
                    <a:pt x="37" y="255"/>
                    <a:pt x="79" y="255"/>
                  </a:cubicBezTo>
                  <a:cubicBezTo>
                    <a:pt x="103" y="255"/>
                    <a:pt x="129" y="242"/>
                    <a:pt x="144" y="213"/>
                  </a:cubicBezTo>
                  <a:cubicBezTo>
                    <a:pt x="144" y="163"/>
                    <a:pt x="194" y="124"/>
                    <a:pt x="194" y="84"/>
                  </a:cubicBezTo>
                  <a:cubicBezTo>
                    <a:pt x="194" y="35"/>
                    <a:pt x="159" y="1"/>
                    <a:pt x="12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2"/>
            <p:cNvSpPr/>
            <p:nvPr/>
          </p:nvSpPr>
          <p:spPr>
            <a:xfrm>
              <a:off x="4132139" y="2946612"/>
              <a:ext cx="21441" cy="14150"/>
            </a:xfrm>
            <a:custGeom>
              <a:avLst/>
              <a:gdLst/>
              <a:ahLst/>
              <a:cxnLst/>
              <a:rect l="l" t="t" r="r" b="b"/>
              <a:pathLst>
                <a:path w="497" h="328" fill="none" extrusionOk="0">
                  <a:moveTo>
                    <a:pt x="1" y="80"/>
                  </a:moveTo>
                  <a:cubicBezTo>
                    <a:pt x="1" y="80"/>
                    <a:pt x="249" y="0"/>
                    <a:pt x="496" y="328"/>
                  </a:cubicBezTo>
                </a:path>
              </a:pathLst>
            </a:custGeom>
            <a:noFill/>
            <a:ln w="197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2"/>
            <p:cNvSpPr/>
            <p:nvPr/>
          </p:nvSpPr>
          <p:spPr>
            <a:xfrm>
              <a:off x="3659927" y="3174604"/>
              <a:ext cx="409787" cy="354179"/>
            </a:xfrm>
            <a:custGeom>
              <a:avLst/>
              <a:gdLst/>
              <a:ahLst/>
              <a:cxnLst/>
              <a:rect l="l" t="t" r="r" b="b"/>
              <a:pathLst>
                <a:path w="9499" h="8210" extrusionOk="0">
                  <a:moveTo>
                    <a:pt x="2152" y="0"/>
                  </a:moveTo>
                  <a:lnTo>
                    <a:pt x="0" y="1240"/>
                  </a:lnTo>
                  <a:cubicBezTo>
                    <a:pt x="0" y="1240"/>
                    <a:pt x="1279" y="6822"/>
                    <a:pt x="3887" y="8022"/>
                  </a:cubicBezTo>
                  <a:cubicBezTo>
                    <a:pt x="4159" y="8152"/>
                    <a:pt x="4436" y="8210"/>
                    <a:pt x="4713" y="8210"/>
                  </a:cubicBezTo>
                  <a:cubicBezTo>
                    <a:pt x="7083" y="8210"/>
                    <a:pt x="9499" y="3966"/>
                    <a:pt x="9499" y="3966"/>
                  </a:cubicBezTo>
                  <a:lnTo>
                    <a:pt x="5949" y="2440"/>
                  </a:lnTo>
                  <a:cubicBezTo>
                    <a:pt x="5949" y="2440"/>
                    <a:pt x="5126" y="3966"/>
                    <a:pt x="4958" y="4175"/>
                  </a:cubicBezTo>
                  <a:cubicBezTo>
                    <a:pt x="4859" y="4274"/>
                    <a:pt x="4754" y="4319"/>
                    <a:pt x="4645" y="4319"/>
                  </a:cubicBezTo>
                  <a:cubicBezTo>
                    <a:pt x="3580" y="4319"/>
                    <a:pt x="2152" y="0"/>
                    <a:pt x="2152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2"/>
            <p:cNvSpPr/>
            <p:nvPr/>
          </p:nvSpPr>
          <p:spPr>
            <a:xfrm>
              <a:off x="3635122" y="3037291"/>
              <a:ext cx="124502" cy="213931"/>
            </a:xfrm>
            <a:custGeom>
              <a:avLst/>
              <a:gdLst/>
              <a:ahLst/>
              <a:cxnLst/>
              <a:rect l="l" t="t" r="r" b="b"/>
              <a:pathLst>
                <a:path w="2886" h="4959" extrusionOk="0">
                  <a:moveTo>
                    <a:pt x="1150" y="1"/>
                  </a:moveTo>
                  <a:cubicBezTo>
                    <a:pt x="942" y="50"/>
                    <a:pt x="1279" y="1290"/>
                    <a:pt x="1279" y="1290"/>
                  </a:cubicBezTo>
                  <a:cubicBezTo>
                    <a:pt x="1279" y="1290"/>
                    <a:pt x="1213" y="1105"/>
                    <a:pt x="1067" y="1105"/>
                  </a:cubicBezTo>
                  <a:cubicBezTo>
                    <a:pt x="1044" y="1105"/>
                    <a:pt x="1019" y="1110"/>
                    <a:pt x="992" y="1121"/>
                  </a:cubicBezTo>
                  <a:cubicBezTo>
                    <a:pt x="863" y="1161"/>
                    <a:pt x="863" y="1488"/>
                    <a:pt x="863" y="1488"/>
                  </a:cubicBezTo>
                  <a:cubicBezTo>
                    <a:pt x="863" y="1488"/>
                    <a:pt x="764" y="1283"/>
                    <a:pt x="650" y="1283"/>
                  </a:cubicBezTo>
                  <a:cubicBezTo>
                    <a:pt x="638" y="1283"/>
                    <a:pt x="626" y="1285"/>
                    <a:pt x="615" y="1290"/>
                  </a:cubicBezTo>
                  <a:cubicBezTo>
                    <a:pt x="446" y="1369"/>
                    <a:pt x="496" y="1785"/>
                    <a:pt x="496" y="1785"/>
                  </a:cubicBezTo>
                  <a:cubicBezTo>
                    <a:pt x="496" y="1785"/>
                    <a:pt x="399" y="1688"/>
                    <a:pt x="296" y="1688"/>
                  </a:cubicBezTo>
                  <a:cubicBezTo>
                    <a:pt x="280" y="1688"/>
                    <a:pt x="264" y="1691"/>
                    <a:pt x="248" y="1696"/>
                  </a:cubicBezTo>
                  <a:cubicBezTo>
                    <a:pt x="119" y="1736"/>
                    <a:pt x="0" y="2440"/>
                    <a:pt x="694" y="4958"/>
                  </a:cubicBezTo>
                  <a:lnTo>
                    <a:pt x="2885" y="3639"/>
                  </a:lnTo>
                  <a:cubicBezTo>
                    <a:pt x="2637" y="2816"/>
                    <a:pt x="2062" y="546"/>
                    <a:pt x="1894" y="546"/>
                  </a:cubicBezTo>
                  <a:cubicBezTo>
                    <a:pt x="1889" y="544"/>
                    <a:pt x="1884" y="544"/>
                    <a:pt x="1880" y="544"/>
                  </a:cubicBezTo>
                  <a:cubicBezTo>
                    <a:pt x="1747" y="544"/>
                    <a:pt x="1844" y="1242"/>
                    <a:pt x="1745" y="1242"/>
                  </a:cubicBezTo>
                  <a:cubicBezTo>
                    <a:pt x="1742" y="1242"/>
                    <a:pt x="1739" y="1241"/>
                    <a:pt x="1735" y="1240"/>
                  </a:cubicBezTo>
                  <a:cubicBezTo>
                    <a:pt x="1606" y="1200"/>
                    <a:pt x="1319" y="1"/>
                    <a:pt x="1150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2"/>
            <p:cNvSpPr/>
            <p:nvPr/>
          </p:nvSpPr>
          <p:spPr>
            <a:xfrm>
              <a:off x="3697114" y="3105322"/>
              <a:ext cx="16307" cy="53494"/>
            </a:xfrm>
            <a:custGeom>
              <a:avLst/>
              <a:gdLst/>
              <a:ahLst/>
              <a:cxnLst/>
              <a:rect l="l" t="t" r="r" b="b"/>
              <a:pathLst>
                <a:path w="378" h="1240" fill="none" extrusionOk="0">
                  <a:moveTo>
                    <a:pt x="378" y="0"/>
                  </a:moveTo>
                  <a:cubicBezTo>
                    <a:pt x="378" y="0"/>
                    <a:pt x="298" y="367"/>
                    <a:pt x="169" y="615"/>
                  </a:cubicBezTo>
                  <a:cubicBezTo>
                    <a:pt x="1" y="992"/>
                    <a:pt x="50" y="1239"/>
                    <a:pt x="50" y="1239"/>
                  </a:cubicBezTo>
                </a:path>
              </a:pathLst>
            </a:custGeom>
            <a:noFill/>
            <a:ln w="4225" cap="flat" cmpd="sng">
              <a:solidFill>
                <a:srgbClr val="F5A7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2"/>
            <p:cNvSpPr/>
            <p:nvPr/>
          </p:nvSpPr>
          <p:spPr>
            <a:xfrm>
              <a:off x="3643663" y="3096306"/>
              <a:ext cx="51811" cy="56945"/>
            </a:xfrm>
            <a:custGeom>
              <a:avLst/>
              <a:gdLst/>
              <a:ahLst/>
              <a:cxnLst/>
              <a:rect l="l" t="t" r="r" b="b"/>
              <a:pathLst>
                <a:path w="1201" h="1320" extrusionOk="0">
                  <a:moveTo>
                    <a:pt x="1121" y="1"/>
                  </a:moveTo>
                  <a:lnTo>
                    <a:pt x="1121" y="368"/>
                  </a:lnTo>
                  <a:lnTo>
                    <a:pt x="1121" y="576"/>
                  </a:lnTo>
                  <a:cubicBezTo>
                    <a:pt x="1121" y="665"/>
                    <a:pt x="1081" y="705"/>
                    <a:pt x="1081" y="744"/>
                  </a:cubicBezTo>
                  <a:cubicBezTo>
                    <a:pt x="1081" y="758"/>
                    <a:pt x="1077" y="762"/>
                    <a:pt x="1071" y="762"/>
                  </a:cubicBezTo>
                  <a:cubicBezTo>
                    <a:pt x="1059" y="762"/>
                    <a:pt x="1041" y="744"/>
                    <a:pt x="1041" y="744"/>
                  </a:cubicBezTo>
                  <a:cubicBezTo>
                    <a:pt x="1041" y="744"/>
                    <a:pt x="992" y="744"/>
                    <a:pt x="992" y="705"/>
                  </a:cubicBezTo>
                  <a:cubicBezTo>
                    <a:pt x="952" y="665"/>
                    <a:pt x="913" y="616"/>
                    <a:pt x="913" y="576"/>
                  </a:cubicBezTo>
                  <a:cubicBezTo>
                    <a:pt x="833" y="457"/>
                    <a:pt x="794" y="328"/>
                    <a:pt x="744" y="209"/>
                  </a:cubicBezTo>
                  <a:cubicBezTo>
                    <a:pt x="744" y="169"/>
                    <a:pt x="704" y="169"/>
                    <a:pt x="665" y="169"/>
                  </a:cubicBezTo>
                  <a:cubicBezTo>
                    <a:pt x="625" y="169"/>
                    <a:pt x="625" y="209"/>
                    <a:pt x="625" y="249"/>
                  </a:cubicBezTo>
                  <a:cubicBezTo>
                    <a:pt x="625" y="249"/>
                    <a:pt x="625" y="249"/>
                    <a:pt x="625" y="249"/>
                  </a:cubicBezTo>
                  <a:lnTo>
                    <a:pt x="625" y="249"/>
                  </a:lnTo>
                  <a:cubicBezTo>
                    <a:pt x="625" y="368"/>
                    <a:pt x="665" y="497"/>
                    <a:pt x="665" y="616"/>
                  </a:cubicBezTo>
                  <a:lnTo>
                    <a:pt x="665" y="824"/>
                  </a:lnTo>
                  <a:lnTo>
                    <a:pt x="665" y="953"/>
                  </a:lnTo>
                  <a:lnTo>
                    <a:pt x="625" y="953"/>
                  </a:lnTo>
                  <a:cubicBezTo>
                    <a:pt x="585" y="913"/>
                    <a:pt x="546" y="863"/>
                    <a:pt x="546" y="784"/>
                  </a:cubicBezTo>
                  <a:cubicBezTo>
                    <a:pt x="456" y="705"/>
                    <a:pt x="417" y="576"/>
                    <a:pt x="417" y="457"/>
                  </a:cubicBezTo>
                  <a:cubicBezTo>
                    <a:pt x="377" y="417"/>
                    <a:pt x="377" y="417"/>
                    <a:pt x="337" y="417"/>
                  </a:cubicBezTo>
                  <a:cubicBezTo>
                    <a:pt x="298" y="417"/>
                    <a:pt x="248" y="457"/>
                    <a:pt x="248" y="497"/>
                  </a:cubicBezTo>
                  <a:cubicBezTo>
                    <a:pt x="259" y="524"/>
                    <a:pt x="270" y="551"/>
                    <a:pt x="281" y="579"/>
                  </a:cubicBezTo>
                  <a:lnTo>
                    <a:pt x="281" y="579"/>
                  </a:lnTo>
                  <a:cubicBezTo>
                    <a:pt x="298" y="652"/>
                    <a:pt x="298" y="740"/>
                    <a:pt x="298" y="824"/>
                  </a:cubicBezTo>
                  <a:cubicBezTo>
                    <a:pt x="337" y="953"/>
                    <a:pt x="337" y="1072"/>
                    <a:pt x="298" y="1161"/>
                  </a:cubicBezTo>
                  <a:lnTo>
                    <a:pt x="298" y="1240"/>
                  </a:lnTo>
                  <a:lnTo>
                    <a:pt x="248" y="1240"/>
                  </a:lnTo>
                  <a:cubicBezTo>
                    <a:pt x="209" y="1201"/>
                    <a:pt x="169" y="1161"/>
                    <a:pt x="169" y="1111"/>
                  </a:cubicBezTo>
                  <a:cubicBezTo>
                    <a:pt x="90" y="992"/>
                    <a:pt x="50" y="913"/>
                    <a:pt x="0" y="784"/>
                  </a:cubicBezTo>
                  <a:lnTo>
                    <a:pt x="0" y="784"/>
                  </a:lnTo>
                  <a:cubicBezTo>
                    <a:pt x="50" y="913"/>
                    <a:pt x="50" y="1032"/>
                    <a:pt x="129" y="1111"/>
                  </a:cubicBezTo>
                  <a:cubicBezTo>
                    <a:pt x="129" y="1201"/>
                    <a:pt x="169" y="1240"/>
                    <a:pt x="209" y="1280"/>
                  </a:cubicBezTo>
                  <a:cubicBezTo>
                    <a:pt x="248" y="1280"/>
                    <a:pt x="248" y="1320"/>
                    <a:pt x="298" y="1320"/>
                  </a:cubicBezTo>
                  <a:cubicBezTo>
                    <a:pt x="298" y="1320"/>
                    <a:pt x="337" y="1320"/>
                    <a:pt x="337" y="1280"/>
                  </a:cubicBezTo>
                  <a:cubicBezTo>
                    <a:pt x="377" y="1240"/>
                    <a:pt x="377" y="1201"/>
                    <a:pt x="417" y="1201"/>
                  </a:cubicBezTo>
                  <a:lnTo>
                    <a:pt x="417" y="939"/>
                  </a:lnTo>
                  <a:lnTo>
                    <a:pt x="417" y="939"/>
                  </a:lnTo>
                  <a:cubicBezTo>
                    <a:pt x="443" y="984"/>
                    <a:pt x="470" y="1019"/>
                    <a:pt x="496" y="1072"/>
                  </a:cubicBezTo>
                  <a:cubicBezTo>
                    <a:pt x="546" y="1072"/>
                    <a:pt x="585" y="1111"/>
                    <a:pt x="625" y="1111"/>
                  </a:cubicBezTo>
                  <a:lnTo>
                    <a:pt x="744" y="1111"/>
                  </a:lnTo>
                  <a:cubicBezTo>
                    <a:pt x="744" y="1072"/>
                    <a:pt x="794" y="1072"/>
                    <a:pt x="794" y="1032"/>
                  </a:cubicBezTo>
                  <a:cubicBezTo>
                    <a:pt x="833" y="953"/>
                    <a:pt x="833" y="863"/>
                    <a:pt x="833" y="824"/>
                  </a:cubicBezTo>
                  <a:lnTo>
                    <a:pt x="833" y="690"/>
                  </a:lnTo>
                  <a:lnTo>
                    <a:pt x="833" y="690"/>
                  </a:lnTo>
                  <a:cubicBezTo>
                    <a:pt x="860" y="731"/>
                    <a:pt x="886" y="758"/>
                    <a:pt x="913" y="784"/>
                  </a:cubicBezTo>
                  <a:cubicBezTo>
                    <a:pt x="952" y="824"/>
                    <a:pt x="992" y="863"/>
                    <a:pt x="1041" y="863"/>
                  </a:cubicBezTo>
                  <a:lnTo>
                    <a:pt x="1121" y="863"/>
                  </a:lnTo>
                  <a:cubicBezTo>
                    <a:pt x="1121" y="824"/>
                    <a:pt x="1160" y="824"/>
                    <a:pt x="1160" y="784"/>
                  </a:cubicBezTo>
                  <a:cubicBezTo>
                    <a:pt x="1200" y="665"/>
                    <a:pt x="1200" y="536"/>
                    <a:pt x="1200" y="368"/>
                  </a:cubicBezTo>
                  <a:cubicBezTo>
                    <a:pt x="1160" y="249"/>
                    <a:pt x="1160" y="120"/>
                    <a:pt x="1121" y="1"/>
                  </a:cubicBezTo>
                  <a:close/>
                </a:path>
              </a:pathLst>
            </a:custGeom>
            <a:solidFill>
              <a:srgbClr val="F5A7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2"/>
            <p:cNvSpPr/>
            <p:nvPr/>
          </p:nvSpPr>
          <p:spPr>
            <a:xfrm>
              <a:off x="3968336" y="3083925"/>
              <a:ext cx="450856" cy="539854"/>
            </a:xfrm>
            <a:custGeom>
              <a:avLst/>
              <a:gdLst/>
              <a:ahLst/>
              <a:cxnLst/>
              <a:rect l="l" t="t" r="r" b="b"/>
              <a:pathLst>
                <a:path w="10451" h="12514" extrusionOk="0">
                  <a:moveTo>
                    <a:pt x="5414" y="0"/>
                  </a:moveTo>
                  <a:cubicBezTo>
                    <a:pt x="5414" y="0"/>
                    <a:pt x="4958" y="744"/>
                    <a:pt x="3966" y="744"/>
                  </a:cubicBezTo>
                  <a:cubicBezTo>
                    <a:pt x="2975" y="744"/>
                    <a:pt x="2885" y="288"/>
                    <a:pt x="2885" y="288"/>
                  </a:cubicBezTo>
                  <a:cubicBezTo>
                    <a:pt x="2885" y="288"/>
                    <a:pt x="863" y="1894"/>
                    <a:pt x="327" y="4046"/>
                  </a:cubicBezTo>
                  <a:cubicBezTo>
                    <a:pt x="0" y="5493"/>
                    <a:pt x="407" y="6525"/>
                    <a:pt x="456" y="7149"/>
                  </a:cubicBezTo>
                  <a:cubicBezTo>
                    <a:pt x="704" y="10947"/>
                    <a:pt x="496" y="12513"/>
                    <a:pt x="496" y="12513"/>
                  </a:cubicBezTo>
                  <a:lnTo>
                    <a:pt x="9459" y="12226"/>
                  </a:lnTo>
                  <a:cubicBezTo>
                    <a:pt x="9459" y="12226"/>
                    <a:pt x="10451" y="7020"/>
                    <a:pt x="9043" y="3590"/>
                  </a:cubicBezTo>
                  <a:cubicBezTo>
                    <a:pt x="7645" y="209"/>
                    <a:pt x="5414" y="0"/>
                    <a:pt x="5414" y="0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2"/>
            <p:cNvSpPr/>
            <p:nvPr/>
          </p:nvSpPr>
          <p:spPr>
            <a:xfrm>
              <a:off x="4078689" y="3609623"/>
              <a:ext cx="233560" cy="15876"/>
            </a:xfrm>
            <a:custGeom>
              <a:avLst/>
              <a:gdLst/>
              <a:ahLst/>
              <a:cxnLst/>
              <a:rect l="l" t="t" r="r" b="b"/>
              <a:pathLst>
                <a:path w="5414" h="368" extrusionOk="0">
                  <a:moveTo>
                    <a:pt x="5126" y="0"/>
                  </a:moveTo>
                  <a:lnTo>
                    <a:pt x="0" y="80"/>
                  </a:lnTo>
                  <a:lnTo>
                    <a:pt x="0" y="367"/>
                  </a:lnTo>
                  <a:lnTo>
                    <a:pt x="5414" y="327"/>
                  </a:lnTo>
                  <a:cubicBezTo>
                    <a:pt x="5414" y="119"/>
                    <a:pt x="5285" y="0"/>
                    <a:pt x="5126" y="0"/>
                  </a:cubicBezTo>
                  <a:close/>
                </a:path>
              </a:pathLst>
            </a:custGeom>
            <a:solidFill>
              <a:srgbClr val="DCD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2"/>
            <p:cNvSpPr/>
            <p:nvPr/>
          </p:nvSpPr>
          <p:spPr>
            <a:xfrm>
              <a:off x="3745474" y="3400871"/>
              <a:ext cx="374326" cy="228469"/>
            </a:xfrm>
            <a:custGeom>
              <a:avLst/>
              <a:gdLst/>
              <a:ahLst/>
              <a:cxnLst/>
              <a:rect l="l" t="t" r="r" b="b"/>
              <a:pathLst>
                <a:path w="8677" h="5296" extrusionOk="0">
                  <a:moveTo>
                    <a:pt x="6733" y="1"/>
                  </a:moveTo>
                  <a:lnTo>
                    <a:pt x="248" y="90"/>
                  </a:lnTo>
                  <a:cubicBezTo>
                    <a:pt x="79" y="90"/>
                    <a:pt x="0" y="248"/>
                    <a:pt x="40" y="417"/>
                  </a:cubicBezTo>
                  <a:lnTo>
                    <a:pt x="1527" y="5295"/>
                  </a:lnTo>
                  <a:lnTo>
                    <a:pt x="8676" y="5206"/>
                  </a:lnTo>
                  <a:lnTo>
                    <a:pt x="7268" y="417"/>
                  </a:lnTo>
                  <a:cubicBezTo>
                    <a:pt x="7189" y="169"/>
                    <a:pt x="6981" y="1"/>
                    <a:pt x="673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2"/>
            <p:cNvSpPr/>
            <p:nvPr/>
          </p:nvSpPr>
          <p:spPr>
            <a:xfrm>
              <a:off x="3731324" y="3400871"/>
              <a:ext cx="376051" cy="230152"/>
            </a:xfrm>
            <a:custGeom>
              <a:avLst/>
              <a:gdLst/>
              <a:ahLst/>
              <a:cxnLst/>
              <a:rect l="l" t="t" r="r" b="b"/>
              <a:pathLst>
                <a:path w="8717" h="5335" extrusionOk="0">
                  <a:moveTo>
                    <a:pt x="6733" y="1"/>
                  </a:moveTo>
                  <a:lnTo>
                    <a:pt x="249" y="90"/>
                  </a:lnTo>
                  <a:cubicBezTo>
                    <a:pt x="120" y="90"/>
                    <a:pt x="1" y="248"/>
                    <a:pt x="41" y="417"/>
                  </a:cubicBezTo>
                  <a:lnTo>
                    <a:pt x="1528" y="5335"/>
                  </a:lnTo>
                  <a:lnTo>
                    <a:pt x="8717" y="5206"/>
                  </a:lnTo>
                  <a:lnTo>
                    <a:pt x="7269" y="417"/>
                  </a:lnTo>
                  <a:cubicBezTo>
                    <a:pt x="7190" y="169"/>
                    <a:pt x="6981" y="1"/>
                    <a:pt x="6733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2"/>
            <p:cNvSpPr/>
            <p:nvPr/>
          </p:nvSpPr>
          <p:spPr>
            <a:xfrm>
              <a:off x="3884472" y="3502464"/>
              <a:ext cx="46246" cy="34037"/>
            </a:xfrm>
            <a:custGeom>
              <a:avLst/>
              <a:gdLst/>
              <a:ahLst/>
              <a:cxnLst/>
              <a:rect l="l" t="t" r="r" b="b"/>
              <a:pathLst>
                <a:path w="1072" h="789" extrusionOk="0">
                  <a:moveTo>
                    <a:pt x="519" y="0"/>
                  </a:moveTo>
                  <a:cubicBezTo>
                    <a:pt x="498" y="0"/>
                    <a:pt x="477" y="2"/>
                    <a:pt x="457" y="5"/>
                  </a:cubicBezTo>
                  <a:cubicBezTo>
                    <a:pt x="209" y="5"/>
                    <a:pt x="1" y="174"/>
                    <a:pt x="40" y="422"/>
                  </a:cubicBezTo>
                  <a:cubicBezTo>
                    <a:pt x="80" y="620"/>
                    <a:pt x="368" y="789"/>
                    <a:pt x="615" y="789"/>
                  </a:cubicBezTo>
                  <a:cubicBezTo>
                    <a:pt x="863" y="789"/>
                    <a:pt x="1072" y="620"/>
                    <a:pt x="1032" y="372"/>
                  </a:cubicBezTo>
                  <a:cubicBezTo>
                    <a:pt x="959" y="191"/>
                    <a:pt x="745" y="0"/>
                    <a:pt x="519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2"/>
            <p:cNvSpPr/>
            <p:nvPr/>
          </p:nvSpPr>
          <p:spPr>
            <a:xfrm>
              <a:off x="4082097" y="3304626"/>
              <a:ext cx="351246" cy="367467"/>
            </a:xfrm>
            <a:custGeom>
              <a:avLst/>
              <a:gdLst/>
              <a:ahLst/>
              <a:cxnLst/>
              <a:rect l="l" t="t" r="r" b="b"/>
              <a:pathLst>
                <a:path w="8142" h="8518" extrusionOk="0">
                  <a:moveTo>
                    <a:pt x="4135" y="1"/>
                  </a:moveTo>
                  <a:cubicBezTo>
                    <a:pt x="4135" y="1"/>
                    <a:pt x="4343" y="3640"/>
                    <a:pt x="3927" y="4304"/>
                  </a:cubicBezTo>
                  <a:cubicBezTo>
                    <a:pt x="3679" y="4671"/>
                    <a:pt x="1" y="5910"/>
                    <a:pt x="1" y="5910"/>
                  </a:cubicBezTo>
                  <a:lnTo>
                    <a:pt x="1" y="8518"/>
                  </a:lnTo>
                  <a:cubicBezTo>
                    <a:pt x="1" y="8518"/>
                    <a:pt x="5583" y="8349"/>
                    <a:pt x="7070" y="6366"/>
                  </a:cubicBezTo>
                  <a:cubicBezTo>
                    <a:pt x="8141" y="4879"/>
                    <a:pt x="7982" y="1"/>
                    <a:pt x="7982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2"/>
            <p:cNvSpPr/>
            <p:nvPr/>
          </p:nvSpPr>
          <p:spPr>
            <a:xfrm>
              <a:off x="4201854" y="3083925"/>
              <a:ext cx="238737" cy="245984"/>
            </a:xfrm>
            <a:custGeom>
              <a:avLst/>
              <a:gdLst/>
              <a:ahLst/>
              <a:cxnLst/>
              <a:rect l="l" t="t" r="r" b="b"/>
              <a:pathLst>
                <a:path w="5534" h="5702" extrusionOk="0">
                  <a:moveTo>
                    <a:pt x="1" y="0"/>
                  </a:moveTo>
                  <a:lnTo>
                    <a:pt x="1191" y="3431"/>
                  </a:lnTo>
                  <a:lnTo>
                    <a:pt x="1240" y="5702"/>
                  </a:lnTo>
                  <a:lnTo>
                    <a:pt x="5534" y="5702"/>
                  </a:lnTo>
                  <a:cubicBezTo>
                    <a:pt x="5534" y="5702"/>
                    <a:pt x="5405" y="3015"/>
                    <a:pt x="3590" y="1359"/>
                  </a:cubicBezTo>
                  <a:cubicBezTo>
                    <a:pt x="2390" y="24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2"/>
            <p:cNvSpPr/>
            <p:nvPr/>
          </p:nvSpPr>
          <p:spPr>
            <a:xfrm>
              <a:off x="3891762" y="3096306"/>
              <a:ext cx="201076" cy="249435"/>
            </a:xfrm>
            <a:custGeom>
              <a:avLst/>
              <a:gdLst/>
              <a:ahLst/>
              <a:cxnLst/>
              <a:rect l="l" t="t" r="r" b="b"/>
              <a:pathLst>
                <a:path w="4661" h="5782" extrusionOk="0">
                  <a:moveTo>
                    <a:pt x="4660" y="1"/>
                  </a:moveTo>
                  <a:lnTo>
                    <a:pt x="4660" y="1"/>
                  </a:lnTo>
                  <a:cubicBezTo>
                    <a:pt x="3223" y="120"/>
                    <a:pt x="2142" y="744"/>
                    <a:pt x="1527" y="1567"/>
                  </a:cubicBezTo>
                  <a:cubicBezTo>
                    <a:pt x="615" y="2847"/>
                    <a:pt x="0" y="4830"/>
                    <a:pt x="0" y="4830"/>
                  </a:cubicBezTo>
                  <a:lnTo>
                    <a:pt x="3381" y="5781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2"/>
            <p:cNvSpPr/>
            <p:nvPr/>
          </p:nvSpPr>
          <p:spPr>
            <a:xfrm>
              <a:off x="4246374" y="3221238"/>
              <a:ext cx="9016" cy="108670"/>
            </a:xfrm>
            <a:custGeom>
              <a:avLst/>
              <a:gdLst/>
              <a:ahLst/>
              <a:cxnLst/>
              <a:rect l="l" t="t" r="r" b="b"/>
              <a:pathLst>
                <a:path w="209" h="2519" fill="none" extrusionOk="0">
                  <a:moveTo>
                    <a:pt x="208" y="2519"/>
                  </a:moveTo>
                  <a:cubicBezTo>
                    <a:pt x="159" y="823"/>
                    <a:pt x="0" y="0"/>
                    <a:pt x="0" y="0"/>
                  </a:cubicBez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2"/>
            <p:cNvSpPr/>
            <p:nvPr/>
          </p:nvSpPr>
          <p:spPr>
            <a:xfrm>
              <a:off x="3966610" y="3199841"/>
              <a:ext cx="44520" cy="128342"/>
            </a:xfrm>
            <a:custGeom>
              <a:avLst/>
              <a:gdLst/>
              <a:ahLst/>
              <a:cxnLst/>
              <a:rect l="l" t="t" r="r" b="b"/>
              <a:pathLst>
                <a:path w="1032" h="2975" fill="none" extrusionOk="0">
                  <a:moveTo>
                    <a:pt x="159" y="2975"/>
                  </a:moveTo>
                  <a:cubicBezTo>
                    <a:pt x="0" y="1527"/>
                    <a:pt x="1032" y="0"/>
                    <a:pt x="1032" y="0"/>
                  </a:cubicBezTo>
                </a:path>
              </a:pathLst>
            </a:custGeom>
            <a:noFill/>
            <a:ln w="32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2"/>
            <p:cNvSpPr/>
            <p:nvPr/>
          </p:nvSpPr>
          <p:spPr>
            <a:xfrm>
              <a:off x="3914411" y="3547157"/>
              <a:ext cx="216045" cy="129636"/>
            </a:xfrm>
            <a:custGeom>
              <a:avLst/>
              <a:gdLst/>
              <a:ahLst/>
              <a:cxnLst/>
              <a:rect l="l" t="t" r="r" b="b"/>
              <a:pathLst>
                <a:path w="5008" h="3005" extrusionOk="0">
                  <a:moveTo>
                    <a:pt x="2174" y="2334"/>
                  </a:moveTo>
                  <a:lnTo>
                    <a:pt x="2174" y="2334"/>
                  </a:lnTo>
                  <a:cubicBezTo>
                    <a:pt x="2234" y="2342"/>
                    <a:pt x="2272" y="2350"/>
                    <a:pt x="2281" y="2360"/>
                  </a:cubicBezTo>
                  <a:cubicBezTo>
                    <a:pt x="2281" y="2360"/>
                    <a:pt x="2242" y="2350"/>
                    <a:pt x="2174" y="2334"/>
                  </a:cubicBezTo>
                  <a:close/>
                  <a:moveTo>
                    <a:pt x="4968" y="1"/>
                  </a:moveTo>
                  <a:cubicBezTo>
                    <a:pt x="4383" y="129"/>
                    <a:pt x="1250" y="744"/>
                    <a:pt x="1290" y="913"/>
                  </a:cubicBezTo>
                  <a:cubicBezTo>
                    <a:pt x="1329" y="1032"/>
                    <a:pt x="2242" y="1032"/>
                    <a:pt x="2242" y="1121"/>
                  </a:cubicBezTo>
                  <a:cubicBezTo>
                    <a:pt x="2202" y="1240"/>
                    <a:pt x="1498" y="1409"/>
                    <a:pt x="1121" y="1448"/>
                  </a:cubicBezTo>
                  <a:cubicBezTo>
                    <a:pt x="794" y="1488"/>
                    <a:pt x="219" y="1656"/>
                    <a:pt x="259" y="1775"/>
                  </a:cubicBezTo>
                  <a:cubicBezTo>
                    <a:pt x="259" y="1808"/>
                    <a:pt x="282" y="1833"/>
                    <a:pt x="324" y="1852"/>
                  </a:cubicBezTo>
                  <a:lnTo>
                    <a:pt x="324" y="1852"/>
                  </a:lnTo>
                  <a:cubicBezTo>
                    <a:pt x="142" y="1883"/>
                    <a:pt x="20" y="1925"/>
                    <a:pt x="11" y="1984"/>
                  </a:cubicBezTo>
                  <a:cubicBezTo>
                    <a:pt x="0" y="2067"/>
                    <a:pt x="139" y="2127"/>
                    <a:pt x="352" y="2171"/>
                  </a:cubicBezTo>
                  <a:lnTo>
                    <a:pt x="352" y="2171"/>
                  </a:lnTo>
                  <a:cubicBezTo>
                    <a:pt x="401" y="2257"/>
                    <a:pt x="571" y="2356"/>
                    <a:pt x="798" y="2451"/>
                  </a:cubicBezTo>
                  <a:lnTo>
                    <a:pt x="798" y="2451"/>
                  </a:lnTo>
                  <a:cubicBezTo>
                    <a:pt x="1011" y="2681"/>
                    <a:pt x="1924" y="2940"/>
                    <a:pt x="2073" y="2975"/>
                  </a:cubicBezTo>
                  <a:cubicBezTo>
                    <a:pt x="2318" y="2996"/>
                    <a:pt x="2560" y="3005"/>
                    <a:pt x="2794" y="3005"/>
                  </a:cubicBezTo>
                  <a:cubicBezTo>
                    <a:pt x="4016" y="3005"/>
                    <a:pt x="5008" y="2767"/>
                    <a:pt x="5008" y="2767"/>
                  </a:cubicBezTo>
                  <a:lnTo>
                    <a:pt x="4968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2"/>
            <p:cNvSpPr/>
            <p:nvPr/>
          </p:nvSpPr>
          <p:spPr>
            <a:xfrm>
              <a:off x="3934514" y="3625455"/>
              <a:ext cx="64235" cy="4616"/>
            </a:xfrm>
            <a:custGeom>
              <a:avLst/>
              <a:gdLst/>
              <a:ahLst/>
              <a:cxnLst/>
              <a:rect l="l" t="t" r="r" b="b"/>
              <a:pathLst>
                <a:path w="1489" h="107" extrusionOk="0">
                  <a:moveTo>
                    <a:pt x="744" y="0"/>
                  </a:moveTo>
                  <a:cubicBezTo>
                    <a:pt x="497" y="0"/>
                    <a:pt x="249" y="50"/>
                    <a:pt x="1" y="89"/>
                  </a:cubicBezTo>
                  <a:cubicBezTo>
                    <a:pt x="83" y="103"/>
                    <a:pt x="166" y="107"/>
                    <a:pt x="249" y="107"/>
                  </a:cubicBezTo>
                  <a:cubicBezTo>
                    <a:pt x="414" y="107"/>
                    <a:pt x="579" y="89"/>
                    <a:pt x="744" y="89"/>
                  </a:cubicBezTo>
                  <a:cubicBezTo>
                    <a:pt x="863" y="89"/>
                    <a:pt x="992" y="89"/>
                    <a:pt x="1111" y="50"/>
                  </a:cubicBezTo>
                  <a:cubicBezTo>
                    <a:pt x="1240" y="50"/>
                    <a:pt x="1359" y="0"/>
                    <a:pt x="1488" y="0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2"/>
            <p:cNvSpPr/>
            <p:nvPr/>
          </p:nvSpPr>
          <p:spPr>
            <a:xfrm>
              <a:off x="3943099" y="3643401"/>
              <a:ext cx="69757" cy="5608"/>
            </a:xfrm>
            <a:custGeom>
              <a:avLst/>
              <a:gdLst/>
              <a:ahLst/>
              <a:cxnLst/>
              <a:rect l="l" t="t" r="r" b="b"/>
              <a:pathLst>
                <a:path w="1617" h="130" extrusionOk="0">
                  <a:moveTo>
                    <a:pt x="0" y="1"/>
                  </a:moveTo>
                  <a:cubicBezTo>
                    <a:pt x="248" y="40"/>
                    <a:pt x="545" y="80"/>
                    <a:pt x="793" y="129"/>
                  </a:cubicBezTo>
                  <a:lnTo>
                    <a:pt x="1200" y="129"/>
                  </a:lnTo>
                  <a:cubicBezTo>
                    <a:pt x="1329" y="129"/>
                    <a:pt x="1487" y="80"/>
                    <a:pt x="1616" y="80"/>
                  </a:cubicBezTo>
                  <a:cubicBezTo>
                    <a:pt x="1329" y="80"/>
                    <a:pt x="1081" y="40"/>
                    <a:pt x="833" y="40"/>
                  </a:cubicBezTo>
                  <a:cubicBezTo>
                    <a:pt x="545" y="1"/>
                    <a:pt x="298" y="1"/>
                    <a:pt x="0" y="1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2"/>
            <p:cNvSpPr/>
            <p:nvPr/>
          </p:nvSpPr>
          <p:spPr>
            <a:xfrm>
              <a:off x="3957637" y="3655825"/>
              <a:ext cx="62467" cy="9016"/>
            </a:xfrm>
            <a:custGeom>
              <a:avLst/>
              <a:gdLst/>
              <a:ahLst/>
              <a:cxnLst/>
              <a:rect l="l" t="t" r="r" b="b"/>
              <a:pathLst>
                <a:path w="1448" h="209" extrusionOk="0">
                  <a:moveTo>
                    <a:pt x="0" y="0"/>
                  </a:moveTo>
                  <a:cubicBezTo>
                    <a:pt x="248" y="89"/>
                    <a:pt x="496" y="129"/>
                    <a:pt x="704" y="169"/>
                  </a:cubicBezTo>
                  <a:cubicBezTo>
                    <a:pt x="823" y="169"/>
                    <a:pt x="952" y="169"/>
                    <a:pt x="1071" y="208"/>
                  </a:cubicBezTo>
                  <a:cubicBezTo>
                    <a:pt x="1200" y="208"/>
                    <a:pt x="1319" y="208"/>
                    <a:pt x="1448" y="169"/>
                  </a:cubicBezTo>
                  <a:cubicBezTo>
                    <a:pt x="1200" y="129"/>
                    <a:pt x="952" y="129"/>
                    <a:pt x="744" y="89"/>
                  </a:cubicBezTo>
                  <a:cubicBezTo>
                    <a:pt x="496" y="40"/>
                    <a:pt x="248" y="0"/>
                    <a:pt x="0" y="0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2"/>
            <p:cNvSpPr/>
            <p:nvPr/>
          </p:nvSpPr>
          <p:spPr>
            <a:xfrm>
              <a:off x="4133865" y="3060802"/>
              <a:ext cx="76617" cy="98014"/>
            </a:xfrm>
            <a:custGeom>
              <a:avLst/>
              <a:gdLst/>
              <a:ahLst/>
              <a:cxnLst/>
              <a:rect l="l" t="t" r="r" b="b"/>
              <a:pathLst>
                <a:path w="1776" h="2272" extrusionOk="0">
                  <a:moveTo>
                    <a:pt x="1616" y="1"/>
                  </a:moveTo>
                  <a:cubicBezTo>
                    <a:pt x="1616" y="1"/>
                    <a:pt x="992" y="1111"/>
                    <a:pt x="0" y="1240"/>
                  </a:cubicBezTo>
                  <a:lnTo>
                    <a:pt x="496" y="2271"/>
                  </a:lnTo>
                  <a:cubicBezTo>
                    <a:pt x="1656" y="1686"/>
                    <a:pt x="1775" y="536"/>
                    <a:pt x="1775" y="536"/>
                  </a:cubicBezTo>
                  <a:lnTo>
                    <a:pt x="16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2"/>
            <p:cNvSpPr/>
            <p:nvPr/>
          </p:nvSpPr>
          <p:spPr>
            <a:xfrm>
              <a:off x="4082097" y="3071501"/>
              <a:ext cx="51811" cy="83476"/>
            </a:xfrm>
            <a:custGeom>
              <a:avLst/>
              <a:gdLst/>
              <a:ahLst/>
              <a:cxnLst/>
              <a:rect l="l" t="t" r="r" b="b"/>
              <a:pathLst>
                <a:path w="1201" h="1935" extrusionOk="0">
                  <a:moveTo>
                    <a:pt x="298" y="1"/>
                  </a:moveTo>
                  <a:lnTo>
                    <a:pt x="1" y="615"/>
                  </a:lnTo>
                  <a:cubicBezTo>
                    <a:pt x="90" y="1438"/>
                    <a:pt x="705" y="1934"/>
                    <a:pt x="705" y="1934"/>
                  </a:cubicBezTo>
                  <a:lnTo>
                    <a:pt x="1200" y="992"/>
                  </a:lnTo>
                  <a:cubicBezTo>
                    <a:pt x="169" y="824"/>
                    <a:pt x="298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2"/>
            <p:cNvSpPr/>
            <p:nvPr/>
          </p:nvSpPr>
          <p:spPr>
            <a:xfrm>
              <a:off x="4907669" y="2994497"/>
              <a:ext cx="119368" cy="107505"/>
            </a:xfrm>
            <a:custGeom>
              <a:avLst/>
              <a:gdLst/>
              <a:ahLst/>
              <a:cxnLst/>
              <a:rect l="l" t="t" r="r" b="b"/>
              <a:pathLst>
                <a:path w="2767" h="2492" extrusionOk="0">
                  <a:moveTo>
                    <a:pt x="2429" y="1"/>
                  </a:moveTo>
                  <a:lnTo>
                    <a:pt x="159" y="209"/>
                  </a:lnTo>
                  <a:lnTo>
                    <a:pt x="0" y="1905"/>
                  </a:lnTo>
                  <a:cubicBezTo>
                    <a:pt x="0" y="1905"/>
                    <a:pt x="119" y="2361"/>
                    <a:pt x="1031" y="2480"/>
                  </a:cubicBezTo>
                  <a:cubicBezTo>
                    <a:pt x="1104" y="2488"/>
                    <a:pt x="1175" y="2492"/>
                    <a:pt x="1243" y="2492"/>
                  </a:cubicBezTo>
                  <a:cubicBezTo>
                    <a:pt x="2253" y="2492"/>
                    <a:pt x="2767" y="1657"/>
                    <a:pt x="2767" y="1657"/>
                  </a:cubicBezTo>
                  <a:lnTo>
                    <a:pt x="2429" y="1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2"/>
            <p:cNvSpPr/>
            <p:nvPr/>
          </p:nvSpPr>
          <p:spPr>
            <a:xfrm>
              <a:off x="4857627" y="2879745"/>
              <a:ext cx="163846" cy="155951"/>
            </a:xfrm>
            <a:custGeom>
              <a:avLst/>
              <a:gdLst/>
              <a:ahLst/>
              <a:cxnLst/>
              <a:rect l="l" t="t" r="r" b="b"/>
              <a:pathLst>
                <a:path w="3798" h="3615" extrusionOk="0">
                  <a:moveTo>
                    <a:pt x="2072" y="0"/>
                  </a:moveTo>
                  <a:cubicBezTo>
                    <a:pt x="1422" y="0"/>
                    <a:pt x="843" y="199"/>
                    <a:pt x="664" y="767"/>
                  </a:cubicBezTo>
                  <a:cubicBezTo>
                    <a:pt x="664" y="767"/>
                    <a:pt x="0" y="2909"/>
                    <a:pt x="952" y="3454"/>
                  </a:cubicBezTo>
                  <a:cubicBezTo>
                    <a:pt x="1150" y="3568"/>
                    <a:pt x="1377" y="3614"/>
                    <a:pt x="1611" y="3614"/>
                  </a:cubicBezTo>
                  <a:cubicBezTo>
                    <a:pt x="2394" y="3614"/>
                    <a:pt x="3250" y="3100"/>
                    <a:pt x="3342" y="2909"/>
                  </a:cubicBezTo>
                  <a:cubicBezTo>
                    <a:pt x="3431" y="2621"/>
                    <a:pt x="3798" y="351"/>
                    <a:pt x="3262" y="182"/>
                  </a:cubicBezTo>
                  <a:cubicBezTo>
                    <a:pt x="2888" y="74"/>
                    <a:pt x="2467" y="0"/>
                    <a:pt x="2072" y="0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2"/>
            <p:cNvSpPr/>
            <p:nvPr/>
          </p:nvSpPr>
          <p:spPr>
            <a:xfrm>
              <a:off x="4911077" y="3023184"/>
              <a:ext cx="67644" cy="24849"/>
            </a:xfrm>
            <a:custGeom>
              <a:avLst/>
              <a:gdLst/>
              <a:ahLst/>
              <a:cxnLst/>
              <a:rect l="l" t="t" r="r" b="b"/>
              <a:pathLst>
                <a:path w="1568" h="576" fill="none" extrusionOk="0">
                  <a:moveTo>
                    <a:pt x="0" y="328"/>
                  </a:moveTo>
                  <a:cubicBezTo>
                    <a:pt x="0" y="328"/>
                    <a:pt x="913" y="575"/>
                    <a:pt x="1567" y="0"/>
                  </a:cubicBezTo>
                </a:path>
              </a:pathLst>
            </a:custGeom>
            <a:noFill/>
            <a:ln w="4225" cap="flat" cmpd="sng">
              <a:solidFill>
                <a:srgbClr val="DDC0A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2"/>
            <p:cNvSpPr/>
            <p:nvPr/>
          </p:nvSpPr>
          <p:spPr>
            <a:xfrm>
              <a:off x="4864011" y="2833370"/>
              <a:ext cx="175450" cy="175752"/>
            </a:xfrm>
            <a:custGeom>
              <a:avLst/>
              <a:gdLst/>
              <a:ahLst/>
              <a:cxnLst/>
              <a:rect l="l" t="t" r="r" b="b"/>
              <a:pathLst>
                <a:path w="4067" h="4074" extrusionOk="0">
                  <a:moveTo>
                    <a:pt x="688" y="0"/>
                  </a:moveTo>
                  <a:cubicBezTo>
                    <a:pt x="292" y="0"/>
                    <a:pt x="1" y="171"/>
                    <a:pt x="60" y="682"/>
                  </a:cubicBezTo>
                  <a:cubicBezTo>
                    <a:pt x="100" y="1059"/>
                    <a:pt x="60" y="1426"/>
                    <a:pt x="348" y="1634"/>
                  </a:cubicBezTo>
                  <a:cubicBezTo>
                    <a:pt x="516" y="1802"/>
                    <a:pt x="715" y="1961"/>
                    <a:pt x="1171" y="2050"/>
                  </a:cubicBezTo>
                  <a:cubicBezTo>
                    <a:pt x="1706" y="2130"/>
                    <a:pt x="2083" y="2050"/>
                    <a:pt x="2618" y="2169"/>
                  </a:cubicBezTo>
                  <a:cubicBezTo>
                    <a:pt x="2331" y="2546"/>
                    <a:pt x="2410" y="3240"/>
                    <a:pt x="2539" y="3329"/>
                  </a:cubicBezTo>
                  <a:cubicBezTo>
                    <a:pt x="2539" y="3369"/>
                    <a:pt x="2579" y="3409"/>
                    <a:pt x="2618" y="3409"/>
                  </a:cubicBezTo>
                  <a:cubicBezTo>
                    <a:pt x="2698" y="3409"/>
                    <a:pt x="2787" y="3329"/>
                    <a:pt x="2906" y="3290"/>
                  </a:cubicBezTo>
                  <a:lnTo>
                    <a:pt x="2906" y="3290"/>
                  </a:lnTo>
                  <a:cubicBezTo>
                    <a:pt x="2866" y="3448"/>
                    <a:pt x="2866" y="3577"/>
                    <a:pt x="2866" y="3736"/>
                  </a:cubicBezTo>
                  <a:cubicBezTo>
                    <a:pt x="2866" y="3865"/>
                    <a:pt x="2906" y="3944"/>
                    <a:pt x="2995" y="4033"/>
                  </a:cubicBezTo>
                  <a:cubicBezTo>
                    <a:pt x="3075" y="4073"/>
                    <a:pt x="3194" y="4073"/>
                    <a:pt x="3283" y="4073"/>
                  </a:cubicBezTo>
                  <a:cubicBezTo>
                    <a:pt x="3818" y="4033"/>
                    <a:pt x="3897" y="3240"/>
                    <a:pt x="3937" y="2873"/>
                  </a:cubicBezTo>
                  <a:cubicBezTo>
                    <a:pt x="4026" y="2497"/>
                    <a:pt x="4066" y="2169"/>
                    <a:pt x="4066" y="1802"/>
                  </a:cubicBezTo>
                  <a:cubicBezTo>
                    <a:pt x="4066" y="1594"/>
                    <a:pt x="4066" y="1386"/>
                    <a:pt x="3987" y="1217"/>
                  </a:cubicBezTo>
                  <a:cubicBezTo>
                    <a:pt x="3858" y="1009"/>
                    <a:pt x="3689" y="851"/>
                    <a:pt x="3531" y="722"/>
                  </a:cubicBezTo>
                  <a:cubicBezTo>
                    <a:pt x="3322" y="603"/>
                    <a:pt x="2331" y="563"/>
                    <a:pt x="2123" y="434"/>
                  </a:cubicBezTo>
                  <a:cubicBezTo>
                    <a:pt x="1764" y="236"/>
                    <a:pt x="1153" y="0"/>
                    <a:pt x="68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2"/>
            <p:cNvSpPr/>
            <p:nvPr/>
          </p:nvSpPr>
          <p:spPr>
            <a:xfrm>
              <a:off x="4975227" y="2957655"/>
              <a:ext cx="37100" cy="47756"/>
            </a:xfrm>
            <a:custGeom>
              <a:avLst/>
              <a:gdLst/>
              <a:ahLst/>
              <a:cxnLst/>
              <a:rect l="l" t="t" r="r" b="b"/>
              <a:pathLst>
                <a:path w="860" h="1107" extrusionOk="0">
                  <a:moveTo>
                    <a:pt x="515" y="1"/>
                  </a:moveTo>
                  <a:cubicBezTo>
                    <a:pt x="372" y="1"/>
                    <a:pt x="274" y="197"/>
                    <a:pt x="209" y="359"/>
                  </a:cubicBezTo>
                  <a:lnTo>
                    <a:pt x="1" y="736"/>
                  </a:lnTo>
                  <a:cubicBezTo>
                    <a:pt x="80" y="905"/>
                    <a:pt x="169" y="1063"/>
                    <a:pt x="328" y="1103"/>
                  </a:cubicBezTo>
                  <a:cubicBezTo>
                    <a:pt x="342" y="1105"/>
                    <a:pt x="357" y="1106"/>
                    <a:pt x="371" y="1106"/>
                  </a:cubicBezTo>
                  <a:cubicBezTo>
                    <a:pt x="682" y="1106"/>
                    <a:pt x="860" y="595"/>
                    <a:pt x="784" y="320"/>
                  </a:cubicBezTo>
                  <a:cubicBezTo>
                    <a:pt x="744" y="201"/>
                    <a:pt x="705" y="111"/>
                    <a:pt x="616" y="32"/>
                  </a:cubicBezTo>
                  <a:cubicBezTo>
                    <a:pt x="580" y="11"/>
                    <a:pt x="546" y="1"/>
                    <a:pt x="515" y="1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2"/>
            <p:cNvSpPr/>
            <p:nvPr/>
          </p:nvSpPr>
          <p:spPr>
            <a:xfrm>
              <a:off x="4889680" y="2946612"/>
              <a:ext cx="18033" cy="39387"/>
            </a:xfrm>
            <a:custGeom>
              <a:avLst/>
              <a:gdLst/>
              <a:ahLst/>
              <a:cxnLst/>
              <a:rect l="l" t="t" r="r" b="b"/>
              <a:pathLst>
                <a:path w="418" h="913" fill="none" extrusionOk="0">
                  <a:moveTo>
                    <a:pt x="368" y="0"/>
                  </a:moveTo>
                  <a:cubicBezTo>
                    <a:pt x="368" y="0"/>
                    <a:pt x="1" y="576"/>
                    <a:pt x="40" y="744"/>
                  </a:cubicBezTo>
                  <a:cubicBezTo>
                    <a:pt x="80" y="913"/>
                    <a:pt x="417" y="823"/>
                    <a:pt x="417" y="823"/>
                  </a:cubicBezTo>
                </a:path>
              </a:pathLst>
            </a:custGeom>
            <a:noFill/>
            <a:ln w="1975" cap="flat" cmpd="sng">
              <a:solidFill>
                <a:srgbClr val="DDC0A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2"/>
            <p:cNvSpPr/>
            <p:nvPr/>
          </p:nvSpPr>
          <p:spPr>
            <a:xfrm>
              <a:off x="4886272" y="2994497"/>
              <a:ext cx="38955" cy="23598"/>
            </a:xfrm>
            <a:custGeom>
              <a:avLst/>
              <a:gdLst/>
              <a:ahLst/>
              <a:cxnLst/>
              <a:rect l="l" t="t" r="r" b="b"/>
              <a:pathLst>
                <a:path w="903" h="547" extrusionOk="0">
                  <a:moveTo>
                    <a:pt x="0" y="1"/>
                  </a:moveTo>
                  <a:cubicBezTo>
                    <a:pt x="0" y="1"/>
                    <a:pt x="40" y="546"/>
                    <a:pt x="496" y="546"/>
                  </a:cubicBezTo>
                  <a:cubicBezTo>
                    <a:pt x="903" y="546"/>
                    <a:pt x="903" y="51"/>
                    <a:pt x="903" y="5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2"/>
            <p:cNvSpPr/>
            <p:nvPr/>
          </p:nvSpPr>
          <p:spPr>
            <a:xfrm>
              <a:off x="4884934" y="2937380"/>
              <a:ext cx="7506" cy="11130"/>
            </a:xfrm>
            <a:custGeom>
              <a:avLst/>
              <a:gdLst/>
              <a:ahLst/>
              <a:cxnLst/>
              <a:rect l="l" t="t" r="r" b="b"/>
              <a:pathLst>
                <a:path w="174" h="258" extrusionOk="0">
                  <a:moveTo>
                    <a:pt x="114" y="0"/>
                  </a:moveTo>
                  <a:cubicBezTo>
                    <a:pt x="92" y="0"/>
                    <a:pt x="71" y="12"/>
                    <a:pt x="71" y="46"/>
                  </a:cubicBezTo>
                  <a:cubicBezTo>
                    <a:pt x="31" y="86"/>
                    <a:pt x="31" y="135"/>
                    <a:pt x="31" y="175"/>
                  </a:cubicBezTo>
                  <a:cubicBezTo>
                    <a:pt x="1" y="224"/>
                    <a:pt x="38" y="258"/>
                    <a:pt x="81" y="258"/>
                  </a:cubicBezTo>
                  <a:cubicBezTo>
                    <a:pt x="107" y="258"/>
                    <a:pt x="135" y="245"/>
                    <a:pt x="150" y="214"/>
                  </a:cubicBezTo>
                  <a:lnTo>
                    <a:pt x="150" y="46"/>
                  </a:lnTo>
                  <a:cubicBezTo>
                    <a:pt x="173" y="23"/>
                    <a:pt x="143" y="0"/>
                    <a:pt x="114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2"/>
            <p:cNvSpPr/>
            <p:nvPr/>
          </p:nvSpPr>
          <p:spPr>
            <a:xfrm>
              <a:off x="4884115" y="2917967"/>
              <a:ext cx="18033" cy="9016"/>
            </a:xfrm>
            <a:custGeom>
              <a:avLst/>
              <a:gdLst/>
              <a:ahLst/>
              <a:cxnLst/>
              <a:rect l="l" t="t" r="r" b="b"/>
              <a:pathLst>
                <a:path w="418" h="209" fill="none" extrusionOk="0">
                  <a:moveTo>
                    <a:pt x="417" y="208"/>
                  </a:moveTo>
                  <a:cubicBezTo>
                    <a:pt x="417" y="208"/>
                    <a:pt x="249" y="0"/>
                    <a:pt x="1" y="208"/>
                  </a:cubicBezTo>
                </a:path>
              </a:pathLst>
            </a:custGeom>
            <a:noFill/>
            <a:ln w="197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2"/>
            <p:cNvSpPr/>
            <p:nvPr/>
          </p:nvSpPr>
          <p:spPr>
            <a:xfrm>
              <a:off x="4936530" y="2948035"/>
              <a:ext cx="6687" cy="11173"/>
            </a:xfrm>
            <a:custGeom>
              <a:avLst/>
              <a:gdLst/>
              <a:ahLst/>
              <a:cxnLst/>
              <a:rect l="l" t="t" r="r" b="b"/>
              <a:pathLst>
                <a:path w="155" h="259" extrusionOk="0">
                  <a:moveTo>
                    <a:pt x="105" y="1"/>
                  </a:moveTo>
                  <a:cubicBezTo>
                    <a:pt x="89" y="1"/>
                    <a:pt x="75" y="13"/>
                    <a:pt x="75" y="47"/>
                  </a:cubicBezTo>
                  <a:cubicBezTo>
                    <a:pt x="25" y="86"/>
                    <a:pt x="25" y="136"/>
                    <a:pt x="25" y="176"/>
                  </a:cubicBezTo>
                  <a:cubicBezTo>
                    <a:pt x="1" y="225"/>
                    <a:pt x="41" y="259"/>
                    <a:pt x="84" y="259"/>
                  </a:cubicBezTo>
                  <a:cubicBezTo>
                    <a:pt x="111" y="259"/>
                    <a:pt x="139" y="246"/>
                    <a:pt x="154" y="215"/>
                  </a:cubicBezTo>
                  <a:lnTo>
                    <a:pt x="154" y="47"/>
                  </a:lnTo>
                  <a:cubicBezTo>
                    <a:pt x="154" y="24"/>
                    <a:pt x="128" y="1"/>
                    <a:pt x="105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2"/>
            <p:cNvSpPr/>
            <p:nvPr/>
          </p:nvSpPr>
          <p:spPr>
            <a:xfrm>
              <a:off x="4935883" y="2928666"/>
              <a:ext cx="23123" cy="12424"/>
            </a:xfrm>
            <a:custGeom>
              <a:avLst/>
              <a:gdLst/>
              <a:ahLst/>
              <a:cxnLst/>
              <a:rect l="l" t="t" r="r" b="b"/>
              <a:pathLst>
                <a:path w="536" h="288" fill="none" extrusionOk="0">
                  <a:moveTo>
                    <a:pt x="1" y="89"/>
                  </a:moveTo>
                  <a:cubicBezTo>
                    <a:pt x="1" y="89"/>
                    <a:pt x="248" y="0"/>
                    <a:pt x="536" y="288"/>
                  </a:cubicBezTo>
                </a:path>
              </a:pathLst>
            </a:custGeom>
            <a:noFill/>
            <a:ln w="197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2"/>
            <p:cNvSpPr/>
            <p:nvPr/>
          </p:nvSpPr>
          <p:spPr>
            <a:xfrm>
              <a:off x="4985925" y="4404339"/>
              <a:ext cx="313585" cy="413324"/>
            </a:xfrm>
            <a:custGeom>
              <a:avLst/>
              <a:gdLst/>
              <a:ahLst/>
              <a:cxnLst/>
              <a:rect l="l" t="t" r="r" b="b"/>
              <a:pathLst>
                <a:path w="7269" h="9581" extrusionOk="0">
                  <a:moveTo>
                    <a:pt x="2688" y="1"/>
                  </a:moveTo>
                  <a:lnTo>
                    <a:pt x="1" y="2767"/>
                  </a:lnTo>
                  <a:lnTo>
                    <a:pt x="3640" y="6367"/>
                  </a:lnTo>
                  <a:lnTo>
                    <a:pt x="2975" y="9212"/>
                  </a:lnTo>
                  <a:cubicBezTo>
                    <a:pt x="2936" y="9341"/>
                    <a:pt x="2975" y="9460"/>
                    <a:pt x="3055" y="9510"/>
                  </a:cubicBezTo>
                  <a:cubicBezTo>
                    <a:pt x="3108" y="9559"/>
                    <a:pt x="3166" y="9581"/>
                    <a:pt x="3222" y="9581"/>
                  </a:cubicBezTo>
                  <a:cubicBezTo>
                    <a:pt x="3302" y="9581"/>
                    <a:pt x="3379" y="9536"/>
                    <a:pt x="3431" y="9460"/>
                  </a:cubicBezTo>
                  <a:lnTo>
                    <a:pt x="7269" y="4631"/>
                  </a:lnTo>
                  <a:lnTo>
                    <a:pt x="5989" y="3679"/>
                  </a:lnTo>
                  <a:lnTo>
                    <a:pt x="2688" y="1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2"/>
            <p:cNvSpPr/>
            <p:nvPr/>
          </p:nvSpPr>
          <p:spPr>
            <a:xfrm>
              <a:off x="5108702" y="4561324"/>
              <a:ext cx="219453" cy="286148"/>
            </a:xfrm>
            <a:custGeom>
              <a:avLst/>
              <a:gdLst/>
              <a:ahLst/>
              <a:cxnLst/>
              <a:rect l="l" t="t" r="r" b="b"/>
              <a:pathLst>
                <a:path w="5087" h="6633" extrusionOk="0">
                  <a:moveTo>
                    <a:pt x="3143" y="1"/>
                  </a:moveTo>
                  <a:cubicBezTo>
                    <a:pt x="3143" y="1"/>
                    <a:pt x="2281" y="1855"/>
                    <a:pt x="794" y="2728"/>
                  </a:cubicBezTo>
                  <a:lnTo>
                    <a:pt x="0" y="5702"/>
                  </a:lnTo>
                  <a:cubicBezTo>
                    <a:pt x="0" y="5821"/>
                    <a:pt x="90" y="6029"/>
                    <a:pt x="209" y="6238"/>
                  </a:cubicBezTo>
                  <a:cubicBezTo>
                    <a:pt x="209" y="6238"/>
                    <a:pt x="604" y="6633"/>
                    <a:pt x="752" y="6633"/>
                  </a:cubicBezTo>
                  <a:cubicBezTo>
                    <a:pt x="770" y="6633"/>
                    <a:pt x="784" y="6627"/>
                    <a:pt x="794" y="6614"/>
                  </a:cubicBezTo>
                  <a:lnTo>
                    <a:pt x="5047" y="1201"/>
                  </a:lnTo>
                  <a:cubicBezTo>
                    <a:pt x="5087" y="1161"/>
                    <a:pt x="5087" y="1072"/>
                    <a:pt x="5047" y="1032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2"/>
            <p:cNvSpPr/>
            <p:nvPr/>
          </p:nvSpPr>
          <p:spPr>
            <a:xfrm>
              <a:off x="5130100" y="4702045"/>
              <a:ext cx="34253" cy="5608"/>
            </a:xfrm>
            <a:custGeom>
              <a:avLst/>
              <a:gdLst/>
              <a:ahLst/>
              <a:cxnLst/>
              <a:rect l="l" t="t" r="r" b="b"/>
              <a:pathLst>
                <a:path w="794" h="130" fill="none" extrusionOk="0">
                  <a:moveTo>
                    <a:pt x="0" y="1"/>
                  </a:moveTo>
                  <a:cubicBezTo>
                    <a:pt x="298" y="1"/>
                    <a:pt x="545" y="41"/>
                    <a:pt x="793" y="130"/>
                  </a:cubicBezTo>
                </a:path>
              </a:pathLst>
            </a:custGeom>
            <a:noFill/>
            <a:ln w="32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2"/>
            <p:cNvSpPr/>
            <p:nvPr/>
          </p:nvSpPr>
          <p:spPr>
            <a:xfrm>
              <a:off x="5128374" y="4720034"/>
              <a:ext cx="28688" cy="3451"/>
            </a:xfrm>
            <a:custGeom>
              <a:avLst/>
              <a:gdLst/>
              <a:ahLst/>
              <a:cxnLst/>
              <a:rect l="l" t="t" r="r" b="b"/>
              <a:pathLst>
                <a:path w="665" h="80" fill="none" extrusionOk="0">
                  <a:moveTo>
                    <a:pt x="0" y="0"/>
                  </a:moveTo>
                  <a:cubicBezTo>
                    <a:pt x="288" y="0"/>
                    <a:pt x="457" y="40"/>
                    <a:pt x="665" y="80"/>
                  </a:cubicBezTo>
                </a:path>
              </a:pathLst>
            </a:custGeom>
            <a:noFill/>
            <a:ln w="32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2"/>
            <p:cNvSpPr/>
            <p:nvPr/>
          </p:nvSpPr>
          <p:spPr>
            <a:xfrm>
              <a:off x="5126649" y="4734140"/>
              <a:ext cx="24849" cy="3451"/>
            </a:xfrm>
            <a:custGeom>
              <a:avLst/>
              <a:gdLst/>
              <a:ahLst/>
              <a:cxnLst/>
              <a:rect l="l" t="t" r="r" b="b"/>
              <a:pathLst>
                <a:path w="576" h="80" fill="none" extrusionOk="0">
                  <a:moveTo>
                    <a:pt x="1" y="1"/>
                  </a:moveTo>
                  <a:cubicBezTo>
                    <a:pt x="169" y="1"/>
                    <a:pt x="417" y="40"/>
                    <a:pt x="576" y="80"/>
                  </a:cubicBezTo>
                </a:path>
              </a:pathLst>
            </a:custGeom>
            <a:noFill/>
            <a:ln w="32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2"/>
            <p:cNvSpPr/>
            <p:nvPr/>
          </p:nvSpPr>
          <p:spPr>
            <a:xfrm>
              <a:off x="5124966" y="4596827"/>
              <a:ext cx="189083" cy="239168"/>
            </a:xfrm>
            <a:custGeom>
              <a:avLst/>
              <a:gdLst/>
              <a:ahLst/>
              <a:cxnLst/>
              <a:rect l="l" t="t" r="r" b="b"/>
              <a:pathLst>
                <a:path w="4383" h="5544" fill="none" extrusionOk="0">
                  <a:moveTo>
                    <a:pt x="4383" y="1"/>
                  </a:moveTo>
                  <a:lnTo>
                    <a:pt x="0" y="5543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2"/>
            <p:cNvSpPr/>
            <p:nvPr/>
          </p:nvSpPr>
          <p:spPr>
            <a:xfrm>
              <a:off x="5230185" y="4575473"/>
              <a:ext cx="42795" cy="89429"/>
            </a:xfrm>
            <a:custGeom>
              <a:avLst/>
              <a:gdLst/>
              <a:ahLst/>
              <a:cxnLst/>
              <a:rect l="l" t="t" r="r" b="b"/>
              <a:pathLst>
                <a:path w="992" h="2073" fill="none" extrusionOk="0">
                  <a:moveTo>
                    <a:pt x="992" y="0"/>
                  </a:moveTo>
                  <a:cubicBezTo>
                    <a:pt x="992" y="0"/>
                    <a:pt x="0" y="1368"/>
                    <a:pt x="704" y="2072"/>
                  </a:cubicBez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2"/>
            <p:cNvSpPr/>
            <p:nvPr/>
          </p:nvSpPr>
          <p:spPr>
            <a:xfrm>
              <a:off x="5115950" y="4780343"/>
              <a:ext cx="48403" cy="7334"/>
            </a:xfrm>
            <a:custGeom>
              <a:avLst/>
              <a:gdLst/>
              <a:ahLst/>
              <a:cxnLst/>
              <a:rect l="l" t="t" r="r" b="b"/>
              <a:pathLst>
                <a:path w="1122" h="170" fill="none" extrusionOk="0">
                  <a:moveTo>
                    <a:pt x="1" y="0"/>
                  </a:moveTo>
                  <a:cubicBezTo>
                    <a:pt x="1" y="0"/>
                    <a:pt x="784" y="50"/>
                    <a:pt x="1121" y="169"/>
                  </a:cubicBezTo>
                </a:path>
              </a:pathLst>
            </a:custGeom>
            <a:noFill/>
            <a:ln w="32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2"/>
            <p:cNvSpPr/>
            <p:nvPr/>
          </p:nvSpPr>
          <p:spPr>
            <a:xfrm>
              <a:off x="4648872" y="3668206"/>
              <a:ext cx="543693" cy="987733"/>
            </a:xfrm>
            <a:custGeom>
              <a:avLst/>
              <a:gdLst/>
              <a:ahLst/>
              <a:cxnLst/>
              <a:rect l="l" t="t" r="r" b="b"/>
              <a:pathLst>
                <a:path w="12603" h="22896" extrusionOk="0">
                  <a:moveTo>
                    <a:pt x="3064" y="1"/>
                  </a:moveTo>
                  <a:cubicBezTo>
                    <a:pt x="3064" y="1"/>
                    <a:pt x="0" y="9589"/>
                    <a:pt x="665" y="12980"/>
                  </a:cubicBezTo>
                  <a:cubicBezTo>
                    <a:pt x="952" y="14546"/>
                    <a:pt x="2727" y="16113"/>
                    <a:pt x="4631" y="17898"/>
                  </a:cubicBezTo>
                  <a:cubicBezTo>
                    <a:pt x="7278" y="20377"/>
                    <a:pt x="10164" y="22895"/>
                    <a:pt x="10164" y="22895"/>
                  </a:cubicBezTo>
                  <a:lnTo>
                    <a:pt x="12603" y="18552"/>
                  </a:lnTo>
                  <a:cubicBezTo>
                    <a:pt x="12603" y="18552"/>
                    <a:pt x="6693" y="12851"/>
                    <a:pt x="6693" y="11651"/>
                  </a:cubicBezTo>
                  <a:cubicBezTo>
                    <a:pt x="6693" y="9837"/>
                    <a:pt x="9797" y="377"/>
                    <a:pt x="9797" y="377"/>
                  </a:cubicBezTo>
                  <a:lnTo>
                    <a:pt x="3064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2"/>
            <p:cNvSpPr/>
            <p:nvPr/>
          </p:nvSpPr>
          <p:spPr>
            <a:xfrm>
              <a:off x="4894813" y="3878641"/>
              <a:ext cx="276355" cy="600638"/>
            </a:xfrm>
            <a:custGeom>
              <a:avLst/>
              <a:gdLst/>
              <a:ahLst/>
              <a:cxnLst/>
              <a:rect l="l" t="t" r="r" b="b"/>
              <a:pathLst>
                <a:path w="6406" h="13923" fill="none" extrusionOk="0">
                  <a:moveTo>
                    <a:pt x="2152" y="1"/>
                  </a:moveTo>
                  <a:cubicBezTo>
                    <a:pt x="2152" y="1"/>
                    <a:pt x="1" y="5742"/>
                    <a:pt x="249" y="6942"/>
                  </a:cubicBezTo>
                  <a:cubicBezTo>
                    <a:pt x="496" y="8102"/>
                    <a:pt x="6406" y="13922"/>
                    <a:pt x="6406" y="13922"/>
                  </a:cubicBezTo>
                </a:path>
              </a:pathLst>
            </a:custGeom>
            <a:noFill/>
            <a:ln w="42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2"/>
            <p:cNvSpPr/>
            <p:nvPr/>
          </p:nvSpPr>
          <p:spPr>
            <a:xfrm>
              <a:off x="4926910" y="4587854"/>
              <a:ext cx="278080" cy="303317"/>
            </a:xfrm>
            <a:custGeom>
              <a:avLst/>
              <a:gdLst/>
              <a:ahLst/>
              <a:cxnLst/>
              <a:rect l="l" t="t" r="r" b="b"/>
              <a:pathLst>
                <a:path w="6446" h="7031" extrusionOk="0">
                  <a:moveTo>
                    <a:pt x="2281" y="1"/>
                  </a:moveTo>
                  <a:lnTo>
                    <a:pt x="2856" y="5256"/>
                  </a:lnTo>
                  <a:lnTo>
                    <a:pt x="169" y="6446"/>
                  </a:lnTo>
                  <a:cubicBezTo>
                    <a:pt x="5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48" y="6991"/>
                  </a:cubicBezTo>
                  <a:lnTo>
                    <a:pt x="6445" y="7031"/>
                  </a:lnTo>
                  <a:lnTo>
                    <a:pt x="6406" y="5454"/>
                  </a:lnTo>
                  <a:lnTo>
                    <a:pt x="6078" y="417"/>
                  </a:lnTo>
                  <a:lnTo>
                    <a:pt x="2281" y="1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2"/>
            <p:cNvSpPr/>
            <p:nvPr/>
          </p:nvSpPr>
          <p:spPr>
            <a:xfrm>
              <a:off x="4911077" y="4814553"/>
              <a:ext cx="308451" cy="103148"/>
            </a:xfrm>
            <a:custGeom>
              <a:avLst/>
              <a:gdLst/>
              <a:ahLst/>
              <a:cxnLst/>
              <a:rect l="l" t="t" r="r" b="b"/>
              <a:pathLst>
                <a:path w="7150" h="2391" extrusionOk="0">
                  <a:moveTo>
                    <a:pt x="3223" y="1"/>
                  </a:moveTo>
                  <a:lnTo>
                    <a:pt x="367" y="1191"/>
                  </a:lnTo>
                  <a:cubicBezTo>
                    <a:pt x="248" y="1240"/>
                    <a:pt x="169" y="1488"/>
                    <a:pt x="80" y="1647"/>
                  </a:cubicBezTo>
                  <a:cubicBezTo>
                    <a:pt x="80" y="1686"/>
                    <a:pt x="0" y="2390"/>
                    <a:pt x="119" y="2390"/>
                  </a:cubicBezTo>
                  <a:lnTo>
                    <a:pt x="7021" y="2390"/>
                  </a:lnTo>
                  <a:cubicBezTo>
                    <a:pt x="7110" y="2390"/>
                    <a:pt x="7149" y="2311"/>
                    <a:pt x="714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2"/>
            <p:cNvSpPr/>
            <p:nvPr/>
          </p:nvSpPr>
          <p:spPr>
            <a:xfrm>
              <a:off x="5023155" y="4818004"/>
              <a:ext cx="17989" cy="30371"/>
            </a:xfrm>
            <a:custGeom>
              <a:avLst/>
              <a:gdLst/>
              <a:ahLst/>
              <a:cxnLst/>
              <a:rect l="l" t="t" r="r" b="b"/>
              <a:pathLst>
                <a:path w="417" h="704" fill="none" extrusionOk="0">
                  <a:moveTo>
                    <a:pt x="0" y="0"/>
                  </a:moveTo>
                  <a:cubicBezTo>
                    <a:pt x="169" y="208"/>
                    <a:pt x="298" y="456"/>
                    <a:pt x="417" y="704"/>
                  </a:cubicBez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2"/>
            <p:cNvSpPr/>
            <p:nvPr/>
          </p:nvSpPr>
          <p:spPr>
            <a:xfrm>
              <a:off x="5007323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0" y="1"/>
                  </a:moveTo>
                  <a:cubicBezTo>
                    <a:pt x="169" y="209"/>
                    <a:pt x="248" y="328"/>
                    <a:pt x="328" y="536"/>
                  </a:cubicBez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2"/>
            <p:cNvSpPr/>
            <p:nvPr/>
          </p:nvSpPr>
          <p:spPr>
            <a:xfrm>
              <a:off x="4994899" y="4833793"/>
              <a:ext cx="14193" cy="23598"/>
            </a:xfrm>
            <a:custGeom>
              <a:avLst/>
              <a:gdLst/>
              <a:ahLst/>
              <a:cxnLst/>
              <a:rect l="l" t="t" r="r" b="b"/>
              <a:pathLst>
                <a:path w="329" h="547" fill="none" extrusionOk="0">
                  <a:moveTo>
                    <a:pt x="1" y="1"/>
                  </a:moveTo>
                  <a:cubicBezTo>
                    <a:pt x="120" y="169"/>
                    <a:pt x="209" y="378"/>
                    <a:pt x="328" y="546"/>
                  </a:cubicBez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2"/>
            <p:cNvSpPr/>
            <p:nvPr/>
          </p:nvSpPr>
          <p:spPr>
            <a:xfrm>
              <a:off x="4912803" y="4896259"/>
              <a:ext cx="305000" cy="1769"/>
            </a:xfrm>
            <a:custGeom>
              <a:avLst/>
              <a:gdLst/>
              <a:ahLst/>
              <a:cxnLst/>
              <a:rect l="l" t="t" r="r" b="b"/>
              <a:pathLst>
                <a:path w="7070" h="41" fill="none" extrusionOk="0">
                  <a:moveTo>
                    <a:pt x="7070" y="40"/>
                  </a:moveTo>
                  <a:lnTo>
                    <a:pt x="0" y="1"/>
                  </a:ln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2"/>
            <p:cNvSpPr/>
            <p:nvPr/>
          </p:nvSpPr>
          <p:spPr>
            <a:xfrm>
              <a:off x="5132214" y="4851782"/>
              <a:ext cx="78342" cy="44520"/>
            </a:xfrm>
            <a:custGeom>
              <a:avLst/>
              <a:gdLst/>
              <a:ahLst/>
              <a:cxnLst/>
              <a:rect l="l" t="t" r="r" b="b"/>
              <a:pathLst>
                <a:path w="1816" h="1032" fill="none" extrusionOk="0">
                  <a:moveTo>
                    <a:pt x="1815" y="0"/>
                  </a:moveTo>
                  <a:cubicBezTo>
                    <a:pt x="1815" y="0"/>
                    <a:pt x="120" y="40"/>
                    <a:pt x="1" y="1032"/>
                  </a:cubicBez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2"/>
            <p:cNvSpPr/>
            <p:nvPr/>
          </p:nvSpPr>
          <p:spPr>
            <a:xfrm>
              <a:off x="4952147" y="4855190"/>
              <a:ext cx="24849" cy="41112"/>
            </a:xfrm>
            <a:custGeom>
              <a:avLst/>
              <a:gdLst/>
              <a:ahLst/>
              <a:cxnLst/>
              <a:rect l="l" t="t" r="r" b="b"/>
              <a:pathLst>
                <a:path w="576" h="953" fill="none" extrusionOk="0">
                  <a:moveTo>
                    <a:pt x="0" y="1"/>
                  </a:moveTo>
                  <a:cubicBezTo>
                    <a:pt x="0" y="1"/>
                    <a:pt x="456" y="665"/>
                    <a:pt x="575" y="953"/>
                  </a:cubicBezTo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2"/>
            <p:cNvSpPr/>
            <p:nvPr/>
          </p:nvSpPr>
          <p:spPr>
            <a:xfrm>
              <a:off x="4761381" y="3696851"/>
              <a:ext cx="76574" cy="53537"/>
            </a:xfrm>
            <a:custGeom>
              <a:avLst/>
              <a:gdLst/>
              <a:ahLst/>
              <a:cxnLst/>
              <a:rect l="l" t="t" r="r" b="b"/>
              <a:pathLst>
                <a:path w="1775" h="1241" fill="none" extrusionOk="0">
                  <a:moveTo>
                    <a:pt x="1775" y="1"/>
                  </a:moveTo>
                  <a:cubicBezTo>
                    <a:pt x="1656" y="1240"/>
                    <a:pt x="0" y="1201"/>
                    <a:pt x="0" y="1201"/>
                  </a:cubicBezTo>
                </a:path>
              </a:pathLst>
            </a:custGeom>
            <a:noFill/>
            <a:ln w="42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2"/>
            <p:cNvSpPr/>
            <p:nvPr/>
          </p:nvSpPr>
          <p:spPr>
            <a:xfrm>
              <a:off x="4935883" y="3657508"/>
              <a:ext cx="297752" cy="1130182"/>
            </a:xfrm>
            <a:custGeom>
              <a:avLst/>
              <a:gdLst/>
              <a:ahLst/>
              <a:cxnLst/>
              <a:rect l="l" t="t" r="r" b="b"/>
              <a:pathLst>
                <a:path w="6902" h="26198" extrusionOk="0">
                  <a:moveTo>
                    <a:pt x="6654" y="1"/>
                  </a:moveTo>
                  <a:lnTo>
                    <a:pt x="40" y="249"/>
                  </a:lnTo>
                  <a:cubicBezTo>
                    <a:pt x="1" y="4800"/>
                    <a:pt x="1577" y="26157"/>
                    <a:pt x="1577" y="26157"/>
                  </a:cubicBezTo>
                  <a:lnTo>
                    <a:pt x="6902" y="26197"/>
                  </a:lnTo>
                  <a:lnTo>
                    <a:pt x="6485" y="3600"/>
                  </a:lnTo>
                  <a:cubicBezTo>
                    <a:pt x="6485" y="3521"/>
                    <a:pt x="6535" y="3471"/>
                    <a:pt x="6535" y="3392"/>
                  </a:cubicBezTo>
                  <a:cubicBezTo>
                    <a:pt x="6614" y="3065"/>
                    <a:pt x="6862" y="1736"/>
                    <a:pt x="6654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2"/>
            <p:cNvSpPr/>
            <p:nvPr/>
          </p:nvSpPr>
          <p:spPr>
            <a:xfrm>
              <a:off x="5180142" y="3673771"/>
              <a:ext cx="28688" cy="1113918"/>
            </a:xfrm>
            <a:custGeom>
              <a:avLst/>
              <a:gdLst/>
              <a:ahLst/>
              <a:cxnLst/>
              <a:rect l="l" t="t" r="r" b="b"/>
              <a:pathLst>
                <a:path w="665" h="25821" fill="none" extrusionOk="0">
                  <a:moveTo>
                    <a:pt x="208" y="1"/>
                  </a:moveTo>
                  <a:cubicBezTo>
                    <a:pt x="288" y="1527"/>
                    <a:pt x="0" y="2192"/>
                    <a:pt x="40" y="3094"/>
                  </a:cubicBezTo>
                  <a:cubicBezTo>
                    <a:pt x="665" y="14051"/>
                    <a:pt x="575" y="25820"/>
                    <a:pt x="575" y="25820"/>
                  </a:cubicBezTo>
                </a:path>
              </a:pathLst>
            </a:custGeom>
            <a:noFill/>
            <a:ln w="42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2"/>
            <p:cNvSpPr/>
            <p:nvPr/>
          </p:nvSpPr>
          <p:spPr>
            <a:xfrm>
              <a:off x="4937608" y="3686195"/>
              <a:ext cx="50086" cy="880315"/>
            </a:xfrm>
            <a:custGeom>
              <a:avLst/>
              <a:gdLst/>
              <a:ahLst/>
              <a:cxnLst/>
              <a:rect l="l" t="t" r="r" b="b"/>
              <a:pathLst>
                <a:path w="1161" h="20406" fill="none" extrusionOk="0">
                  <a:moveTo>
                    <a:pt x="0" y="0"/>
                  </a:moveTo>
                  <a:cubicBezTo>
                    <a:pt x="169" y="5533"/>
                    <a:pt x="1160" y="20406"/>
                    <a:pt x="1160" y="20406"/>
                  </a:cubicBezTo>
                </a:path>
              </a:pathLst>
            </a:custGeom>
            <a:noFill/>
            <a:ln w="42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2"/>
            <p:cNvSpPr/>
            <p:nvPr/>
          </p:nvSpPr>
          <p:spPr>
            <a:xfrm>
              <a:off x="5069790" y="3696851"/>
              <a:ext cx="110395" cy="73209"/>
            </a:xfrm>
            <a:custGeom>
              <a:avLst/>
              <a:gdLst/>
              <a:ahLst/>
              <a:cxnLst/>
              <a:rect l="l" t="t" r="r" b="b"/>
              <a:pathLst>
                <a:path w="2559" h="1697" fill="none" extrusionOk="0">
                  <a:moveTo>
                    <a:pt x="0" y="1"/>
                  </a:moveTo>
                  <a:cubicBezTo>
                    <a:pt x="456" y="1369"/>
                    <a:pt x="2558" y="1696"/>
                    <a:pt x="2558" y="1696"/>
                  </a:cubicBezTo>
                </a:path>
              </a:pathLst>
            </a:custGeom>
            <a:noFill/>
            <a:ln w="42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2"/>
            <p:cNvSpPr/>
            <p:nvPr/>
          </p:nvSpPr>
          <p:spPr>
            <a:xfrm>
              <a:off x="4905512" y="3696851"/>
              <a:ext cx="35979" cy="117686"/>
            </a:xfrm>
            <a:custGeom>
              <a:avLst/>
              <a:gdLst/>
              <a:ahLst/>
              <a:cxnLst/>
              <a:rect l="l" t="t" r="r" b="b"/>
              <a:pathLst>
                <a:path w="834" h="2728" fill="none" extrusionOk="0">
                  <a:moveTo>
                    <a:pt x="129" y="1"/>
                  </a:moveTo>
                  <a:cubicBezTo>
                    <a:pt x="1" y="1369"/>
                    <a:pt x="90" y="2272"/>
                    <a:pt x="169" y="2480"/>
                  </a:cubicBezTo>
                  <a:cubicBezTo>
                    <a:pt x="209" y="2609"/>
                    <a:pt x="586" y="2648"/>
                    <a:pt x="833" y="2728"/>
                  </a:cubicBezTo>
                </a:path>
              </a:pathLst>
            </a:custGeom>
            <a:noFill/>
            <a:ln w="42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2"/>
            <p:cNvSpPr/>
            <p:nvPr/>
          </p:nvSpPr>
          <p:spPr>
            <a:xfrm>
              <a:off x="5000032" y="4737549"/>
              <a:ext cx="233603" cy="43"/>
            </a:xfrm>
            <a:custGeom>
              <a:avLst/>
              <a:gdLst/>
              <a:ahLst/>
              <a:cxnLst/>
              <a:rect l="l" t="t" r="r" b="b"/>
              <a:pathLst>
                <a:path w="5415" h="1" fill="none" extrusionOk="0">
                  <a:moveTo>
                    <a:pt x="1" y="1"/>
                  </a:moveTo>
                  <a:lnTo>
                    <a:pt x="5415" y="1"/>
                  </a:lnTo>
                </a:path>
              </a:pathLst>
            </a:custGeom>
            <a:noFill/>
            <a:ln w="42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2"/>
            <p:cNvSpPr/>
            <p:nvPr/>
          </p:nvSpPr>
          <p:spPr>
            <a:xfrm>
              <a:off x="4461945" y="3117703"/>
              <a:ext cx="379459" cy="394127"/>
            </a:xfrm>
            <a:custGeom>
              <a:avLst/>
              <a:gdLst/>
              <a:ahLst/>
              <a:cxnLst/>
              <a:rect l="l" t="t" r="r" b="b"/>
              <a:pathLst>
                <a:path w="8796" h="9136" extrusionOk="0">
                  <a:moveTo>
                    <a:pt x="2102" y="1"/>
                  </a:moveTo>
                  <a:lnTo>
                    <a:pt x="0" y="1240"/>
                  </a:lnTo>
                  <a:cubicBezTo>
                    <a:pt x="0" y="1240"/>
                    <a:pt x="2975" y="6614"/>
                    <a:pt x="4333" y="8220"/>
                  </a:cubicBezTo>
                  <a:cubicBezTo>
                    <a:pt x="4757" y="8678"/>
                    <a:pt x="5151" y="9135"/>
                    <a:pt x="5721" y="9135"/>
                  </a:cubicBezTo>
                  <a:cubicBezTo>
                    <a:pt x="5818" y="9135"/>
                    <a:pt x="5920" y="9122"/>
                    <a:pt x="6029" y="9093"/>
                  </a:cubicBezTo>
                  <a:cubicBezTo>
                    <a:pt x="7556" y="8716"/>
                    <a:pt x="8795" y="3392"/>
                    <a:pt x="8795" y="3392"/>
                  </a:cubicBezTo>
                  <a:lnTo>
                    <a:pt x="6366" y="1528"/>
                  </a:lnTo>
                  <a:lnTo>
                    <a:pt x="5573" y="3838"/>
                  </a:lnTo>
                  <a:lnTo>
                    <a:pt x="2102" y="1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2"/>
            <p:cNvSpPr/>
            <p:nvPr/>
          </p:nvSpPr>
          <p:spPr>
            <a:xfrm>
              <a:off x="4763064" y="3065936"/>
              <a:ext cx="495377" cy="638256"/>
            </a:xfrm>
            <a:custGeom>
              <a:avLst/>
              <a:gdLst/>
              <a:ahLst/>
              <a:cxnLst/>
              <a:rect l="l" t="t" r="r" b="b"/>
              <a:pathLst>
                <a:path w="11483" h="14795" extrusionOk="0">
                  <a:moveTo>
                    <a:pt x="6119" y="1"/>
                  </a:moveTo>
                  <a:cubicBezTo>
                    <a:pt x="6119" y="1"/>
                    <a:pt x="5454" y="626"/>
                    <a:pt x="4592" y="626"/>
                  </a:cubicBezTo>
                  <a:cubicBezTo>
                    <a:pt x="3511" y="626"/>
                    <a:pt x="3352" y="249"/>
                    <a:pt x="3352" y="249"/>
                  </a:cubicBezTo>
                  <a:cubicBezTo>
                    <a:pt x="3352" y="249"/>
                    <a:pt x="784" y="1072"/>
                    <a:pt x="497" y="4750"/>
                  </a:cubicBezTo>
                  <a:cubicBezTo>
                    <a:pt x="1" y="10412"/>
                    <a:pt x="1" y="14795"/>
                    <a:pt x="1" y="14795"/>
                  </a:cubicBezTo>
                  <a:lnTo>
                    <a:pt x="10947" y="14795"/>
                  </a:lnTo>
                  <a:cubicBezTo>
                    <a:pt x="10947" y="14795"/>
                    <a:pt x="11483" y="1121"/>
                    <a:pt x="6119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2"/>
            <p:cNvSpPr/>
            <p:nvPr/>
          </p:nvSpPr>
          <p:spPr>
            <a:xfrm>
              <a:off x="4846928" y="3283229"/>
              <a:ext cx="402971" cy="316000"/>
            </a:xfrm>
            <a:custGeom>
              <a:avLst/>
              <a:gdLst/>
              <a:ahLst/>
              <a:cxnLst/>
              <a:rect l="l" t="t" r="r" b="b"/>
              <a:pathLst>
                <a:path w="9341" h="7325" extrusionOk="0">
                  <a:moveTo>
                    <a:pt x="9211" y="1"/>
                  </a:moveTo>
                  <a:lnTo>
                    <a:pt x="5245" y="169"/>
                  </a:lnTo>
                  <a:cubicBezTo>
                    <a:pt x="5245" y="169"/>
                    <a:pt x="5493" y="3640"/>
                    <a:pt x="5077" y="3848"/>
                  </a:cubicBezTo>
                  <a:cubicBezTo>
                    <a:pt x="4789" y="4056"/>
                    <a:pt x="40" y="4552"/>
                    <a:pt x="40" y="4552"/>
                  </a:cubicBezTo>
                  <a:lnTo>
                    <a:pt x="0" y="7239"/>
                  </a:lnTo>
                  <a:cubicBezTo>
                    <a:pt x="0" y="7239"/>
                    <a:pt x="1260" y="7324"/>
                    <a:pt x="2828" y="7324"/>
                  </a:cubicBezTo>
                  <a:cubicBezTo>
                    <a:pt x="5193" y="7324"/>
                    <a:pt x="8260" y="7130"/>
                    <a:pt x="8755" y="6158"/>
                  </a:cubicBezTo>
                  <a:cubicBezTo>
                    <a:pt x="9340" y="5048"/>
                    <a:pt x="9211" y="2361"/>
                    <a:pt x="9211" y="1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2"/>
            <p:cNvSpPr/>
            <p:nvPr/>
          </p:nvSpPr>
          <p:spPr>
            <a:xfrm>
              <a:off x="4693780" y="3073658"/>
              <a:ext cx="213931" cy="238305"/>
            </a:xfrm>
            <a:custGeom>
              <a:avLst/>
              <a:gdLst/>
              <a:ahLst/>
              <a:cxnLst/>
              <a:rect l="l" t="t" r="r" b="b"/>
              <a:pathLst>
                <a:path w="4959" h="5524" extrusionOk="0">
                  <a:moveTo>
                    <a:pt x="4048" y="1"/>
                  </a:moveTo>
                  <a:cubicBezTo>
                    <a:pt x="2757" y="1"/>
                    <a:pt x="1709" y="451"/>
                    <a:pt x="1240" y="1388"/>
                  </a:cubicBezTo>
                  <a:cubicBezTo>
                    <a:pt x="744" y="2430"/>
                    <a:pt x="0" y="4284"/>
                    <a:pt x="0" y="4284"/>
                  </a:cubicBezTo>
                  <a:lnTo>
                    <a:pt x="4006" y="5523"/>
                  </a:lnTo>
                  <a:lnTo>
                    <a:pt x="4958" y="70"/>
                  </a:lnTo>
                  <a:cubicBezTo>
                    <a:pt x="4645" y="24"/>
                    <a:pt x="4340" y="1"/>
                    <a:pt x="4048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2"/>
            <p:cNvSpPr/>
            <p:nvPr/>
          </p:nvSpPr>
          <p:spPr>
            <a:xfrm>
              <a:off x="4721994" y="3472310"/>
              <a:ext cx="203233" cy="139040"/>
            </a:xfrm>
            <a:custGeom>
              <a:avLst/>
              <a:gdLst/>
              <a:ahLst/>
              <a:cxnLst/>
              <a:rect l="l" t="t" r="r" b="b"/>
              <a:pathLst>
                <a:path w="4711" h="3223" extrusionOk="0">
                  <a:moveTo>
                    <a:pt x="4711" y="0"/>
                  </a:moveTo>
                  <a:lnTo>
                    <a:pt x="4711" y="0"/>
                  </a:lnTo>
                  <a:cubicBezTo>
                    <a:pt x="4710" y="0"/>
                    <a:pt x="2152" y="169"/>
                    <a:pt x="992" y="328"/>
                  </a:cubicBezTo>
                  <a:cubicBezTo>
                    <a:pt x="626" y="377"/>
                    <a:pt x="209" y="536"/>
                    <a:pt x="378" y="873"/>
                  </a:cubicBezTo>
                  <a:cubicBezTo>
                    <a:pt x="90" y="1032"/>
                    <a:pt x="41" y="1319"/>
                    <a:pt x="249" y="1567"/>
                  </a:cubicBezTo>
                  <a:cubicBezTo>
                    <a:pt x="1" y="1775"/>
                    <a:pt x="41" y="2152"/>
                    <a:pt x="338" y="2271"/>
                  </a:cubicBezTo>
                  <a:cubicBezTo>
                    <a:pt x="130" y="2400"/>
                    <a:pt x="41" y="2648"/>
                    <a:pt x="288" y="2896"/>
                  </a:cubicBezTo>
                  <a:cubicBezTo>
                    <a:pt x="457" y="3015"/>
                    <a:pt x="913" y="3223"/>
                    <a:pt x="1161" y="3223"/>
                  </a:cubicBezTo>
                  <a:cubicBezTo>
                    <a:pt x="1369" y="3223"/>
                    <a:pt x="1161" y="2896"/>
                    <a:pt x="913" y="2727"/>
                  </a:cubicBezTo>
                  <a:cubicBezTo>
                    <a:pt x="979" y="2719"/>
                    <a:pt x="1056" y="2716"/>
                    <a:pt x="1138" y="2716"/>
                  </a:cubicBezTo>
                  <a:cubicBezTo>
                    <a:pt x="1465" y="2716"/>
                    <a:pt x="1865" y="2767"/>
                    <a:pt x="1865" y="2767"/>
                  </a:cubicBezTo>
                  <a:lnTo>
                    <a:pt x="3471" y="2896"/>
                  </a:lnTo>
                  <a:lnTo>
                    <a:pt x="4711" y="0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2"/>
            <p:cNvSpPr/>
            <p:nvPr/>
          </p:nvSpPr>
          <p:spPr>
            <a:xfrm>
              <a:off x="4736532" y="3561263"/>
              <a:ext cx="32139" cy="9016"/>
            </a:xfrm>
            <a:custGeom>
              <a:avLst/>
              <a:gdLst/>
              <a:ahLst/>
              <a:cxnLst/>
              <a:rect l="l" t="t" r="r" b="b"/>
              <a:pathLst>
                <a:path w="745" h="209" extrusionOk="0">
                  <a:moveTo>
                    <a:pt x="368" y="1"/>
                  </a:moveTo>
                  <a:cubicBezTo>
                    <a:pt x="289" y="50"/>
                    <a:pt x="199" y="50"/>
                    <a:pt x="160" y="90"/>
                  </a:cubicBezTo>
                  <a:cubicBezTo>
                    <a:pt x="80" y="130"/>
                    <a:pt x="41" y="169"/>
                    <a:pt x="1" y="209"/>
                  </a:cubicBezTo>
                  <a:cubicBezTo>
                    <a:pt x="120" y="169"/>
                    <a:pt x="249" y="130"/>
                    <a:pt x="368" y="90"/>
                  </a:cubicBezTo>
                  <a:cubicBezTo>
                    <a:pt x="497" y="90"/>
                    <a:pt x="616" y="50"/>
                    <a:pt x="745" y="1"/>
                  </a:cubicBezTo>
                  <a:close/>
                </a:path>
              </a:pathLst>
            </a:custGeom>
            <a:solidFill>
              <a:srgbClr val="D7C0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2"/>
            <p:cNvSpPr/>
            <p:nvPr/>
          </p:nvSpPr>
          <p:spPr>
            <a:xfrm>
              <a:off x="4731010" y="3531325"/>
              <a:ext cx="32096" cy="8628"/>
            </a:xfrm>
            <a:custGeom>
              <a:avLst/>
              <a:gdLst/>
              <a:ahLst/>
              <a:cxnLst/>
              <a:rect l="l" t="t" r="r" b="b"/>
              <a:pathLst>
                <a:path w="744" h="200" extrusionOk="0">
                  <a:moveTo>
                    <a:pt x="536" y="1"/>
                  </a:moveTo>
                  <a:cubicBezTo>
                    <a:pt x="496" y="1"/>
                    <a:pt x="417" y="1"/>
                    <a:pt x="377" y="40"/>
                  </a:cubicBezTo>
                  <a:cubicBezTo>
                    <a:pt x="288" y="40"/>
                    <a:pt x="208" y="80"/>
                    <a:pt x="169" y="80"/>
                  </a:cubicBezTo>
                  <a:cubicBezTo>
                    <a:pt x="79" y="120"/>
                    <a:pt x="40" y="159"/>
                    <a:pt x="0" y="199"/>
                  </a:cubicBezTo>
                  <a:cubicBezTo>
                    <a:pt x="129" y="159"/>
                    <a:pt x="248" y="120"/>
                    <a:pt x="377" y="120"/>
                  </a:cubicBezTo>
                  <a:cubicBezTo>
                    <a:pt x="496" y="80"/>
                    <a:pt x="625" y="80"/>
                    <a:pt x="744" y="40"/>
                  </a:cubicBezTo>
                  <a:cubicBezTo>
                    <a:pt x="704" y="1"/>
                    <a:pt x="625" y="1"/>
                    <a:pt x="536" y="1"/>
                  </a:cubicBezTo>
                  <a:close/>
                </a:path>
              </a:pathLst>
            </a:custGeom>
            <a:solidFill>
              <a:srgbClr val="D7C0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2"/>
            <p:cNvSpPr/>
            <p:nvPr/>
          </p:nvSpPr>
          <p:spPr>
            <a:xfrm>
              <a:off x="4738258" y="3503629"/>
              <a:ext cx="33822" cy="6342"/>
            </a:xfrm>
            <a:custGeom>
              <a:avLst/>
              <a:gdLst/>
              <a:ahLst/>
              <a:cxnLst/>
              <a:rect l="l" t="t" r="r" b="b"/>
              <a:pathLst>
                <a:path w="784" h="147" extrusionOk="0">
                  <a:moveTo>
                    <a:pt x="524" y="0"/>
                  </a:moveTo>
                  <a:cubicBezTo>
                    <a:pt x="482" y="0"/>
                    <a:pt x="427" y="18"/>
                    <a:pt x="368" y="18"/>
                  </a:cubicBezTo>
                  <a:cubicBezTo>
                    <a:pt x="328" y="18"/>
                    <a:pt x="249" y="58"/>
                    <a:pt x="209" y="58"/>
                  </a:cubicBezTo>
                  <a:cubicBezTo>
                    <a:pt x="120" y="97"/>
                    <a:pt x="80" y="97"/>
                    <a:pt x="1" y="147"/>
                  </a:cubicBezTo>
                  <a:lnTo>
                    <a:pt x="407" y="97"/>
                  </a:lnTo>
                  <a:cubicBezTo>
                    <a:pt x="536" y="58"/>
                    <a:pt x="655" y="58"/>
                    <a:pt x="784" y="18"/>
                  </a:cubicBezTo>
                  <a:lnTo>
                    <a:pt x="576" y="18"/>
                  </a:lnTo>
                  <a:cubicBezTo>
                    <a:pt x="563" y="5"/>
                    <a:pt x="545" y="0"/>
                    <a:pt x="524" y="0"/>
                  </a:cubicBezTo>
                  <a:close/>
                </a:path>
              </a:pathLst>
            </a:custGeom>
            <a:solidFill>
              <a:srgbClr val="D7C0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2"/>
            <p:cNvSpPr/>
            <p:nvPr/>
          </p:nvSpPr>
          <p:spPr>
            <a:xfrm>
              <a:off x="5026995" y="3065677"/>
              <a:ext cx="233603" cy="269366"/>
            </a:xfrm>
            <a:custGeom>
              <a:avLst/>
              <a:gdLst/>
              <a:ahLst/>
              <a:cxnLst/>
              <a:rect l="l" t="t" r="r" b="b"/>
              <a:pathLst>
                <a:path w="5415" h="6244" extrusionOk="0">
                  <a:moveTo>
                    <a:pt x="290" y="1"/>
                  </a:moveTo>
                  <a:cubicBezTo>
                    <a:pt x="108" y="1"/>
                    <a:pt x="1" y="7"/>
                    <a:pt x="1" y="7"/>
                  </a:cubicBezTo>
                  <a:lnTo>
                    <a:pt x="704" y="3477"/>
                  </a:lnTo>
                  <a:lnTo>
                    <a:pt x="903" y="6244"/>
                  </a:lnTo>
                  <a:lnTo>
                    <a:pt x="5414" y="5956"/>
                  </a:lnTo>
                  <a:cubicBezTo>
                    <a:pt x="5414" y="5956"/>
                    <a:pt x="5325" y="3606"/>
                    <a:pt x="4542" y="1821"/>
                  </a:cubicBezTo>
                  <a:cubicBezTo>
                    <a:pt x="3826" y="144"/>
                    <a:pt x="1175" y="1"/>
                    <a:pt x="29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2"/>
            <p:cNvSpPr/>
            <p:nvPr/>
          </p:nvSpPr>
          <p:spPr>
            <a:xfrm>
              <a:off x="5057365" y="3226371"/>
              <a:ext cx="8585" cy="108670"/>
            </a:xfrm>
            <a:custGeom>
              <a:avLst/>
              <a:gdLst/>
              <a:ahLst/>
              <a:cxnLst/>
              <a:rect l="l" t="t" r="r" b="b"/>
              <a:pathLst>
                <a:path w="199" h="2519" fill="none" extrusionOk="0">
                  <a:moveTo>
                    <a:pt x="199" y="2519"/>
                  </a:moveTo>
                  <a:cubicBezTo>
                    <a:pt x="80" y="952"/>
                    <a:pt x="0" y="0"/>
                    <a:pt x="0" y="0"/>
                  </a:cubicBezTo>
                </a:path>
              </a:pathLst>
            </a:custGeom>
            <a:noFill/>
            <a:ln w="32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2"/>
            <p:cNvSpPr/>
            <p:nvPr/>
          </p:nvSpPr>
          <p:spPr>
            <a:xfrm>
              <a:off x="4782735" y="3181851"/>
              <a:ext cx="23166" cy="105305"/>
            </a:xfrm>
            <a:custGeom>
              <a:avLst/>
              <a:gdLst/>
              <a:ahLst/>
              <a:cxnLst/>
              <a:rect l="l" t="t" r="r" b="b"/>
              <a:pathLst>
                <a:path w="537" h="2441" fill="none" extrusionOk="0">
                  <a:moveTo>
                    <a:pt x="1" y="2440"/>
                  </a:moveTo>
                  <a:cubicBezTo>
                    <a:pt x="1" y="2440"/>
                    <a:pt x="209" y="576"/>
                    <a:pt x="536" y="1"/>
                  </a:cubicBezTo>
                </a:path>
              </a:pathLst>
            </a:custGeom>
            <a:noFill/>
            <a:ln w="32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2"/>
            <p:cNvSpPr/>
            <p:nvPr/>
          </p:nvSpPr>
          <p:spPr>
            <a:xfrm>
              <a:off x="4702322" y="3283229"/>
              <a:ext cx="50086" cy="85590"/>
            </a:xfrm>
            <a:custGeom>
              <a:avLst/>
              <a:gdLst/>
              <a:ahLst/>
              <a:cxnLst/>
              <a:rect l="l" t="t" r="r" b="b"/>
              <a:pathLst>
                <a:path w="1161" h="1984" fill="none" extrusionOk="0">
                  <a:moveTo>
                    <a:pt x="1" y="1"/>
                  </a:moveTo>
                  <a:cubicBezTo>
                    <a:pt x="1" y="1"/>
                    <a:pt x="1042" y="1201"/>
                    <a:pt x="1161" y="1984"/>
                  </a:cubicBezTo>
                </a:path>
              </a:pathLst>
            </a:custGeom>
            <a:noFill/>
            <a:ln w="3225" cap="flat" cmpd="sng">
              <a:solidFill>
                <a:srgbClr val="DDC0A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2"/>
            <p:cNvSpPr/>
            <p:nvPr/>
          </p:nvSpPr>
          <p:spPr>
            <a:xfrm>
              <a:off x="4411903" y="3031985"/>
              <a:ext cx="192534" cy="223077"/>
            </a:xfrm>
            <a:custGeom>
              <a:avLst/>
              <a:gdLst/>
              <a:ahLst/>
              <a:cxnLst/>
              <a:rect l="l" t="t" r="r" b="b"/>
              <a:pathLst>
                <a:path w="4463" h="5171" extrusionOk="0">
                  <a:moveTo>
                    <a:pt x="1097" y="1"/>
                  </a:moveTo>
                  <a:cubicBezTo>
                    <a:pt x="1091" y="1"/>
                    <a:pt x="1086" y="2"/>
                    <a:pt x="1081" y="5"/>
                  </a:cubicBezTo>
                  <a:cubicBezTo>
                    <a:pt x="833" y="124"/>
                    <a:pt x="1735" y="1363"/>
                    <a:pt x="1735" y="1363"/>
                  </a:cubicBezTo>
                  <a:cubicBezTo>
                    <a:pt x="1735" y="1363"/>
                    <a:pt x="789" y="198"/>
                    <a:pt x="503" y="198"/>
                  </a:cubicBezTo>
                  <a:cubicBezTo>
                    <a:pt x="484" y="198"/>
                    <a:pt x="469" y="203"/>
                    <a:pt x="456" y="213"/>
                  </a:cubicBezTo>
                  <a:cubicBezTo>
                    <a:pt x="337" y="332"/>
                    <a:pt x="1121" y="1363"/>
                    <a:pt x="1369" y="1819"/>
                  </a:cubicBezTo>
                  <a:cubicBezTo>
                    <a:pt x="1059" y="1400"/>
                    <a:pt x="515" y="813"/>
                    <a:pt x="328" y="813"/>
                  </a:cubicBezTo>
                  <a:cubicBezTo>
                    <a:pt x="312" y="813"/>
                    <a:pt x="298" y="818"/>
                    <a:pt x="288" y="828"/>
                  </a:cubicBezTo>
                  <a:cubicBezTo>
                    <a:pt x="169" y="956"/>
                    <a:pt x="665" y="1700"/>
                    <a:pt x="1031" y="2275"/>
                  </a:cubicBezTo>
                  <a:cubicBezTo>
                    <a:pt x="801" y="1971"/>
                    <a:pt x="321" y="1443"/>
                    <a:pt x="160" y="1443"/>
                  </a:cubicBezTo>
                  <a:cubicBezTo>
                    <a:pt x="148" y="1443"/>
                    <a:pt x="137" y="1446"/>
                    <a:pt x="129" y="1452"/>
                  </a:cubicBezTo>
                  <a:cubicBezTo>
                    <a:pt x="0" y="1571"/>
                    <a:pt x="1160" y="3435"/>
                    <a:pt x="2271" y="5170"/>
                  </a:cubicBezTo>
                  <a:lnTo>
                    <a:pt x="4462" y="3306"/>
                  </a:lnTo>
                  <a:cubicBezTo>
                    <a:pt x="3853" y="2569"/>
                    <a:pt x="2346" y="292"/>
                    <a:pt x="2118" y="292"/>
                  </a:cubicBezTo>
                  <a:cubicBezTo>
                    <a:pt x="2116" y="292"/>
                    <a:pt x="2114" y="292"/>
                    <a:pt x="2112" y="292"/>
                  </a:cubicBezTo>
                  <a:cubicBezTo>
                    <a:pt x="1944" y="332"/>
                    <a:pt x="2439" y="1204"/>
                    <a:pt x="2271" y="1204"/>
                  </a:cubicBezTo>
                  <a:cubicBezTo>
                    <a:pt x="2117" y="1204"/>
                    <a:pt x="1292" y="1"/>
                    <a:pt x="1097" y="1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2"/>
            <p:cNvSpPr/>
            <p:nvPr/>
          </p:nvSpPr>
          <p:spPr>
            <a:xfrm>
              <a:off x="4472644" y="3139100"/>
              <a:ext cx="39387" cy="32139"/>
            </a:xfrm>
            <a:custGeom>
              <a:avLst/>
              <a:gdLst/>
              <a:ahLst/>
              <a:cxnLst/>
              <a:rect l="l" t="t" r="r" b="b"/>
              <a:pathLst>
                <a:path w="913" h="745" fill="none" extrusionOk="0">
                  <a:moveTo>
                    <a:pt x="0" y="0"/>
                  </a:moveTo>
                  <a:cubicBezTo>
                    <a:pt x="367" y="169"/>
                    <a:pt x="704" y="417"/>
                    <a:pt x="912" y="744"/>
                  </a:cubicBezTo>
                </a:path>
              </a:pathLst>
            </a:custGeom>
            <a:noFill/>
            <a:ln w="3225" cap="flat" cmpd="sng">
              <a:solidFill>
                <a:srgbClr val="DDC0A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2"/>
            <p:cNvSpPr/>
            <p:nvPr/>
          </p:nvSpPr>
          <p:spPr>
            <a:xfrm>
              <a:off x="4517122" y="3099757"/>
              <a:ext cx="24849" cy="44520"/>
            </a:xfrm>
            <a:custGeom>
              <a:avLst/>
              <a:gdLst/>
              <a:ahLst/>
              <a:cxnLst/>
              <a:rect l="l" t="t" r="r" b="b"/>
              <a:pathLst>
                <a:path w="576" h="1032" fill="none" extrusionOk="0">
                  <a:moveTo>
                    <a:pt x="0" y="0"/>
                  </a:moveTo>
                  <a:cubicBezTo>
                    <a:pt x="40" y="417"/>
                    <a:pt x="248" y="783"/>
                    <a:pt x="576" y="1031"/>
                  </a:cubicBezTo>
                </a:path>
              </a:pathLst>
            </a:custGeom>
            <a:noFill/>
            <a:ln w="3225" cap="flat" cmpd="sng">
              <a:solidFill>
                <a:srgbClr val="DDC0A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2"/>
            <p:cNvSpPr/>
            <p:nvPr/>
          </p:nvSpPr>
          <p:spPr>
            <a:xfrm>
              <a:off x="4798568" y="3057998"/>
              <a:ext cx="32139" cy="59749"/>
            </a:xfrm>
            <a:custGeom>
              <a:avLst/>
              <a:gdLst/>
              <a:ahLst/>
              <a:cxnLst/>
              <a:rect l="l" t="t" r="r" b="b"/>
              <a:pathLst>
                <a:path w="745" h="1385" extrusionOk="0">
                  <a:moveTo>
                    <a:pt x="496" y="0"/>
                  </a:moveTo>
                  <a:cubicBezTo>
                    <a:pt x="467" y="0"/>
                    <a:pt x="440" y="5"/>
                    <a:pt x="417" y="16"/>
                  </a:cubicBezTo>
                  <a:cubicBezTo>
                    <a:pt x="130" y="185"/>
                    <a:pt x="1" y="849"/>
                    <a:pt x="50" y="1176"/>
                  </a:cubicBezTo>
                  <a:cubicBezTo>
                    <a:pt x="50" y="1256"/>
                    <a:pt x="90" y="1385"/>
                    <a:pt x="169" y="1385"/>
                  </a:cubicBezTo>
                  <a:cubicBezTo>
                    <a:pt x="209" y="1385"/>
                    <a:pt x="249" y="1305"/>
                    <a:pt x="298" y="1256"/>
                  </a:cubicBezTo>
                  <a:cubicBezTo>
                    <a:pt x="417" y="1008"/>
                    <a:pt x="496" y="562"/>
                    <a:pt x="625" y="353"/>
                  </a:cubicBezTo>
                  <a:lnTo>
                    <a:pt x="744" y="66"/>
                  </a:lnTo>
                  <a:cubicBezTo>
                    <a:pt x="659" y="30"/>
                    <a:pt x="569" y="0"/>
                    <a:pt x="496" y="0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2"/>
            <p:cNvSpPr/>
            <p:nvPr/>
          </p:nvSpPr>
          <p:spPr>
            <a:xfrm>
              <a:off x="4814832" y="3055064"/>
              <a:ext cx="41112" cy="64753"/>
            </a:xfrm>
            <a:custGeom>
              <a:avLst/>
              <a:gdLst/>
              <a:ahLst/>
              <a:cxnLst/>
              <a:rect l="l" t="t" r="r" b="b"/>
              <a:pathLst>
                <a:path w="953" h="1501" extrusionOk="0">
                  <a:moveTo>
                    <a:pt x="612" y="1"/>
                  </a:moveTo>
                  <a:cubicBezTo>
                    <a:pt x="496" y="1"/>
                    <a:pt x="395" y="43"/>
                    <a:pt x="328" y="84"/>
                  </a:cubicBezTo>
                  <a:cubicBezTo>
                    <a:pt x="80" y="293"/>
                    <a:pt x="1" y="996"/>
                    <a:pt x="80" y="1324"/>
                  </a:cubicBezTo>
                  <a:cubicBezTo>
                    <a:pt x="80" y="1401"/>
                    <a:pt x="109" y="1500"/>
                    <a:pt x="175" y="1500"/>
                  </a:cubicBezTo>
                  <a:cubicBezTo>
                    <a:pt x="185" y="1500"/>
                    <a:pt x="197" y="1498"/>
                    <a:pt x="209" y="1492"/>
                  </a:cubicBezTo>
                  <a:cubicBezTo>
                    <a:pt x="288" y="1492"/>
                    <a:pt x="288" y="1413"/>
                    <a:pt x="328" y="1373"/>
                  </a:cubicBezTo>
                  <a:cubicBezTo>
                    <a:pt x="457" y="1125"/>
                    <a:pt x="496" y="630"/>
                    <a:pt x="615" y="332"/>
                  </a:cubicBezTo>
                  <a:lnTo>
                    <a:pt x="952" y="134"/>
                  </a:lnTo>
                  <a:cubicBezTo>
                    <a:pt x="835" y="35"/>
                    <a:pt x="717" y="1"/>
                    <a:pt x="612" y="1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2"/>
            <p:cNvSpPr/>
            <p:nvPr/>
          </p:nvSpPr>
          <p:spPr>
            <a:xfrm>
              <a:off x="4832778" y="3054072"/>
              <a:ext cx="33865" cy="68808"/>
            </a:xfrm>
            <a:custGeom>
              <a:avLst/>
              <a:gdLst/>
              <a:ahLst/>
              <a:cxnLst/>
              <a:rect l="l" t="t" r="r" b="b"/>
              <a:pathLst>
                <a:path w="785" h="1595" extrusionOk="0">
                  <a:moveTo>
                    <a:pt x="433" y="1"/>
                  </a:moveTo>
                  <a:cubicBezTo>
                    <a:pt x="386" y="1"/>
                    <a:pt x="348" y="8"/>
                    <a:pt x="328" y="28"/>
                  </a:cubicBezTo>
                  <a:cubicBezTo>
                    <a:pt x="80" y="276"/>
                    <a:pt x="1" y="1099"/>
                    <a:pt x="80" y="1436"/>
                  </a:cubicBezTo>
                  <a:cubicBezTo>
                    <a:pt x="120" y="1515"/>
                    <a:pt x="160" y="1595"/>
                    <a:pt x="249" y="1595"/>
                  </a:cubicBezTo>
                  <a:cubicBezTo>
                    <a:pt x="288" y="1595"/>
                    <a:pt x="328" y="1515"/>
                    <a:pt x="368" y="1436"/>
                  </a:cubicBezTo>
                  <a:cubicBezTo>
                    <a:pt x="447" y="1188"/>
                    <a:pt x="447" y="692"/>
                    <a:pt x="536" y="405"/>
                  </a:cubicBezTo>
                  <a:lnTo>
                    <a:pt x="784" y="68"/>
                  </a:lnTo>
                  <a:cubicBezTo>
                    <a:pt x="784" y="68"/>
                    <a:pt x="572" y="1"/>
                    <a:pt x="433" y="1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2"/>
            <p:cNvSpPr/>
            <p:nvPr/>
          </p:nvSpPr>
          <p:spPr>
            <a:xfrm>
              <a:off x="4848610" y="3055927"/>
              <a:ext cx="59102" cy="63977"/>
            </a:xfrm>
            <a:custGeom>
              <a:avLst/>
              <a:gdLst/>
              <a:ahLst/>
              <a:cxnLst/>
              <a:rect l="l" t="t" r="r" b="b"/>
              <a:pathLst>
                <a:path w="1370" h="1483" extrusionOk="0">
                  <a:moveTo>
                    <a:pt x="451" y="0"/>
                  </a:moveTo>
                  <a:cubicBezTo>
                    <a:pt x="337" y="0"/>
                    <a:pt x="234" y="40"/>
                    <a:pt x="169" y="154"/>
                  </a:cubicBezTo>
                  <a:cubicBezTo>
                    <a:pt x="1" y="441"/>
                    <a:pt x="80" y="1016"/>
                    <a:pt x="169" y="1353"/>
                  </a:cubicBezTo>
                  <a:cubicBezTo>
                    <a:pt x="202" y="1418"/>
                    <a:pt x="234" y="1483"/>
                    <a:pt x="267" y="1483"/>
                  </a:cubicBezTo>
                  <a:cubicBezTo>
                    <a:pt x="274" y="1483"/>
                    <a:pt x="281" y="1480"/>
                    <a:pt x="288" y="1472"/>
                  </a:cubicBezTo>
                  <a:cubicBezTo>
                    <a:pt x="378" y="1472"/>
                    <a:pt x="378" y="1393"/>
                    <a:pt x="417" y="1353"/>
                  </a:cubicBezTo>
                  <a:cubicBezTo>
                    <a:pt x="456" y="1189"/>
                    <a:pt x="457" y="479"/>
                    <a:pt x="649" y="479"/>
                  </a:cubicBezTo>
                  <a:cubicBezTo>
                    <a:pt x="654" y="479"/>
                    <a:pt x="660" y="480"/>
                    <a:pt x="665" y="481"/>
                  </a:cubicBezTo>
                  <a:cubicBezTo>
                    <a:pt x="625" y="610"/>
                    <a:pt x="576" y="729"/>
                    <a:pt x="536" y="858"/>
                  </a:cubicBezTo>
                  <a:cubicBezTo>
                    <a:pt x="536" y="897"/>
                    <a:pt x="536" y="937"/>
                    <a:pt x="576" y="976"/>
                  </a:cubicBezTo>
                  <a:cubicBezTo>
                    <a:pt x="625" y="976"/>
                    <a:pt x="665" y="937"/>
                    <a:pt x="665" y="937"/>
                  </a:cubicBezTo>
                  <a:cubicBezTo>
                    <a:pt x="784" y="808"/>
                    <a:pt x="953" y="689"/>
                    <a:pt x="1072" y="610"/>
                  </a:cubicBezTo>
                  <a:cubicBezTo>
                    <a:pt x="1161" y="560"/>
                    <a:pt x="1369" y="481"/>
                    <a:pt x="1369" y="481"/>
                  </a:cubicBezTo>
                  <a:cubicBezTo>
                    <a:pt x="1369" y="481"/>
                    <a:pt x="992" y="114"/>
                    <a:pt x="744" y="64"/>
                  </a:cubicBezTo>
                  <a:cubicBezTo>
                    <a:pt x="650" y="28"/>
                    <a:pt x="547" y="0"/>
                    <a:pt x="451" y="0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2"/>
            <p:cNvSpPr/>
            <p:nvPr/>
          </p:nvSpPr>
          <p:spPr>
            <a:xfrm>
              <a:off x="4848610" y="3056963"/>
              <a:ext cx="14193" cy="32139"/>
            </a:xfrm>
            <a:custGeom>
              <a:avLst/>
              <a:gdLst/>
              <a:ahLst/>
              <a:cxnLst/>
              <a:rect l="l" t="t" r="r" b="b"/>
              <a:pathLst>
                <a:path w="329" h="745" extrusionOk="0">
                  <a:moveTo>
                    <a:pt x="249" y="1"/>
                  </a:moveTo>
                  <a:cubicBezTo>
                    <a:pt x="1" y="130"/>
                    <a:pt x="1" y="496"/>
                    <a:pt x="40" y="744"/>
                  </a:cubicBezTo>
                  <a:cubicBezTo>
                    <a:pt x="40" y="744"/>
                    <a:pt x="80" y="744"/>
                    <a:pt x="80" y="705"/>
                  </a:cubicBezTo>
                  <a:cubicBezTo>
                    <a:pt x="130" y="457"/>
                    <a:pt x="40" y="209"/>
                    <a:pt x="288" y="40"/>
                  </a:cubicBezTo>
                  <a:cubicBezTo>
                    <a:pt x="328" y="40"/>
                    <a:pt x="288" y="1"/>
                    <a:pt x="249" y="1"/>
                  </a:cubicBez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2"/>
            <p:cNvSpPr/>
            <p:nvPr/>
          </p:nvSpPr>
          <p:spPr>
            <a:xfrm>
              <a:off x="4832778" y="3055237"/>
              <a:ext cx="15876" cy="37704"/>
            </a:xfrm>
            <a:custGeom>
              <a:avLst/>
              <a:gdLst/>
              <a:ahLst/>
              <a:cxnLst/>
              <a:rect l="l" t="t" r="r" b="b"/>
              <a:pathLst>
                <a:path w="368" h="874" extrusionOk="0">
                  <a:moveTo>
                    <a:pt x="328" y="1"/>
                  </a:moveTo>
                  <a:cubicBezTo>
                    <a:pt x="41" y="130"/>
                    <a:pt x="1" y="576"/>
                    <a:pt x="41" y="874"/>
                  </a:cubicBezTo>
                  <a:cubicBezTo>
                    <a:pt x="41" y="874"/>
                    <a:pt x="80" y="874"/>
                    <a:pt x="80" y="824"/>
                  </a:cubicBezTo>
                  <a:cubicBezTo>
                    <a:pt x="120" y="576"/>
                    <a:pt x="80" y="209"/>
                    <a:pt x="328" y="41"/>
                  </a:cubicBezTo>
                  <a:cubicBezTo>
                    <a:pt x="368" y="1"/>
                    <a:pt x="328" y="1"/>
                    <a:pt x="328" y="1"/>
                  </a:cubicBez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2"/>
            <p:cNvSpPr/>
            <p:nvPr/>
          </p:nvSpPr>
          <p:spPr>
            <a:xfrm>
              <a:off x="4814832" y="3058688"/>
              <a:ext cx="15876" cy="38955"/>
            </a:xfrm>
            <a:custGeom>
              <a:avLst/>
              <a:gdLst/>
              <a:ahLst/>
              <a:cxnLst/>
              <a:rect l="l" t="t" r="r" b="b"/>
              <a:pathLst>
                <a:path w="368" h="903" extrusionOk="0">
                  <a:moveTo>
                    <a:pt x="288" y="0"/>
                  </a:moveTo>
                  <a:cubicBezTo>
                    <a:pt x="40" y="169"/>
                    <a:pt x="1" y="625"/>
                    <a:pt x="40" y="873"/>
                  </a:cubicBezTo>
                  <a:cubicBezTo>
                    <a:pt x="40" y="893"/>
                    <a:pt x="50" y="903"/>
                    <a:pt x="60" y="903"/>
                  </a:cubicBezTo>
                  <a:cubicBezTo>
                    <a:pt x="70" y="903"/>
                    <a:pt x="80" y="893"/>
                    <a:pt x="80" y="873"/>
                  </a:cubicBezTo>
                  <a:cubicBezTo>
                    <a:pt x="169" y="625"/>
                    <a:pt x="80" y="248"/>
                    <a:pt x="328" y="50"/>
                  </a:cubicBezTo>
                  <a:cubicBezTo>
                    <a:pt x="367" y="50"/>
                    <a:pt x="328" y="0"/>
                    <a:pt x="288" y="0"/>
                  </a:cubicBez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2"/>
            <p:cNvSpPr/>
            <p:nvPr/>
          </p:nvSpPr>
          <p:spPr>
            <a:xfrm>
              <a:off x="5320865" y="3390172"/>
              <a:ext cx="43" cy="32139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42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2"/>
            <p:cNvSpPr/>
            <p:nvPr/>
          </p:nvSpPr>
          <p:spPr>
            <a:xfrm>
              <a:off x="5303307" y="3406436"/>
              <a:ext cx="33865" cy="43"/>
            </a:xfrm>
            <a:custGeom>
              <a:avLst/>
              <a:gdLst/>
              <a:ahLst/>
              <a:cxnLst/>
              <a:rect l="l" t="t" r="r" b="b"/>
              <a:pathLst>
                <a:path w="785" h="1" fill="none" extrusionOk="0">
                  <a:moveTo>
                    <a:pt x="784" y="0"/>
                  </a:moveTo>
                  <a:lnTo>
                    <a:pt x="1" y="0"/>
                  </a:lnTo>
                </a:path>
              </a:pathLst>
            </a:custGeom>
            <a:noFill/>
            <a:ln w="42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2"/>
            <p:cNvSpPr/>
            <p:nvPr/>
          </p:nvSpPr>
          <p:spPr>
            <a:xfrm>
              <a:off x="3661610" y="3343970"/>
              <a:ext cx="32139" cy="32139"/>
            </a:xfrm>
            <a:custGeom>
              <a:avLst/>
              <a:gdLst/>
              <a:ahLst/>
              <a:cxnLst/>
              <a:rect l="l" t="t" r="r" b="b"/>
              <a:pathLst>
                <a:path w="745" h="745" fill="none" extrusionOk="0">
                  <a:moveTo>
                    <a:pt x="744" y="378"/>
                  </a:moveTo>
                  <a:cubicBezTo>
                    <a:pt x="744" y="576"/>
                    <a:pt x="576" y="744"/>
                    <a:pt x="378" y="744"/>
                  </a:cubicBezTo>
                  <a:cubicBezTo>
                    <a:pt x="169" y="744"/>
                    <a:pt x="1" y="576"/>
                    <a:pt x="1" y="378"/>
                  </a:cubicBezTo>
                  <a:cubicBezTo>
                    <a:pt x="1" y="169"/>
                    <a:pt x="169" y="1"/>
                    <a:pt x="378" y="1"/>
                  </a:cubicBezTo>
                  <a:cubicBezTo>
                    <a:pt x="576" y="1"/>
                    <a:pt x="744" y="169"/>
                    <a:pt x="744" y="378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2"/>
            <p:cNvSpPr/>
            <p:nvPr/>
          </p:nvSpPr>
          <p:spPr>
            <a:xfrm>
              <a:off x="4657845" y="3071501"/>
              <a:ext cx="43" cy="58670"/>
            </a:xfrm>
            <a:custGeom>
              <a:avLst/>
              <a:gdLst/>
              <a:ahLst/>
              <a:cxnLst/>
              <a:rect l="l" t="t" r="r" b="b"/>
              <a:pathLst>
                <a:path w="1" h="1360" fill="none" extrusionOk="0">
                  <a:moveTo>
                    <a:pt x="1" y="1"/>
                  </a:moveTo>
                  <a:lnTo>
                    <a:pt x="1" y="1359"/>
                  </a:lnTo>
                </a:path>
              </a:pathLst>
            </a:custGeom>
            <a:noFill/>
            <a:ln w="42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2"/>
            <p:cNvSpPr/>
            <p:nvPr/>
          </p:nvSpPr>
          <p:spPr>
            <a:xfrm>
              <a:off x="4629631" y="3099757"/>
              <a:ext cx="56902" cy="43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0"/>
                  </a:moveTo>
                  <a:lnTo>
                    <a:pt x="0" y="0"/>
                  </a:lnTo>
                </a:path>
              </a:pathLst>
            </a:custGeom>
            <a:noFill/>
            <a:ln w="42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2"/>
            <p:cNvSpPr/>
            <p:nvPr/>
          </p:nvSpPr>
          <p:spPr>
            <a:xfrm>
              <a:off x="2681207" y="3041130"/>
              <a:ext cx="55651" cy="55219"/>
            </a:xfrm>
            <a:custGeom>
              <a:avLst/>
              <a:gdLst/>
              <a:ahLst/>
              <a:cxnLst/>
              <a:rect l="l" t="t" r="r" b="b"/>
              <a:pathLst>
                <a:path w="1290" h="1280" fill="none" extrusionOk="0">
                  <a:moveTo>
                    <a:pt x="1290" y="616"/>
                  </a:moveTo>
                  <a:cubicBezTo>
                    <a:pt x="1290" y="992"/>
                    <a:pt x="992" y="1280"/>
                    <a:pt x="665" y="1280"/>
                  </a:cubicBezTo>
                  <a:cubicBezTo>
                    <a:pt x="298" y="1280"/>
                    <a:pt x="1" y="992"/>
                    <a:pt x="1" y="616"/>
                  </a:cubicBezTo>
                  <a:cubicBezTo>
                    <a:pt x="1" y="288"/>
                    <a:pt x="298" y="1"/>
                    <a:pt x="665" y="1"/>
                  </a:cubicBezTo>
                  <a:cubicBezTo>
                    <a:pt x="992" y="1"/>
                    <a:pt x="1290" y="288"/>
                    <a:pt x="1290" y="616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2"/>
            <p:cNvSpPr/>
            <p:nvPr/>
          </p:nvSpPr>
          <p:spPr>
            <a:xfrm>
              <a:off x="6739701" y="2821723"/>
              <a:ext cx="55219" cy="55219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25"/>
                  </a:moveTo>
                  <a:cubicBezTo>
                    <a:pt x="128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42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2"/>
            <p:cNvSpPr/>
            <p:nvPr/>
          </p:nvSpPr>
          <p:spPr>
            <a:xfrm>
              <a:off x="6732410" y="4347481"/>
              <a:ext cx="210523" cy="43"/>
            </a:xfrm>
            <a:custGeom>
              <a:avLst/>
              <a:gdLst/>
              <a:ahLst/>
              <a:cxnLst/>
              <a:rect l="l" t="t" r="r" b="b"/>
              <a:pathLst>
                <a:path w="4880" h="1" fill="none" extrusionOk="0">
                  <a:moveTo>
                    <a:pt x="4879" y="0"/>
                  </a:moveTo>
                  <a:lnTo>
                    <a:pt x="1" y="0"/>
                  </a:lnTo>
                </a:path>
              </a:pathLst>
            </a:custGeom>
            <a:noFill/>
            <a:ln w="42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2"/>
            <p:cNvSpPr/>
            <p:nvPr/>
          </p:nvSpPr>
          <p:spPr>
            <a:xfrm>
              <a:off x="6550618" y="4347481"/>
              <a:ext cx="112552" cy="43"/>
            </a:xfrm>
            <a:custGeom>
              <a:avLst/>
              <a:gdLst/>
              <a:ahLst/>
              <a:cxnLst/>
              <a:rect l="l" t="t" r="r" b="b"/>
              <a:pathLst>
                <a:path w="2609" h="1" fill="none" extrusionOk="0">
                  <a:moveTo>
                    <a:pt x="2609" y="0"/>
                  </a:moveTo>
                  <a:lnTo>
                    <a:pt x="1" y="0"/>
                  </a:lnTo>
                </a:path>
              </a:pathLst>
            </a:custGeom>
            <a:noFill/>
            <a:ln w="42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7">
          <a:extLst>
            <a:ext uri="{FF2B5EF4-FFF2-40B4-BE49-F238E27FC236}">
              <a16:creationId xmlns:a16="http://schemas.microsoft.com/office/drawing/2014/main" id="{FF936978-8BB6-6654-16D8-5F66980B3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38">
            <a:extLst>
              <a:ext uri="{FF2B5EF4-FFF2-40B4-BE49-F238E27FC236}">
                <a16:creationId xmlns:a16="http://schemas.microsoft.com/office/drawing/2014/main" id="{4CE65771-2D22-8D9B-3B56-ABC2192F70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0150" y="1097710"/>
            <a:ext cx="6903600" cy="12656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879" name="Google Shape;1879;p38">
            <a:extLst>
              <a:ext uri="{FF2B5EF4-FFF2-40B4-BE49-F238E27FC236}">
                <a16:creationId xmlns:a16="http://schemas.microsoft.com/office/drawing/2014/main" id="{9ADBC145-1F24-45D8-612B-C8EB58F57E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3668" y="2363382"/>
            <a:ext cx="5111599" cy="24167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dirty="0"/>
              <a:t>This Tableau dashboard offers comprehensive insights into employee attrition and satisfaction through interactive and detailed visualizations. By leveraging gender, education, and age data, it enables informed decision-making to improve retention and employee engagement, supporting overall organizational health and growth.</a:t>
            </a:r>
          </a:p>
        </p:txBody>
      </p:sp>
      <p:grpSp>
        <p:nvGrpSpPr>
          <p:cNvPr id="1880" name="Google Shape;1880;p38">
            <a:extLst>
              <a:ext uri="{FF2B5EF4-FFF2-40B4-BE49-F238E27FC236}">
                <a16:creationId xmlns:a16="http://schemas.microsoft.com/office/drawing/2014/main" id="{015137CC-945B-1652-06A2-10142A452AF8}"/>
              </a:ext>
            </a:extLst>
          </p:cNvPr>
          <p:cNvGrpSpPr/>
          <p:nvPr/>
        </p:nvGrpSpPr>
        <p:grpSpPr>
          <a:xfrm>
            <a:off x="348658" y="3307459"/>
            <a:ext cx="1222079" cy="1009533"/>
            <a:chOff x="6101758" y="2859784"/>
            <a:chExt cx="1222079" cy="1009533"/>
          </a:xfrm>
        </p:grpSpPr>
        <p:sp>
          <p:nvSpPr>
            <p:cNvPr id="1881" name="Google Shape;1881;p38">
              <a:extLst>
                <a:ext uri="{FF2B5EF4-FFF2-40B4-BE49-F238E27FC236}">
                  <a16:creationId xmlns:a16="http://schemas.microsoft.com/office/drawing/2014/main" id="{3CF0DEF9-90E0-47E9-C4FA-2231E5FF429E}"/>
                </a:ext>
              </a:extLst>
            </p:cNvPr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8">
              <a:extLst>
                <a:ext uri="{FF2B5EF4-FFF2-40B4-BE49-F238E27FC236}">
                  <a16:creationId xmlns:a16="http://schemas.microsoft.com/office/drawing/2014/main" id="{372E6C1C-8C35-C5D3-9E1E-9E206A064599}"/>
                </a:ext>
              </a:extLst>
            </p:cNvPr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8">
              <a:extLst>
                <a:ext uri="{FF2B5EF4-FFF2-40B4-BE49-F238E27FC236}">
                  <a16:creationId xmlns:a16="http://schemas.microsoft.com/office/drawing/2014/main" id="{12E88850-C9F7-8407-7DE1-92B4013CD34D}"/>
                </a:ext>
              </a:extLst>
            </p:cNvPr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8">
              <a:extLst>
                <a:ext uri="{FF2B5EF4-FFF2-40B4-BE49-F238E27FC236}">
                  <a16:creationId xmlns:a16="http://schemas.microsoft.com/office/drawing/2014/main" id="{ADB16BB5-0657-5B03-7B28-66EE1BF59CA8}"/>
                </a:ext>
              </a:extLst>
            </p:cNvPr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8">
              <a:extLst>
                <a:ext uri="{FF2B5EF4-FFF2-40B4-BE49-F238E27FC236}">
                  <a16:creationId xmlns:a16="http://schemas.microsoft.com/office/drawing/2014/main" id="{D288E99D-087D-3380-1BB7-B598CBDBB5B2}"/>
                </a:ext>
              </a:extLst>
            </p:cNvPr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8">
              <a:extLst>
                <a:ext uri="{FF2B5EF4-FFF2-40B4-BE49-F238E27FC236}">
                  <a16:creationId xmlns:a16="http://schemas.microsoft.com/office/drawing/2014/main" id="{51AE5F60-3851-AE82-F55F-BEA6D285D872}"/>
                </a:ext>
              </a:extLst>
            </p:cNvPr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8">
              <a:extLst>
                <a:ext uri="{FF2B5EF4-FFF2-40B4-BE49-F238E27FC236}">
                  <a16:creationId xmlns:a16="http://schemas.microsoft.com/office/drawing/2014/main" id="{67967821-8047-0382-F022-8F0A76BEDAF8}"/>
                </a:ext>
              </a:extLst>
            </p:cNvPr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8">
              <a:extLst>
                <a:ext uri="{FF2B5EF4-FFF2-40B4-BE49-F238E27FC236}">
                  <a16:creationId xmlns:a16="http://schemas.microsoft.com/office/drawing/2014/main" id="{F8CA5E4E-A9EC-D2F9-CD08-D85498930956}"/>
                </a:ext>
              </a:extLst>
            </p:cNvPr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8">
              <a:extLst>
                <a:ext uri="{FF2B5EF4-FFF2-40B4-BE49-F238E27FC236}">
                  <a16:creationId xmlns:a16="http://schemas.microsoft.com/office/drawing/2014/main" id="{039AFDED-BAEF-5B3D-06BC-EEA23151BFC6}"/>
                </a:ext>
              </a:extLst>
            </p:cNvPr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8">
              <a:extLst>
                <a:ext uri="{FF2B5EF4-FFF2-40B4-BE49-F238E27FC236}">
                  <a16:creationId xmlns:a16="http://schemas.microsoft.com/office/drawing/2014/main" id="{AE770E79-F10C-2362-7858-D38FA6ED5B9C}"/>
                </a:ext>
              </a:extLst>
            </p:cNvPr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1" name="Google Shape;1891;p38">
            <a:extLst>
              <a:ext uri="{FF2B5EF4-FFF2-40B4-BE49-F238E27FC236}">
                <a16:creationId xmlns:a16="http://schemas.microsoft.com/office/drawing/2014/main" id="{137105A8-AEA9-F3B0-88B6-9AACC341EEF3}"/>
              </a:ext>
            </a:extLst>
          </p:cNvPr>
          <p:cNvGrpSpPr/>
          <p:nvPr/>
        </p:nvGrpSpPr>
        <p:grpSpPr>
          <a:xfrm>
            <a:off x="7521697" y="2584834"/>
            <a:ext cx="1473291" cy="1265671"/>
            <a:chOff x="7521697" y="2603884"/>
            <a:chExt cx="1473291" cy="1265671"/>
          </a:xfrm>
        </p:grpSpPr>
        <p:sp>
          <p:nvSpPr>
            <p:cNvPr id="1892" name="Google Shape;1892;p38">
              <a:extLst>
                <a:ext uri="{FF2B5EF4-FFF2-40B4-BE49-F238E27FC236}">
                  <a16:creationId xmlns:a16="http://schemas.microsoft.com/office/drawing/2014/main" id="{666D7230-E3E8-5EC6-C708-5C677694CA98}"/>
                </a:ext>
              </a:extLst>
            </p:cNvPr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8">
              <a:extLst>
                <a:ext uri="{FF2B5EF4-FFF2-40B4-BE49-F238E27FC236}">
                  <a16:creationId xmlns:a16="http://schemas.microsoft.com/office/drawing/2014/main" id="{6498C6B2-8455-7160-7360-EF1700BA3BC0}"/>
                </a:ext>
              </a:extLst>
            </p:cNvPr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8">
              <a:extLst>
                <a:ext uri="{FF2B5EF4-FFF2-40B4-BE49-F238E27FC236}">
                  <a16:creationId xmlns:a16="http://schemas.microsoft.com/office/drawing/2014/main" id="{35FE539F-36E8-ADF1-2777-36C97C2D8E08}"/>
                </a:ext>
              </a:extLst>
            </p:cNvPr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8">
              <a:extLst>
                <a:ext uri="{FF2B5EF4-FFF2-40B4-BE49-F238E27FC236}">
                  <a16:creationId xmlns:a16="http://schemas.microsoft.com/office/drawing/2014/main" id="{1342FA9F-8593-AC32-68F0-9A8238DEC09D}"/>
                </a:ext>
              </a:extLst>
            </p:cNvPr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8">
              <a:extLst>
                <a:ext uri="{FF2B5EF4-FFF2-40B4-BE49-F238E27FC236}">
                  <a16:creationId xmlns:a16="http://schemas.microsoft.com/office/drawing/2014/main" id="{03863F84-D7DB-74AC-BD60-AF6ED4FB708E}"/>
                </a:ext>
              </a:extLst>
            </p:cNvPr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8">
              <a:extLst>
                <a:ext uri="{FF2B5EF4-FFF2-40B4-BE49-F238E27FC236}">
                  <a16:creationId xmlns:a16="http://schemas.microsoft.com/office/drawing/2014/main" id="{8C0B6A8C-1C7C-778C-84E2-7C8D58A081ED}"/>
                </a:ext>
              </a:extLst>
            </p:cNvPr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8">
              <a:extLst>
                <a:ext uri="{FF2B5EF4-FFF2-40B4-BE49-F238E27FC236}">
                  <a16:creationId xmlns:a16="http://schemas.microsoft.com/office/drawing/2014/main" id="{A0D8FCAD-CC96-74FE-D3FA-56E16C7EDA93}"/>
                </a:ext>
              </a:extLst>
            </p:cNvPr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8">
              <a:extLst>
                <a:ext uri="{FF2B5EF4-FFF2-40B4-BE49-F238E27FC236}">
                  <a16:creationId xmlns:a16="http://schemas.microsoft.com/office/drawing/2014/main" id="{07287B27-8747-4878-2AC0-BC848F6E5B82}"/>
                </a:ext>
              </a:extLst>
            </p:cNvPr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0657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6">
          <a:extLst>
            <a:ext uri="{FF2B5EF4-FFF2-40B4-BE49-F238E27FC236}">
              <a16:creationId xmlns:a16="http://schemas.microsoft.com/office/drawing/2014/main" id="{C5BFFFBE-B180-501D-E8FE-2E126730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34">
            <a:extLst>
              <a:ext uri="{FF2B5EF4-FFF2-40B4-BE49-F238E27FC236}">
                <a16:creationId xmlns:a16="http://schemas.microsoft.com/office/drawing/2014/main" id="{50A08914-BEAD-B936-5573-A22ABACD61CC}"/>
              </a:ext>
            </a:extLst>
          </p:cNvPr>
          <p:cNvSpPr txBox="1">
            <a:spLocks noGrp="1"/>
          </p:cNvSpPr>
          <p:nvPr>
            <p:ph type="title" idx="18"/>
          </p:nvPr>
        </p:nvSpPr>
        <p:spPr>
          <a:xfrm>
            <a:off x="655325" y="445025"/>
            <a:ext cx="7793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TABLE OF CONTENTS</a:t>
            </a:r>
            <a:endParaRPr dirty="0"/>
          </a:p>
        </p:txBody>
      </p:sp>
      <p:sp>
        <p:nvSpPr>
          <p:cNvPr id="1569" name="Google Shape;1569;p34">
            <a:extLst>
              <a:ext uri="{FF2B5EF4-FFF2-40B4-BE49-F238E27FC236}">
                <a16:creationId xmlns:a16="http://schemas.microsoft.com/office/drawing/2014/main" id="{2C3F7C15-50D2-5613-896E-3E2346934266}"/>
              </a:ext>
            </a:extLst>
          </p:cNvPr>
          <p:cNvSpPr txBox="1">
            <a:spLocks noGrp="1"/>
          </p:cNvSpPr>
          <p:nvPr>
            <p:ph type="ctrTitle" idx="9"/>
          </p:nvPr>
        </p:nvSpPr>
        <p:spPr>
          <a:xfrm>
            <a:off x="2754786" y="1795375"/>
            <a:ext cx="2895894" cy="4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Dashboard Overview</a:t>
            </a:r>
            <a:endParaRPr dirty="0"/>
          </a:p>
        </p:txBody>
      </p:sp>
      <p:sp>
        <p:nvSpPr>
          <p:cNvPr id="1570" name="Google Shape;1570;p34">
            <a:extLst>
              <a:ext uri="{FF2B5EF4-FFF2-40B4-BE49-F238E27FC236}">
                <a16:creationId xmlns:a16="http://schemas.microsoft.com/office/drawing/2014/main" id="{6C3D7B6F-5924-1CD6-7C24-CC1EA9757930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4591080" y="1350375"/>
            <a:ext cx="1059600" cy="52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571" name="Google Shape;1571;p34">
            <a:extLst>
              <a:ext uri="{FF2B5EF4-FFF2-40B4-BE49-F238E27FC236}">
                <a16:creationId xmlns:a16="http://schemas.microsoft.com/office/drawing/2014/main" id="{64B1B885-7920-3242-AE33-7259362EB46C}"/>
              </a:ext>
            </a:extLst>
          </p:cNvPr>
          <p:cNvSpPr txBox="1">
            <a:spLocks noGrp="1"/>
          </p:cNvSpPr>
          <p:nvPr>
            <p:ph type="ctrTitle" idx="15"/>
          </p:nvPr>
        </p:nvSpPr>
        <p:spPr>
          <a:xfrm>
            <a:off x="5902549" y="1795375"/>
            <a:ext cx="2501400" cy="4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for Analysis</a:t>
            </a:r>
            <a:endParaRPr dirty="0"/>
          </a:p>
        </p:txBody>
      </p:sp>
      <p:sp>
        <p:nvSpPr>
          <p:cNvPr id="1573" name="Google Shape;1573;p34">
            <a:extLst>
              <a:ext uri="{FF2B5EF4-FFF2-40B4-BE49-F238E27FC236}">
                <a16:creationId xmlns:a16="http://schemas.microsoft.com/office/drawing/2014/main" id="{1585E2D5-AC88-0AA8-88FD-F8B7F57A6575}"/>
              </a:ext>
            </a:extLst>
          </p:cNvPr>
          <p:cNvSpPr txBox="1">
            <a:spLocks noGrp="1"/>
          </p:cNvSpPr>
          <p:nvPr>
            <p:ph type="title" idx="17"/>
          </p:nvPr>
        </p:nvSpPr>
        <p:spPr>
          <a:xfrm>
            <a:off x="7344354" y="1350375"/>
            <a:ext cx="1059600" cy="52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574" name="Google Shape;1574;p34">
            <a:extLst>
              <a:ext uri="{FF2B5EF4-FFF2-40B4-BE49-F238E27FC236}">
                <a16:creationId xmlns:a16="http://schemas.microsoft.com/office/drawing/2014/main" id="{54E617B0-7D45-154D-EF4D-C2EE4EFC646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05197" y="2945432"/>
            <a:ext cx="2501400" cy="7137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Employee attrition rate section</a:t>
            </a:r>
            <a:endParaRPr dirty="0"/>
          </a:p>
        </p:txBody>
      </p:sp>
      <p:sp>
        <p:nvSpPr>
          <p:cNvPr id="1576" name="Google Shape;1576;p34">
            <a:extLst>
              <a:ext uri="{FF2B5EF4-FFF2-40B4-BE49-F238E27FC236}">
                <a16:creationId xmlns:a16="http://schemas.microsoft.com/office/drawing/2014/main" id="{92F6DCA6-F574-9478-F9FB-B67060490B9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14106" y="2480794"/>
            <a:ext cx="892500" cy="52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577" name="Google Shape;1577;p34">
            <a:extLst>
              <a:ext uri="{FF2B5EF4-FFF2-40B4-BE49-F238E27FC236}">
                <a16:creationId xmlns:a16="http://schemas.microsoft.com/office/drawing/2014/main" id="{246E3DD5-B633-F69A-8960-11000AB03754}"/>
              </a:ext>
            </a:extLst>
          </p:cNvPr>
          <p:cNvSpPr txBox="1">
            <a:spLocks noGrp="1"/>
          </p:cNvSpPr>
          <p:nvPr>
            <p:ph type="ctrTitle" idx="3"/>
          </p:nvPr>
        </p:nvSpPr>
        <p:spPr>
          <a:xfrm>
            <a:off x="5944497" y="2925794"/>
            <a:ext cx="2501400" cy="7333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Job satisfaction section</a:t>
            </a:r>
            <a:endParaRPr dirty="0"/>
          </a:p>
        </p:txBody>
      </p:sp>
      <p:sp>
        <p:nvSpPr>
          <p:cNvPr id="1579" name="Google Shape;1579;p34">
            <a:extLst>
              <a:ext uri="{FF2B5EF4-FFF2-40B4-BE49-F238E27FC236}">
                <a16:creationId xmlns:a16="http://schemas.microsoft.com/office/drawing/2014/main" id="{3BC017E1-6558-88E6-700A-759C811A74FC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7386303" y="2480793"/>
            <a:ext cx="1059600" cy="52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580" name="Google Shape;1580;p34">
            <a:extLst>
              <a:ext uri="{FF2B5EF4-FFF2-40B4-BE49-F238E27FC236}">
                <a16:creationId xmlns:a16="http://schemas.microsoft.com/office/drawing/2014/main" id="{621FD39F-262D-3755-1199-8B9F3AF917A3}"/>
              </a:ext>
            </a:extLst>
          </p:cNvPr>
          <p:cNvSpPr txBox="1">
            <a:spLocks noGrp="1"/>
          </p:cNvSpPr>
          <p:nvPr>
            <p:ph type="ctrTitle" idx="6"/>
          </p:nvPr>
        </p:nvSpPr>
        <p:spPr>
          <a:xfrm>
            <a:off x="6088566" y="4059044"/>
            <a:ext cx="2315384" cy="9085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Attrition by gender section</a:t>
            </a:r>
            <a:endParaRPr dirty="0"/>
          </a:p>
        </p:txBody>
      </p:sp>
      <p:sp>
        <p:nvSpPr>
          <p:cNvPr id="1582" name="Google Shape;1582;p34">
            <a:extLst>
              <a:ext uri="{FF2B5EF4-FFF2-40B4-BE49-F238E27FC236}">
                <a16:creationId xmlns:a16="http://schemas.microsoft.com/office/drawing/2014/main" id="{82549704-1B8A-E6D7-DDB9-8E337D5FBB8A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344354" y="3789206"/>
            <a:ext cx="1059600" cy="52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1583" name="Google Shape;1583;p34">
            <a:extLst>
              <a:ext uri="{FF2B5EF4-FFF2-40B4-BE49-F238E27FC236}">
                <a16:creationId xmlns:a16="http://schemas.microsoft.com/office/drawing/2014/main" id="{4B95EBE9-D838-DA15-B215-D4F8ED7AF6F0}"/>
              </a:ext>
            </a:extLst>
          </p:cNvPr>
          <p:cNvGrpSpPr/>
          <p:nvPr/>
        </p:nvGrpSpPr>
        <p:grpSpPr>
          <a:xfrm rot="10800000">
            <a:off x="358183" y="2105084"/>
            <a:ext cx="1222079" cy="1009533"/>
            <a:chOff x="6101758" y="2859784"/>
            <a:chExt cx="1222079" cy="1009533"/>
          </a:xfrm>
        </p:grpSpPr>
        <p:sp>
          <p:nvSpPr>
            <p:cNvPr id="1584" name="Google Shape;1584;p34">
              <a:extLst>
                <a:ext uri="{FF2B5EF4-FFF2-40B4-BE49-F238E27FC236}">
                  <a16:creationId xmlns:a16="http://schemas.microsoft.com/office/drawing/2014/main" id="{1BA51E9E-1215-FB3A-85E1-40EB1743F841}"/>
                </a:ext>
              </a:extLst>
            </p:cNvPr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4">
              <a:extLst>
                <a:ext uri="{FF2B5EF4-FFF2-40B4-BE49-F238E27FC236}">
                  <a16:creationId xmlns:a16="http://schemas.microsoft.com/office/drawing/2014/main" id="{8D27EF89-10DF-E893-9D12-67EFAA6F0293}"/>
                </a:ext>
              </a:extLst>
            </p:cNvPr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4">
              <a:extLst>
                <a:ext uri="{FF2B5EF4-FFF2-40B4-BE49-F238E27FC236}">
                  <a16:creationId xmlns:a16="http://schemas.microsoft.com/office/drawing/2014/main" id="{BA2A53AA-ED8C-4ED6-DE99-133FA8FDF504}"/>
                </a:ext>
              </a:extLst>
            </p:cNvPr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4">
              <a:extLst>
                <a:ext uri="{FF2B5EF4-FFF2-40B4-BE49-F238E27FC236}">
                  <a16:creationId xmlns:a16="http://schemas.microsoft.com/office/drawing/2014/main" id="{E383576E-6589-7AD0-FD77-3A31920474DD}"/>
                </a:ext>
              </a:extLst>
            </p:cNvPr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4">
              <a:extLst>
                <a:ext uri="{FF2B5EF4-FFF2-40B4-BE49-F238E27FC236}">
                  <a16:creationId xmlns:a16="http://schemas.microsoft.com/office/drawing/2014/main" id="{BBDBE60F-4E24-30F6-4A4E-3DA91230BC15}"/>
                </a:ext>
              </a:extLst>
            </p:cNvPr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4">
              <a:extLst>
                <a:ext uri="{FF2B5EF4-FFF2-40B4-BE49-F238E27FC236}">
                  <a16:creationId xmlns:a16="http://schemas.microsoft.com/office/drawing/2014/main" id="{F97CD768-664F-F3D8-9899-302B79C21203}"/>
                </a:ext>
              </a:extLst>
            </p:cNvPr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4">
              <a:extLst>
                <a:ext uri="{FF2B5EF4-FFF2-40B4-BE49-F238E27FC236}">
                  <a16:creationId xmlns:a16="http://schemas.microsoft.com/office/drawing/2014/main" id="{BEC1C68B-B118-C64A-08ED-9CC86B30BBA8}"/>
                </a:ext>
              </a:extLst>
            </p:cNvPr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4">
              <a:extLst>
                <a:ext uri="{FF2B5EF4-FFF2-40B4-BE49-F238E27FC236}">
                  <a16:creationId xmlns:a16="http://schemas.microsoft.com/office/drawing/2014/main" id="{B7709C5D-19D2-AEFB-F182-7346F76E8111}"/>
                </a:ext>
              </a:extLst>
            </p:cNvPr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4">
              <a:extLst>
                <a:ext uri="{FF2B5EF4-FFF2-40B4-BE49-F238E27FC236}">
                  <a16:creationId xmlns:a16="http://schemas.microsoft.com/office/drawing/2014/main" id="{91F4C959-5639-019F-E531-68F5EAF24E59}"/>
                </a:ext>
              </a:extLst>
            </p:cNvPr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4">
              <a:extLst>
                <a:ext uri="{FF2B5EF4-FFF2-40B4-BE49-F238E27FC236}">
                  <a16:creationId xmlns:a16="http://schemas.microsoft.com/office/drawing/2014/main" id="{31E375B4-ED8B-AEB7-9D32-0F14FF3DE5FF}"/>
                </a:ext>
              </a:extLst>
            </p:cNvPr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1580;p34">
            <a:extLst>
              <a:ext uri="{FF2B5EF4-FFF2-40B4-BE49-F238E27FC236}">
                <a16:creationId xmlns:a16="http://schemas.microsoft.com/office/drawing/2014/main" id="{CBAC9CF2-647A-AE77-9C4F-9B3CB19BCB97}"/>
              </a:ext>
            </a:extLst>
          </p:cNvPr>
          <p:cNvSpPr txBox="1">
            <a:spLocks/>
          </p:cNvSpPr>
          <p:nvPr/>
        </p:nvSpPr>
        <p:spPr>
          <a:xfrm>
            <a:off x="3252290" y="4047894"/>
            <a:ext cx="2501400" cy="908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omfortaa"/>
              <a:buNone/>
              <a:defRPr sz="18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Attrition by education section</a:t>
            </a:r>
          </a:p>
        </p:txBody>
      </p:sp>
      <p:sp>
        <p:nvSpPr>
          <p:cNvPr id="7" name="Google Shape;1582;p34">
            <a:extLst>
              <a:ext uri="{FF2B5EF4-FFF2-40B4-BE49-F238E27FC236}">
                <a16:creationId xmlns:a16="http://schemas.microsoft.com/office/drawing/2014/main" id="{D5149842-2727-5DBD-F03D-55F41305C4D1}"/>
              </a:ext>
            </a:extLst>
          </p:cNvPr>
          <p:cNvSpPr txBox="1">
            <a:spLocks/>
          </p:cNvSpPr>
          <p:nvPr/>
        </p:nvSpPr>
        <p:spPr>
          <a:xfrm>
            <a:off x="4694094" y="3778056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omfortaa"/>
              <a:buNone/>
              <a:defRPr sz="24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/>
              <a:t>05</a:t>
            </a:r>
            <a:endParaRPr lang="en" dirty="0"/>
          </a:p>
        </p:txBody>
      </p:sp>
      <p:grpSp>
        <p:nvGrpSpPr>
          <p:cNvPr id="8" name="Google Shape;1808;p37">
            <a:extLst>
              <a:ext uri="{FF2B5EF4-FFF2-40B4-BE49-F238E27FC236}">
                <a16:creationId xmlns:a16="http://schemas.microsoft.com/office/drawing/2014/main" id="{CD41EB03-AD18-2A3C-178A-384BC4EB5303}"/>
              </a:ext>
            </a:extLst>
          </p:cNvPr>
          <p:cNvGrpSpPr/>
          <p:nvPr/>
        </p:nvGrpSpPr>
        <p:grpSpPr>
          <a:xfrm>
            <a:off x="7518016" y="3889555"/>
            <a:ext cx="356138" cy="356138"/>
            <a:chOff x="5561384" y="1266162"/>
            <a:chExt cx="356138" cy="356138"/>
          </a:xfrm>
        </p:grpSpPr>
        <p:sp>
          <p:nvSpPr>
            <p:cNvPr id="9" name="Google Shape;1809;p37">
              <a:extLst>
                <a:ext uri="{FF2B5EF4-FFF2-40B4-BE49-F238E27FC236}">
                  <a16:creationId xmlns:a16="http://schemas.microsoft.com/office/drawing/2014/main" id="{D8110E82-3255-445D-6AF3-D8DE3251EFD6}"/>
                </a:ext>
              </a:extLst>
            </p:cNvPr>
            <p:cNvSpPr/>
            <p:nvPr/>
          </p:nvSpPr>
          <p:spPr>
            <a:xfrm>
              <a:off x="5681760" y="1455655"/>
              <a:ext cx="114888" cy="97792"/>
            </a:xfrm>
            <a:custGeom>
              <a:avLst/>
              <a:gdLst/>
              <a:ahLst/>
              <a:cxnLst/>
              <a:rect l="l" t="t" r="r" b="b"/>
              <a:pathLst>
                <a:path w="4375" h="3724" extrusionOk="0">
                  <a:moveTo>
                    <a:pt x="1532" y="0"/>
                  </a:moveTo>
                  <a:lnTo>
                    <a:pt x="1532" y="297"/>
                  </a:lnTo>
                  <a:cubicBezTo>
                    <a:pt x="1532" y="383"/>
                    <a:pt x="1484" y="460"/>
                    <a:pt x="1398" y="498"/>
                  </a:cubicBezTo>
                  <a:lnTo>
                    <a:pt x="402" y="929"/>
                  </a:lnTo>
                  <a:cubicBezTo>
                    <a:pt x="163" y="1024"/>
                    <a:pt x="0" y="1264"/>
                    <a:pt x="0" y="1522"/>
                  </a:cubicBezTo>
                  <a:lnTo>
                    <a:pt x="0" y="3723"/>
                  </a:lnTo>
                  <a:lnTo>
                    <a:pt x="4374" y="3723"/>
                  </a:lnTo>
                  <a:lnTo>
                    <a:pt x="4374" y="1532"/>
                  </a:lnTo>
                  <a:cubicBezTo>
                    <a:pt x="4374" y="1264"/>
                    <a:pt x="4221" y="1024"/>
                    <a:pt x="3982" y="929"/>
                  </a:cubicBezTo>
                  <a:lnTo>
                    <a:pt x="2986" y="498"/>
                  </a:lnTo>
                  <a:cubicBezTo>
                    <a:pt x="2900" y="460"/>
                    <a:pt x="2852" y="383"/>
                    <a:pt x="2852" y="297"/>
                  </a:cubicBezTo>
                  <a:lnTo>
                    <a:pt x="2852" y="0"/>
                  </a:lnTo>
                  <a:close/>
                </a:path>
              </a:pathLst>
            </a:custGeom>
            <a:solidFill>
              <a:srgbClr val="ACBD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10;p37">
              <a:extLst>
                <a:ext uri="{FF2B5EF4-FFF2-40B4-BE49-F238E27FC236}">
                  <a16:creationId xmlns:a16="http://schemas.microsoft.com/office/drawing/2014/main" id="{8604CC77-8C6E-6AE6-04D4-69AC230A53C9}"/>
                </a:ext>
              </a:extLst>
            </p:cNvPr>
            <p:cNvSpPr/>
            <p:nvPr/>
          </p:nvSpPr>
          <p:spPr>
            <a:xfrm>
              <a:off x="5719207" y="1455655"/>
              <a:ext cx="40230" cy="17358"/>
            </a:xfrm>
            <a:custGeom>
              <a:avLst/>
              <a:gdLst/>
              <a:ahLst/>
              <a:cxnLst/>
              <a:rect l="l" t="t" r="r" b="b"/>
              <a:pathLst>
                <a:path w="1532" h="661" extrusionOk="0">
                  <a:moveTo>
                    <a:pt x="106" y="0"/>
                  </a:moveTo>
                  <a:lnTo>
                    <a:pt x="106" y="297"/>
                  </a:lnTo>
                  <a:cubicBezTo>
                    <a:pt x="106" y="374"/>
                    <a:pt x="67" y="441"/>
                    <a:pt x="0" y="479"/>
                  </a:cubicBezTo>
                  <a:cubicBezTo>
                    <a:pt x="240" y="594"/>
                    <a:pt x="498" y="661"/>
                    <a:pt x="766" y="661"/>
                  </a:cubicBezTo>
                  <a:cubicBezTo>
                    <a:pt x="1034" y="651"/>
                    <a:pt x="1292" y="594"/>
                    <a:pt x="1532" y="479"/>
                  </a:cubicBezTo>
                  <a:cubicBezTo>
                    <a:pt x="1465" y="441"/>
                    <a:pt x="1426" y="374"/>
                    <a:pt x="1426" y="297"/>
                  </a:cubicBezTo>
                  <a:lnTo>
                    <a:pt x="14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811;p37">
              <a:extLst>
                <a:ext uri="{FF2B5EF4-FFF2-40B4-BE49-F238E27FC236}">
                  <a16:creationId xmlns:a16="http://schemas.microsoft.com/office/drawing/2014/main" id="{1DE787B3-A403-8C91-7236-0FE4045F334E}"/>
                </a:ext>
              </a:extLst>
            </p:cNvPr>
            <p:cNvSpPr/>
            <p:nvPr/>
          </p:nvSpPr>
          <p:spPr>
            <a:xfrm>
              <a:off x="5681760" y="1470229"/>
              <a:ext cx="115124" cy="83218"/>
            </a:xfrm>
            <a:custGeom>
              <a:avLst/>
              <a:gdLst/>
              <a:ahLst/>
              <a:cxnLst/>
              <a:rect l="l" t="t" r="r" b="b"/>
              <a:pathLst>
                <a:path w="4384" h="3169" extrusionOk="0">
                  <a:moveTo>
                    <a:pt x="1254" y="0"/>
                  </a:moveTo>
                  <a:lnTo>
                    <a:pt x="402" y="374"/>
                  </a:lnTo>
                  <a:cubicBezTo>
                    <a:pt x="163" y="469"/>
                    <a:pt x="10" y="709"/>
                    <a:pt x="0" y="967"/>
                  </a:cubicBezTo>
                  <a:lnTo>
                    <a:pt x="0" y="3168"/>
                  </a:lnTo>
                  <a:lnTo>
                    <a:pt x="4374" y="3168"/>
                  </a:lnTo>
                  <a:lnTo>
                    <a:pt x="4374" y="977"/>
                  </a:lnTo>
                  <a:cubicBezTo>
                    <a:pt x="4384" y="709"/>
                    <a:pt x="4221" y="469"/>
                    <a:pt x="3982" y="374"/>
                  </a:cubicBezTo>
                  <a:lnTo>
                    <a:pt x="3130" y="0"/>
                  </a:lnTo>
                  <a:cubicBezTo>
                    <a:pt x="2919" y="359"/>
                    <a:pt x="2556" y="539"/>
                    <a:pt x="2192" y="539"/>
                  </a:cubicBezTo>
                  <a:cubicBezTo>
                    <a:pt x="1828" y="539"/>
                    <a:pt x="1465" y="359"/>
                    <a:pt x="12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812;p37">
              <a:extLst>
                <a:ext uri="{FF2B5EF4-FFF2-40B4-BE49-F238E27FC236}">
                  <a16:creationId xmlns:a16="http://schemas.microsoft.com/office/drawing/2014/main" id="{89555C62-5DA7-2E30-DA09-79483F2EBC22}"/>
                </a:ext>
              </a:extLst>
            </p:cNvPr>
            <p:cNvSpPr/>
            <p:nvPr/>
          </p:nvSpPr>
          <p:spPr>
            <a:xfrm>
              <a:off x="5699092" y="1375220"/>
              <a:ext cx="28676" cy="63103"/>
            </a:xfrm>
            <a:custGeom>
              <a:avLst/>
              <a:gdLst/>
              <a:ahLst/>
              <a:cxnLst/>
              <a:rect l="l" t="t" r="r" b="b"/>
              <a:pathLst>
                <a:path w="1092" h="2403" extrusionOk="0">
                  <a:moveTo>
                    <a:pt x="661" y="1"/>
                  </a:moveTo>
                  <a:cubicBezTo>
                    <a:pt x="297" y="1"/>
                    <a:pt x="1" y="288"/>
                    <a:pt x="1" y="652"/>
                  </a:cubicBezTo>
                  <a:lnTo>
                    <a:pt x="1" y="805"/>
                  </a:lnTo>
                  <a:cubicBezTo>
                    <a:pt x="1" y="996"/>
                    <a:pt x="30" y="1178"/>
                    <a:pt x="87" y="1360"/>
                  </a:cubicBezTo>
                  <a:lnTo>
                    <a:pt x="441" y="2403"/>
                  </a:lnTo>
                  <a:lnTo>
                    <a:pt x="1092" y="2403"/>
                  </a:lnTo>
                  <a:lnTo>
                    <a:pt x="10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813;p37">
              <a:extLst>
                <a:ext uri="{FF2B5EF4-FFF2-40B4-BE49-F238E27FC236}">
                  <a16:creationId xmlns:a16="http://schemas.microsoft.com/office/drawing/2014/main" id="{6DE4860D-A84B-5C9D-275D-C838055A7C68}"/>
                </a:ext>
              </a:extLst>
            </p:cNvPr>
            <p:cNvSpPr/>
            <p:nvPr/>
          </p:nvSpPr>
          <p:spPr>
            <a:xfrm>
              <a:off x="5710672" y="1369443"/>
              <a:ext cx="69116" cy="68880"/>
            </a:xfrm>
            <a:custGeom>
              <a:avLst/>
              <a:gdLst/>
              <a:ahLst/>
              <a:cxnLst/>
              <a:rect l="l" t="t" r="r" b="b"/>
              <a:pathLst>
                <a:path w="2632" h="2623" extrusionOk="0">
                  <a:moveTo>
                    <a:pt x="660" y="1"/>
                  </a:moveTo>
                  <a:cubicBezTo>
                    <a:pt x="297" y="1"/>
                    <a:pt x="0" y="297"/>
                    <a:pt x="0" y="661"/>
                  </a:cubicBezTo>
                  <a:cubicBezTo>
                    <a:pt x="0" y="900"/>
                    <a:pt x="201" y="1092"/>
                    <a:pt x="440" y="1092"/>
                  </a:cubicBezTo>
                  <a:lnTo>
                    <a:pt x="2192" y="2623"/>
                  </a:lnTo>
                  <a:lnTo>
                    <a:pt x="2555" y="1331"/>
                  </a:lnTo>
                  <a:cubicBezTo>
                    <a:pt x="2603" y="1178"/>
                    <a:pt x="2622" y="1015"/>
                    <a:pt x="2632" y="853"/>
                  </a:cubicBezTo>
                  <a:lnTo>
                    <a:pt x="2632" y="441"/>
                  </a:lnTo>
                  <a:cubicBezTo>
                    <a:pt x="2632" y="192"/>
                    <a:pt x="2431" y="1"/>
                    <a:pt x="2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814;p37">
              <a:extLst>
                <a:ext uri="{FF2B5EF4-FFF2-40B4-BE49-F238E27FC236}">
                  <a16:creationId xmlns:a16="http://schemas.microsoft.com/office/drawing/2014/main" id="{8A9A4307-BFC0-6AFB-A5D3-0E7CFE24976D}"/>
                </a:ext>
              </a:extLst>
            </p:cNvPr>
            <p:cNvSpPr/>
            <p:nvPr/>
          </p:nvSpPr>
          <p:spPr>
            <a:xfrm>
              <a:off x="5704869" y="1398329"/>
              <a:ext cx="68906" cy="63129"/>
            </a:xfrm>
            <a:custGeom>
              <a:avLst/>
              <a:gdLst/>
              <a:ahLst/>
              <a:cxnLst/>
              <a:rect l="l" t="t" r="r" b="b"/>
              <a:pathLst>
                <a:path w="2624" h="2404" extrusionOk="0">
                  <a:moveTo>
                    <a:pt x="812" y="0"/>
                  </a:moveTo>
                  <a:cubicBezTo>
                    <a:pt x="699" y="0"/>
                    <a:pt x="597" y="47"/>
                    <a:pt x="518" y="126"/>
                  </a:cubicBezTo>
                  <a:lnTo>
                    <a:pt x="125" y="528"/>
                  </a:lnTo>
                  <a:cubicBezTo>
                    <a:pt x="39" y="604"/>
                    <a:pt x="1" y="719"/>
                    <a:pt x="1" y="834"/>
                  </a:cubicBezTo>
                  <a:lnTo>
                    <a:pt x="1" y="1092"/>
                  </a:lnTo>
                  <a:cubicBezTo>
                    <a:pt x="1" y="1810"/>
                    <a:pt x="585" y="2403"/>
                    <a:pt x="1312" y="2403"/>
                  </a:cubicBezTo>
                  <a:cubicBezTo>
                    <a:pt x="2039" y="2403"/>
                    <a:pt x="2623" y="1810"/>
                    <a:pt x="2623" y="1092"/>
                  </a:cubicBezTo>
                  <a:lnTo>
                    <a:pt x="2623" y="815"/>
                  </a:lnTo>
                  <a:cubicBezTo>
                    <a:pt x="2623" y="690"/>
                    <a:pt x="2575" y="585"/>
                    <a:pt x="2499" y="499"/>
                  </a:cubicBezTo>
                  <a:cubicBezTo>
                    <a:pt x="2154" y="174"/>
                    <a:pt x="1542" y="20"/>
                    <a:pt x="843" y="1"/>
                  </a:cubicBezTo>
                  <a:cubicBezTo>
                    <a:pt x="833" y="1"/>
                    <a:pt x="822" y="0"/>
                    <a:pt x="8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815;p37">
              <a:extLst>
                <a:ext uri="{FF2B5EF4-FFF2-40B4-BE49-F238E27FC236}">
                  <a16:creationId xmlns:a16="http://schemas.microsoft.com/office/drawing/2014/main" id="{65CE3361-1F3B-E6B7-A9A6-AD6C59E1D13A}"/>
                </a:ext>
              </a:extLst>
            </p:cNvPr>
            <p:cNvSpPr/>
            <p:nvPr/>
          </p:nvSpPr>
          <p:spPr>
            <a:xfrm>
              <a:off x="5704869" y="1398355"/>
              <a:ext cx="68906" cy="61606"/>
            </a:xfrm>
            <a:custGeom>
              <a:avLst/>
              <a:gdLst/>
              <a:ahLst/>
              <a:cxnLst/>
              <a:rect l="l" t="t" r="r" b="b"/>
              <a:pathLst>
                <a:path w="2624" h="2346" extrusionOk="0">
                  <a:moveTo>
                    <a:pt x="843" y="0"/>
                  </a:moveTo>
                  <a:cubicBezTo>
                    <a:pt x="728" y="0"/>
                    <a:pt x="613" y="48"/>
                    <a:pt x="527" y="134"/>
                  </a:cubicBezTo>
                  <a:lnTo>
                    <a:pt x="125" y="527"/>
                  </a:lnTo>
                  <a:cubicBezTo>
                    <a:pt x="49" y="613"/>
                    <a:pt x="1" y="718"/>
                    <a:pt x="1" y="843"/>
                  </a:cubicBezTo>
                  <a:lnTo>
                    <a:pt x="1" y="1091"/>
                  </a:lnTo>
                  <a:cubicBezTo>
                    <a:pt x="1" y="1675"/>
                    <a:pt x="384" y="2182"/>
                    <a:pt x="948" y="2345"/>
                  </a:cubicBezTo>
                  <a:cubicBezTo>
                    <a:pt x="757" y="2115"/>
                    <a:pt x="652" y="1828"/>
                    <a:pt x="661" y="1522"/>
                  </a:cubicBezTo>
                  <a:lnTo>
                    <a:pt x="661" y="890"/>
                  </a:lnTo>
                  <a:cubicBezTo>
                    <a:pt x="652" y="643"/>
                    <a:pt x="853" y="449"/>
                    <a:pt x="1088" y="449"/>
                  </a:cubicBezTo>
                  <a:cubicBezTo>
                    <a:pt x="1099" y="449"/>
                    <a:pt x="1110" y="449"/>
                    <a:pt x="1121" y="450"/>
                  </a:cubicBezTo>
                  <a:cubicBezTo>
                    <a:pt x="1561" y="479"/>
                    <a:pt x="2221" y="555"/>
                    <a:pt x="2623" y="747"/>
                  </a:cubicBezTo>
                  <a:cubicBezTo>
                    <a:pt x="2604" y="651"/>
                    <a:pt x="2566" y="575"/>
                    <a:pt x="2499" y="508"/>
                  </a:cubicBezTo>
                  <a:cubicBezTo>
                    <a:pt x="2164" y="173"/>
                    <a:pt x="1542" y="29"/>
                    <a:pt x="8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816;p37">
              <a:extLst>
                <a:ext uri="{FF2B5EF4-FFF2-40B4-BE49-F238E27FC236}">
                  <a16:creationId xmlns:a16="http://schemas.microsoft.com/office/drawing/2014/main" id="{71227EA1-F7E2-97A6-772A-B61D6DFC64EC}"/>
                </a:ext>
              </a:extLst>
            </p:cNvPr>
            <p:cNvSpPr/>
            <p:nvPr/>
          </p:nvSpPr>
          <p:spPr>
            <a:xfrm>
              <a:off x="5682023" y="1485066"/>
              <a:ext cx="22872" cy="68381"/>
            </a:xfrm>
            <a:custGeom>
              <a:avLst/>
              <a:gdLst/>
              <a:ahLst/>
              <a:cxnLst/>
              <a:rect l="l" t="t" r="r" b="b"/>
              <a:pathLst>
                <a:path w="871" h="2604" extrusionOk="0">
                  <a:moveTo>
                    <a:pt x="144" y="0"/>
                  </a:moveTo>
                  <a:cubicBezTo>
                    <a:pt x="48" y="115"/>
                    <a:pt x="0" y="258"/>
                    <a:pt x="0" y="412"/>
                  </a:cubicBezTo>
                  <a:lnTo>
                    <a:pt x="0" y="2603"/>
                  </a:lnTo>
                  <a:lnTo>
                    <a:pt x="871" y="2603"/>
                  </a:lnTo>
                  <a:lnTo>
                    <a:pt x="871" y="995"/>
                  </a:lnTo>
                  <a:cubicBezTo>
                    <a:pt x="871" y="823"/>
                    <a:pt x="804" y="660"/>
                    <a:pt x="680" y="536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817;p37">
              <a:extLst>
                <a:ext uri="{FF2B5EF4-FFF2-40B4-BE49-F238E27FC236}">
                  <a16:creationId xmlns:a16="http://schemas.microsoft.com/office/drawing/2014/main" id="{0D043F48-0F55-3C30-5265-E62E8EF35900}"/>
                </a:ext>
              </a:extLst>
            </p:cNvPr>
            <p:cNvSpPr/>
            <p:nvPr/>
          </p:nvSpPr>
          <p:spPr>
            <a:xfrm>
              <a:off x="5773749" y="1485066"/>
              <a:ext cx="23135" cy="68381"/>
            </a:xfrm>
            <a:custGeom>
              <a:avLst/>
              <a:gdLst/>
              <a:ahLst/>
              <a:cxnLst/>
              <a:rect l="l" t="t" r="r" b="b"/>
              <a:pathLst>
                <a:path w="881" h="2604" extrusionOk="0">
                  <a:moveTo>
                    <a:pt x="728" y="0"/>
                  </a:moveTo>
                  <a:lnTo>
                    <a:pt x="192" y="536"/>
                  </a:lnTo>
                  <a:cubicBezTo>
                    <a:pt x="77" y="660"/>
                    <a:pt x="0" y="823"/>
                    <a:pt x="0" y="995"/>
                  </a:cubicBezTo>
                  <a:lnTo>
                    <a:pt x="0" y="2603"/>
                  </a:lnTo>
                  <a:lnTo>
                    <a:pt x="881" y="2603"/>
                  </a:lnTo>
                  <a:lnTo>
                    <a:pt x="881" y="412"/>
                  </a:lnTo>
                  <a:cubicBezTo>
                    <a:pt x="881" y="258"/>
                    <a:pt x="823" y="115"/>
                    <a:pt x="7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18;p37">
              <a:extLst>
                <a:ext uri="{FF2B5EF4-FFF2-40B4-BE49-F238E27FC236}">
                  <a16:creationId xmlns:a16="http://schemas.microsoft.com/office/drawing/2014/main" id="{37D396F8-8C67-65D7-A27F-8B52ADE78F58}"/>
                </a:ext>
              </a:extLst>
            </p:cNvPr>
            <p:cNvSpPr/>
            <p:nvPr/>
          </p:nvSpPr>
          <p:spPr>
            <a:xfrm>
              <a:off x="5561384" y="1266162"/>
              <a:ext cx="356138" cy="356138"/>
            </a:xfrm>
            <a:custGeom>
              <a:avLst/>
              <a:gdLst/>
              <a:ahLst/>
              <a:cxnLst/>
              <a:rect l="l" t="t" r="r" b="b"/>
              <a:pathLst>
                <a:path w="13562" h="13562" extrusionOk="0">
                  <a:moveTo>
                    <a:pt x="6777" y="2623"/>
                  </a:moveTo>
                  <a:cubicBezTo>
                    <a:pt x="7312" y="2623"/>
                    <a:pt x="7851" y="2726"/>
                    <a:pt x="8365" y="2938"/>
                  </a:cubicBezTo>
                  <a:cubicBezTo>
                    <a:pt x="9925" y="3580"/>
                    <a:pt x="10939" y="5101"/>
                    <a:pt x="10939" y="6776"/>
                  </a:cubicBezTo>
                  <a:cubicBezTo>
                    <a:pt x="10939" y="9073"/>
                    <a:pt x="9073" y="10939"/>
                    <a:pt x="6776" y="10939"/>
                  </a:cubicBezTo>
                  <a:cubicBezTo>
                    <a:pt x="5092" y="10939"/>
                    <a:pt x="3580" y="9925"/>
                    <a:pt x="2938" y="8365"/>
                  </a:cubicBezTo>
                  <a:cubicBezTo>
                    <a:pt x="2297" y="6814"/>
                    <a:pt x="2651" y="5025"/>
                    <a:pt x="3838" y="3838"/>
                  </a:cubicBezTo>
                  <a:cubicBezTo>
                    <a:pt x="4632" y="3044"/>
                    <a:pt x="5695" y="2623"/>
                    <a:pt x="6777" y="2623"/>
                  </a:cubicBezTo>
                  <a:close/>
                  <a:moveTo>
                    <a:pt x="5905" y="0"/>
                  </a:moveTo>
                  <a:cubicBezTo>
                    <a:pt x="5790" y="0"/>
                    <a:pt x="5685" y="96"/>
                    <a:pt x="5685" y="220"/>
                  </a:cubicBezTo>
                  <a:lnTo>
                    <a:pt x="5685" y="795"/>
                  </a:lnTo>
                  <a:cubicBezTo>
                    <a:pt x="5685" y="900"/>
                    <a:pt x="5618" y="986"/>
                    <a:pt x="5513" y="1015"/>
                  </a:cubicBezTo>
                  <a:cubicBezTo>
                    <a:pt x="4833" y="1158"/>
                    <a:pt x="4182" y="1426"/>
                    <a:pt x="3599" y="1800"/>
                  </a:cubicBezTo>
                  <a:cubicBezTo>
                    <a:pt x="3561" y="1825"/>
                    <a:pt x="3517" y="1837"/>
                    <a:pt x="3474" y="1837"/>
                  </a:cubicBezTo>
                  <a:cubicBezTo>
                    <a:pt x="3420" y="1837"/>
                    <a:pt x="3368" y="1818"/>
                    <a:pt x="3331" y="1780"/>
                  </a:cubicBezTo>
                  <a:lnTo>
                    <a:pt x="2919" y="1369"/>
                  </a:lnTo>
                  <a:cubicBezTo>
                    <a:pt x="2876" y="1326"/>
                    <a:pt x="2819" y="1304"/>
                    <a:pt x="2761" y="1304"/>
                  </a:cubicBezTo>
                  <a:cubicBezTo>
                    <a:pt x="2704" y="1304"/>
                    <a:pt x="2646" y="1326"/>
                    <a:pt x="2603" y="1369"/>
                  </a:cubicBezTo>
                  <a:lnTo>
                    <a:pt x="1369" y="2603"/>
                  </a:lnTo>
                  <a:cubicBezTo>
                    <a:pt x="1283" y="2690"/>
                    <a:pt x="1283" y="2824"/>
                    <a:pt x="1369" y="2910"/>
                  </a:cubicBezTo>
                  <a:lnTo>
                    <a:pt x="1780" y="3321"/>
                  </a:lnTo>
                  <a:cubicBezTo>
                    <a:pt x="1857" y="3398"/>
                    <a:pt x="1866" y="3513"/>
                    <a:pt x="1809" y="3599"/>
                  </a:cubicBezTo>
                  <a:cubicBezTo>
                    <a:pt x="1436" y="4183"/>
                    <a:pt x="1168" y="4833"/>
                    <a:pt x="1015" y="5513"/>
                  </a:cubicBezTo>
                  <a:cubicBezTo>
                    <a:pt x="996" y="5609"/>
                    <a:pt x="909" y="5685"/>
                    <a:pt x="804" y="5685"/>
                  </a:cubicBezTo>
                  <a:lnTo>
                    <a:pt x="220" y="5685"/>
                  </a:lnTo>
                  <a:cubicBezTo>
                    <a:pt x="96" y="5685"/>
                    <a:pt x="0" y="5781"/>
                    <a:pt x="0" y="5905"/>
                  </a:cubicBezTo>
                  <a:lnTo>
                    <a:pt x="0" y="7657"/>
                  </a:lnTo>
                  <a:cubicBezTo>
                    <a:pt x="0" y="7771"/>
                    <a:pt x="96" y="7877"/>
                    <a:pt x="220" y="7877"/>
                  </a:cubicBezTo>
                  <a:lnTo>
                    <a:pt x="804" y="7877"/>
                  </a:lnTo>
                  <a:cubicBezTo>
                    <a:pt x="909" y="7877"/>
                    <a:pt x="996" y="7944"/>
                    <a:pt x="1015" y="8049"/>
                  </a:cubicBezTo>
                  <a:cubicBezTo>
                    <a:pt x="1168" y="8728"/>
                    <a:pt x="1436" y="9379"/>
                    <a:pt x="1809" y="9963"/>
                  </a:cubicBezTo>
                  <a:cubicBezTo>
                    <a:pt x="1866" y="10049"/>
                    <a:pt x="1857" y="10164"/>
                    <a:pt x="1780" y="10231"/>
                  </a:cubicBezTo>
                  <a:lnTo>
                    <a:pt x="1369" y="10642"/>
                  </a:lnTo>
                  <a:cubicBezTo>
                    <a:pt x="1283" y="10729"/>
                    <a:pt x="1283" y="10872"/>
                    <a:pt x="1369" y="10958"/>
                  </a:cubicBezTo>
                  <a:lnTo>
                    <a:pt x="2603" y="12193"/>
                  </a:lnTo>
                  <a:cubicBezTo>
                    <a:pt x="2646" y="12236"/>
                    <a:pt x="2704" y="12257"/>
                    <a:pt x="2761" y="12257"/>
                  </a:cubicBezTo>
                  <a:cubicBezTo>
                    <a:pt x="2819" y="12257"/>
                    <a:pt x="2876" y="12236"/>
                    <a:pt x="2919" y="12193"/>
                  </a:cubicBezTo>
                  <a:lnTo>
                    <a:pt x="3331" y="11781"/>
                  </a:lnTo>
                  <a:cubicBezTo>
                    <a:pt x="3369" y="11738"/>
                    <a:pt x="3423" y="11716"/>
                    <a:pt x="3478" y="11716"/>
                  </a:cubicBezTo>
                  <a:cubicBezTo>
                    <a:pt x="3520" y="11716"/>
                    <a:pt x="3562" y="11728"/>
                    <a:pt x="3599" y="11753"/>
                  </a:cubicBezTo>
                  <a:cubicBezTo>
                    <a:pt x="4182" y="12126"/>
                    <a:pt x="4833" y="12394"/>
                    <a:pt x="5513" y="12547"/>
                  </a:cubicBezTo>
                  <a:cubicBezTo>
                    <a:pt x="5618" y="12566"/>
                    <a:pt x="5685" y="12652"/>
                    <a:pt x="5685" y="12758"/>
                  </a:cubicBezTo>
                  <a:lnTo>
                    <a:pt x="5685" y="13341"/>
                  </a:lnTo>
                  <a:cubicBezTo>
                    <a:pt x="5685" y="13466"/>
                    <a:pt x="5790" y="13561"/>
                    <a:pt x="5905" y="13561"/>
                  </a:cubicBezTo>
                  <a:lnTo>
                    <a:pt x="7657" y="13561"/>
                  </a:lnTo>
                  <a:cubicBezTo>
                    <a:pt x="7781" y="13561"/>
                    <a:pt x="7877" y="13466"/>
                    <a:pt x="7877" y="13341"/>
                  </a:cubicBezTo>
                  <a:lnTo>
                    <a:pt x="7877" y="12758"/>
                  </a:lnTo>
                  <a:cubicBezTo>
                    <a:pt x="7877" y="12652"/>
                    <a:pt x="7953" y="12566"/>
                    <a:pt x="8049" y="12547"/>
                  </a:cubicBezTo>
                  <a:cubicBezTo>
                    <a:pt x="8728" y="12394"/>
                    <a:pt x="9379" y="12126"/>
                    <a:pt x="9963" y="11753"/>
                  </a:cubicBezTo>
                  <a:cubicBezTo>
                    <a:pt x="10000" y="11728"/>
                    <a:pt x="10042" y="11716"/>
                    <a:pt x="10084" y="11716"/>
                  </a:cubicBezTo>
                  <a:cubicBezTo>
                    <a:pt x="10140" y="11716"/>
                    <a:pt x="10197" y="11738"/>
                    <a:pt x="10240" y="11781"/>
                  </a:cubicBezTo>
                  <a:lnTo>
                    <a:pt x="10652" y="12193"/>
                  </a:lnTo>
                  <a:cubicBezTo>
                    <a:pt x="10695" y="12236"/>
                    <a:pt x="10750" y="12257"/>
                    <a:pt x="10805" y="12257"/>
                  </a:cubicBezTo>
                  <a:cubicBezTo>
                    <a:pt x="10860" y="12257"/>
                    <a:pt x="10915" y="12236"/>
                    <a:pt x="10958" y="12193"/>
                  </a:cubicBezTo>
                  <a:lnTo>
                    <a:pt x="12193" y="10958"/>
                  </a:lnTo>
                  <a:cubicBezTo>
                    <a:pt x="12279" y="10872"/>
                    <a:pt x="12279" y="10729"/>
                    <a:pt x="12193" y="10642"/>
                  </a:cubicBezTo>
                  <a:lnTo>
                    <a:pt x="11781" y="10231"/>
                  </a:lnTo>
                  <a:cubicBezTo>
                    <a:pt x="11714" y="10164"/>
                    <a:pt x="11695" y="10049"/>
                    <a:pt x="11753" y="9963"/>
                  </a:cubicBezTo>
                  <a:cubicBezTo>
                    <a:pt x="12135" y="9379"/>
                    <a:pt x="12403" y="8728"/>
                    <a:pt x="12547" y="8049"/>
                  </a:cubicBezTo>
                  <a:cubicBezTo>
                    <a:pt x="12566" y="7944"/>
                    <a:pt x="12662" y="7877"/>
                    <a:pt x="12767" y="7877"/>
                  </a:cubicBezTo>
                  <a:lnTo>
                    <a:pt x="13341" y="7877"/>
                  </a:lnTo>
                  <a:cubicBezTo>
                    <a:pt x="13466" y="7877"/>
                    <a:pt x="13561" y="7781"/>
                    <a:pt x="13561" y="7657"/>
                  </a:cubicBezTo>
                  <a:lnTo>
                    <a:pt x="13561" y="5905"/>
                  </a:lnTo>
                  <a:cubicBezTo>
                    <a:pt x="13561" y="5781"/>
                    <a:pt x="13466" y="5685"/>
                    <a:pt x="13341" y="5685"/>
                  </a:cubicBezTo>
                  <a:lnTo>
                    <a:pt x="12757" y="5685"/>
                  </a:lnTo>
                  <a:cubicBezTo>
                    <a:pt x="12652" y="5685"/>
                    <a:pt x="12566" y="5609"/>
                    <a:pt x="12547" y="5513"/>
                  </a:cubicBezTo>
                  <a:cubicBezTo>
                    <a:pt x="12394" y="4833"/>
                    <a:pt x="12126" y="4183"/>
                    <a:pt x="11753" y="3599"/>
                  </a:cubicBezTo>
                  <a:cubicBezTo>
                    <a:pt x="11695" y="3513"/>
                    <a:pt x="11705" y="3398"/>
                    <a:pt x="11781" y="3321"/>
                  </a:cubicBezTo>
                  <a:lnTo>
                    <a:pt x="12193" y="2910"/>
                  </a:lnTo>
                  <a:cubicBezTo>
                    <a:pt x="12269" y="2824"/>
                    <a:pt x="12269" y="2690"/>
                    <a:pt x="12193" y="2603"/>
                  </a:cubicBezTo>
                  <a:lnTo>
                    <a:pt x="10949" y="1369"/>
                  </a:lnTo>
                  <a:cubicBezTo>
                    <a:pt x="10906" y="1326"/>
                    <a:pt x="10851" y="1304"/>
                    <a:pt x="10796" y="1304"/>
                  </a:cubicBezTo>
                  <a:cubicBezTo>
                    <a:pt x="10741" y="1304"/>
                    <a:pt x="10686" y="1326"/>
                    <a:pt x="10642" y="1369"/>
                  </a:cubicBezTo>
                  <a:lnTo>
                    <a:pt x="10231" y="1780"/>
                  </a:lnTo>
                  <a:cubicBezTo>
                    <a:pt x="10188" y="1818"/>
                    <a:pt x="10134" y="1837"/>
                    <a:pt x="10079" y="1837"/>
                  </a:cubicBezTo>
                  <a:cubicBezTo>
                    <a:pt x="10035" y="1837"/>
                    <a:pt x="9992" y="1825"/>
                    <a:pt x="9953" y="1800"/>
                  </a:cubicBezTo>
                  <a:cubicBezTo>
                    <a:pt x="9370" y="1426"/>
                    <a:pt x="8719" y="1158"/>
                    <a:pt x="8039" y="1015"/>
                  </a:cubicBezTo>
                  <a:cubicBezTo>
                    <a:pt x="7944" y="986"/>
                    <a:pt x="7877" y="900"/>
                    <a:pt x="7877" y="795"/>
                  </a:cubicBezTo>
                  <a:lnTo>
                    <a:pt x="7877" y="220"/>
                  </a:lnTo>
                  <a:cubicBezTo>
                    <a:pt x="7877" y="96"/>
                    <a:pt x="7781" y="0"/>
                    <a:pt x="76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819;p37">
              <a:extLst>
                <a:ext uri="{FF2B5EF4-FFF2-40B4-BE49-F238E27FC236}">
                  <a16:creationId xmlns:a16="http://schemas.microsoft.com/office/drawing/2014/main" id="{7F12B4A2-F3F7-929E-1DAB-419329A5CD70}"/>
                </a:ext>
              </a:extLst>
            </p:cNvPr>
            <p:cNvSpPr/>
            <p:nvPr/>
          </p:nvSpPr>
          <p:spPr>
            <a:xfrm>
              <a:off x="5602849" y="1317685"/>
              <a:ext cx="262889" cy="252936"/>
            </a:xfrm>
            <a:custGeom>
              <a:avLst/>
              <a:gdLst/>
              <a:ahLst/>
              <a:cxnLst/>
              <a:rect l="l" t="t" r="r" b="b"/>
              <a:pathLst>
                <a:path w="10011" h="9632" extrusionOk="0">
                  <a:moveTo>
                    <a:pt x="5205" y="877"/>
                  </a:moveTo>
                  <a:cubicBezTo>
                    <a:pt x="5711" y="877"/>
                    <a:pt x="6222" y="975"/>
                    <a:pt x="6709" y="1177"/>
                  </a:cubicBezTo>
                  <a:cubicBezTo>
                    <a:pt x="8173" y="1790"/>
                    <a:pt x="9140" y="3225"/>
                    <a:pt x="9140" y="4814"/>
                  </a:cubicBezTo>
                  <a:cubicBezTo>
                    <a:pt x="9140" y="6996"/>
                    <a:pt x="7370" y="8757"/>
                    <a:pt x="5197" y="8757"/>
                  </a:cubicBezTo>
                  <a:cubicBezTo>
                    <a:pt x="3608" y="8757"/>
                    <a:pt x="2173" y="7790"/>
                    <a:pt x="1560" y="6326"/>
                  </a:cubicBezTo>
                  <a:cubicBezTo>
                    <a:pt x="948" y="4852"/>
                    <a:pt x="1283" y="3158"/>
                    <a:pt x="2412" y="2029"/>
                  </a:cubicBezTo>
                  <a:cubicBezTo>
                    <a:pt x="3168" y="1279"/>
                    <a:pt x="4178" y="877"/>
                    <a:pt x="5205" y="877"/>
                  </a:cubicBezTo>
                  <a:close/>
                  <a:moveTo>
                    <a:pt x="5197" y="0"/>
                  </a:moveTo>
                  <a:cubicBezTo>
                    <a:pt x="3254" y="0"/>
                    <a:pt x="1493" y="1177"/>
                    <a:pt x="747" y="2967"/>
                  </a:cubicBezTo>
                  <a:cubicBezTo>
                    <a:pt x="0" y="4766"/>
                    <a:pt x="412" y="6843"/>
                    <a:pt x="1790" y="8221"/>
                  </a:cubicBezTo>
                  <a:cubicBezTo>
                    <a:pt x="2711" y="9143"/>
                    <a:pt x="3941" y="9632"/>
                    <a:pt x="5192" y="9632"/>
                  </a:cubicBezTo>
                  <a:cubicBezTo>
                    <a:pt x="5813" y="9632"/>
                    <a:pt x="6438" y="9512"/>
                    <a:pt x="7035" y="9264"/>
                  </a:cubicBezTo>
                  <a:cubicBezTo>
                    <a:pt x="8834" y="8518"/>
                    <a:pt x="10001" y="6766"/>
                    <a:pt x="10011" y="4814"/>
                  </a:cubicBezTo>
                  <a:cubicBezTo>
                    <a:pt x="10011" y="2163"/>
                    <a:pt x="7858" y="10"/>
                    <a:pt x="5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1820;p37">
            <a:extLst>
              <a:ext uri="{FF2B5EF4-FFF2-40B4-BE49-F238E27FC236}">
                <a16:creationId xmlns:a16="http://schemas.microsoft.com/office/drawing/2014/main" id="{B0D6CB05-4BE7-2081-619F-5E6DF078D962}"/>
              </a:ext>
            </a:extLst>
          </p:cNvPr>
          <p:cNvGrpSpPr/>
          <p:nvPr/>
        </p:nvGrpSpPr>
        <p:grpSpPr>
          <a:xfrm>
            <a:off x="4814100" y="2562903"/>
            <a:ext cx="382529" cy="382529"/>
            <a:chOff x="2778137" y="1329174"/>
            <a:chExt cx="382529" cy="382529"/>
          </a:xfrm>
        </p:grpSpPr>
        <p:sp>
          <p:nvSpPr>
            <p:cNvPr id="21" name="Google Shape;1821;p37">
              <a:extLst>
                <a:ext uri="{FF2B5EF4-FFF2-40B4-BE49-F238E27FC236}">
                  <a16:creationId xmlns:a16="http://schemas.microsoft.com/office/drawing/2014/main" id="{788161CC-3B19-68FC-7B20-B97E028C4419}"/>
                </a:ext>
              </a:extLst>
            </p:cNvPr>
            <p:cNvSpPr/>
            <p:nvPr/>
          </p:nvSpPr>
          <p:spPr>
            <a:xfrm>
              <a:off x="2968390" y="1342252"/>
              <a:ext cx="96768" cy="94510"/>
            </a:xfrm>
            <a:custGeom>
              <a:avLst/>
              <a:gdLst/>
              <a:ahLst/>
              <a:cxnLst/>
              <a:rect l="l" t="t" r="r" b="b"/>
              <a:pathLst>
                <a:path w="3685" h="3599" extrusionOk="0">
                  <a:moveTo>
                    <a:pt x="0" y="0"/>
                  </a:moveTo>
                  <a:lnTo>
                    <a:pt x="0" y="3599"/>
                  </a:lnTo>
                  <a:lnTo>
                    <a:pt x="2929" y="3599"/>
                  </a:lnTo>
                  <a:lnTo>
                    <a:pt x="2709" y="3149"/>
                  </a:lnTo>
                  <a:cubicBezTo>
                    <a:pt x="2651" y="3044"/>
                    <a:pt x="2594" y="2939"/>
                    <a:pt x="2517" y="2843"/>
                  </a:cubicBezTo>
                  <a:cubicBezTo>
                    <a:pt x="2087" y="2240"/>
                    <a:pt x="2297" y="1991"/>
                    <a:pt x="2335" y="1953"/>
                  </a:cubicBezTo>
                  <a:cubicBezTo>
                    <a:pt x="2410" y="1886"/>
                    <a:pt x="2508" y="1848"/>
                    <a:pt x="2611" y="1848"/>
                  </a:cubicBezTo>
                  <a:cubicBezTo>
                    <a:pt x="2640" y="1848"/>
                    <a:pt x="2669" y="1851"/>
                    <a:pt x="2699" y="1857"/>
                  </a:cubicBezTo>
                  <a:cubicBezTo>
                    <a:pt x="2852" y="1895"/>
                    <a:pt x="2986" y="1982"/>
                    <a:pt x="3091" y="2106"/>
                  </a:cubicBezTo>
                  <a:lnTo>
                    <a:pt x="3627" y="2651"/>
                  </a:lnTo>
                  <a:lnTo>
                    <a:pt x="3627" y="412"/>
                  </a:lnTo>
                  <a:cubicBezTo>
                    <a:pt x="3627" y="393"/>
                    <a:pt x="3627" y="374"/>
                    <a:pt x="3627" y="355"/>
                  </a:cubicBezTo>
                  <a:lnTo>
                    <a:pt x="36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822;p37">
              <a:extLst>
                <a:ext uri="{FF2B5EF4-FFF2-40B4-BE49-F238E27FC236}">
                  <a16:creationId xmlns:a16="http://schemas.microsoft.com/office/drawing/2014/main" id="{A31D124A-6DB4-D5B5-110F-11999DE7E064}"/>
                </a:ext>
              </a:extLst>
            </p:cNvPr>
            <p:cNvSpPr/>
            <p:nvPr/>
          </p:nvSpPr>
          <p:spPr>
            <a:xfrm>
              <a:off x="2968390" y="1413127"/>
              <a:ext cx="76916" cy="23634"/>
            </a:xfrm>
            <a:custGeom>
              <a:avLst/>
              <a:gdLst/>
              <a:ahLst/>
              <a:cxnLst/>
              <a:rect l="l" t="t" r="r" b="b"/>
              <a:pathLst>
                <a:path w="2929" h="900" extrusionOk="0">
                  <a:moveTo>
                    <a:pt x="0" y="0"/>
                  </a:moveTo>
                  <a:lnTo>
                    <a:pt x="0" y="900"/>
                  </a:lnTo>
                  <a:lnTo>
                    <a:pt x="2929" y="900"/>
                  </a:lnTo>
                  <a:lnTo>
                    <a:pt x="2709" y="450"/>
                  </a:lnTo>
                  <a:cubicBezTo>
                    <a:pt x="2661" y="335"/>
                    <a:pt x="2594" y="230"/>
                    <a:pt x="2527" y="134"/>
                  </a:cubicBezTo>
                  <a:cubicBezTo>
                    <a:pt x="2489" y="86"/>
                    <a:pt x="2460" y="39"/>
                    <a:pt x="2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823;p37">
              <a:extLst>
                <a:ext uri="{FF2B5EF4-FFF2-40B4-BE49-F238E27FC236}">
                  <a16:creationId xmlns:a16="http://schemas.microsoft.com/office/drawing/2014/main" id="{781F9B9B-6450-7130-7D27-8C6127DBB605}"/>
                </a:ext>
              </a:extLst>
            </p:cNvPr>
            <p:cNvSpPr/>
            <p:nvPr/>
          </p:nvSpPr>
          <p:spPr>
            <a:xfrm>
              <a:off x="2873880" y="1605640"/>
              <a:ext cx="96794" cy="94247"/>
            </a:xfrm>
            <a:custGeom>
              <a:avLst/>
              <a:gdLst/>
              <a:ahLst/>
              <a:cxnLst/>
              <a:rect l="l" t="t" r="r" b="b"/>
              <a:pathLst>
                <a:path w="3686" h="3589" extrusionOk="0">
                  <a:moveTo>
                    <a:pt x="766" y="0"/>
                  </a:moveTo>
                  <a:lnTo>
                    <a:pt x="977" y="440"/>
                  </a:lnTo>
                  <a:cubicBezTo>
                    <a:pt x="1034" y="555"/>
                    <a:pt x="1092" y="651"/>
                    <a:pt x="1168" y="756"/>
                  </a:cubicBezTo>
                  <a:cubicBezTo>
                    <a:pt x="1599" y="1349"/>
                    <a:pt x="1389" y="1608"/>
                    <a:pt x="1350" y="1637"/>
                  </a:cubicBezTo>
                  <a:cubicBezTo>
                    <a:pt x="1276" y="1704"/>
                    <a:pt x="1178" y="1742"/>
                    <a:pt x="1075" y="1742"/>
                  </a:cubicBezTo>
                  <a:cubicBezTo>
                    <a:pt x="1046" y="1742"/>
                    <a:pt x="1016" y="1739"/>
                    <a:pt x="987" y="1732"/>
                  </a:cubicBezTo>
                  <a:cubicBezTo>
                    <a:pt x="843" y="1684"/>
                    <a:pt x="699" y="1598"/>
                    <a:pt x="594" y="1483"/>
                  </a:cubicBezTo>
                  <a:lnTo>
                    <a:pt x="58" y="938"/>
                  </a:lnTo>
                  <a:lnTo>
                    <a:pt x="58" y="3177"/>
                  </a:lnTo>
                  <a:cubicBezTo>
                    <a:pt x="58" y="3197"/>
                    <a:pt x="58" y="3216"/>
                    <a:pt x="58" y="3225"/>
                  </a:cubicBezTo>
                  <a:lnTo>
                    <a:pt x="1" y="3589"/>
                  </a:lnTo>
                  <a:lnTo>
                    <a:pt x="3685" y="3589"/>
                  </a:lnTo>
                  <a:lnTo>
                    <a:pt x="36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824;p37">
              <a:extLst>
                <a:ext uri="{FF2B5EF4-FFF2-40B4-BE49-F238E27FC236}">
                  <a16:creationId xmlns:a16="http://schemas.microsoft.com/office/drawing/2014/main" id="{A78953F8-DAFE-90E9-75F9-08C45D9A96A3}"/>
                </a:ext>
              </a:extLst>
            </p:cNvPr>
            <p:cNvSpPr/>
            <p:nvPr/>
          </p:nvSpPr>
          <p:spPr>
            <a:xfrm>
              <a:off x="2893996" y="1605640"/>
              <a:ext cx="76679" cy="23398"/>
            </a:xfrm>
            <a:custGeom>
              <a:avLst/>
              <a:gdLst/>
              <a:ahLst/>
              <a:cxnLst/>
              <a:rect l="l" t="t" r="r" b="b"/>
              <a:pathLst>
                <a:path w="2920" h="891" extrusionOk="0">
                  <a:moveTo>
                    <a:pt x="0" y="0"/>
                  </a:moveTo>
                  <a:lnTo>
                    <a:pt x="211" y="440"/>
                  </a:lnTo>
                  <a:cubicBezTo>
                    <a:pt x="268" y="555"/>
                    <a:pt x="326" y="651"/>
                    <a:pt x="402" y="756"/>
                  </a:cubicBezTo>
                  <a:cubicBezTo>
                    <a:pt x="441" y="804"/>
                    <a:pt x="469" y="852"/>
                    <a:pt x="498" y="890"/>
                  </a:cubicBezTo>
                  <a:lnTo>
                    <a:pt x="2919" y="890"/>
                  </a:lnTo>
                  <a:lnTo>
                    <a:pt x="29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825;p37">
              <a:extLst>
                <a:ext uri="{FF2B5EF4-FFF2-40B4-BE49-F238E27FC236}">
                  <a16:creationId xmlns:a16="http://schemas.microsoft.com/office/drawing/2014/main" id="{543F4D85-B877-6F04-33CB-5608F7FC43C2}"/>
                </a:ext>
              </a:extLst>
            </p:cNvPr>
            <p:cNvSpPr/>
            <p:nvPr/>
          </p:nvSpPr>
          <p:spPr>
            <a:xfrm>
              <a:off x="2784912" y="1546056"/>
              <a:ext cx="132744" cy="165648"/>
            </a:xfrm>
            <a:custGeom>
              <a:avLst/>
              <a:gdLst/>
              <a:ahLst/>
              <a:cxnLst/>
              <a:rect l="l" t="t" r="r" b="b"/>
              <a:pathLst>
                <a:path w="5055" h="6308" extrusionOk="0">
                  <a:moveTo>
                    <a:pt x="585" y="1"/>
                  </a:moveTo>
                  <a:lnTo>
                    <a:pt x="585" y="1121"/>
                  </a:lnTo>
                  <a:cubicBezTo>
                    <a:pt x="1" y="1551"/>
                    <a:pt x="20" y="3159"/>
                    <a:pt x="30" y="3226"/>
                  </a:cubicBezTo>
                  <a:lnTo>
                    <a:pt x="30" y="4422"/>
                  </a:lnTo>
                  <a:cubicBezTo>
                    <a:pt x="30" y="4700"/>
                    <a:pt x="250" y="4920"/>
                    <a:pt x="527" y="4920"/>
                  </a:cubicBezTo>
                  <a:lnTo>
                    <a:pt x="546" y="4920"/>
                  </a:lnTo>
                  <a:cubicBezTo>
                    <a:pt x="661" y="4920"/>
                    <a:pt x="776" y="4882"/>
                    <a:pt x="872" y="4805"/>
                  </a:cubicBezTo>
                  <a:lnTo>
                    <a:pt x="872" y="5399"/>
                  </a:lnTo>
                  <a:cubicBezTo>
                    <a:pt x="872" y="5676"/>
                    <a:pt x="1092" y="5906"/>
                    <a:pt x="1369" y="5906"/>
                  </a:cubicBezTo>
                  <a:lnTo>
                    <a:pt x="1389" y="5906"/>
                  </a:lnTo>
                  <a:cubicBezTo>
                    <a:pt x="1503" y="5906"/>
                    <a:pt x="1618" y="5868"/>
                    <a:pt x="1704" y="5791"/>
                  </a:cubicBezTo>
                  <a:lnTo>
                    <a:pt x="1704" y="5801"/>
                  </a:lnTo>
                  <a:cubicBezTo>
                    <a:pt x="1704" y="6078"/>
                    <a:pt x="1934" y="6308"/>
                    <a:pt x="2212" y="6308"/>
                  </a:cubicBezTo>
                  <a:lnTo>
                    <a:pt x="2221" y="6308"/>
                  </a:lnTo>
                  <a:cubicBezTo>
                    <a:pt x="2499" y="6308"/>
                    <a:pt x="2728" y="6078"/>
                    <a:pt x="2728" y="5801"/>
                  </a:cubicBezTo>
                  <a:lnTo>
                    <a:pt x="2728" y="5791"/>
                  </a:lnTo>
                  <a:cubicBezTo>
                    <a:pt x="2815" y="5868"/>
                    <a:pt x="2929" y="5906"/>
                    <a:pt x="3044" y="5906"/>
                  </a:cubicBezTo>
                  <a:lnTo>
                    <a:pt x="3063" y="5906"/>
                  </a:lnTo>
                  <a:cubicBezTo>
                    <a:pt x="3341" y="5906"/>
                    <a:pt x="3571" y="5686"/>
                    <a:pt x="3571" y="5408"/>
                  </a:cubicBezTo>
                  <a:lnTo>
                    <a:pt x="3571" y="3561"/>
                  </a:lnTo>
                  <a:cubicBezTo>
                    <a:pt x="3724" y="3791"/>
                    <a:pt x="3982" y="4087"/>
                    <a:pt x="4288" y="4145"/>
                  </a:cubicBezTo>
                  <a:cubicBezTo>
                    <a:pt x="4330" y="4155"/>
                    <a:pt x="4372" y="4159"/>
                    <a:pt x="4413" y="4159"/>
                  </a:cubicBezTo>
                  <a:cubicBezTo>
                    <a:pt x="4536" y="4159"/>
                    <a:pt x="4657" y="4118"/>
                    <a:pt x="4757" y="4040"/>
                  </a:cubicBezTo>
                  <a:lnTo>
                    <a:pt x="4805" y="4001"/>
                  </a:lnTo>
                  <a:lnTo>
                    <a:pt x="4834" y="3953"/>
                  </a:lnTo>
                  <a:cubicBezTo>
                    <a:pt x="4920" y="3829"/>
                    <a:pt x="5054" y="3504"/>
                    <a:pt x="4633" y="2920"/>
                  </a:cubicBezTo>
                  <a:cubicBezTo>
                    <a:pt x="4451" y="2681"/>
                    <a:pt x="4346" y="2413"/>
                    <a:pt x="4308" y="2126"/>
                  </a:cubicBezTo>
                  <a:cubicBezTo>
                    <a:pt x="4231" y="1685"/>
                    <a:pt x="4126" y="1360"/>
                    <a:pt x="3456" y="843"/>
                  </a:cubicBezTo>
                  <a:lnTo>
                    <a:pt x="34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826;p37">
              <a:extLst>
                <a:ext uri="{FF2B5EF4-FFF2-40B4-BE49-F238E27FC236}">
                  <a16:creationId xmlns:a16="http://schemas.microsoft.com/office/drawing/2014/main" id="{40A939BC-CD0E-4B42-6A42-FEDADE619E57}"/>
                </a:ext>
              </a:extLst>
            </p:cNvPr>
            <p:cNvSpPr/>
            <p:nvPr/>
          </p:nvSpPr>
          <p:spPr>
            <a:xfrm>
              <a:off x="2784912" y="1546056"/>
              <a:ext cx="24159" cy="129225"/>
            </a:xfrm>
            <a:custGeom>
              <a:avLst/>
              <a:gdLst/>
              <a:ahLst/>
              <a:cxnLst/>
              <a:rect l="l" t="t" r="r" b="b"/>
              <a:pathLst>
                <a:path w="920" h="4921" extrusionOk="0">
                  <a:moveTo>
                    <a:pt x="585" y="1"/>
                  </a:moveTo>
                  <a:lnTo>
                    <a:pt x="585" y="1121"/>
                  </a:lnTo>
                  <a:cubicBezTo>
                    <a:pt x="1" y="1542"/>
                    <a:pt x="20" y="3159"/>
                    <a:pt x="30" y="3226"/>
                  </a:cubicBezTo>
                  <a:lnTo>
                    <a:pt x="30" y="4422"/>
                  </a:lnTo>
                  <a:cubicBezTo>
                    <a:pt x="30" y="4700"/>
                    <a:pt x="250" y="4920"/>
                    <a:pt x="527" y="4920"/>
                  </a:cubicBezTo>
                  <a:lnTo>
                    <a:pt x="546" y="4920"/>
                  </a:lnTo>
                  <a:cubicBezTo>
                    <a:pt x="604" y="4920"/>
                    <a:pt x="652" y="4910"/>
                    <a:pt x="700" y="4901"/>
                  </a:cubicBezTo>
                  <a:cubicBezTo>
                    <a:pt x="499" y="4824"/>
                    <a:pt x="355" y="4633"/>
                    <a:pt x="355" y="4422"/>
                  </a:cubicBezTo>
                  <a:lnTo>
                    <a:pt x="355" y="3226"/>
                  </a:lnTo>
                  <a:cubicBezTo>
                    <a:pt x="355" y="3159"/>
                    <a:pt x="326" y="1637"/>
                    <a:pt x="920" y="1216"/>
                  </a:cubicBezTo>
                  <a:lnTo>
                    <a:pt x="9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827;p37">
              <a:extLst>
                <a:ext uri="{FF2B5EF4-FFF2-40B4-BE49-F238E27FC236}">
                  <a16:creationId xmlns:a16="http://schemas.microsoft.com/office/drawing/2014/main" id="{F124D75A-4C27-2EB4-9D9A-BCAF6F4F51F5}"/>
                </a:ext>
              </a:extLst>
            </p:cNvPr>
            <p:cNvSpPr/>
            <p:nvPr/>
          </p:nvSpPr>
          <p:spPr>
            <a:xfrm>
              <a:off x="2807548" y="1632398"/>
              <a:ext cx="17857" cy="68749"/>
            </a:xfrm>
            <a:custGeom>
              <a:avLst/>
              <a:gdLst/>
              <a:ahLst/>
              <a:cxnLst/>
              <a:rect l="l" t="t" r="r" b="b"/>
              <a:pathLst>
                <a:path w="680" h="2618" extrusionOk="0">
                  <a:moveTo>
                    <a:pt x="163" y="0"/>
                  </a:moveTo>
                  <a:cubicBezTo>
                    <a:pt x="82" y="0"/>
                    <a:pt x="0" y="53"/>
                    <a:pt x="0" y="158"/>
                  </a:cubicBezTo>
                  <a:lnTo>
                    <a:pt x="0" y="1776"/>
                  </a:lnTo>
                  <a:lnTo>
                    <a:pt x="0" y="2120"/>
                  </a:lnTo>
                  <a:cubicBezTo>
                    <a:pt x="0" y="2398"/>
                    <a:pt x="230" y="2618"/>
                    <a:pt x="507" y="2618"/>
                  </a:cubicBezTo>
                  <a:lnTo>
                    <a:pt x="527" y="2618"/>
                  </a:lnTo>
                  <a:cubicBezTo>
                    <a:pt x="574" y="2618"/>
                    <a:pt x="632" y="2608"/>
                    <a:pt x="680" y="2599"/>
                  </a:cubicBezTo>
                  <a:cubicBezTo>
                    <a:pt x="469" y="2522"/>
                    <a:pt x="335" y="2331"/>
                    <a:pt x="335" y="2111"/>
                  </a:cubicBezTo>
                  <a:lnTo>
                    <a:pt x="335" y="1517"/>
                  </a:lnTo>
                  <a:lnTo>
                    <a:pt x="326" y="1527"/>
                  </a:lnTo>
                  <a:lnTo>
                    <a:pt x="326" y="158"/>
                  </a:lnTo>
                  <a:cubicBezTo>
                    <a:pt x="326" y="53"/>
                    <a:pt x="244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828;p37">
              <a:extLst>
                <a:ext uri="{FF2B5EF4-FFF2-40B4-BE49-F238E27FC236}">
                  <a16:creationId xmlns:a16="http://schemas.microsoft.com/office/drawing/2014/main" id="{1CFC6304-CCB0-6A7B-7558-EE5E25EF6E10}"/>
                </a:ext>
              </a:extLst>
            </p:cNvPr>
            <p:cNvSpPr/>
            <p:nvPr/>
          </p:nvSpPr>
          <p:spPr>
            <a:xfrm>
              <a:off x="2855787" y="1648968"/>
              <a:ext cx="13603" cy="51995"/>
            </a:xfrm>
            <a:custGeom>
              <a:avLst/>
              <a:gdLst/>
              <a:ahLst/>
              <a:cxnLst/>
              <a:rect l="l" t="t" r="r" b="b"/>
              <a:pathLst>
                <a:path w="518" h="1980" extrusionOk="0">
                  <a:moveTo>
                    <a:pt x="163" y="1"/>
                  </a:moveTo>
                  <a:cubicBezTo>
                    <a:pt x="82" y="1"/>
                    <a:pt x="1" y="54"/>
                    <a:pt x="1" y="159"/>
                  </a:cubicBezTo>
                  <a:lnTo>
                    <a:pt x="1" y="1776"/>
                  </a:lnTo>
                  <a:cubicBezTo>
                    <a:pt x="1" y="1805"/>
                    <a:pt x="10" y="1834"/>
                    <a:pt x="29" y="1862"/>
                  </a:cubicBezTo>
                  <a:cubicBezTo>
                    <a:pt x="39" y="1882"/>
                    <a:pt x="58" y="1891"/>
                    <a:pt x="77" y="1901"/>
                  </a:cubicBezTo>
                  <a:cubicBezTo>
                    <a:pt x="153" y="1951"/>
                    <a:pt x="250" y="1979"/>
                    <a:pt x="343" y="1979"/>
                  </a:cubicBezTo>
                  <a:cubicBezTo>
                    <a:pt x="357" y="1979"/>
                    <a:pt x="370" y="1978"/>
                    <a:pt x="384" y="1977"/>
                  </a:cubicBezTo>
                  <a:cubicBezTo>
                    <a:pt x="431" y="1977"/>
                    <a:pt x="470" y="1968"/>
                    <a:pt x="518" y="1958"/>
                  </a:cubicBezTo>
                  <a:cubicBezTo>
                    <a:pt x="460" y="1939"/>
                    <a:pt x="412" y="1910"/>
                    <a:pt x="364" y="1872"/>
                  </a:cubicBezTo>
                  <a:cubicBezTo>
                    <a:pt x="345" y="1853"/>
                    <a:pt x="326" y="1824"/>
                    <a:pt x="326" y="1786"/>
                  </a:cubicBezTo>
                  <a:lnTo>
                    <a:pt x="326" y="1776"/>
                  </a:lnTo>
                  <a:lnTo>
                    <a:pt x="326" y="159"/>
                  </a:lnTo>
                  <a:cubicBezTo>
                    <a:pt x="326" y="54"/>
                    <a:pt x="245" y="1"/>
                    <a:pt x="1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829;p37">
              <a:extLst>
                <a:ext uri="{FF2B5EF4-FFF2-40B4-BE49-F238E27FC236}">
                  <a16:creationId xmlns:a16="http://schemas.microsoft.com/office/drawing/2014/main" id="{68E759F7-8009-6863-F639-626AE070DC29}"/>
                </a:ext>
              </a:extLst>
            </p:cNvPr>
            <p:cNvSpPr/>
            <p:nvPr/>
          </p:nvSpPr>
          <p:spPr>
            <a:xfrm>
              <a:off x="2829921" y="1653065"/>
              <a:ext cx="17358" cy="58639"/>
            </a:xfrm>
            <a:custGeom>
              <a:avLst/>
              <a:gdLst/>
              <a:ahLst/>
              <a:cxnLst/>
              <a:rect l="l" t="t" r="r" b="b"/>
              <a:pathLst>
                <a:path w="661" h="2233" extrusionOk="0">
                  <a:moveTo>
                    <a:pt x="158" y="0"/>
                  </a:moveTo>
                  <a:cubicBezTo>
                    <a:pt x="79" y="0"/>
                    <a:pt x="0" y="56"/>
                    <a:pt x="0" y="166"/>
                  </a:cubicBezTo>
                  <a:lnTo>
                    <a:pt x="0" y="1783"/>
                  </a:lnTo>
                  <a:cubicBezTo>
                    <a:pt x="0" y="1793"/>
                    <a:pt x="0" y="1812"/>
                    <a:pt x="10" y="1831"/>
                  </a:cubicBezTo>
                  <a:lnTo>
                    <a:pt x="0" y="1831"/>
                  </a:lnTo>
                  <a:cubicBezTo>
                    <a:pt x="48" y="2060"/>
                    <a:pt x="249" y="2233"/>
                    <a:pt x="488" y="2233"/>
                  </a:cubicBezTo>
                  <a:lnTo>
                    <a:pt x="507" y="2233"/>
                  </a:lnTo>
                  <a:cubicBezTo>
                    <a:pt x="565" y="2233"/>
                    <a:pt x="613" y="2223"/>
                    <a:pt x="660" y="2204"/>
                  </a:cubicBezTo>
                  <a:cubicBezTo>
                    <a:pt x="459" y="2137"/>
                    <a:pt x="316" y="1946"/>
                    <a:pt x="316" y="1726"/>
                  </a:cubicBezTo>
                  <a:lnTo>
                    <a:pt x="316" y="166"/>
                  </a:lnTo>
                  <a:cubicBezTo>
                    <a:pt x="316" y="56"/>
                    <a:pt x="237" y="0"/>
                    <a:pt x="1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830;p37">
              <a:extLst>
                <a:ext uri="{FF2B5EF4-FFF2-40B4-BE49-F238E27FC236}">
                  <a16:creationId xmlns:a16="http://schemas.microsoft.com/office/drawing/2014/main" id="{1F547D06-C8E2-A091-3C33-7221C541BE17}"/>
                </a:ext>
              </a:extLst>
            </p:cNvPr>
            <p:cNvSpPr/>
            <p:nvPr/>
          </p:nvSpPr>
          <p:spPr>
            <a:xfrm>
              <a:off x="2878660" y="1627750"/>
              <a:ext cx="26155" cy="27520"/>
            </a:xfrm>
            <a:custGeom>
              <a:avLst/>
              <a:gdLst/>
              <a:ahLst/>
              <a:cxnLst/>
              <a:rect l="l" t="t" r="r" b="b"/>
              <a:pathLst>
                <a:path w="996" h="1048" extrusionOk="0">
                  <a:moveTo>
                    <a:pt x="1" y="0"/>
                  </a:moveTo>
                  <a:lnTo>
                    <a:pt x="1" y="441"/>
                  </a:lnTo>
                  <a:cubicBezTo>
                    <a:pt x="96" y="574"/>
                    <a:pt x="211" y="708"/>
                    <a:pt x="326" y="823"/>
                  </a:cubicBezTo>
                  <a:cubicBezTo>
                    <a:pt x="431" y="929"/>
                    <a:pt x="565" y="996"/>
                    <a:pt x="709" y="1034"/>
                  </a:cubicBezTo>
                  <a:cubicBezTo>
                    <a:pt x="752" y="1042"/>
                    <a:pt x="795" y="1047"/>
                    <a:pt x="838" y="1047"/>
                  </a:cubicBezTo>
                  <a:cubicBezTo>
                    <a:pt x="891" y="1047"/>
                    <a:pt x="943" y="1040"/>
                    <a:pt x="996" y="1024"/>
                  </a:cubicBezTo>
                  <a:cubicBezTo>
                    <a:pt x="805" y="948"/>
                    <a:pt x="632" y="833"/>
                    <a:pt x="498" y="670"/>
                  </a:cubicBezTo>
                  <a:cubicBezTo>
                    <a:pt x="470" y="632"/>
                    <a:pt x="412" y="555"/>
                    <a:pt x="355" y="479"/>
                  </a:cubicBezTo>
                  <a:lnTo>
                    <a:pt x="326" y="441"/>
                  </a:lnTo>
                  <a:cubicBezTo>
                    <a:pt x="173" y="24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831;p37">
              <a:extLst>
                <a:ext uri="{FF2B5EF4-FFF2-40B4-BE49-F238E27FC236}">
                  <a16:creationId xmlns:a16="http://schemas.microsoft.com/office/drawing/2014/main" id="{FECD34A8-871D-0F68-65AD-880F5002E3EE}"/>
                </a:ext>
              </a:extLst>
            </p:cNvPr>
            <p:cNvSpPr/>
            <p:nvPr/>
          </p:nvSpPr>
          <p:spPr>
            <a:xfrm>
              <a:off x="2790715" y="1425443"/>
              <a:ext cx="94510" cy="96768"/>
            </a:xfrm>
            <a:custGeom>
              <a:avLst/>
              <a:gdLst/>
              <a:ahLst/>
              <a:cxnLst/>
              <a:rect l="l" t="t" r="r" b="b"/>
              <a:pathLst>
                <a:path w="3599" h="3685" extrusionOk="0">
                  <a:moveTo>
                    <a:pt x="0" y="0"/>
                  </a:moveTo>
                  <a:lnTo>
                    <a:pt x="0" y="3685"/>
                  </a:lnTo>
                  <a:lnTo>
                    <a:pt x="3598" y="3685"/>
                  </a:lnTo>
                  <a:lnTo>
                    <a:pt x="3598" y="756"/>
                  </a:lnTo>
                  <a:lnTo>
                    <a:pt x="3149" y="976"/>
                  </a:lnTo>
                  <a:cubicBezTo>
                    <a:pt x="3043" y="1024"/>
                    <a:pt x="2938" y="1091"/>
                    <a:pt x="2842" y="1158"/>
                  </a:cubicBezTo>
                  <a:cubicBezTo>
                    <a:pt x="2661" y="1311"/>
                    <a:pt x="2440" y="1407"/>
                    <a:pt x="2201" y="1426"/>
                  </a:cubicBezTo>
                  <a:cubicBezTo>
                    <a:pt x="2192" y="1427"/>
                    <a:pt x="2183" y="1428"/>
                    <a:pt x="2174" y="1428"/>
                  </a:cubicBezTo>
                  <a:cubicBezTo>
                    <a:pt x="2096" y="1428"/>
                    <a:pt x="2012" y="1392"/>
                    <a:pt x="1952" y="1340"/>
                  </a:cubicBezTo>
                  <a:cubicBezTo>
                    <a:pt x="1866" y="1244"/>
                    <a:pt x="1828" y="1110"/>
                    <a:pt x="1857" y="986"/>
                  </a:cubicBezTo>
                  <a:cubicBezTo>
                    <a:pt x="1905" y="833"/>
                    <a:pt x="1991" y="699"/>
                    <a:pt x="2106" y="594"/>
                  </a:cubicBezTo>
                  <a:lnTo>
                    <a:pt x="2651" y="48"/>
                  </a:lnTo>
                  <a:lnTo>
                    <a:pt x="354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832;p37">
              <a:extLst>
                <a:ext uri="{FF2B5EF4-FFF2-40B4-BE49-F238E27FC236}">
                  <a16:creationId xmlns:a16="http://schemas.microsoft.com/office/drawing/2014/main" id="{BB05E590-B4EA-E709-61D7-2B5D27CABB3F}"/>
                </a:ext>
              </a:extLst>
            </p:cNvPr>
            <p:cNvSpPr/>
            <p:nvPr/>
          </p:nvSpPr>
          <p:spPr>
            <a:xfrm>
              <a:off x="3053840" y="1519927"/>
              <a:ext cx="94772" cy="96794"/>
            </a:xfrm>
            <a:custGeom>
              <a:avLst/>
              <a:gdLst/>
              <a:ahLst/>
              <a:cxnLst/>
              <a:rect l="l" t="t" r="r" b="b"/>
              <a:pathLst>
                <a:path w="3609" h="3686" extrusionOk="0">
                  <a:moveTo>
                    <a:pt x="0" y="1"/>
                  </a:moveTo>
                  <a:lnTo>
                    <a:pt x="0" y="2920"/>
                  </a:lnTo>
                  <a:lnTo>
                    <a:pt x="460" y="2709"/>
                  </a:lnTo>
                  <a:cubicBezTo>
                    <a:pt x="565" y="2652"/>
                    <a:pt x="670" y="2594"/>
                    <a:pt x="766" y="2518"/>
                  </a:cubicBezTo>
                  <a:cubicBezTo>
                    <a:pt x="948" y="2364"/>
                    <a:pt x="1168" y="2278"/>
                    <a:pt x="1407" y="2250"/>
                  </a:cubicBezTo>
                  <a:cubicBezTo>
                    <a:pt x="1493" y="2250"/>
                    <a:pt x="1579" y="2278"/>
                    <a:pt x="1656" y="2336"/>
                  </a:cubicBezTo>
                  <a:cubicBezTo>
                    <a:pt x="1742" y="2431"/>
                    <a:pt x="1780" y="2565"/>
                    <a:pt x="1752" y="2699"/>
                  </a:cubicBezTo>
                  <a:cubicBezTo>
                    <a:pt x="1704" y="2853"/>
                    <a:pt x="1618" y="2987"/>
                    <a:pt x="1503" y="3092"/>
                  </a:cubicBezTo>
                  <a:lnTo>
                    <a:pt x="948" y="3628"/>
                  </a:lnTo>
                  <a:lnTo>
                    <a:pt x="3244" y="3628"/>
                  </a:lnTo>
                  <a:lnTo>
                    <a:pt x="3608" y="3685"/>
                  </a:lnTo>
                  <a:lnTo>
                    <a:pt x="36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833;p37">
              <a:extLst>
                <a:ext uri="{FF2B5EF4-FFF2-40B4-BE49-F238E27FC236}">
                  <a16:creationId xmlns:a16="http://schemas.microsoft.com/office/drawing/2014/main" id="{516FB8EC-2E25-37C3-A674-96D9FEB652E8}"/>
                </a:ext>
              </a:extLst>
            </p:cNvPr>
            <p:cNvSpPr/>
            <p:nvPr/>
          </p:nvSpPr>
          <p:spPr>
            <a:xfrm>
              <a:off x="3053840" y="1519927"/>
              <a:ext cx="23897" cy="76942"/>
            </a:xfrm>
            <a:custGeom>
              <a:avLst/>
              <a:gdLst/>
              <a:ahLst/>
              <a:cxnLst/>
              <a:rect l="l" t="t" r="r" b="b"/>
              <a:pathLst>
                <a:path w="910" h="2930" extrusionOk="0">
                  <a:moveTo>
                    <a:pt x="0" y="1"/>
                  </a:moveTo>
                  <a:lnTo>
                    <a:pt x="0" y="2920"/>
                  </a:lnTo>
                  <a:lnTo>
                    <a:pt x="0" y="2929"/>
                  </a:lnTo>
                  <a:lnTo>
                    <a:pt x="460" y="2709"/>
                  </a:lnTo>
                  <a:cubicBezTo>
                    <a:pt x="565" y="2652"/>
                    <a:pt x="670" y="2594"/>
                    <a:pt x="766" y="2518"/>
                  </a:cubicBezTo>
                  <a:cubicBezTo>
                    <a:pt x="814" y="2489"/>
                    <a:pt x="861" y="2451"/>
                    <a:pt x="909" y="2422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834;p37">
              <a:extLst>
                <a:ext uri="{FF2B5EF4-FFF2-40B4-BE49-F238E27FC236}">
                  <a16:creationId xmlns:a16="http://schemas.microsoft.com/office/drawing/2014/main" id="{1FB2D4F7-4C63-4964-CA85-0CF830F06665}"/>
                </a:ext>
              </a:extLst>
            </p:cNvPr>
            <p:cNvSpPr/>
            <p:nvPr/>
          </p:nvSpPr>
          <p:spPr>
            <a:xfrm>
              <a:off x="2790715" y="1401573"/>
              <a:ext cx="23634" cy="120638"/>
            </a:xfrm>
            <a:custGeom>
              <a:avLst/>
              <a:gdLst/>
              <a:ahLst/>
              <a:cxnLst/>
              <a:rect l="l" t="t" r="r" b="b"/>
              <a:pathLst>
                <a:path w="900" h="4594" extrusionOk="0">
                  <a:moveTo>
                    <a:pt x="900" y="0"/>
                  </a:moveTo>
                  <a:lnTo>
                    <a:pt x="450" y="345"/>
                  </a:lnTo>
                  <a:cubicBezTo>
                    <a:pt x="335" y="431"/>
                    <a:pt x="230" y="526"/>
                    <a:pt x="134" y="641"/>
                  </a:cubicBezTo>
                  <a:cubicBezTo>
                    <a:pt x="86" y="689"/>
                    <a:pt x="48" y="747"/>
                    <a:pt x="0" y="785"/>
                  </a:cubicBezTo>
                  <a:lnTo>
                    <a:pt x="0" y="4594"/>
                  </a:lnTo>
                  <a:lnTo>
                    <a:pt x="900" y="4594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835;p37">
              <a:extLst>
                <a:ext uri="{FF2B5EF4-FFF2-40B4-BE49-F238E27FC236}">
                  <a16:creationId xmlns:a16="http://schemas.microsoft.com/office/drawing/2014/main" id="{8740C902-F8B9-4F06-434E-B676B7467736}"/>
                </a:ext>
              </a:extLst>
            </p:cNvPr>
            <p:cNvSpPr/>
            <p:nvPr/>
          </p:nvSpPr>
          <p:spPr>
            <a:xfrm>
              <a:off x="3021409" y="1329174"/>
              <a:ext cx="132718" cy="165412"/>
            </a:xfrm>
            <a:custGeom>
              <a:avLst/>
              <a:gdLst/>
              <a:ahLst/>
              <a:cxnLst/>
              <a:rect l="l" t="t" r="r" b="b"/>
              <a:pathLst>
                <a:path w="5054" h="6299" extrusionOk="0">
                  <a:moveTo>
                    <a:pt x="2824" y="1"/>
                  </a:moveTo>
                  <a:cubicBezTo>
                    <a:pt x="2546" y="1"/>
                    <a:pt x="2326" y="221"/>
                    <a:pt x="2326" y="498"/>
                  </a:cubicBezTo>
                  <a:lnTo>
                    <a:pt x="2326" y="518"/>
                  </a:lnTo>
                  <a:cubicBezTo>
                    <a:pt x="2240" y="441"/>
                    <a:pt x="2125" y="393"/>
                    <a:pt x="2001" y="393"/>
                  </a:cubicBezTo>
                  <a:lnTo>
                    <a:pt x="1991" y="393"/>
                  </a:lnTo>
                  <a:cubicBezTo>
                    <a:pt x="1714" y="393"/>
                    <a:pt x="1484" y="623"/>
                    <a:pt x="1484" y="900"/>
                  </a:cubicBezTo>
                  <a:lnTo>
                    <a:pt x="1484" y="2747"/>
                  </a:lnTo>
                  <a:cubicBezTo>
                    <a:pt x="1321" y="2518"/>
                    <a:pt x="1072" y="2221"/>
                    <a:pt x="766" y="2154"/>
                  </a:cubicBezTo>
                  <a:cubicBezTo>
                    <a:pt x="731" y="2148"/>
                    <a:pt x="696" y="2145"/>
                    <a:pt x="661" y="2145"/>
                  </a:cubicBezTo>
                  <a:cubicBezTo>
                    <a:pt x="531" y="2145"/>
                    <a:pt x="403" y="2186"/>
                    <a:pt x="297" y="2269"/>
                  </a:cubicBezTo>
                  <a:lnTo>
                    <a:pt x="249" y="2307"/>
                  </a:lnTo>
                  <a:lnTo>
                    <a:pt x="211" y="2355"/>
                  </a:lnTo>
                  <a:cubicBezTo>
                    <a:pt x="135" y="2470"/>
                    <a:pt x="1" y="2805"/>
                    <a:pt x="422" y="3389"/>
                  </a:cubicBezTo>
                  <a:cubicBezTo>
                    <a:pt x="594" y="3618"/>
                    <a:pt x="709" y="3896"/>
                    <a:pt x="747" y="4183"/>
                  </a:cubicBezTo>
                  <a:cubicBezTo>
                    <a:pt x="824" y="4623"/>
                    <a:pt x="929" y="4949"/>
                    <a:pt x="1599" y="5465"/>
                  </a:cubicBezTo>
                  <a:lnTo>
                    <a:pt x="1599" y="6298"/>
                  </a:lnTo>
                  <a:lnTo>
                    <a:pt x="4470" y="6298"/>
                  </a:lnTo>
                  <a:lnTo>
                    <a:pt x="4470" y="5188"/>
                  </a:lnTo>
                  <a:cubicBezTo>
                    <a:pt x="5054" y="4757"/>
                    <a:pt x="5025" y="3140"/>
                    <a:pt x="5025" y="3073"/>
                  </a:cubicBezTo>
                  <a:lnTo>
                    <a:pt x="5025" y="1886"/>
                  </a:lnTo>
                  <a:cubicBezTo>
                    <a:pt x="5025" y="1609"/>
                    <a:pt x="4805" y="1388"/>
                    <a:pt x="4518" y="1388"/>
                  </a:cubicBezTo>
                  <a:lnTo>
                    <a:pt x="4508" y="1388"/>
                  </a:lnTo>
                  <a:cubicBezTo>
                    <a:pt x="4384" y="1388"/>
                    <a:pt x="4279" y="1427"/>
                    <a:pt x="4183" y="1503"/>
                  </a:cubicBezTo>
                  <a:lnTo>
                    <a:pt x="4183" y="910"/>
                  </a:lnTo>
                  <a:cubicBezTo>
                    <a:pt x="4183" y="632"/>
                    <a:pt x="3963" y="403"/>
                    <a:pt x="3685" y="403"/>
                  </a:cubicBezTo>
                  <a:lnTo>
                    <a:pt x="3666" y="403"/>
                  </a:lnTo>
                  <a:cubicBezTo>
                    <a:pt x="3551" y="403"/>
                    <a:pt x="3436" y="441"/>
                    <a:pt x="3350" y="518"/>
                  </a:cubicBezTo>
                  <a:lnTo>
                    <a:pt x="3350" y="508"/>
                  </a:lnTo>
                  <a:cubicBezTo>
                    <a:pt x="3350" y="221"/>
                    <a:pt x="3121" y="1"/>
                    <a:pt x="28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836;p37">
              <a:extLst>
                <a:ext uri="{FF2B5EF4-FFF2-40B4-BE49-F238E27FC236}">
                  <a16:creationId xmlns:a16="http://schemas.microsoft.com/office/drawing/2014/main" id="{F5262100-68C7-A34E-A7E3-25038EA7E21D}"/>
                </a:ext>
              </a:extLst>
            </p:cNvPr>
            <p:cNvSpPr/>
            <p:nvPr/>
          </p:nvSpPr>
          <p:spPr>
            <a:xfrm>
              <a:off x="3021409" y="1385476"/>
              <a:ext cx="48528" cy="109110"/>
            </a:xfrm>
            <a:custGeom>
              <a:avLst/>
              <a:gdLst/>
              <a:ahLst/>
              <a:cxnLst/>
              <a:rect l="l" t="t" r="r" b="b"/>
              <a:pathLst>
                <a:path w="1848" h="4155" extrusionOk="0">
                  <a:moveTo>
                    <a:pt x="661" y="1"/>
                  </a:moveTo>
                  <a:cubicBezTo>
                    <a:pt x="532" y="1"/>
                    <a:pt x="405" y="42"/>
                    <a:pt x="307" y="125"/>
                  </a:cubicBezTo>
                  <a:lnTo>
                    <a:pt x="249" y="163"/>
                  </a:lnTo>
                  <a:lnTo>
                    <a:pt x="221" y="211"/>
                  </a:lnTo>
                  <a:cubicBezTo>
                    <a:pt x="135" y="336"/>
                    <a:pt x="1" y="661"/>
                    <a:pt x="431" y="1245"/>
                  </a:cubicBezTo>
                  <a:cubicBezTo>
                    <a:pt x="604" y="1474"/>
                    <a:pt x="709" y="1752"/>
                    <a:pt x="747" y="2039"/>
                  </a:cubicBezTo>
                  <a:cubicBezTo>
                    <a:pt x="824" y="2479"/>
                    <a:pt x="929" y="2805"/>
                    <a:pt x="1599" y="3321"/>
                  </a:cubicBezTo>
                  <a:lnTo>
                    <a:pt x="1599" y="4154"/>
                  </a:lnTo>
                  <a:lnTo>
                    <a:pt x="1848" y="4154"/>
                  </a:lnTo>
                  <a:lnTo>
                    <a:pt x="1848" y="3235"/>
                  </a:lnTo>
                  <a:cubicBezTo>
                    <a:pt x="1187" y="2718"/>
                    <a:pt x="1082" y="2479"/>
                    <a:pt x="996" y="2039"/>
                  </a:cubicBezTo>
                  <a:cubicBezTo>
                    <a:pt x="967" y="1752"/>
                    <a:pt x="852" y="1474"/>
                    <a:pt x="680" y="1245"/>
                  </a:cubicBezTo>
                  <a:cubicBezTo>
                    <a:pt x="249" y="661"/>
                    <a:pt x="393" y="326"/>
                    <a:pt x="470" y="211"/>
                  </a:cubicBezTo>
                  <a:lnTo>
                    <a:pt x="508" y="163"/>
                  </a:lnTo>
                  <a:lnTo>
                    <a:pt x="556" y="125"/>
                  </a:lnTo>
                  <a:cubicBezTo>
                    <a:pt x="623" y="68"/>
                    <a:pt x="699" y="39"/>
                    <a:pt x="776" y="10"/>
                  </a:cubicBezTo>
                  <a:lnTo>
                    <a:pt x="766" y="10"/>
                  </a:lnTo>
                  <a:cubicBezTo>
                    <a:pt x="731" y="4"/>
                    <a:pt x="696" y="1"/>
                    <a:pt x="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837;p37">
              <a:extLst>
                <a:ext uri="{FF2B5EF4-FFF2-40B4-BE49-F238E27FC236}">
                  <a16:creationId xmlns:a16="http://schemas.microsoft.com/office/drawing/2014/main" id="{263904EF-491C-9100-5B2C-47B8E12A1641}"/>
                </a:ext>
              </a:extLst>
            </p:cNvPr>
            <p:cNvSpPr/>
            <p:nvPr/>
          </p:nvSpPr>
          <p:spPr>
            <a:xfrm>
              <a:off x="3108120" y="1339731"/>
              <a:ext cx="13603" cy="52179"/>
            </a:xfrm>
            <a:custGeom>
              <a:avLst/>
              <a:gdLst/>
              <a:ahLst/>
              <a:cxnLst/>
              <a:rect l="l" t="t" r="r" b="b"/>
              <a:pathLst>
                <a:path w="518" h="1987" extrusionOk="0">
                  <a:moveTo>
                    <a:pt x="383" y="1"/>
                  </a:moveTo>
                  <a:cubicBezTo>
                    <a:pt x="278" y="1"/>
                    <a:pt x="173" y="20"/>
                    <a:pt x="77" y="77"/>
                  </a:cubicBezTo>
                  <a:cubicBezTo>
                    <a:pt x="58" y="87"/>
                    <a:pt x="39" y="106"/>
                    <a:pt x="29" y="116"/>
                  </a:cubicBezTo>
                  <a:cubicBezTo>
                    <a:pt x="10" y="144"/>
                    <a:pt x="10" y="173"/>
                    <a:pt x="0" y="211"/>
                  </a:cubicBezTo>
                  <a:lnTo>
                    <a:pt x="0" y="1829"/>
                  </a:lnTo>
                  <a:cubicBezTo>
                    <a:pt x="0" y="1934"/>
                    <a:pt x="82" y="1987"/>
                    <a:pt x="163" y="1987"/>
                  </a:cubicBezTo>
                  <a:cubicBezTo>
                    <a:pt x="244" y="1987"/>
                    <a:pt x="326" y="1934"/>
                    <a:pt x="326" y="1829"/>
                  </a:cubicBezTo>
                  <a:lnTo>
                    <a:pt x="326" y="211"/>
                  </a:lnTo>
                  <a:lnTo>
                    <a:pt x="326" y="202"/>
                  </a:lnTo>
                  <a:cubicBezTo>
                    <a:pt x="326" y="163"/>
                    <a:pt x="345" y="135"/>
                    <a:pt x="364" y="106"/>
                  </a:cubicBezTo>
                  <a:cubicBezTo>
                    <a:pt x="412" y="68"/>
                    <a:pt x="460" y="39"/>
                    <a:pt x="517" y="29"/>
                  </a:cubicBezTo>
                  <a:cubicBezTo>
                    <a:pt x="479" y="10"/>
                    <a:pt x="431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838;p37">
              <a:extLst>
                <a:ext uri="{FF2B5EF4-FFF2-40B4-BE49-F238E27FC236}">
                  <a16:creationId xmlns:a16="http://schemas.microsoft.com/office/drawing/2014/main" id="{FE303806-55F8-AE3B-4949-8D37ED12469F}"/>
                </a:ext>
              </a:extLst>
            </p:cNvPr>
            <p:cNvSpPr/>
            <p:nvPr/>
          </p:nvSpPr>
          <p:spPr>
            <a:xfrm>
              <a:off x="3130992" y="1365833"/>
              <a:ext cx="13340" cy="35635"/>
            </a:xfrm>
            <a:custGeom>
              <a:avLst/>
              <a:gdLst/>
              <a:ahLst/>
              <a:cxnLst/>
              <a:rect l="l" t="t" r="r" b="b"/>
              <a:pathLst>
                <a:path w="508" h="1357" extrusionOk="0">
                  <a:moveTo>
                    <a:pt x="340" y="0"/>
                  </a:moveTo>
                  <a:cubicBezTo>
                    <a:pt x="242" y="0"/>
                    <a:pt x="151" y="29"/>
                    <a:pt x="67" y="79"/>
                  </a:cubicBezTo>
                  <a:cubicBezTo>
                    <a:pt x="48" y="88"/>
                    <a:pt x="39" y="107"/>
                    <a:pt x="19" y="117"/>
                  </a:cubicBezTo>
                  <a:cubicBezTo>
                    <a:pt x="10" y="146"/>
                    <a:pt x="0" y="174"/>
                    <a:pt x="0" y="213"/>
                  </a:cubicBezTo>
                  <a:lnTo>
                    <a:pt x="0" y="1198"/>
                  </a:lnTo>
                  <a:cubicBezTo>
                    <a:pt x="0" y="1304"/>
                    <a:pt x="79" y="1356"/>
                    <a:pt x="158" y="1356"/>
                  </a:cubicBezTo>
                  <a:cubicBezTo>
                    <a:pt x="237" y="1356"/>
                    <a:pt x="316" y="1304"/>
                    <a:pt x="316" y="1198"/>
                  </a:cubicBezTo>
                  <a:lnTo>
                    <a:pt x="316" y="213"/>
                  </a:lnTo>
                  <a:lnTo>
                    <a:pt x="316" y="193"/>
                  </a:lnTo>
                  <a:cubicBezTo>
                    <a:pt x="326" y="165"/>
                    <a:pt x="335" y="126"/>
                    <a:pt x="354" y="107"/>
                  </a:cubicBezTo>
                  <a:cubicBezTo>
                    <a:pt x="402" y="69"/>
                    <a:pt x="450" y="40"/>
                    <a:pt x="507" y="21"/>
                  </a:cubicBezTo>
                  <a:cubicBezTo>
                    <a:pt x="469" y="12"/>
                    <a:pt x="421" y="2"/>
                    <a:pt x="383" y="2"/>
                  </a:cubicBezTo>
                  <a:cubicBezTo>
                    <a:pt x="368" y="1"/>
                    <a:pt x="354" y="0"/>
                    <a:pt x="3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839;p37">
              <a:extLst>
                <a:ext uri="{FF2B5EF4-FFF2-40B4-BE49-F238E27FC236}">
                  <a16:creationId xmlns:a16="http://schemas.microsoft.com/office/drawing/2014/main" id="{633A98F8-A55C-4767-2138-D061B177AA36}"/>
                </a:ext>
              </a:extLst>
            </p:cNvPr>
            <p:cNvSpPr/>
            <p:nvPr/>
          </p:nvSpPr>
          <p:spPr>
            <a:xfrm>
              <a:off x="3082227" y="1329174"/>
              <a:ext cx="17620" cy="58665"/>
            </a:xfrm>
            <a:custGeom>
              <a:avLst/>
              <a:gdLst/>
              <a:ahLst/>
              <a:cxnLst/>
              <a:rect l="l" t="t" r="r" b="b"/>
              <a:pathLst>
                <a:path w="671" h="2234" extrusionOk="0">
                  <a:moveTo>
                    <a:pt x="498" y="1"/>
                  </a:moveTo>
                  <a:cubicBezTo>
                    <a:pt x="259" y="1"/>
                    <a:pt x="48" y="173"/>
                    <a:pt x="1" y="403"/>
                  </a:cubicBezTo>
                  <a:lnTo>
                    <a:pt x="10" y="403"/>
                  </a:lnTo>
                  <a:cubicBezTo>
                    <a:pt x="1" y="422"/>
                    <a:pt x="1" y="441"/>
                    <a:pt x="1" y="460"/>
                  </a:cubicBezTo>
                  <a:lnTo>
                    <a:pt x="1" y="2068"/>
                  </a:lnTo>
                  <a:cubicBezTo>
                    <a:pt x="1" y="2178"/>
                    <a:pt x="80" y="2233"/>
                    <a:pt x="159" y="2233"/>
                  </a:cubicBezTo>
                  <a:cubicBezTo>
                    <a:pt x="237" y="2233"/>
                    <a:pt x="316" y="2178"/>
                    <a:pt x="316" y="2068"/>
                  </a:cubicBezTo>
                  <a:lnTo>
                    <a:pt x="316" y="508"/>
                  </a:lnTo>
                  <a:cubicBezTo>
                    <a:pt x="316" y="288"/>
                    <a:pt x="460" y="97"/>
                    <a:pt x="671" y="30"/>
                  </a:cubicBezTo>
                  <a:cubicBezTo>
                    <a:pt x="613" y="10"/>
                    <a:pt x="565" y="1"/>
                    <a:pt x="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840;p37">
              <a:extLst>
                <a:ext uri="{FF2B5EF4-FFF2-40B4-BE49-F238E27FC236}">
                  <a16:creationId xmlns:a16="http://schemas.microsoft.com/office/drawing/2014/main" id="{0BB7A720-6890-7B5E-C52B-6E012C66F280}"/>
                </a:ext>
              </a:extLst>
            </p:cNvPr>
            <p:cNvSpPr/>
            <p:nvPr/>
          </p:nvSpPr>
          <p:spPr>
            <a:xfrm>
              <a:off x="3060116" y="1339731"/>
              <a:ext cx="17620" cy="73160"/>
            </a:xfrm>
            <a:custGeom>
              <a:avLst/>
              <a:gdLst/>
              <a:ahLst/>
              <a:cxnLst/>
              <a:rect l="l" t="t" r="r" b="b"/>
              <a:pathLst>
                <a:path w="671" h="2786" extrusionOk="0">
                  <a:moveTo>
                    <a:pt x="498" y="1"/>
                  </a:moveTo>
                  <a:cubicBezTo>
                    <a:pt x="221" y="1"/>
                    <a:pt x="0" y="230"/>
                    <a:pt x="0" y="508"/>
                  </a:cubicBezTo>
                  <a:lnTo>
                    <a:pt x="0" y="843"/>
                  </a:lnTo>
                  <a:lnTo>
                    <a:pt x="0" y="2317"/>
                  </a:lnTo>
                  <a:cubicBezTo>
                    <a:pt x="115" y="2470"/>
                    <a:pt x="221" y="2623"/>
                    <a:pt x="316" y="2786"/>
                  </a:cubicBezTo>
                  <a:lnTo>
                    <a:pt x="316" y="1101"/>
                  </a:lnTo>
                  <a:lnTo>
                    <a:pt x="326" y="1111"/>
                  </a:lnTo>
                  <a:lnTo>
                    <a:pt x="326" y="508"/>
                  </a:lnTo>
                  <a:cubicBezTo>
                    <a:pt x="326" y="288"/>
                    <a:pt x="469" y="96"/>
                    <a:pt x="670" y="29"/>
                  </a:cubicBezTo>
                  <a:cubicBezTo>
                    <a:pt x="622" y="10"/>
                    <a:pt x="575" y="1"/>
                    <a:pt x="5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841;p37">
              <a:extLst>
                <a:ext uri="{FF2B5EF4-FFF2-40B4-BE49-F238E27FC236}">
                  <a16:creationId xmlns:a16="http://schemas.microsoft.com/office/drawing/2014/main" id="{6308C97B-71B4-F1D7-33CB-B0F1107ECC00}"/>
                </a:ext>
              </a:extLst>
            </p:cNvPr>
            <p:cNvSpPr/>
            <p:nvPr/>
          </p:nvSpPr>
          <p:spPr>
            <a:xfrm>
              <a:off x="2778137" y="1336475"/>
              <a:ext cx="165648" cy="128674"/>
            </a:xfrm>
            <a:custGeom>
              <a:avLst/>
              <a:gdLst/>
              <a:ahLst/>
              <a:cxnLst/>
              <a:rect l="l" t="t" r="r" b="b"/>
              <a:pathLst>
                <a:path w="6308" h="4900" extrusionOk="0">
                  <a:moveTo>
                    <a:pt x="3134" y="0"/>
                  </a:moveTo>
                  <a:cubicBezTo>
                    <a:pt x="3106" y="0"/>
                    <a:pt x="3088" y="0"/>
                    <a:pt x="3082" y="0"/>
                  </a:cubicBezTo>
                  <a:lnTo>
                    <a:pt x="1895" y="0"/>
                  </a:lnTo>
                  <a:cubicBezTo>
                    <a:pt x="1618" y="0"/>
                    <a:pt x="1388" y="230"/>
                    <a:pt x="1388" y="508"/>
                  </a:cubicBezTo>
                  <a:lnTo>
                    <a:pt x="1388" y="527"/>
                  </a:lnTo>
                  <a:cubicBezTo>
                    <a:pt x="1388" y="642"/>
                    <a:pt x="1436" y="756"/>
                    <a:pt x="1513" y="843"/>
                  </a:cubicBezTo>
                  <a:lnTo>
                    <a:pt x="910" y="843"/>
                  </a:lnTo>
                  <a:cubicBezTo>
                    <a:pt x="632" y="843"/>
                    <a:pt x="402" y="1072"/>
                    <a:pt x="402" y="1350"/>
                  </a:cubicBezTo>
                  <a:lnTo>
                    <a:pt x="402" y="1359"/>
                  </a:lnTo>
                  <a:cubicBezTo>
                    <a:pt x="402" y="1484"/>
                    <a:pt x="450" y="1589"/>
                    <a:pt x="517" y="1685"/>
                  </a:cubicBezTo>
                  <a:lnTo>
                    <a:pt x="508" y="1685"/>
                  </a:lnTo>
                  <a:cubicBezTo>
                    <a:pt x="230" y="1685"/>
                    <a:pt x="1" y="1905"/>
                    <a:pt x="1" y="2182"/>
                  </a:cubicBezTo>
                  <a:lnTo>
                    <a:pt x="1" y="2202"/>
                  </a:lnTo>
                  <a:cubicBezTo>
                    <a:pt x="1" y="2479"/>
                    <a:pt x="230" y="2709"/>
                    <a:pt x="508" y="2709"/>
                  </a:cubicBezTo>
                  <a:lnTo>
                    <a:pt x="527" y="2709"/>
                  </a:lnTo>
                  <a:cubicBezTo>
                    <a:pt x="450" y="2795"/>
                    <a:pt x="402" y="2910"/>
                    <a:pt x="402" y="3025"/>
                  </a:cubicBezTo>
                  <a:lnTo>
                    <a:pt x="402" y="3044"/>
                  </a:lnTo>
                  <a:cubicBezTo>
                    <a:pt x="402" y="3321"/>
                    <a:pt x="632" y="3541"/>
                    <a:pt x="910" y="3541"/>
                  </a:cubicBezTo>
                  <a:lnTo>
                    <a:pt x="2757" y="3541"/>
                  </a:lnTo>
                  <a:cubicBezTo>
                    <a:pt x="2518" y="3704"/>
                    <a:pt x="2221" y="3962"/>
                    <a:pt x="2163" y="4259"/>
                  </a:cubicBezTo>
                  <a:cubicBezTo>
                    <a:pt x="2125" y="4431"/>
                    <a:pt x="2163" y="4594"/>
                    <a:pt x="2269" y="4728"/>
                  </a:cubicBezTo>
                  <a:lnTo>
                    <a:pt x="2307" y="4776"/>
                  </a:lnTo>
                  <a:lnTo>
                    <a:pt x="2355" y="4814"/>
                  </a:lnTo>
                  <a:cubicBezTo>
                    <a:pt x="2413" y="4850"/>
                    <a:pt x="2514" y="4900"/>
                    <a:pt x="2665" y="4900"/>
                  </a:cubicBezTo>
                  <a:cubicBezTo>
                    <a:pt x="2838" y="4900"/>
                    <a:pt x="3076" y="4834"/>
                    <a:pt x="3388" y="4604"/>
                  </a:cubicBezTo>
                  <a:cubicBezTo>
                    <a:pt x="3628" y="4431"/>
                    <a:pt x="3896" y="4326"/>
                    <a:pt x="4183" y="4288"/>
                  </a:cubicBezTo>
                  <a:cubicBezTo>
                    <a:pt x="4623" y="4202"/>
                    <a:pt x="4948" y="4106"/>
                    <a:pt x="5465" y="3436"/>
                  </a:cubicBezTo>
                  <a:lnTo>
                    <a:pt x="6307" y="3436"/>
                  </a:lnTo>
                  <a:lnTo>
                    <a:pt x="6307" y="565"/>
                  </a:lnTo>
                  <a:lnTo>
                    <a:pt x="5188" y="565"/>
                  </a:lnTo>
                  <a:cubicBezTo>
                    <a:pt x="4804" y="24"/>
                    <a:pt x="3425" y="0"/>
                    <a:pt x="31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842;p37">
              <a:extLst>
                <a:ext uri="{FF2B5EF4-FFF2-40B4-BE49-F238E27FC236}">
                  <a16:creationId xmlns:a16="http://schemas.microsoft.com/office/drawing/2014/main" id="{D7910B31-4B0F-C641-F3F7-FE708F1FF051}"/>
                </a:ext>
              </a:extLst>
            </p:cNvPr>
            <p:cNvSpPr/>
            <p:nvPr/>
          </p:nvSpPr>
          <p:spPr>
            <a:xfrm>
              <a:off x="2814822" y="1336475"/>
              <a:ext cx="128963" cy="21875"/>
            </a:xfrm>
            <a:custGeom>
              <a:avLst/>
              <a:gdLst/>
              <a:ahLst/>
              <a:cxnLst/>
              <a:rect l="l" t="t" r="r" b="b"/>
              <a:pathLst>
                <a:path w="4911" h="833" extrusionOk="0">
                  <a:moveTo>
                    <a:pt x="1737" y="0"/>
                  </a:moveTo>
                  <a:cubicBezTo>
                    <a:pt x="1709" y="0"/>
                    <a:pt x="1691" y="0"/>
                    <a:pt x="1685" y="0"/>
                  </a:cubicBezTo>
                  <a:lnTo>
                    <a:pt x="498" y="0"/>
                  </a:lnTo>
                  <a:cubicBezTo>
                    <a:pt x="221" y="0"/>
                    <a:pt x="1" y="230"/>
                    <a:pt x="1" y="508"/>
                  </a:cubicBezTo>
                  <a:lnTo>
                    <a:pt x="1" y="527"/>
                  </a:lnTo>
                  <a:cubicBezTo>
                    <a:pt x="1" y="575"/>
                    <a:pt x="10" y="632"/>
                    <a:pt x="20" y="680"/>
                  </a:cubicBezTo>
                  <a:cubicBezTo>
                    <a:pt x="87" y="479"/>
                    <a:pt x="278" y="268"/>
                    <a:pt x="498" y="268"/>
                  </a:cubicBezTo>
                  <a:lnTo>
                    <a:pt x="1685" y="268"/>
                  </a:lnTo>
                  <a:cubicBezTo>
                    <a:pt x="1692" y="268"/>
                    <a:pt x="1710" y="268"/>
                    <a:pt x="1737" y="268"/>
                  </a:cubicBezTo>
                  <a:cubicBezTo>
                    <a:pt x="2015" y="268"/>
                    <a:pt x="3283" y="292"/>
                    <a:pt x="3676" y="833"/>
                  </a:cubicBezTo>
                  <a:lnTo>
                    <a:pt x="4910" y="833"/>
                  </a:lnTo>
                  <a:lnTo>
                    <a:pt x="4910" y="565"/>
                  </a:lnTo>
                  <a:lnTo>
                    <a:pt x="3800" y="565"/>
                  </a:lnTo>
                  <a:cubicBezTo>
                    <a:pt x="3408" y="24"/>
                    <a:pt x="2028" y="0"/>
                    <a:pt x="1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843;p37">
              <a:extLst>
                <a:ext uri="{FF2B5EF4-FFF2-40B4-BE49-F238E27FC236}">
                  <a16:creationId xmlns:a16="http://schemas.microsoft.com/office/drawing/2014/main" id="{4E24CEA2-CCA1-4629-9AF5-90E10EBBFBA1}"/>
                </a:ext>
              </a:extLst>
            </p:cNvPr>
            <p:cNvSpPr/>
            <p:nvPr/>
          </p:nvSpPr>
          <p:spPr>
            <a:xfrm>
              <a:off x="2788693" y="1358585"/>
              <a:ext cx="70140" cy="17883"/>
            </a:xfrm>
            <a:custGeom>
              <a:avLst/>
              <a:gdLst/>
              <a:ahLst/>
              <a:cxnLst/>
              <a:rect l="l" t="t" r="r" b="b"/>
              <a:pathLst>
                <a:path w="2671" h="681" extrusionOk="0">
                  <a:moveTo>
                    <a:pt x="508" y="1"/>
                  </a:moveTo>
                  <a:cubicBezTo>
                    <a:pt x="230" y="1"/>
                    <a:pt x="0" y="230"/>
                    <a:pt x="0" y="508"/>
                  </a:cubicBezTo>
                  <a:lnTo>
                    <a:pt x="0" y="517"/>
                  </a:lnTo>
                  <a:cubicBezTo>
                    <a:pt x="0" y="575"/>
                    <a:pt x="10" y="623"/>
                    <a:pt x="29" y="680"/>
                  </a:cubicBezTo>
                  <a:cubicBezTo>
                    <a:pt x="94" y="476"/>
                    <a:pt x="276" y="335"/>
                    <a:pt x="487" y="335"/>
                  </a:cubicBezTo>
                  <a:cubicBezTo>
                    <a:pt x="494" y="335"/>
                    <a:pt x="501" y="335"/>
                    <a:pt x="508" y="335"/>
                  </a:cubicBezTo>
                  <a:lnTo>
                    <a:pt x="1101" y="335"/>
                  </a:lnTo>
                  <a:lnTo>
                    <a:pt x="1101" y="316"/>
                  </a:lnTo>
                  <a:lnTo>
                    <a:pt x="2460" y="316"/>
                  </a:lnTo>
                  <a:cubicBezTo>
                    <a:pt x="2671" y="316"/>
                    <a:pt x="2671" y="1"/>
                    <a:pt x="24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844;p37">
              <a:extLst>
                <a:ext uri="{FF2B5EF4-FFF2-40B4-BE49-F238E27FC236}">
                  <a16:creationId xmlns:a16="http://schemas.microsoft.com/office/drawing/2014/main" id="{117CDD01-0590-2A08-6FC1-D985C7AB4380}"/>
                </a:ext>
              </a:extLst>
            </p:cNvPr>
            <p:cNvSpPr/>
            <p:nvPr/>
          </p:nvSpPr>
          <p:spPr>
            <a:xfrm>
              <a:off x="2788693" y="1406851"/>
              <a:ext cx="53807" cy="13576"/>
            </a:xfrm>
            <a:custGeom>
              <a:avLst/>
              <a:gdLst/>
              <a:ahLst/>
              <a:cxnLst/>
              <a:rect l="l" t="t" r="r" b="b"/>
              <a:pathLst>
                <a:path w="2049" h="517" extrusionOk="0">
                  <a:moveTo>
                    <a:pt x="211" y="0"/>
                  </a:moveTo>
                  <a:cubicBezTo>
                    <a:pt x="182" y="0"/>
                    <a:pt x="144" y="10"/>
                    <a:pt x="115" y="19"/>
                  </a:cubicBezTo>
                  <a:cubicBezTo>
                    <a:pt x="106" y="38"/>
                    <a:pt x="96" y="57"/>
                    <a:pt x="77" y="67"/>
                  </a:cubicBezTo>
                  <a:cubicBezTo>
                    <a:pt x="29" y="163"/>
                    <a:pt x="0" y="268"/>
                    <a:pt x="0" y="383"/>
                  </a:cubicBezTo>
                  <a:cubicBezTo>
                    <a:pt x="0" y="431"/>
                    <a:pt x="10" y="469"/>
                    <a:pt x="29" y="517"/>
                  </a:cubicBezTo>
                  <a:cubicBezTo>
                    <a:pt x="48" y="459"/>
                    <a:pt x="77" y="402"/>
                    <a:pt x="106" y="364"/>
                  </a:cubicBezTo>
                  <a:cubicBezTo>
                    <a:pt x="134" y="335"/>
                    <a:pt x="163" y="325"/>
                    <a:pt x="201" y="325"/>
                  </a:cubicBezTo>
                  <a:lnTo>
                    <a:pt x="1828" y="325"/>
                  </a:lnTo>
                  <a:cubicBezTo>
                    <a:pt x="2049" y="325"/>
                    <a:pt x="2049" y="0"/>
                    <a:pt x="18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845;p37">
              <a:extLst>
                <a:ext uri="{FF2B5EF4-FFF2-40B4-BE49-F238E27FC236}">
                  <a16:creationId xmlns:a16="http://schemas.microsoft.com/office/drawing/2014/main" id="{94D3D857-9A70-EB08-D246-57FA1B7600BB}"/>
                </a:ext>
              </a:extLst>
            </p:cNvPr>
            <p:cNvSpPr/>
            <p:nvPr/>
          </p:nvSpPr>
          <p:spPr>
            <a:xfrm>
              <a:off x="2778399" y="1380959"/>
              <a:ext cx="59820" cy="17620"/>
            </a:xfrm>
            <a:custGeom>
              <a:avLst/>
              <a:gdLst/>
              <a:ahLst/>
              <a:cxnLst/>
              <a:rect l="l" t="t" r="r" b="b"/>
              <a:pathLst>
                <a:path w="2278" h="671" extrusionOk="0">
                  <a:moveTo>
                    <a:pt x="402" y="0"/>
                  </a:moveTo>
                  <a:cubicBezTo>
                    <a:pt x="163" y="48"/>
                    <a:pt x="0" y="249"/>
                    <a:pt x="0" y="488"/>
                  </a:cubicBezTo>
                  <a:lnTo>
                    <a:pt x="0" y="508"/>
                  </a:lnTo>
                  <a:cubicBezTo>
                    <a:pt x="0" y="565"/>
                    <a:pt x="10" y="613"/>
                    <a:pt x="19" y="670"/>
                  </a:cubicBezTo>
                  <a:cubicBezTo>
                    <a:pt x="86" y="460"/>
                    <a:pt x="278" y="316"/>
                    <a:pt x="498" y="316"/>
                  </a:cubicBezTo>
                  <a:lnTo>
                    <a:pt x="2067" y="316"/>
                  </a:lnTo>
                  <a:cubicBezTo>
                    <a:pt x="2278" y="316"/>
                    <a:pt x="2278" y="0"/>
                    <a:pt x="2067" y="0"/>
                  </a:cubicBezTo>
                  <a:lnTo>
                    <a:pt x="450" y="0"/>
                  </a:lnTo>
                  <a:cubicBezTo>
                    <a:pt x="431" y="0"/>
                    <a:pt x="412" y="0"/>
                    <a:pt x="402" y="10"/>
                  </a:cubicBezTo>
                  <a:lnTo>
                    <a:pt x="4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846;p37">
              <a:extLst>
                <a:ext uri="{FF2B5EF4-FFF2-40B4-BE49-F238E27FC236}">
                  <a16:creationId xmlns:a16="http://schemas.microsoft.com/office/drawing/2014/main" id="{3766AF8A-93F0-48C8-D869-EE85102BFECB}"/>
                </a:ext>
              </a:extLst>
            </p:cNvPr>
            <p:cNvSpPr/>
            <p:nvPr/>
          </p:nvSpPr>
          <p:spPr>
            <a:xfrm>
              <a:off x="2834438" y="1429698"/>
              <a:ext cx="27652" cy="26181"/>
            </a:xfrm>
            <a:custGeom>
              <a:avLst/>
              <a:gdLst/>
              <a:ahLst/>
              <a:cxnLst/>
              <a:rect l="l" t="t" r="r" b="b"/>
              <a:pathLst>
                <a:path w="1053" h="997" extrusionOk="0">
                  <a:moveTo>
                    <a:pt x="613" y="1"/>
                  </a:moveTo>
                  <a:cubicBezTo>
                    <a:pt x="479" y="97"/>
                    <a:pt x="354" y="202"/>
                    <a:pt x="240" y="326"/>
                  </a:cubicBezTo>
                  <a:cubicBezTo>
                    <a:pt x="134" y="432"/>
                    <a:pt x="58" y="566"/>
                    <a:pt x="29" y="709"/>
                  </a:cubicBezTo>
                  <a:cubicBezTo>
                    <a:pt x="0" y="805"/>
                    <a:pt x="10" y="901"/>
                    <a:pt x="39" y="996"/>
                  </a:cubicBezTo>
                  <a:cubicBezTo>
                    <a:pt x="106" y="795"/>
                    <a:pt x="230" y="623"/>
                    <a:pt x="393" y="499"/>
                  </a:cubicBezTo>
                  <a:cubicBezTo>
                    <a:pt x="431" y="460"/>
                    <a:pt x="498" y="412"/>
                    <a:pt x="584" y="345"/>
                  </a:cubicBezTo>
                  <a:lnTo>
                    <a:pt x="613" y="326"/>
                  </a:lnTo>
                  <a:cubicBezTo>
                    <a:pt x="814" y="173"/>
                    <a:pt x="1053" y="1"/>
                    <a:pt x="1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847;p37">
              <a:extLst>
                <a:ext uri="{FF2B5EF4-FFF2-40B4-BE49-F238E27FC236}">
                  <a16:creationId xmlns:a16="http://schemas.microsoft.com/office/drawing/2014/main" id="{98BE4B85-5D58-5097-D746-2008FD89660A}"/>
                </a:ext>
              </a:extLst>
            </p:cNvPr>
            <p:cNvSpPr/>
            <p:nvPr/>
          </p:nvSpPr>
          <p:spPr>
            <a:xfrm>
              <a:off x="2995280" y="1575729"/>
              <a:ext cx="165385" cy="128700"/>
            </a:xfrm>
            <a:custGeom>
              <a:avLst/>
              <a:gdLst/>
              <a:ahLst/>
              <a:cxnLst/>
              <a:rect l="l" t="t" r="r" b="b"/>
              <a:pathLst>
                <a:path w="6298" h="4901" extrusionOk="0">
                  <a:moveTo>
                    <a:pt x="3637" y="1"/>
                  </a:moveTo>
                  <a:cubicBezTo>
                    <a:pt x="3463" y="1"/>
                    <a:pt x="3222" y="67"/>
                    <a:pt x="2910" y="297"/>
                  </a:cubicBezTo>
                  <a:cubicBezTo>
                    <a:pt x="2680" y="469"/>
                    <a:pt x="2402" y="574"/>
                    <a:pt x="2115" y="613"/>
                  </a:cubicBezTo>
                  <a:cubicBezTo>
                    <a:pt x="1685" y="699"/>
                    <a:pt x="1350" y="795"/>
                    <a:pt x="842" y="1464"/>
                  </a:cubicBezTo>
                  <a:lnTo>
                    <a:pt x="0" y="1464"/>
                  </a:lnTo>
                  <a:lnTo>
                    <a:pt x="0" y="4336"/>
                  </a:lnTo>
                  <a:lnTo>
                    <a:pt x="1110" y="4336"/>
                  </a:lnTo>
                  <a:cubicBezTo>
                    <a:pt x="1494" y="4877"/>
                    <a:pt x="2873" y="4900"/>
                    <a:pt x="3164" y="4900"/>
                  </a:cubicBezTo>
                  <a:cubicBezTo>
                    <a:pt x="3192" y="4900"/>
                    <a:pt x="3210" y="4900"/>
                    <a:pt x="3216" y="4900"/>
                  </a:cubicBezTo>
                  <a:lnTo>
                    <a:pt x="4403" y="4900"/>
                  </a:lnTo>
                  <a:cubicBezTo>
                    <a:pt x="4680" y="4900"/>
                    <a:pt x="4910" y="4671"/>
                    <a:pt x="4910" y="4393"/>
                  </a:cubicBezTo>
                  <a:lnTo>
                    <a:pt x="4910" y="4374"/>
                  </a:lnTo>
                  <a:cubicBezTo>
                    <a:pt x="4910" y="4259"/>
                    <a:pt x="4862" y="4144"/>
                    <a:pt x="4785" y="4058"/>
                  </a:cubicBezTo>
                  <a:lnTo>
                    <a:pt x="5388" y="4058"/>
                  </a:lnTo>
                  <a:cubicBezTo>
                    <a:pt x="5666" y="4058"/>
                    <a:pt x="5886" y="3828"/>
                    <a:pt x="5886" y="3551"/>
                  </a:cubicBezTo>
                  <a:lnTo>
                    <a:pt x="5886" y="3541"/>
                  </a:lnTo>
                  <a:cubicBezTo>
                    <a:pt x="5886" y="3417"/>
                    <a:pt x="5848" y="3312"/>
                    <a:pt x="5781" y="3216"/>
                  </a:cubicBezTo>
                  <a:lnTo>
                    <a:pt x="5790" y="3216"/>
                  </a:lnTo>
                  <a:cubicBezTo>
                    <a:pt x="6068" y="3216"/>
                    <a:pt x="6288" y="2996"/>
                    <a:pt x="6288" y="2718"/>
                  </a:cubicBezTo>
                  <a:lnTo>
                    <a:pt x="6298" y="2699"/>
                  </a:lnTo>
                  <a:cubicBezTo>
                    <a:pt x="6298" y="2422"/>
                    <a:pt x="6077" y="2201"/>
                    <a:pt x="5800" y="2201"/>
                  </a:cubicBezTo>
                  <a:lnTo>
                    <a:pt x="5781" y="2201"/>
                  </a:lnTo>
                  <a:cubicBezTo>
                    <a:pt x="5857" y="2106"/>
                    <a:pt x="5905" y="1991"/>
                    <a:pt x="5905" y="1876"/>
                  </a:cubicBezTo>
                  <a:lnTo>
                    <a:pt x="5905" y="1857"/>
                  </a:lnTo>
                  <a:cubicBezTo>
                    <a:pt x="5905" y="1579"/>
                    <a:pt x="5675" y="1359"/>
                    <a:pt x="5398" y="1359"/>
                  </a:cubicBezTo>
                  <a:lnTo>
                    <a:pt x="3551" y="1359"/>
                  </a:lnTo>
                  <a:cubicBezTo>
                    <a:pt x="3790" y="1197"/>
                    <a:pt x="4077" y="938"/>
                    <a:pt x="4144" y="641"/>
                  </a:cubicBezTo>
                  <a:cubicBezTo>
                    <a:pt x="4182" y="469"/>
                    <a:pt x="4144" y="306"/>
                    <a:pt x="4039" y="172"/>
                  </a:cubicBezTo>
                  <a:lnTo>
                    <a:pt x="4001" y="125"/>
                  </a:lnTo>
                  <a:lnTo>
                    <a:pt x="3943" y="86"/>
                  </a:lnTo>
                  <a:cubicBezTo>
                    <a:pt x="3890" y="51"/>
                    <a:pt x="3789" y="1"/>
                    <a:pt x="3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848;p37">
              <a:extLst>
                <a:ext uri="{FF2B5EF4-FFF2-40B4-BE49-F238E27FC236}">
                  <a16:creationId xmlns:a16="http://schemas.microsoft.com/office/drawing/2014/main" id="{06B79C13-0288-3907-CC74-B8FC89E9848C}"/>
                </a:ext>
              </a:extLst>
            </p:cNvPr>
            <p:cNvSpPr/>
            <p:nvPr/>
          </p:nvSpPr>
          <p:spPr>
            <a:xfrm>
              <a:off x="2995280" y="1575861"/>
              <a:ext cx="109583" cy="45115"/>
            </a:xfrm>
            <a:custGeom>
              <a:avLst/>
              <a:gdLst/>
              <a:ahLst/>
              <a:cxnLst/>
              <a:rect l="l" t="t" r="r" b="b"/>
              <a:pathLst>
                <a:path w="4173" h="1718" extrusionOk="0">
                  <a:moveTo>
                    <a:pt x="3633" y="0"/>
                  </a:moveTo>
                  <a:cubicBezTo>
                    <a:pt x="3460" y="0"/>
                    <a:pt x="3222" y="67"/>
                    <a:pt x="2910" y="292"/>
                  </a:cubicBezTo>
                  <a:cubicBezTo>
                    <a:pt x="2670" y="464"/>
                    <a:pt x="2402" y="579"/>
                    <a:pt x="2115" y="617"/>
                  </a:cubicBezTo>
                  <a:cubicBezTo>
                    <a:pt x="1675" y="694"/>
                    <a:pt x="1350" y="799"/>
                    <a:pt x="833" y="1469"/>
                  </a:cubicBezTo>
                  <a:lnTo>
                    <a:pt x="0" y="1469"/>
                  </a:lnTo>
                  <a:lnTo>
                    <a:pt x="0" y="1718"/>
                  </a:lnTo>
                  <a:lnTo>
                    <a:pt x="957" y="1718"/>
                  </a:lnTo>
                  <a:cubicBezTo>
                    <a:pt x="1474" y="1048"/>
                    <a:pt x="1675" y="943"/>
                    <a:pt x="2115" y="866"/>
                  </a:cubicBezTo>
                  <a:cubicBezTo>
                    <a:pt x="2402" y="828"/>
                    <a:pt x="2680" y="723"/>
                    <a:pt x="2910" y="550"/>
                  </a:cubicBezTo>
                  <a:cubicBezTo>
                    <a:pt x="3222" y="320"/>
                    <a:pt x="3463" y="254"/>
                    <a:pt x="3637" y="254"/>
                  </a:cubicBezTo>
                  <a:cubicBezTo>
                    <a:pt x="3789" y="254"/>
                    <a:pt x="3890" y="304"/>
                    <a:pt x="3943" y="340"/>
                  </a:cubicBezTo>
                  <a:lnTo>
                    <a:pt x="3991" y="368"/>
                  </a:lnTo>
                  <a:lnTo>
                    <a:pt x="4029" y="426"/>
                  </a:lnTo>
                  <a:cubicBezTo>
                    <a:pt x="4087" y="493"/>
                    <a:pt x="4116" y="560"/>
                    <a:pt x="4135" y="646"/>
                  </a:cubicBezTo>
                  <a:lnTo>
                    <a:pt x="4135" y="636"/>
                  </a:lnTo>
                  <a:cubicBezTo>
                    <a:pt x="4173" y="474"/>
                    <a:pt x="4135" y="301"/>
                    <a:pt x="4029" y="167"/>
                  </a:cubicBezTo>
                  <a:lnTo>
                    <a:pt x="3991" y="120"/>
                  </a:lnTo>
                  <a:lnTo>
                    <a:pt x="3943" y="91"/>
                  </a:lnTo>
                  <a:cubicBezTo>
                    <a:pt x="3885" y="51"/>
                    <a:pt x="3784" y="0"/>
                    <a:pt x="36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849;p37">
              <a:extLst>
                <a:ext uri="{FF2B5EF4-FFF2-40B4-BE49-F238E27FC236}">
                  <a16:creationId xmlns:a16="http://schemas.microsoft.com/office/drawing/2014/main" id="{DD0F23E0-106A-A219-5170-33FCA16D7DCA}"/>
                </a:ext>
              </a:extLst>
            </p:cNvPr>
            <p:cNvSpPr/>
            <p:nvPr/>
          </p:nvSpPr>
          <p:spPr>
            <a:xfrm>
              <a:off x="3096565" y="1659157"/>
              <a:ext cx="53807" cy="13603"/>
            </a:xfrm>
            <a:custGeom>
              <a:avLst/>
              <a:gdLst/>
              <a:ahLst/>
              <a:cxnLst/>
              <a:rect l="l" t="t" r="r" b="b"/>
              <a:pathLst>
                <a:path w="2049" h="518" extrusionOk="0">
                  <a:moveTo>
                    <a:pt x="211" y="1"/>
                  </a:moveTo>
                  <a:cubicBezTo>
                    <a:pt x="0" y="1"/>
                    <a:pt x="0" y="326"/>
                    <a:pt x="211" y="326"/>
                  </a:cubicBezTo>
                  <a:lnTo>
                    <a:pt x="1847" y="326"/>
                  </a:lnTo>
                  <a:cubicBezTo>
                    <a:pt x="1876" y="326"/>
                    <a:pt x="1914" y="336"/>
                    <a:pt x="1943" y="364"/>
                  </a:cubicBezTo>
                  <a:cubicBezTo>
                    <a:pt x="1972" y="412"/>
                    <a:pt x="2000" y="460"/>
                    <a:pt x="2019" y="517"/>
                  </a:cubicBezTo>
                  <a:cubicBezTo>
                    <a:pt x="2029" y="469"/>
                    <a:pt x="2039" y="431"/>
                    <a:pt x="2048" y="383"/>
                  </a:cubicBezTo>
                  <a:cubicBezTo>
                    <a:pt x="2048" y="278"/>
                    <a:pt x="2019" y="163"/>
                    <a:pt x="1962" y="68"/>
                  </a:cubicBezTo>
                  <a:cubicBezTo>
                    <a:pt x="1952" y="58"/>
                    <a:pt x="1943" y="39"/>
                    <a:pt x="1924" y="29"/>
                  </a:cubicBezTo>
                  <a:cubicBezTo>
                    <a:pt x="1895" y="10"/>
                    <a:pt x="1866" y="1"/>
                    <a:pt x="18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850;p37">
              <a:extLst>
                <a:ext uri="{FF2B5EF4-FFF2-40B4-BE49-F238E27FC236}">
                  <a16:creationId xmlns:a16="http://schemas.microsoft.com/office/drawing/2014/main" id="{9BD36AF5-C25E-2949-A0FC-38D519A12AD2}"/>
                </a:ext>
              </a:extLst>
            </p:cNvPr>
            <p:cNvSpPr/>
            <p:nvPr/>
          </p:nvSpPr>
          <p:spPr>
            <a:xfrm>
              <a:off x="3087269" y="1682030"/>
              <a:ext cx="37210" cy="13340"/>
            </a:xfrm>
            <a:custGeom>
              <a:avLst/>
              <a:gdLst/>
              <a:ahLst/>
              <a:cxnLst/>
              <a:rect l="l" t="t" r="r" b="b"/>
              <a:pathLst>
                <a:path w="1417" h="508" extrusionOk="0">
                  <a:moveTo>
                    <a:pt x="211" y="0"/>
                  </a:moveTo>
                  <a:cubicBezTo>
                    <a:pt x="0" y="0"/>
                    <a:pt x="0" y="316"/>
                    <a:pt x="211" y="316"/>
                  </a:cubicBezTo>
                  <a:lnTo>
                    <a:pt x="1206" y="316"/>
                  </a:lnTo>
                  <a:cubicBezTo>
                    <a:pt x="1244" y="316"/>
                    <a:pt x="1273" y="335"/>
                    <a:pt x="1302" y="355"/>
                  </a:cubicBezTo>
                  <a:cubicBezTo>
                    <a:pt x="1340" y="402"/>
                    <a:pt x="1369" y="450"/>
                    <a:pt x="1388" y="508"/>
                  </a:cubicBezTo>
                  <a:cubicBezTo>
                    <a:pt x="1397" y="469"/>
                    <a:pt x="1407" y="422"/>
                    <a:pt x="1407" y="374"/>
                  </a:cubicBezTo>
                  <a:cubicBezTo>
                    <a:pt x="1416" y="268"/>
                    <a:pt x="1388" y="163"/>
                    <a:pt x="1330" y="67"/>
                  </a:cubicBezTo>
                  <a:cubicBezTo>
                    <a:pt x="1321" y="48"/>
                    <a:pt x="1302" y="29"/>
                    <a:pt x="1292" y="20"/>
                  </a:cubicBezTo>
                  <a:cubicBezTo>
                    <a:pt x="1263" y="0"/>
                    <a:pt x="1235" y="0"/>
                    <a:pt x="1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851;p37">
              <a:extLst>
                <a:ext uri="{FF2B5EF4-FFF2-40B4-BE49-F238E27FC236}">
                  <a16:creationId xmlns:a16="http://schemas.microsoft.com/office/drawing/2014/main" id="{7D8F3198-BDEB-E049-DF90-6E0FE2F428DB}"/>
                </a:ext>
              </a:extLst>
            </p:cNvPr>
            <p:cNvSpPr/>
            <p:nvPr/>
          </p:nvSpPr>
          <p:spPr>
            <a:xfrm>
              <a:off x="3100819" y="1633265"/>
              <a:ext cx="59847" cy="17620"/>
            </a:xfrm>
            <a:custGeom>
              <a:avLst/>
              <a:gdLst/>
              <a:ahLst/>
              <a:cxnLst/>
              <a:rect l="l" t="t" r="r" b="b"/>
              <a:pathLst>
                <a:path w="2279" h="671" extrusionOk="0">
                  <a:moveTo>
                    <a:pt x="211" y="1"/>
                  </a:moveTo>
                  <a:cubicBezTo>
                    <a:pt x="1" y="1"/>
                    <a:pt x="1" y="317"/>
                    <a:pt x="211" y="317"/>
                  </a:cubicBezTo>
                  <a:lnTo>
                    <a:pt x="1781" y="317"/>
                  </a:lnTo>
                  <a:cubicBezTo>
                    <a:pt x="2001" y="317"/>
                    <a:pt x="2192" y="460"/>
                    <a:pt x="2259" y="671"/>
                  </a:cubicBezTo>
                  <a:cubicBezTo>
                    <a:pt x="2269" y="613"/>
                    <a:pt x="2279" y="565"/>
                    <a:pt x="2279" y="508"/>
                  </a:cubicBezTo>
                  <a:lnTo>
                    <a:pt x="2279" y="498"/>
                  </a:lnTo>
                  <a:cubicBezTo>
                    <a:pt x="2279" y="259"/>
                    <a:pt x="2116" y="49"/>
                    <a:pt x="1877" y="1"/>
                  </a:cubicBezTo>
                  <a:lnTo>
                    <a:pt x="1877" y="10"/>
                  </a:lnTo>
                  <a:cubicBezTo>
                    <a:pt x="1867" y="1"/>
                    <a:pt x="1848" y="1"/>
                    <a:pt x="18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852;p37">
              <a:extLst>
                <a:ext uri="{FF2B5EF4-FFF2-40B4-BE49-F238E27FC236}">
                  <a16:creationId xmlns:a16="http://schemas.microsoft.com/office/drawing/2014/main" id="{42233452-AE62-5C28-3747-AA9ADF273D1C}"/>
                </a:ext>
              </a:extLst>
            </p:cNvPr>
            <p:cNvSpPr/>
            <p:nvPr/>
          </p:nvSpPr>
          <p:spPr>
            <a:xfrm>
              <a:off x="3076949" y="1610918"/>
              <a:ext cx="73160" cy="17857"/>
            </a:xfrm>
            <a:custGeom>
              <a:avLst/>
              <a:gdLst/>
              <a:ahLst/>
              <a:cxnLst/>
              <a:rect l="l" t="t" r="r" b="b"/>
              <a:pathLst>
                <a:path w="2786" h="680" extrusionOk="0">
                  <a:moveTo>
                    <a:pt x="470" y="0"/>
                  </a:moveTo>
                  <a:cubicBezTo>
                    <a:pt x="326" y="124"/>
                    <a:pt x="163" y="230"/>
                    <a:pt x="1" y="325"/>
                  </a:cubicBezTo>
                  <a:lnTo>
                    <a:pt x="1695" y="325"/>
                  </a:lnTo>
                  <a:lnTo>
                    <a:pt x="1685" y="335"/>
                  </a:lnTo>
                  <a:lnTo>
                    <a:pt x="2278" y="335"/>
                  </a:lnTo>
                  <a:cubicBezTo>
                    <a:pt x="2498" y="335"/>
                    <a:pt x="2690" y="469"/>
                    <a:pt x="2757" y="680"/>
                  </a:cubicBezTo>
                  <a:cubicBezTo>
                    <a:pt x="2776" y="632"/>
                    <a:pt x="2786" y="574"/>
                    <a:pt x="2786" y="526"/>
                  </a:cubicBezTo>
                  <a:lnTo>
                    <a:pt x="2786" y="507"/>
                  </a:lnTo>
                  <a:cubicBezTo>
                    <a:pt x="2786" y="230"/>
                    <a:pt x="2556" y="0"/>
                    <a:pt x="22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853;p37">
              <a:extLst>
                <a:ext uri="{FF2B5EF4-FFF2-40B4-BE49-F238E27FC236}">
                  <a16:creationId xmlns:a16="http://schemas.microsoft.com/office/drawing/2014/main" id="{80A35074-6628-15D1-8279-3E73A176CC79}"/>
                </a:ext>
              </a:extLst>
            </p:cNvPr>
            <p:cNvSpPr/>
            <p:nvPr/>
          </p:nvSpPr>
          <p:spPr>
            <a:xfrm>
              <a:off x="2984960" y="1351285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307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307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854;p37">
              <a:extLst>
                <a:ext uri="{FF2B5EF4-FFF2-40B4-BE49-F238E27FC236}">
                  <a16:creationId xmlns:a16="http://schemas.microsoft.com/office/drawing/2014/main" id="{6D131370-5220-123D-DE1D-3A1FFDEEFE04}"/>
                </a:ext>
              </a:extLst>
            </p:cNvPr>
            <p:cNvSpPr/>
            <p:nvPr/>
          </p:nvSpPr>
          <p:spPr>
            <a:xfrm>
              <a:off x="3006572" y="1351285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298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298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855;p37">
              <a:extLst>
                <a:ext uri="{FF2B5EF4-FFF2-40B4-BE49-F238E27FC236}">
                  <a16:creationId xmlns:a16="http://schemas.microsoft.com/office/drawing/2014/main" id="{76AE7750-818F-7A8E-3177-E6DAAD8E9E9A}"/>
                </a:ext>
              </a:extLst>
            </p:cNvPr>
            <p:cNvSpPr/>
            <p:nvPr/>
          </p:nvSpPr>
          <p:spPr>
            <a:xfrm>
              <a:off x="3124690" y="1537258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307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307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856;p37">
              <a:extLst>
                <a:ext uri="{FF2B5EF4-FFF2-40B4-BE49-F238E27FC236}">
                  <a16:creationId xmlns:a16="http://schemas.microsoft.com/office/drawing/2014/main" id="{99341F2C-F071-24A9-06ED-9BB36A3935D3}"/>
                </a:ext>
              </a:extLst>
            </p:cNvPr>
            <p:cNvSpPr/>
            <p:nvPr/>
          </p:nvSpPr>
          <p:spPr>
            <a:xfrm>
              <a:off x="3124690" y="1558897"/>
              <a:ext cx="15861" cy="15835"/>
            </a:xfrm>
            <a:custGeom>
              <a:avLst/>
              <a:gdLst/>
              <a:ahLst/>
              <a:cxnLst/>
              <a:rect l="l" t="t" r="r" b="b"/>
              <a:pathLst>
                <a:path w="604" h="603" extrusionOk="0">
                  <a:moveTo>
                    <a:pt x="307" y="0"/>
                  </a:moveTo>
                  <a:cubicBezTo>
                    <a:pt x="135" y="0"/>
                    <a:pt x="1" y="134"/>
                    <a:pt x="1" y="297"/>
                  </a:cubicBezTo>
                  <a:cubicBezTo>
                    <a:pt x="1" y="469"/>
                    <a:pt x="135" y="603"/>
                    <a:pt x="307" y="603"/>
                  </a:cubicBezTo>
                  <a:cubicBezTo>
                    <a:pt x="470" y="603"/>
                    <a:pt x="604" y="469"/>
                    <a:pt x="604" y="297"/>
                  </a:cubicBezTo>
                  <a:cubicBezTo>
                    <a:pt x="604" y="134"/>
                    <a:pt x="470" y="0"/>
                    <a:pt x="3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857;p37">
              <a:extLst>
                <a:ext uri="{FF2B5EF4-FFF2-40B4-BE49-F238E27FC236}">
                  <a16:creationId xmlns:a16="http://schemas.microsoft.com/office/drawing/2014/main" id="{1BFF1225-4990-D5B6-4AD0-5B47ED99E175}"/>
                </a:ext>
              </a:extLst>
            </p:cNvPr>
            <p:cNvSpPr/>
            <p:nvPr/>
          </p:nvSpPr>
          <p:spPr>
            <a:xfrm>
              <a:off x="2798987" y="1469665"/>
              <a:ext cx="15861" cy="15598"/>
            </a:xfrm>
            <a:custGeom>
              <a:avLst/>
              <a:gdLst/>
              <a:ahLst/>
              <a:cxnLst/>
              <a:rect l="l" t="t" r="r" b="b"/>
              <a:pathLst>
                <a:path w="604" h="594" extrusionOk="0">
                  <a:moveTo>
                    <a:pt x="307" y="1"/>
                  </a:moveTo>
                  <a:cubicBezTo>
                    <a:pt x="135" y="1"/>
                    <a:pt x="1" y="135"/>
                    <a:pt x="1" y="297"/>
                  </a:cubicBezTo>
                  <a:cubicBezTo>
                    <a:pt x="1" y="460"/>
                    <a:pt x="135" y="594"/>
                    <a:pt x="307" y="594"/>
                  </a:cubicBezTo>
                  <a:cubicBezTo>
                    <a:pt x="470" y="594"/>
                    <a:pt x="604" y="460"/>
                    <a:pt x="604" y="29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858;p37">
              <a:extLst>
                <a:ext uri="{FF2B5EF4-FFF2-40B4-BE49-F238E27FC236}">
                  <a16:creationId xmlns:a16="http://schemas.microsoft.com/office/drawing/2014/main" id="{1B31A58B-875C-61A1-C106-EC92D197FC57}"/>
                </a:ext>
              </a:extLst>
            </p:cNvPr>
            <p:cNvSpPr/>
            <p:nvPr/>
          </p:nvSpPr>
          <p:spPr>
            <a:xfrm>
              <a:off x="2798987" y="1491277"/>
              <a:ext cx="15861" cy="15598"/>
            </a:xfrm>
            <a:custGeom>
              <a:avLst/>
              <a:gdLst/>
              <a:ahLst/>
              <a:cxnLst/>
              <a:rect l="l" t="t" r="r" b="b"/>
              <a:pathLst>
                <a:path w="604" h="594" extrusionOk="0">
                  <a:moveTo>
                    <a:pt x="307" y="1"/>
                  </a:moveTo>
                  <a:cubicBezTo>
                    <a:pt x="135" y="1"/>
                    <a:pt x="1" y="125"/>
                    <a:pt x="1" y="297"/>
                  </a:cubicBezTo>
                  <a:cubicBezTo>
                    <a:pt x="1" y="460"/>
                    <a:pt x="135" y="594"/>
                    <a:pt x="307" y="594"/>
                  </a:cubicBezTo>
                  <a:cubicBezTo>
                    <a:pt x="470" y="594"/>
                    <a:pt x="604" y="460"/>
                    <a:pt x="604" y="297"/>
                  </a:cubicBezTo>
                  <a:cubicBezTo>
                    <a:pt x="604" y="12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859;p37">
              <a:extLst>
                <a:ext uri="{FF2B5EF4-FFF2-40B4-BE49-F238E27FC236}">
                  <a16:creationId xmlns:a16="http://schemas.microsoft.com/office/drawing/2014/main" id="{4AB96FAE-8720-2FB0-F52E-FD26067F2378}"/>
                </a:ext>
              </a:extLst>
            </p:cNvPr>
            <p:cNvSpPr/>
            <p:nvPr/>
          </p:nvSpPr>
          <p:spPr>
            <a:xfrm>
              <a:off x="2917367" y="1677014"/>
              <a:ext cx="15598" cy="15835"/>
            </a:xfrm>
            <a:custGeom>
              <a:avLst/>
              <a:gdLst/>
              <a:ahLst/>
              <a:cxnLst/>
              <a:rect l="l" t="t" r="r" b="b"/>
              <a:pathLst>
                <a:path w="594" h="603" extrusionOk="0">
                  <a:moveTo>
                    <a:pt x="297" y="0"/>
                  </a:moveTo>
                  <a:cubicBezTo>
                    <a:pt x="134" y="0"/>
                    <a:pt x="0" y="134"/>
                    <a:pt x="0" y="306"/>
                  </a:cubicBezTo>
                  <a:cubicBezTo>
                    <a:pt x="0" y="469"/>
                    <a:pt x="134" y="603"/>
                    <a:pt x="297" y="603"/>
                  </a:cubicBezTo>
                  <a:cubicBezTo>
                    <a:pt x="460" y="603"/>
                    <a:pt x="594" y="469"/>
                    <a:pt x="594" y="306"/>
                  </a:cubicBezTo>
                  <a:cubicBezTo>
                    <a:pt x="594" y="134"/>
                    <a:pt x="460" y="0"/>
                    <a:pt x="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860;p37">
              <a:extLst>
                <a:ext uri="{FF2B5EF4-FFF2-40B4-BE49-F238E27FC236}">
                  <a16:creationId xmlns:a16="http://schemas.microsoft.com/office/drawing/2014/main" id="{6EE6B414-4E56-61F2-3A2A-15EFE7B5FFC1}"/>
                </a:ext>
              </a:extLst>
            </p:cNvPr>
            <p:cNvSpPr/>
            <p:nvPr/>
          </p:nvSpPr>
          <p:spPr>
            <a:xfrm>
              <a:off x="2938716" y="1677014"/>
              <a:ext cx="15861" cy="15835"/>
            </a:xfrm>
            <a:custGeom>
              <a:avLst/>
              <a:gdLst/>
              <a:ahLst/>
              <a:cxnLst/>
              <a:rect l="l" t="t" r="r" b="b"/>
              <a:pathLst>
                <a:path w="604" h="603" extrusionOk="0">
                  <a:moveTo>
                    <a:pt x="307" y="0"/>
                  </a:moveTo>
                  <a:cubicBezTo>
                    <a:pt x="135" y="0"/>
                    <a:pt x="1" y="134"/>
                    <a:pt x="1" y="306"/>
                  </a:cubicBezTo>
                  <a:cubicBezTo>
                    <a:pt x="1" y="469"/>
                    <a:pt x="135" y="603"/>
                    <a:pt x="307" y="603"/>
                  </a:cubicBezTo>
                  <a:cubicBezTo>
                    <a:pt x="470" y="603"/>
                    <a:pt x="604" y="469"/>
                    <a:pt x="604" y="306"/>
                  </a:cubicBezTo>
                  <a:cubicBezTo>
                    <a:pt x="604" y="134"/>
                    <a:pt x="470" y="0"/>
                    <a:pt x="3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861;p37">
              <a:extLst>
                <a:ext uri="{FF2B5EF4-FFF2-40B4-BE49-F238E27FC236}">
                  <a16:creationId xmlns:a16="http://schemas.microsoft.com/office/drawing/2014/main" id="{E002F012-53CD-4A3E-16B7-D3F7EF0638C5}"/>
                </a:ext>
              </a:extLst>
            </p:cNvPr>
            <p:cNvSpPr/>
            <p:nvPr/>
          </p:nvSpPr>
          <p:spPr>
            <a:xfrm>
              <a:off x="2790190" y="1518430"/>
              <a:ext cx="95534" cy="32694"/>
            </a:xfrm>
            <a:custGeom>
              <a:avLst/>
              <a:gdLst/>
              <a:ahLst/>
              <a:cxnLst/>
              <a:rect l="l" t="t" r="r" b="b"/>
              <a:pathLst>
                <a:path w="3638" h="1245" extrusionOk="0">
                  <a:moveTo>
                    <a:pt x="20" y="0"/>
                  </a:moveTo>
                  <a:lnTo>
                    <a:pt x="20" y="1005"/>
                  </a:lnTo>
                  <a:cubicBezTo>
                    <a:pt x="1" y="1130"/>
                    <a:pt x="97" y="1235"/>
                    <a:pt x="221" y="1244"/>
                  </a:cubicBezTo>
                  <a:lnTo>
                    <a:pt x="3418" y="1244"/>
                  </a:lnTo>
                  <a:cubicBezTo>
                    <a:pt x="3542" y="1235"/>
                    <a:pt x="3638" y="1130"/>
                    <a:pt x="3618" y="1005"/>
                  </a:cubicBezTo>
                  <a:cubicBezTo>
                    <a:pt x="3618" y="996"/>
                    <a:pt x="3618" y="986"/>
                    <a:pt x="3618" y="976"/>
                  </a:cubicBezTo>
                  <a:lnTo>
                    <a:pt x="36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862;p37">
              <a:extLst>
                <a:ext uri="{FF2B5EF4-FFF2-40B4-BE49-F238E27FC236}">
                  <a16:creationId xmlns:a16="http://schemas.microsoft.com/office/drawing/2014/main" id="{2FA20A3A-B652-9707-F026-20072F471722}"/>
                </a:ext>
              </a:extLst>
            </p:cNvPr>
            <p:cNvSpPr/>
            <p:nvPr/>
          </p:nvSpPr>
          <p:spPr>
            <a:xfrm>
              <a:off x="2814323" y="1518430"/>
              <a:ext cx="71401" cy="32694"/>
            </a:xfrm>
            <a:custGeom>
              <a:avLst/>
              <a:gdLst/>
              <a:ahLst/>
              <a:cxnLst/>
              <a:rect l="l" t="t" r="r" b="b"/>
              <a:pathLst>
                <a:path w="2719" h="1245" extrusionOk="0">
                  <a:moveTo>
                    <a:pt x="1" y="0"/>
                  </a:moveTo>
                  <a:lnTo>
                    <a:pt x="1" y="1244"/>
                  </a:lnTo>
                  <a:lnTo>
                    <a:pt x="2499" y="1244"/>
                  </a:lnTo>
                  <a:cubicBezTo>
                    <a:pt x="2623" y="1235"/>
                    <a:pt x="2719" y="1130"/>
                    <a:pt x="2699" y="1005"/>
                  </a:cubicBezTo>
                  <a:cubicBezTo>
                    <a:pt x="2699" y="996"/>
                    <a:pt x="2699" y="986"/>
                    <a:pt x="2699" y="976"/>
                  </a:cubicBezTo>
                  <a:lnTo>
                    <a:pt x="2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863;p37">
              <a:extLst>
                <a:ext uri="{FF2B5EF4-FFF2-40B4-BE49-F238E27FC236}">
                  <a16:creationId xmlns:a16="http://schemas.microsoft.com/office/drawing/2014/main" id="{2DD58C14-0C01-BC31-AA57-AA99DB0A047E}"/>
                </a:ext>
              </a:extLst>
            </p:cNvPr>
            <p:cNvSpPr/>
            <p:nvPr/>
          </p:nvSpPr>
          <p:spPr>
            <a:xfrm>
              <a:off x="2966631" y="1605324"/>
              <a:ext cx="32694" cy="94825"/>
            </a:xfrm>
            <a:custGeom>
              <a:avLst/>
              <a:gdLst/>
              <a:ahLst/>
              <a:cxnLst/>
              <a:rect l="l" t="t" r="r" b="b"/>
              <a:pathLst>
                <a:path w="1245" h="3611" extrusionOk="0">
                  <a:moveTo>
                    <a:pt x="1035" y="0"/>
                  </a:moveTo>
                  <a:cubicBezTo>
                    <a:pt x="1025" y="0"/>
                    <a:pt x="1015" y="1"/>
                    <a:pt x="1005" y="3"/>
                  </a:cubicBezTo>
                  <a:lnTo>
                    <a:pt x="0" y="3"/>
                  </a:lnTo>
                  <a:lnTo>
                    <a:pt x="0" y="3611"/>
                  </a:lnTo>
                  <a:lnTo>
                    <a:pt x="1005" y="3611"/>
                  </a:lnTo>
                  <a:lnTo>
                    <a:pt x="1005" y="3601"/>
                  </a:lnTo>
                  <a:cubicBezTo>
                    <a:pt x="1015" y="3603"/>
                    <a:pt x="1025" y="3603"/>
                    <a:pt x="1035" y="3603"/>
                  </a:cubicBezTo>
                  <a:cubicBezTo>
                    <a:pt x="1139" y="3603"/>
                    <a:pt x="1236" y="3514"/>
                    <a:pt x="1244" y="3400"/>
                  </a:cubicBezTo>
                  <a:lnTo>
                    <a:pt x="1244" y="203"/>
                  </a:lnTo>
                  <a:cubicBezTo>
                    <a:pt x="1236" y="90"/>
                    <a:pt x="1139" y="0"/>
                    <a:pt x="10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864;p37">
              <a:extLst>
                <a:ext uri="{FF2B5EF4-FFF2-40B4-BE49-F238E27FC236}">
                  <a16:creationId xmlns:a16="http://schemas.microsoft.com/office/drawing/2014/main" id="{B75D62C2-D7E4-D34C-B572-22A646B0326C}"/>
                </a:ext>
              </a:extLst>
            </p:cNvPr>
            <p:cNvSpPr/>
            <p:nvPr/>
          </p:nvSpPr>
          <p:spPr>
            <a:xfrm>
              <a:off x="2966368" y="1629247"/>
              <a:ext cx="32956" cy="70718"/>
            </a:xfrm>
            <a:custGeom>
              <a:avLst/>
              <a:gdLst/>
              <a:ahLst/>
              <a:cxnLst/>
              <a:rect l="l" t="t" r="r" b="b"/>
              <a:pathLst>
                <a:path w="1255" h="2693" extrusionOk="0">
                  <a:moveTo>
                    <a:pt x="1" y="1"/>
                  </a:moveTo>
                  <a:lnTo>
                    <a:pt x="1" y="2690"/>
                  </a:lnTo>
                  <a:lnTo>
                    <a:pt x="1015" y="2690"/>
                  </a:lnTo>
                  <a:cubicBezTo>
                    <a:pt x="1025" y="2692"/>
                    <a:pt x="1035" y="2692"/>
                    <a:pt x="1045" y="2692"/>
                  </a:cubicBezTo>
                  <a:cubicBezTo>
                    <a:pt x="1149" y="2692"/>
                    <a:pt x="1246" y="2603"/>
                    <a:pt x="1254" y="2489"/>
                  </a:cubicBezTo>
                  <a:lnTo>
                    <a:pt x="12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865;p37">
              <a:extLst>
                <a:ext uri="{FF2B5EF4-FFF2-40B4-BE49-F238E27FC236}">
                  <a16:creationId xmlns:a16="http://schemas.microsoft.com/office/drawing/2014/main" id="{1F93B5BA-0F5E-DCE3-B815-7BDCC3AC2691}"/>
                </a:ext>
              </a:extLst>
            </p:cNvPr>
            <p:cNvSpPr/>
            <p:nvPr/>
          </p:nvSpPr>
          <p:spPr>
            <a:xfrm>
              <a:off x="3053578" y="1491041"/>
              <a:ext cx="95534" cy="32694"/>
            </a:xfrm>
            <a:custGeom>
              <a:avLst/>
              <a:gdLst/>
              <a:ahLst/>
              <a:cxnLst/>
              <a:rect l="l" t="t" r="r" b="b"/>
              <a:pathLst>
                <a:path w="3638" h="1245" extrusionOk="0">
                  <a:moveTo>
                    <a:pt x="221" y="0"/>
                  </a:moveTo>
                  <a:cubicBezTo>
                    <a:pt x="96" y="10"/>
                    <a:pt x="1" y="115"/>
                    <a:pt x="20" y="239"/>
                  </a:cubicBezTo>
                  <a:cubicBezTo>
                    <a:pt x="20" y="249"/>
                    <a:pt x="10" y="258"/>
                    <a:pt x="20" y="268"/>
                  </a:cubicBezTo>
                  <a:lnTo>
                    <a:pt x="20" y="1244"/>
                  </a:lnTo>
                  <a:lnTo>
                    <a:pt x="3618" y="1244"/>
                  </a:lnTo>
                  <a:lnTo>
                    <a:pt x="3618" y="239"/>
                  </a:lnTo>
                  <a:cubicBezTo>
                    <a:pt x="3637" y="115"/>
                    <a:pt x="3542" y="10"/>
                    <a:pt x="34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866;p37">
              <a:extLst>
                <a:ext uri="{FF2B5EF4-FFF2-40B4-BE49-F238E27FC236}">
                  <a16:creationId xmlns:a16="http://schemas.microsoft.com/office/drawing/2014/main" id="{F6349EAA-7FAC-6F0D-33C9-7A55F4CD407E}"/>
                </a:ext>
              </a:extLst>
            </p:cNvPr>
            <p:cNvSpPr/>
            <p:nvPr/>
          </p:nvSpPr>
          <p:spPr>
            <a:xfrm>
              <a:off x="3053578" y="1491041"/>
              <a:ext cx="71401" cy="32930"/>
            </a:xfrm>
            <a:custGeom>
              <a:avLst/>
              <a:gdLst/>
              <a:ahLst/>
              <a:cxnLst/>
              <a:rect l="l" t="t" r="r" b="b"/>
              <a:pathLst>
                <a:path w="2719" h="1254" extrusionOk="0">
                  <a:moveTo>
                    <a:pt x="221" y="0"/>
                  </a:moveTo>
                  <a:cubicBezTo>
                    <a:pt x="96" y="10"/>
                    <a:pt x="1" y="115"/>
                    <a:pt x="20" y="239"/>
                  </a:cubicBezTo>
                  <a:cubicBezTo>
                    <a:pt x="20" y="249"/>
                    <a:pt x="10" y="258"/>
                    <a:pt x="20" y="278"/>
                  </a:cubicBezTo>
                  <a:lnTo>
                    <a:pt x="20" y="1254"/>
                  </a:lnTo>
                  <a:lnTo>
                    <a:pt x="2719" y="1254"/>
                  </a:lnTo>
                  <a:lnTo>
                    <a:pt x="27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867;p37">
              <a:extLst>
                <a:ext uri="{FF2B5EF4-FFF2-40B4-BE49-F238E27FC236}">
                  <a16:creationId xmlns:a16="http://schemas.microsoft.com/office/drawing/2014/main" id="{D3A99BEB-3463-5453-3B35-4428BCF28AA8}"/>
                </a:ext>
              </a:extLst>
            </p:cNvPr>
            <p:cNvSpPr/>
            <p:nvPr/>
          </p:nvSpPr>
          <p:spPr>
            <a:xfrm>
              <a:off x="2941001" y="1341989"/>
              <a:ext cx="32694" cy="94851"/>
            </a:xfrm>
            <a:custGeom>
              <a:avLst/>
              <a:gdLst/>
              <a:ahLst/>
              <a:cxnLst/>
              <a:rect l="l" t="t" r="r" b="b"/>
              <a:pathLst>
                <a:path w="1245" h="3612" extrusionOk="0">
                  <a:moveTo>
                    <a:pt x="239" y="1"/>
                  </a:moveTo>
                  <a:lnTo>
                    <a:pt x="239" y="10"/>
                  </a:lnTo>
                  <a:cubicBezTo>
                    <a:pt x="229" y="9"/>
                    <a:pt x="220" y="8"/>
                    <a:pt x="210" y="8"/>
                  </a:cubicBezTo>
                  <a:cubicBezTo>
                    <a:pt x="106" y="8"/>
                    <a:pt x="9" y="98"/>
                    <a:pt x="0" y="211"/>
                  </a:cubicBezTo>
                  <a:lnTo>
                    <a:pt x="0" y="3408"/>
                  </a:lnTo>
                  <a:cubicBezTo>
                    <a:pt x="9" y="3522"/>
                    <a:pt x="106" y="3611"/>
                    <a:pt x="210" y="3611"/>
                  </a:cubicBezTo>
                  <a:cubicBezTo>
                    <a:pt x="220" y="3611"/>
                    <a:pt x="229" y="3611"/>
                    <a:pt x="239" y="3609"/>
                  </a:cubicBezTo>
                  <a:lnTo>
                    <a:pt x="1244" y="3609"/>
                  </a:lnTo>
                  <a:lnTo>
                    <a:pt x="12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868;p37">
              <a:extLst>
                <a:ext uri="{FF2B5EF4-FFF2-40B4-BE49-F238E27FC236}">
                  <a16:creationId xmlns:a16="http://schemas.microsoft.com/office/drawing/2014/main" id="{62AA83DB-EEBC-975C-F122-BD093D0290BE}"/>
                </a:ext>
              </a:extLst>
            </p:cNvPr>
            <p:cNvSpPr/>
            <p:nvPr/>
          </p:nvSpPr>
          <p:spPr>
            <a:xfrm>
              <a:off x="2941001" y="1341989"/>
              <a:ext cx="32930" cy="70902"/>
            </a:xfrm>
            <a:custGeom>
              <a:avLst/>
              <a:gdLst/>
              <a:ahLst/>
              <a:cxnLst/>
              <a:rect l="l" t="t" r="r" b="b"/>
              <a:pathLst>
                <a:path w="1254" h="2700" extrusionOk="0">
                  <a:moveTo>
                    <a:pt x="249" y="1"/>
                  </a:moveTo>
                  <a:lnTo>
                    <a:pt x="239" y="10"/>
                  </a:lnTo>
                  <a:cubicBezTo>
                    <a:pt x="229" y="9"/>
                    <a:pt x="220" y="8"/>
                    <a:pt x="210" y="8"/>
                  </a:cubicBezTo>
                  <a:cubicBezTo>
                    <a:pt x="106" y="8"/>
                    <a:pt x="9" y="98"/>
                    <a:pt x="0" y="211"/>
                  </a:cubicBezTo>
                  <a:lnTo>
                    <a:pt x="0" y="2700"/>
                  </a:lnTo>
                  <a:lnTo>
                    <a:pt x="1254" y="2700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1" name="Google Shape;1869;p37">
            <a:extLst>
              <a:ext uri="{FF2B5EF4-FFF2-40B4-BE49-F238E27FC236}">
                <a16:creationId xmlns:a16="http://schemas.microsoft.com/office/drawing/2014/main" id="{90A5C8A3-1B29-D348-1A6E-2981813F7C73}"/>
              </a:ext>
            </a:extLst>
          </p:cNvPr>
          <p:cNvGrpSpPr/>
          <p:nvPr/>
        </p:nvGrpSpPr>
        <p:grpSpPr>
          <a:xfrm>
            <a:off x="4875555" y="3867554"/>
            <a:ext cx="348339" cy="348103"/>
            <a:chOff x="1323451" y="2978783"/>
            <a:chExt cx="348339" cy="348103"/>
          </a:xfrm>
        </p:grpSpPr>
        <p:sp>
          <p:nvSpPr>
            <p:cNvPr id="1542" name="Google Shape;1870;p37">
              <a:extLst>
                <a:ext uri="{FF2B5EF4-FFF2-40B4-BE49-F238E27FC236}">
                  <a16:creationId xmlns:a16="http://schemas.microsoft.com/office/drawing/2014/main" id="{6D974720-5673-F197-E160-4911BB5FA33F}"/>
                </a:ext>
              </a:extLst>
            </p:cNvPr>
            <p:cNvSpPr/>
            <p:nvPr/>
          </p:nvSpPr>
          <p:spPr>
            <a:xfrm>
              <a:off x="1323451" y="2978783"/>
              <a:ext cx="263808" cy="173946"/>
            </a:xfrm>
            <a:custGeom>
              <a:avLst/>
              <a:gdLst/>
              <a:ahLst/>
              <a:cxnLst/>
              <a:rect l="l" t="t" r="r" b="b"/>
              <a:pathLst>
                <a:path w="10046" h="6624" extrusionOk="0">
                  <a:moveTo>
                    <a:pt x="862" y="1"/>
                  </a:moveTo>
                  <a:cubicBezTo>
                    <a:pt x="383" y="1"/>
                    <a:pt x="0" y="384"/>
                    <a:pt x="0" y="853"/>
                  </a:cubicBezTo>
                  <a:lnTo>
                    <a:pt x="0" y="6413"/>
                  </a:lnTo>
                  <a:cubicBezTo>
                    <a:pt x="0" y="6528"/>
                    <a:pt x="96" y="6623"/>
                    <a:pt x="220" y="6623"/>
                  </a:cubicBezTo>
                  <a:lnTo>
                    <a:pt x="2354" y="6623"/>
                  </a:lnTo>
                  <a:cubicBezTo>
                    <a:pt x="2594" y="6623"/>
                    <a:pt x="2785" y="6432"/>
                    <a:pt x="2785" y="6202"/>
                  </a:cubicBezTo>
                  <a:lnTo>
                    <a:pt x="2785" y="5772"/>
                  </a:lnTo>
                  <a:cubicBezTo>
                    <a:pt x="2785" y="5590"/>
                    <a:pt x="2709" y="5418"/>
                    <a:pt x="2565" y="5293"/>
                  </a:cubicBezTo>
                  <a:cubicBezTo>
                    <a:pt x="1723" y="4594"/>
                    <a:pt x="2211" y="3216"/>
                    <a:pt x="3312" y="3207"/>
                  </a:cubicBezTo>
                  <a:cubicBezTo>
                    <a:pt x="4412" y="3207"/>
                    <a:pt x="4919" y="4575"/>
                    <a:pt x="4068" y="5284"/>
                  </a:cubicBezTo>
                  <a:cubicBezTo>
                    <a:pt x="3934" y="5408"/>
                    <a:pt x="3847" y="5580"/>
                    <a:pt x="3847" y="5762"/>
                  </a:cubicBezTo>
                  <a:lnTo>
                    <a:pt x="3847" y="6202"/>
                  </a:lnTo>
                  <a:cubicBezTo>
                    <a:pt x="3847" y="6432"/>
                    <a:pt x="4039" y="6623"/>
                    <a:pt x="4278" y="6623"/>
                  </a:cubicBezTo>
                  <a:lnTo>
                    <a:pt x="6623" y="6623"/>
                  </a:lnTo>
                  <a:lnTo>
                    <a:pt x="6623" y="4279"/>
                  </a:lnTo>
                  <a:cubicBezTo>
                    <a:pt x="6623" y="4039"/>
                    <a:pt x="6814" y="3848"/>
                    <a:pt x="7054" y="3848"/>
                  </a:cubicBezTo>
                  <a:lnTo>
                    <a:pt x="7484" y="3848"/>
                  </a:lnTo>
                  <a:cubicBezTo>
                    <a:pt x="7676" y="3848"/>
                    <a:pt x="7848" y="3925"/>
                    <a:pt x="7963" y="4068"/>
                  </a:cubicBezTo>
                  <a:cubicBezTo>
                    <a:pt x="8211" y="4359"/>
                    <a:pt x="8536" y="4489"/>
                    <a:pt x="8856" y="4489"/>
                  </a:cubicBezTo>
                  <a:cubicBezTo>
                    <a:pt x="9462" y="4489"/>
                    <a:pt x="10046" y="4023"/>
                    <a:pt x="10039" y="3303"/>
                  </a:cubicBezTo>
                  <a:cubicBezTo>
                    <a:pt x="10039" y="2589"/>
                    <a:pt x="9460" y="2132"/>
                    <a:pt x="8862" y="2132"/>
                  </a:cubicBezTo>
                  <a:cubicBezTo>
                    <a:pt x="8538" y="2132"/>
                    <a:pt x="8208" y="2266"/>
                    <a:pt x="7963" y="2566"/>
                  </a:cubicBezTo>
                  <a:cubicBezTo>
                    <a:pt x="7845" y="2693"/>
                    <a:pt x="7683" y="2777"/>
                    <a:pt x="7512" y="2777"/>
                  </a:cubicBezTo>
                  <a:cubicBezTo>
                    <a:pt x="7503" y="2777"/>
                    <a:pt x="7493" y="2777"/>
                    <a:pt x="7484" y="2776"/>
                  </a:cubicBezTo>
                  <a:lnTo>
                    <a:pt x="7054" y="2776"/>
                  </a:lnTo>
                  <a:cubicBezTo>
                    <a:pt x="6814" y="2776"/>
                    <a:pt x="6632" y="2585"/>
                    <a:pt x="6632" y="2355"/>
                  </a:cubicBezTo>
                  <a:lnTo>
                    <a:pt x="6632" y="211"/>
                  </a:lnTo>
                  <a:cubicBezTo>
                    <a:pt x="6632" y="96"/>
                    <a:pt x="6537" y="1"/>
                    <a:pt x="64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871;p37">
              <a:extLst>
                <a:ext uri="{FF2B5EF4-FFF2-40B4-BE49-F238E27FC236}">
                  <a16:creationId xmlns:a16="http://schemas.microsoft.com/office/drawing/2014/main" id="{E9C8631E-A3E1-46E4-E7A7-2D4CB7B03CD8}"/>
                </a:ext>
              </a:extLst>
            </p:cNvPr>
            <p:cNvSpPr/>
            <p:nvPr/>
          </p:nvSpPr>
          <p:spPr>
            <a:xfrm>
              <a:off x="1497607" y="2978783"/>
              <a:ext cx="174183" cy="263677"/>
            </a:xfrm>
            <a:custGeom>
              <a:avLst/>
              <a:gdLst/>
              <a:ahLst/>
              <a:cxnLst/>
              <a:rect l="l" t="t" r="r" b="b"/>
              <a:pathLst>
                <a:path w="6633" h="10041" extrusionOk="0">
                  <a:moveTo>
                    <a:pt x="221" y="1"/>
                  </a:moveTo>
                  <a:cubicBezTo>
                    <a:pt x="96" y="1"/>
                    <a:pt x="0" y="96"/>
                    <a:pt x="0" y="211"/>
                  </a:cubicBezTo>
                  <a:lnTo>
                    <a:pt x="0" y="2355"/>
                  </a:lnTo>
                  <a:cubicBezTo>
                    <a:pt x="0" y="2585"/>
                    <a:pt x="192" y="2776"/>
                    <a:pt x="431" y="2776"/>
                  </a:cubicBezTo>
                  <a:lnTo>
                    <a:pt x="852" y="2776"/>
                  </a:lnTo>
                  <a:cubicBezTo>
                    <a:pt x="863" y="2777"/>
                    <a:pt x="874" y="2777"/>
                    <a:pt x="884" y="2777"/>
                  </a:cubicBezTo>
                  <a:cubicBezTo>
                    <a:pt x="1063" y="2777"/>
                    <a:pt x="1222" y="2701"/>
                    <a:pt x="1331" y="2566"/>
                  </a:cubicBezTo>
                  <a:cubicBezTo>
                    <a:pt x="1575" y="2268"/>
                    <a:pt x="1904" y="2135"/>
                    <a:pt x="2228" y="2135"/>
                  </a:cubicBezTo>
                  <a:cubicBezTo>
                    <a:pt x="2831" y="2135"/>
                    <a:pt x="3417" y="2593"/>
                    <a:pt x="3417" y="3303"/>
                  </a:cubicBezTo>
                  <a:cubicBezTo>
                    <a:pt x="3423" y="4023"/>
                    <a:pt x="2835" y="4489"/>
                    <a:pt x="2229" y="4489"/>
                  </a:cubicBezTo>
                  <a:cubicBezTo>
                    <a:pt x="1910" y="4489"/>
                    <a:pt x="1585" y="4359"/>
                    <a:pt x="1340" y="4068"/>
                  </a:cubicBezTo>
                  <a:cubicBezTo>
                    <a:pt x="1225" y="3934"/>
                    <a:pt x="1053" y="3848"/>
                    <a:pt x="862" y="3848"/>
                  </a:cubicBezTo>
                  <a:lnTo>
                    <a:pt x="431" y="3848"/>
                  </a:lnTo>
                  <a:cubicBezTo>
                    <a:pt x="192" y="3848"/>
                    <a:pt x="0" y="4039"/>
                    <a:pt x="0" y="4279"/>
                  </a:cubicBezTo>
                  <a:lnTo>
                    <a:pt x="0" y="6623"/>
                  </a:lnTo>
                  <a:lnTo>
                    <a:pt x="2355" y="6623"/>
                  </a:lnTo>
                  <a:cubicBezTo>
                    <a:pt x="2594" y="6623"/>
                    <a:pt x="2785" y="6815"/>
                    <a:pt x="2785" y="7054"/>
                  </a:cubicBezTo>
                  <a:lnTo>
                    <a:pt x="2785" y="7485"/>
                  </a:lnTo>
                  <a:cubicBezTo>
                    <a:pt x="2776" y="7676"/>
                    <a:pt x="2699" y="7848"/>
                    <a:pt x="2556" y="7963"/>
                  </a:cubicBezTo>
                  <a:cubicBezTo>
                    <a:pt x="1716" y="8669"/>
                    <a:pt x="2217" y="10040"/>
                    <a:pt x="3310" y="10040"/>
                  </a:cubicBezTo>
                  <a:cubicBezTo>
                    <a:pt x="3314" y="10040"/>
                    <a:pt x="3318" y="10040"/>
                    <a:pt x="3321" y="10040"/>
                  </a:cubicBezTo>
                  <a:cubicBezTo>
                    <a:pt x="4422" y="10040"/>
                    <a:pt x="4910" y="8652"/>
                    <a:pt x="4058" y="7954"/>
                  </a:cubicBezTo>
                  <a:cubicBezTo>
                    <a:pt x="3924" y="7839"/>
                    <a:pt x="3848" y="7667"/>
                    <a:pt x="3848" y="7475"/>
                  </a:cubicBezTo>
                  <a:lnTo>
                    <a:pt x="3848" y="7054"/>
                  </a:lnTo>
                  <a:cubicBezTo>
                    <a:pt x="3848" y="6815"/>
                    <a:pt x="4039" y="6623"/>
                    <a:pt x="4278" y="6623"/>
                  </a:cubicBezTo>
                  <a:lnTo>
                    <a:pt x="6413" y="6623"/>
                  </a:lnTo>
                  <a:cubicBezTo>
                    <a:pt x="6527" y="6623"/>
                    <a:pt x="6633" y="6528"/>
                    <a:pt x="6633" y="6413"/>
                  </a:cubicBezTo>
                  <a:lnTo>
                    <a:pt x="6633" y="853"/>
                  </a:lnTo>
                  <a:cubicBezTo>
                    <a:pt x="6633" y="384"/>
                    <a:pt x="6250" y="1"/>
                    <a:pt x="57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872;p37">
              <a:extLst>
                <a:ext uri="{FF2B5EF4-FFF2-40B4-BE49-F238E27FC236}">
                  <a16:creationId xmlns:a16="http://schemas.microsoft.com/office/drawing/2014/main" id="{2ACA0BB6-DD1A-76FD-5D94-AFCE565B26E4}"/>
                </a:ext>
              </a:extLst>
            </p:cNvPr>
            <p:cNvSpPr/>
            <p:nvPr/>
          </p:nvSpPr>
          <p:spPr>
            <a:xfrm>
              <a:off x="1407719" y="3152703"/>
              <a:ext cx="263834" cy="174183"/>
            </a:xfrm>
            <a:custGeom>
              <a:avLst/>
              <a:gdLst/>
              <a:ahLst/>
              <a:cxnLst/>
              <a:rect l="l" t="t" r="r" b="b"/>
              <a:pathLst>
                <a:path w="10047" h="6633" extrusionOk="0">
                  <a:moveTo>
                    <a:pt x="3423" y="0"/>
                  </a:moveTo>
                  <a:lnTo>
                    <a:pt x="3423" y="2355"/>
                  </a:lnTo>
                  <a:cubicBezTo>
                    <a:pt x="3423" y="2594"/>
                    <a:pt x="3232" y="2785"/>
                    <a:pt x="2993" y="2785"/>
                  </a:cubicBezTo>
                  <a:lnTo>
                    <a:pt x="2562" y="2785"/>
                  </a:lnTo>
                  <a:cubicBezTo>
                    <a:pt x="2371" y="2785"/>
                    <a:pt x="2198" y="2699"/>
                    <a:pt x="2084" y="2556"/>
                  </a:cubicBezTo>
                  <a:cubicBezTo>
                    <a:pt x="1836" y="2265"/>
                    <a:pt x="1510" y="2135"/>
                    <a:pt x="1190" y="2135"/>
                  </a:cubicBezTo>
                  <a:cubicBezTo>
                    <a:pt x="585" y="2135"/>
                    <a:pt x="1" y="2601"/>
                    <a:pt x="7" y="3321"/>
                  </a:cubicBezTo>
                  <a:cubicBezTo>
                    <a:pt x="7" y="4037"/>
                    <a:pt x="590" y="4494"/>
                    <a:pt x="1190" y="4494"/>
                  </a:cubicBezTo>
                  <a:cubicBezTo>
                    <a:pt x="1512" y="4494"/>
                    <a:pt x="1839" y="4362"/>
                    <a:pt x="2084" y="4068"/>
                  </a:cubicBezTo>
                  <a:cubicBezTo>
                    <a:pt x="2208" y="3924"/>
                    <a:pt x="2380" y="3848"/>
                    <a:pt x="2562" y="3848"/>
                  </a:cubicBezTo>
                  <a:lnTo>
                    <a:pt x="2993" y="3848"/>
                  </a:lnTo>
                  <a:cubicBezTo>
                    <a:pt x="3232" y="3848"/>
                    <a:pt x="3423" y="4039"/>
                    <a:pt x="3423" y="4278"/>
                  </a:cubicBezTo>
                  <a:lnTo>
                    <a:pt x="3423" y="6412"/>
                  </a:lnTo>
                  <a:cubicBezTo>
                    <a:pt x="3414" y="6537"/>
                    <a:pt x="3519" y="6633"/>
                    <a:pt x="3634" y="6633"/>
                  </a:cubicBezTo>
                  <a:lnTo>
                    <a:pt x="9194" y="6633"/>
                  </a:lnTo>
                  <a:cubicBezTo>
                    <a:pt x="9663" y="6633"/>
                    <a:pt x="10046" y="6250"/>
                    <a:pt x="10046" y="5771"/>
                  </a:cubicBezTo>
                  <a:lnTo>
                    <a:pt x="10046" y="221"/>
                  </a:lnTo>
                  <a:cubicBezTo>
                    <a:pt x="10046" y="96"/>
                    <a:pt x="9950" y="0"/>
                    <a:pt x="9836" y="0"/>
                  </a:cubicBezTo>
                  <a:lnTo>
                    <a:pt x="7692" y="0"/>
                  </a:lnTo>
                  <a:cubicBezTo>
                    <a:pt x="7453" y="0"/>
                    <a:pt x="7261" y="192"/>
                    <a:pt x="7261" y="431"/>
                  </a:cubicBezTo>
                  <a:lnTo>
                    <a:pt x="7261" y="852"/>
                  </a:lnTo>
                  <a:cubicBezTo>
                    <a:pt x="7261" y="1044"/>
                    <a:pt x="7338" y="1216"/>
                    <a:pt x="7481" y="1331"/>
                  </a:cubicBezTo>
                  <a:cubicBezTo>
                    <a:pt x="8323" y="2029"/>
                    <a:pt x="7835" y="3417"/>
                    <a:pt x="6735" y="3417"/>
                  </a:cubicBezTo>
                  <a:cubicBezTo>
                    <a:pt x="6731" y="3417"/>
                    <a:pt x="6727" y="3417"/>
                    <a:pt x="6723" y="3417"/>
                  </a:cubicBezTo>
                  <a:cubicBezTo>
                    <a:pt x="5631" y="3417"/>
                    <a:pt x="5130" y="2046"/>
                    <a:pt x="5969" y="1340"/>
                  </a:cubicBezTo>
                  <a:cubicBezTo>
                    <a:pt x="6113" y="1225"/>
                    <a:pt x="6199" y="1053"/>
                    <a:pt x="6199" y="862"/>
                  </a:cubicBezTo>
                  <a:lnTo>
                    <a:pt x="6199" y="431"/>
                  </a:lnTo>
                  <a:cubicBezTo>
                    <a:pt x="6199" y="192"/>
                    <a:pt x="6007" y="0"/>
                    <a:pt x="5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873;p37">
              <a:extLst>
                <a:ext uri="{FF2B5EF4-FFF2-40B4-BE49-F238E27FC236}">
                  <a16:creationId xmlns:a16="http://schemas.microsoft.com/office/drawing/2014/main" id="{A2618B6F-EBEE-5E53-F32C-3DE9972D60C7}"/>
                </a:ext>
              </a:extLst>
            </p:cNvPr>
            <p:cNvSpPr/>
            <p:nvPr/>
          </p:nvSpPr>
          <p:spPr>
            <a:xfrm>
              <a:off x="1323451" y="3062973"/>
              <a:ext cx="173920" cy="263913"/>
            </a:xfrm>
            <a:custGeom>
              <a:avLst/>
              <a:gdLst/>
              <a:ahLst/>
              <a:cxnLst/>
              <a:rect l="l" t="t" r="r" b="b"/>
              <a:pathLst>
                <a:path w="6623" h="10050" extrusionOk="0">
                  <a:moveTo>
                    <a:pt x="3312" y="1"/>
                  </a:moveTo>
                  <a:cubicBezTo>
                    <a:pt x="2211" y="10"/>
                    <a:pt x="1713" y="1388"/>
                    <a:pt x="2565" y="2087"/>
                  </a:cubicBezTo>
                  <a:cubicBezTo>
                    <a:pt x="2709" y="2212"/>
                    <a:pt x="2785" y="2384"/>
                    <a:pt x="2776" y="2566"/>
                  </a:cubicBezTo>
                  <a:lnTo>
                    <a:pt x="2776" y="2996"/>
                  </a:lnTo>
                  <a:cubicBezTo>
                    <a:pt x="2776" y="3226"/>
                    <a:pt x="2594" y="3417"/>
                    <a:pt x="2354" y="3417"/>
                  </a:cubicBezTo>
                  <a:lnTo>
                    <a:pt x="220" y="3417"/>
                  </a:lnTo>
                  <a:cubicBezTo>
                    <a:pt x="96" y="3417"/>
                    <a:pt x="0" y="3513"/>
                    <a:pt x="0" y="3638"/>
                  </a:cubicBezTo>
                  <a:lnTo>
                    <a:pt x="0" y="9188"/>
                  </a:lnTo>
                  <a:cubicBezTo>
                    <a:pt x="0" y="9657"/>
                    <a:pt x="383" y="10050"/>
                    <a:pt x="852" y="10050"/>
                  </a:cubicBezTo>
                  <a:lnTo>
                    <a:pt x="6412" y="10050"/>
                  </a:lnTo>
                  <a:cubicBezTo>
                    <a:pt x="6527" y="10050"/>
                    <a:pt x="6623" y="9944"/>
                    <a:pt x="6623" y="9829"/>
                  </a:cubicBezTo>
                  <a:lnTo>
                    <a:pt x="6623" y="7695"/>
                  </a:lnTo>
                  <a:cubicBezTo>
                    <a:pt x="6623" y="7456"/>
                    <a:pt x="6431" y="7265"/>
                    <a:pt x="6202" y="7265"/>
                  </a:cubicBezTo>
                  <a:lnTo>
                    <a:pt x="5771" y="7265"/>
                  </a:lnTo>
                  <a:cubicBezTo>
                    <a:pt x="5589" y="7265"/>
                    <a:pt x="5417" y="7341"/>
                    <a:pt x="5293" y="7485"/>
                  </a:cubicBezTo>
                  <a:cubicBezTo>
                    <a:pt x="5048" y="7779"/>
                    <a:pt x="4721" y="7911"/>
                    <a:pt x="4398" y="7911"/>
                  </a:cubicBezTo>
                  <a:cubicBezTo>
                    <a:pt x="3798" y="7911"/>
                    <a:pt x="3212" y="7454"/>
                    <a:pt x="3206" y="6738"/>
                  </a:cubicBezTo>
                  <a:cubicBezTo>
                    <a:pt x="3206" y="6018"/>
                    <a:pt x="3793" y="5552"/>
                    <a:pt x="4396" y="5552"/>
                  </a:cubicBezTo>
                  <a:cubicBezTo>
                    <a:pt x="4715" y="5552"/>
                    <a:pt x="5038" y="5682"/>
                    <a:pt x="5283" y="5973"/>
                  </a:cubicBezTo>
                  <a:cubicBezTo>
                    <a:pt x="5407" y="6116"/>
                    <a:pt x="5580" y="6202"/>
                    <a:pt x="5762" y="6202"/>
                  </a:cubicBezTo>
                  <a:lnTo>
                    <a:pt x="6202" y="6202"/>
                  </a:lnTo>
                  <a:cubicBezTo>
                    <a:pt x="6431" y="6202"/>
                    <a:pt x="6623" y="6011"/>
                    <a:pt x="6623" y="5772"/>
                  </a:cubicBezTo>
                  <a:lnTo>
                    <a:pt x="6623" y="3417"/>
                  </a:lnTo>
                  <a:lnTo>
                    <a:pt x="4278" y="3417"/>
                  </a:lnTo>
                  <a:cubicBezTo>
                    <a:pt x="4039" y="3417"/>
                    <a:pt x="3847" y="3226"/>
                    <a:pt x="3847" y="2996"/>
                  </a:cubicBezTo>
                  <a:lnTo>
                    <a:pt x="3847" y="2556"/>
                  </a:lnTo>
                  <a:cubicBezTo>
                    <a:pt x="3847" y="2374"/>
                    <a:pt x="3934" y="2202"/>
                    <a:pt x="4068" y="2078"/>
                  </a:cubicBezTo>
                  <a:cubicBezTo>
                    <a:pt x="4910" y="1369"/>
                    <a:pt x="4412" y="1"/>
                    <a:pt x="33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6" name="Google Shape;2374;p46">
            <a:extLst>
              <a:ext uri="{FF2B5EF4-FFF2-40B4-BE49-F238E27FC236}">
                <a16:creationId xmlns:a16="http://schemas.microsoft.com/office/drawing/2014/main" id="{EA631038-3E14-6DEB-4798-2B9423D06ADB}"/>
              </a:ext>
            </a:extLst>
          </p:cNvPr>
          <p:cNvSpPr/>
          <p:nvPr/>
        </p:nvSpPr>
        <p:spPr>
          <a:xfrm>
            <a:off x="7535219" y="2549934"/>
            <a:ext cx="351854" cy="351854"/>
          </a:xfrm>
          <a:custGeom>
            <a:avLst/>
            <a:gdLst/>
            <a:ahLst/>
            <a:cxnLst/>
            <a:rect l="l" t="t" r="r" b="b"/>
            <a:pathLst>
              <a:path w="4392" h="4392" extrusionOk="0">
                <a:moveTo>
                  <a:pt x="2176" y="1249"/>
                </a:moveTo>
                <a:cubicBezTo>
                  <a:pt x="2578" y="1249"/>
                  <a:pt x="2955" y="1502"/>
                  <a:pt x="3074" y="1904"/>
                </a:cubicBezTo>
                <a:cubicBezTo>
                  <a:pt x="3244" y="2390"/>
                  <a:pt x="2981" y="2899"/>
                  <a:pt x="2489" y="3075"/>
                </a:cubicBezTo>
                <a:cubicBezTo>
                  <a:pt x="2390" y="3109"/>
                  <a:pt x="2289" y="3126"/>
                  <a:pt x="2189" y="3126"/>
                </a:cubicBezTo>
                <a:cubicBezTo>
                  <a:pt x="1800" y="3126"/>
                  <a:pt x="1434" y="2876"/>
                  <a:pt x="1318" y="2489"/>
                </a:cubicBezTo>
                <a:cubicBezTo>
                  <a:pt x="1148" y="1997"/>
                  <a:pt x="1417" y="1464"/>
                  <a:pt x="1903" y="1289"/>
                </a:cubicBezTo>
                <a:cubicBezTo>
                  <a:pt x="1994" y="1262"/>
                  <a:pt x="2086" y="1249"/>
                  <a:pt x="2176" y="1249"/>
                </a:cubicBezTo>
                <a:close/>
                <a:moveTo>
                  <a:pt x="2003" y="1"/>
                </a:moveTo>
                <a:cubicBezTo>
                  <a:pt x="1833" y="24"/>
                  <a:pt x="1663" y="48"/>
                  <a:pt x="1488" y="94"/>
                </a:cubicBezTo>
                <a:cubicBezTo>
                  <a:pt x="1341" y="147"/>
                  <a:pt x="1171" y="241"/>
                  <a:pt x="1025" y="317"/>
                </a:cubicBezTo>
                <a:lnTo>
                  <a:pt x="1248" y="733"/>
                </a:lnTo>
                <a:cubicBezTo>
                  <a:pt x="1125" y="826"/>
                  <a:pt x="1002" y="926"/>
                  <a:pt x="902" y="1049"/>
                </a:cubicBezTo>
                <a:lnTo>
                  <a:pt x="516" y="779"/>
                </a:lnTo>
                <a:cubicBezTo>
                  <a:pt x="293" y="1049"/>
                  <a:pt x="123" y="1341"/>
                  <a:pt x="53" y="1681"/>
                </a:cubicBezTo>
                <a:lnTo>
                  <a:pt x="492" y="1827"/>
                </a:lnTo>
                <a:cubicBezTo>
                  <a:pt x="463" y="1974"/>
                  <a:pt x="463" y="2144"/>
                  <a:pt x="463" y="2290"/>
                </a:cubicBezTo>
                <a:lnTo>
                  <a:pt x="0" y="2390"/>
                </a:lnTo>
                <a:cubicBezTo>
                  <a:pt x="24" y="2536"/>
                  <a:pt x="53" y="2706"/>
                  <a:pt x="100" y="2876"/>
                </a:cubicBezTo>
                <a:cubicBezTo>
                  <a:pt x="170" y="3045"/>
                  <a:pt x="246" y="3192"/>
                  <a:pt x="317" y="3338"/>
                </a:cubicBezTo>
                <a:lnTo>
                  <a:pt x="732" y="3145"/>
                </a:lnTo>
                <a:cubicBezTo>
                  <a:pt x="832" y="3268"/>
                  <a:pt x="931" y="3391"/>
                  <a:pt x="1049" y="3484"/>
                </a:cubicBezTo>
                <a:lnTo>
                  <a:pt x="785" y="3877"/>
                </a:lnTo>
                <a:cubicBezTo>
                  <a:pt x="1049" y="4099"/>
                  <a:pt x="1371" y="4246"/>
                  <a:pt x="1687" y="4339"/>
                </a:cubicBezTo>
                <a:lnTo>
                  <a:pt x="1833" y="3877"/>
                </a:lnTo>
                <a:cubicBezTo>
                  <a:pt x="2003" y="3924"/>
                  <a:pt x="2149" y="3924"/>
                  <a:pt x="2296" y="3924"/>
                </a:cubicBezTo>
                <a:lnTo>
                  <a:pt x="2395" y="4392"/>
                </a:lnTo>
                <a:cubicBezTo>
                  <a:pt x="2565" y="4363"/>
                  <a:pt x="2735" y="4339"/>
                  <a:pt x="2881" y="4269"/>
                </a:cubicBezTo>
                <a:cubicBezTo>
                  <a:pt x="3051" y="4216"/>
                  <a:pt x="3221" y="4146"/>
                  <a:pt x="3344" y="4047"/>
                </a:cubicBezTo>
                <a:lnTo>
                  <a:pt x="3151" y="3631"/>
                </a:lnTo>
                <a:cubicBezTo>
                  <a:pt x="3273" y="3561"/>
                  <a:pt x="3391" y="3438"/>
                  <a:pt x="3490" y="3338"/>
                </a:cubicBezTo>
                <a:lnTo>
                  <a:pt x="3882" y="3607"/>
                </a:lnTo>
                <a:cubicBezTo>
                  <a:pt x="4099" y="3338"/>
                  <a:pt x="4245" y="3022"/>
                  <a:pt x="4345" y="2682"/>
                </a:cubicBezTo>
                <a:lnTo>
                  <a:pt x="3882" y="2536"/>
                </a:lnTo>
                <a:cubicBezTo>
                  <a:pt x="3929" y="2390"/>
                  <a:pt x="3929" y="2243"/>
                  <a:pt x="3929" y="2073"/>
                </a:cubicBezTo>
                <a:lnTo>
                  <a:pt x="4392" y="1997"/>
                </a:lnTo>
                <a:cubicBezTo>
                  <a:pt x="4368" y="1827"/>
                  <a:pt x="4345" y="1658"/>
                  <a:pt x="4269" y="1488"/>
                </a:cubicBezTo>
                <a:cubicBezTo>
                  <a:pt x="4222" y="1318"/>
                  <a:pt x="4152" y="1172"/>
                  <a:pt x="4052" y="1025"/>
                </a:cubicBezTo>
                <a:lnTo>
                  <a:pt x="3637" y="1242"/>
                </a:lnTo>
                <a:cubicBezTo>
                  <a:pt x="3566" y="1096"/>
                  <a:pt x="3467" y="996"/>
                  <a:pt x="3344" y="879"/>
                </a:cubicBezTo>
                <a:lnTo>
                  <a:pt x="3613" y="510"/>
                </a:lnTo>
                <a:cubicBezTo>
                  <a:pt x="3344" y="293"/>
                  <a:pt x="3028" y="118"/>
                  <a:pt x="2688" y="48"/>
                </a:cubicBezTo>
                <a:lnTo>
                  <a:pt x="2542" y="487"/>
                </a:lnTo>
                <a:cubicBezTo>
                  <a:pt x="2438" y="470"/>
                  <a:pt x="2335" y="454"/>
                  <a:pt x="2221" y="454"/>
                </a:cubicBezTo>
                <a:cubicBezTo>
                  <a:pt x="2174" y="454"/>
                  <a:pt x="2125" y="456"/>
                  <a:pt x="2073" y="463"/>
                </a:cubicBezTo>
                <a:lnTo>
                  <a:pt x="2003" y="1"/>
                </a:lnTo>
                <a:close/>
              </a:path>
            </a:pathLst>
          </a:custGeom>
          <a:solidFill>
            <a:srgbClr val="E4EC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8" name="Google Shape;3947;p59">
            <a:extLst>
              <a:ext uri="{FF2B5EF4-FFF2-40B4-BE49-F238E27FC236}">
                <a16:creationId xmlns:a16="http://schemas.microsoft.com/office/drawing/2014/main" id="{74F6D6A9-36FD-2BA3-3C3D-21ACEAF3A8D5}"/>
              </a:ext>
            </a:extLst>
          </p:cNvPr>
          <p:cNvSpPr/>
          <p:nvPr/>
        </p:nvSpPr>
        <p:spPr>
          <a:xfrm>
            <a:off x="7497169" y="1520505"/>
            <a:ext cx="380747" cy="211182"/>
          </a:xfrm>
          <a:custGeom>
            <a:avLst/>
            <a:gdLst/>
            <a:ahLst/>
            <a:cxnLst/>
            <a:rect l="l" t="t" r="r" b="b"/>
            <a:pathLst>
              <a:path w="7127" h="3953" extrusionOk="0">
                <a:moveTo>
                  <a:pt x="1564" y="1"/>
                </a:moveTo>
                <a:cubicBezTo>
                  <a:pt x="1370" y="1"/>
                  <a:pt x="1201" y="124"/>
                  <a:pt x="1125" y="323"/>
                </a:cubicBezTo>
                <a:lnTo>
                  <a:pt x="0" y="3953"/>
                </a:lnTo>
                <a:lnTo>
                  <a:pt x="5932" y="3953"/>
                </a:lnTo>
                <a:lnTo>
                  <a:pt x="7103" y="223"/>
                </a:lnTo>
                <a:cubicBezTo>
                  <a:pt x="7126" y="124"/>
                  <a:pt x="7056" y="1"/>
                  <a:pt x="693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9" name="Google Shape;3948;p59">
            <a:extLst>
              <a:ext uri="{FF2B5EF4-FFF2-40B4-BE49-F238E27FC236}">
                <a16:creationId xmlns:a16="http://schemas.microsoft.com/office/drawing/2014/main" id="{9D33DC4A-6E36-952F-8801-E7B4CD30103D}"/>
              </a:ext>
            </a:extLst>
          </p:cNvPr>
          <p:cNvSpPr/>
          <p:nvPr/>
        </p:nvSpPr>
        <p:spPr>
          <a:xfrm>
            <a:off x="7508898" y="1517138"/>
            <a:ext cx="380747" cy="211182"/>
          </a:xfrm>
          <a:custGeom>
            <a:avLst/>
            <a:gdLst/>
            <a:ahLst/>
            <a:cxnLst/>
            <a:rect l="l" t="t" r="r" b="b"/>
            <a:pathLst>
              <a:path w="7127" h="3953" extrusionOk="0">
                <a:moveTo>
                  <a:pt x="1564" y="1"/>
                </a:moveTo>
                <a:cubicBezTo>
                  <a:pt x="1371" y="1"/>
                  <a:pt x="1195" y="124"/>
                  <a:pt x="1125" y="323"/>
                </a:cubicBezTo>
                <a:lnTo>
                  <a:pt x="1" y="3953"/>
                </a:lnTo>
                <a:lnTo>
                  <a:pt x="5932" y="3953"/>
                </a:lnTo>
                <a:lnTo>
                  <a:pt x="7080" y="223"/>
                </a:lnTo>
                <a:cubicBezTo>
                  <a:pt x="7126" y="124"/>
                  <a:pt x="7027" y="1"/>
                  <a:pt x="693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0" name="Google Shape;3949;p59">
            <a:extLst>
              <a:ext uri="{FF2B5EF4-FFF2-40B4-BE49-F238E27FC236}">
                <a16:creationId xmlns:a16="http://schemas.microsoft.com/office/drawing/2014/main" id="{53D1D00B-C758-F6DB-549B-5514A58CC99D}"/>
              </a:ext>
            </a:extLst>
          </p:cNvPr>
          <p:cNvSpPr/>
          <p:nvPr/>
        </p:nvSpPr>
        <p:spPr>
          <a:xfrm>
            <a:off x="7690193" y="1685090"/>
            <a:ext cx="46959" cy="32588"/>
          </a:xfrm>
          <a:custGeom>
            <a:avLst/>
            <a:gdLst/>
            <a:ahLst/>
            <a:cxnLst/>
            <a:rect l="l" t="t" r="r" b="b"/>
            <a:pathLst>
              <a:path w="879" h="610" extrusionOk="0">
                <a:moveTo>
                  <a:pt x="515" y="1"/>
                </a:moveTo>
                <a:cubicBezTo>
                  <a:pt x="293" y="1"/>
                  <a:pt x="76" y="124"/>
                  <a:pt x="47" y="294"/>
                </a:cubicBezTo>
                <a:cubicBezTo>
                  <a:pt x="0" y="463"/>
                  <a:pt x="146" y="610"/>
                  <a:pt x="369" y="610"/>
                </a:cubicBezTo>
                <a:cubicBezTo>
                  <a:pt x="586" y="610"/>
                  <a:pt x="808" y="463"/>
                  <a:pt x="831" y="294"/>
                </a:cubicBezTo>
                <a:cubicBezTo>
                  <a:pt x="878" y="124"/>
                  <a:pt x="732" y="1"/>
                  <a:pt x="51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1" name="Google Shape;3946;p59">
            <a:extLst>
              <a:ext uri="{FF2B5EF4-FFF2-40B4-BE49-F238E27FC236}">
                <a16:creationId xmlns:a16="http://schemas.microsoft.com/office/drawing/2014/main" id="{B8C374E8-757A-11D0-1B8B-CC019F357A07}"/>
              </a:ext>
            </a:extLst>
          </p:cNvPr>
          <p:cNvSpPr/>
          <p:nvPr/>
        </p:nvSpPr>
        <p:spPr>
          <a:xfrm>
            <a:off x="7337634" y="1718817"/>
            <a:ext cx="237466" cy="12875"/>
          </a:xfrm>
          <a:custGeom>
            <a:avLst/>
            <a:gdLst/>
            <a:ahLst/>
            <a:cxnLst/>
            <a:rect l="l" t="t" r="r" b="b"/>
            <a:pathLst>
              <a:path w="4445" h="241" extrusionOk="0">
                <a:moveTo>
                  <a:pt x="223" y="1"/>
                </a:moveTo>
                <a:cubicBezTo>
                  <a:pt x="100" y="1"/>
                  <a:pt x="1" y="124"/>
                  <a:pt x="1" y="241"/>
                </a:cubicBezTo>
                <a:lnTo>
                  <a:pt x="4445" y="241"/>
                </a:lnTo>
                <a:lnTo>
                  <a:pt x="444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2" name="Google Shape;19075;p76">
            <a:extLst>
              <a:ext uri="{FF2B5EF4-FFF2-40B4-BE49-F238E27FC236}">
                <a16:creationId xmlns:a16="http://schemas.microsoft.com/office/drawing/2014/main" id="{9A5BFE74-E9C1-F406-1B43-0735F0759228}"/>
              </a:ext>
            </a:extLst>
          </p:cNvPr>
          <p:cNvGrpSpPr/>
          <p:nvPr/>
        </p:nvGrpSpPr>
        <p:grpSpPr>
          <a:xfrm>
            <a:off x="4772889" y="1500623"/>
            <a:ext cx="370130" cy="287264"/>
            <a:chOff x="5632602" y="2025510"/>
            <a:chExt cx="370130" cy="287264"/>
          </a:xfrm>
        </p:grpSpPr>
        <p:sp>
          <p:nvSpPr>
            <p:cNvPr id="1553" name="Google Shape;19076;p76">
              <a:extLst>
                <a:ext uri="{FF2B5EF4-FFF2-40B4-BE49-F238E27FC236}">
                  <a16:creationId xmlns:a16="http://schemas.microsoft.com/office/drawing/2014/main" id="{1C41AF54-1F8D-52D4-619A-C5478996D060}"/>
                </a:ext>
              </a:extLst>
            </p:cNvPr>
            <p:cNvSpPr/>
            <p:nvPr/>
          </p:nvSpPr>
          <p:spPr>
            <a:xfrm>
              <a:off x="5695046" y="2050493"/>
              <a:ext cx="296701" cy="191501"/>
            </a:xfrm>
            <a:custGeom>
              <a:avLst/>
              <a:gdLst/>
              <a:ahLst/>
              <a:cxnLst/>
              <a:rect l="l" t="t" r="r" b="b"/>
              <a:pathLst>
                <a:path w="11318" h="7305" extrusionOk="0">
                  <a:moveTo>
                    <a:pt x="0" y="0"/>
                  </a:moveTo>
                  <a:lnTo>
                    <a:pt x="0" y="4649"/>
                  </a:lnTo>
                  <a:lnTo>
                    <a:pt x="780" y="4649"/>
                  </a:lnTo>
                  <a:lnTo>
                    <a:pt x="780" y="5168"/>
                  </a:lnTo>
                  <a:lnTo>
                    <a:pt x="996" y="5240"/>
                  </a:lnTo>
                  <a:cubicBezTo>
                    <a:pt x="1126" y="5284"/>
                    <a:pt x="1242" y="5327"/>
                    <a:pt x="1357" y="5399"/>
                  </a:cubicBezTo>
                  <a:lnTo>
                    <a:pt x="1559" y="5500"/>
                  </a:lnTo>
                  <a:lnTo>
                    <a:pt x="1920" y="5139"/>
                  </a:lnTo>
                  <a:lnTo>
                    <a:pt x="2498" y="5717"/>
                  </a:lnTo>
                  <a:lnTo>
                    <a:pt x="2137" y="6078"/>
                  </a:lnTo>
                  <a:lnTo>
                    <a:pt x="2238" y="6280"/>
                  </a:lnTo>
                  <a:cubicBezTo>
                    <a:pt x="2310" y="6395"/>
                    <a:pt x="2353" y="6511"/>
                    <a:pt x="2397" y="6641"/>
                  </a:cubicBezTo>
                  <a:lnTo>
                    <a:pt x="2454" y="6857"/>
                  </a:lnTo>
                  <a:lnTo>
                    <a:pt x="2974" y="6857"/>
                  </a:lnTo>
                  <a:lnTo>
                    <a:pt x="2974" y="7305"/>
                  </a:lnTo>
                  <a:lnTo>
                    <a:pt x="11318" y="7305"/>
                  </a:lnTo>
                  <a:lnTo>
                    <a:pt x="11318" y="0"/>
                  </a:lnTo>
                  <a:close/>
                </a:path>
              </a:pathLst>
            </a:custGeom>
            <a:solidFill>
              <a:srgbClr val="F2F5F7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9077;p76">
              <a:extLst>
                <a:ext uri="{FF2B5EF4-FFF2-40B4-BE49-F238E27FC236}">
                  <a16:creationId xmlns:a16="http://schemas.microsoft.com/office/drawing/2014/main" id="{DC6CEC1D-EF05-58FA-B138-C9B5B739F329}"/>
                </a:ext>
              </a:extLst>
            </p:cNvPr>
            <p:cNvSpPr/>
            <p:nvPr/>
          </p:nvSpPr>
          <p:spPr>
            <a:xfrm>
              <a:off x="5735522" y="2241967"/>
              <a:ext cx="50359" cy="23882"/>
            </a:xfrm>
            <a:custGeom>
              <a:avLst/>
              <a:gdLst/>
              <a:ahLst/>
              <a:cxnLst/>
              <a:rect l="l" t="t" r="r" b="b"/>
              <a:pathLst>
                <a:path w="1921" h="911" extrusionOk="0">
                  <a:moveTo>
                    <a:pt x="1098" y="1"/>
                  </a:moveTo>
                  <a:lnTo>
                    <a:pt x="1098" y="30"/>
                  </a:lnTo>
                  <a:lnTo>
                    <a:pt x="434" y="30"/>
                  </a:lnTo>
                  <a:lnTo>
                    <a:pt x="434" y="44"/>
                  </a:lnTo>
                  <a:cubicBezTo>
                    <a:pt x="405" y="376"/>
                    <a:pt x="261" y="679"/>
                    <a:pt x="1" y="910"/>
                  </a:cubicBezTo>
                  <a:lnTo>
                    <a:pt x="1228" y="910"/>
                  </a:lnTo>
                  <a:cubicBezTo>
                    <a:pt x="1271" y="780"/>
                    <a:pt x="1329" y="650"/>
                    <a:pt x="1358" y="520"/>
                  </a:cubicBezTo>
                  <a:lnTo>
                    <a:pt x="1921" y="520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B8C6D1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9078;p76">
              <a:extLst>
                <a:ext uri="{FF2B5EF4-FFF2-40B4-BE49-F238E27FC236}">
                  <a16:creationId xmlns:a16="http://schemas.microsoft.com/office/drawing/2014/main" id="{02A2AE75-AA27-F0FC-8B78-EA2B46648D39}"/>
                </a:ext>
              </a:extLst>
            </p:cNvPr>
            <p:cNvSpPr/>
            <p:nvPr/>
          </p:nvSpPr>
          <p:spPr>
            <a:xfrm>
              <a:off x="5746899" y="2179156"/>
              <a:ext cx="38982" cy="62470"/>
            </a:xfrm>
            <a:custGeom>
              <a:avLst/>
              <a:gdLst/>
              <a:ahLst/>
              <a:cxnLst/>
              <a:rect l="l" t="t" r="r" b="b"/>
              <a:pathLst>
                <a:path w="1487" h="2383" extrusionOk="0">
                  <a:moveTo>
                    <a:pt x="274" y="0"/>
                  </a:moveTo>
                  <a:lnTo>
                    <a:pt x="0" y="275"/>
                  </a:lnTo>
                  <a:lnTo>
                    <a:pt x="534" y="809"/>
                  </a:lnTo>
                  <a:lnTo>
                    <a:pt x="173" y="1170"/>
                  </a:lnTo>
                  <a:lnTo>
                    <a:pt x="274" y="1357"/>
                  </a:lnTo>
                  <a:cubicBezTo>
                    <a:pt x="332" y="1473"/>
                    <a:pt x="390" y="1603"/>
                    <a:pt x="419" y="1718"/>
                  </a:cubicBezTo>
                  <a:lnTo>
                    <a:pt x="491" y="1935"/>
                  </a:lnTo>
                  <a:lnTo>
                    <a:pt x="1010" y="1935"/>
                  </a:lnTo>
                  <a:lnTo>
                    <a:pt x="1010" y="2382"/>
                  </a:lnTo>
                  <a:lnTo>
                    <a:pt x="1487" y="2382"/>
                  </a:lnTo>
                  <a:lnTo>
                    <a:pt x="1487" y="1790"/>
                  </a:lnTo>
                  <a:lnTo>
                    <a:pt x="924" y="1790"/>
                  </a:lnTo>
                  <a:cubicBezTo>
                    <a:pt x="881" y="1574"/>
                    <a:pt x="794" y="1386"/>
                    <a:pt x="678" y="1199"/>
                  </a:cubicBezTo>
                  <a:lnTo>
                    <a:pt x="1083" y="809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B3C2CE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9079;p76">
              <a:extLst>
                <a:ext uri="{FF2B5EF4-FFF2-40B4-BE49-F238E27FC236}">
                  <a16:creationId xmlns:a16="http://schemas.microsoft.com/office/drawing/2014/main" id="{B0A9C141-24DC-9FF4-5C17-2A2AFE121410}"/>
                </a:ext>
              </a:extLst>
            </p:cNvPr>
            <p:cNvSpPr/>
            <p:nvPr/>
          </p:nvSpPr>
          <p:spPr>
            <a:xfrm>
              <a:off x="5698821" y="2168565"/>
              <a:ext cx="42783" cy="26136"/>
            </a:xfrm>
            <a:custGeom>
              <a:avLst/>
              <a:gdLst/>
              <a:ahLst/>
              <a:cxnLst/>
              <a:rect l="l" t="t" r="r" b="b"/>
              <a:pathLst>
                <a:path w="1632" h="997" extrusionOk="0">
                  <a:moveTo>
                    <a:pt x="1" y="0"/>
                  </a:moveTo>
                  <a:lnTo>
                    <a:pt x="1" y="159"/>
                  </a:lnTo>
                  <a:lnTo>
                    <a:pt x="636" y="159"/>
                  </a:lnTo>
                  <a:lnTo>
                    <a:pt x="636" y="679"/>
                  </a:lnTo>
                  <a:lnTo>
                    <a:pt x="852" y="736"/>
                  </a:lnTo>
                  <a:cubicBezTo>
                    <a:pt x="982" y="780"/>
                    <a:pt x="1098" y="823"/>
                    <a:pt x="1213" y="895"/>
                  </a:cubicBezTo>
                  <a:lnTo>
                    <a:pt x="1415" y="996"/>
                  </a:lnTo>
                  <a:lnTo>
                    <a:pt x="1632" y="765"/>
                  </a:lnTo>
                  <a:cubicBezTo>
                    <a:pt x="1473" y="679"/>
                    <a:pt x="1300" y="607"/>
                    <a:pt x="1127" y="563"/>
                  </a:cubicBezTo>
                  <a:lnTo>
                    <a:pt x="1127" y="0"/>
                  </a:lnTo>
                  <a:close/>
                </a:path>
              </a:pathLst>
            </a:custGeom>
            <a:solidFill>
              <a:srgbClr val="B3C2CE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9080;p76">
              <a:extLst>
                <a:ext uri="{FF2B5EF4-FFF2-40B4-BE49-F238E27FC236}">
                  <a16:creationId xmlns:a16="http://schemas.microsoft.com/office/drawing/2014/main" id="{C5113EDD-9C52-81E7-5B97-808B94899F61}"/>
                </a:ext>
              </a:extLst>
            </p:cNvPr>
            <p:cNvSpPr/>
            <p:nvPr/>
          </p:nvSpPr>
          <p:spPr>
            <a:xfrm>
              <a:off x="5695046" y="2050493"/>
              <a:ext cx="9857" cy="118099"/>
            </a:xfrm>
            <a:custGeom>
              <a:avLst/>
              <a:gdLst/>
              <a:ahLst/>
              <a:cxnLst/>
              <a:rect l="l" t="t" r="r" b="b"/>
              <a:pathLst>
                <a:path w="376" h="4505" extrusionOk="0">
                  <a:moveTo>
                    <a:pt x="0" y="0"/>
                  </a:moveTo>
                  <a:lnTo>
                    <a:pt x="0" y="4504"/>
                  </a:lnTo>
                  <a:lnTo>
                    <a:pt x="376" y="4504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B3C2CE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9081;p76">
              <a:extLst>
                <a:ext uri="{FF2B5EF4-FFF2-40B4-BE49-F238E27FC236}">
                  <a16:creationId xmlns:a16="http://schemas.microsoft.com/office/drawing/2014/main" id="{2E99761A-A713-88D1-550A-4D75CFDE5560}"/>
                </a:ext>
              </a:extLst>
            </p:cNvPr>
            <p:cNvSpPr/>
            <p:nvPr/>
          </p:nvSpPr>
          <p:spPr>
            <a:xfrm>
              <a:off x="5695046" y="2049732"/>
              <a:ext cx="296701" cy="9857"/>
            </a:xfrm>
            <a:custGeom>
              <a:avLst/>
              <a:gdLst/>
              <a:ahLst/>
              <a:cxnLst/>
              <a:rect l="l" t="t" r="r" b="b"/>
              <a:pathLst>
                <a:path w="11318" h="376" extrusionOk="0">
                  <a:moveTo>
                    <a:pt x="0" y="1"/>
                  </a:moveTo>
                  <a:lnTo>
                    <a:pt x="0" y="376"/>
                  </a:lnTo>
                  <a:lnTo>
                    <a:pt x="11318" y="376"/>
                  </a:lnTo>
                  <a:lnTo>
                    <a:pt x="11318" y="1"/>
                  </a:lnTo>
                  <a:close/>
                </a:path>
              </a:pathLst>
            </a:custGeom>
            <a:solidFill>
              <a:srgbClr val="B3C2CE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9082;p76">
              <a:extLst>
                <a:ext uri="{FF2B5EF4-FFF2-40B4-BE49-F238E27FC236}">
                  <a16:creationId xmlns:a16="http://schemas.microsoft.com/office/drawing/2014/main" id="{5EB58742-7604-081E-951F-DB13F28ACEAB}"/>
                </a:ext>
              </a:extLst>
            </p:cNvPr>
            <p:cNvSpPr/>
            <p:nvPr/>
          </p:nvSpPr>
          <p:spPr>
            <a:xfrm>
              <a:off x="5725324" y="2240473"/>
              <a:ext cx="277014" cy="26503"/>
            </a:xfrm>
            <a:custGeom>
              <a:avLst/>
              <a:gdLst/>
              <a:ahLst/>
              <a:cxnLst/>
              <a:rect l="l" t="t" r="r" b="b"/>
              <a:pathLst>
                <a:path w="10567" h="1011" extrusionOk="0">
                  <a:moveTo>
                    <a:pt x="1487" y="0"/>
                  </a:moveTo>
                  <a:cubicBezTo>
                    <a:pt x="1458" y="0"/>
                    <a:pt x="1444" y="14"/>
                    <a:pt x="1429" y="43"/>
                  </a:cubicBezTo>
                  <a:lnTo>
                    <a:pt x="477" y="43"/>
                  </a:lnTo>
                  <a:cubicBezTo>
                    <a:pt x="462" y="43"/>
                    <a:pt x="433" y="58"/>
                    <a:pt x="433" y="87"/>
                  </a:cubicBezTo>
                  <a:lnTo>
                    <a:pt x="433" y="159"/>
                  </a:lnTo>
                  <a:lnTo>
                    <a:pt x="433" y="188"/>
                  </a:lnTo>
                  <a:lnTo>
                    <a:pt x="433" y="202"/>
                  </a:lnTo>
                  <a:lnTo>
                    <a:pt x="433" y="217"/>
                  </a:lnTo>
                  <a:cubicBezTo>
                    <a:pt x="404" y="505"/>
                    <a:pt x="260" y="765"/>
                    <a:pt x="29" y="924"/>
                  </a:cubicBezTo>
                  <a:cubicBezTo>
                    <a:pt x="0" y="953"/>
                    <a:pt x="15" y="1010"/>
                    <a:pt x="58" y="1010"/>
                  </a:cubicBezTo>
                  <a:lnTo>
                    <a:pt x="10524" y="1010"/>
                  </a:lnTo>
                  <a:cubicBezTo>
                    <a:pt x="10553" y="1010"/>
                    <a:pt x="10567" y="996"/>
                    <a:pt x="10567" y="967"/>
                  </a:cubicBezTo>
                  <a:lnTo>
                    <a:pt x="10567" y="58"/>
                  </a:lnTo>
                  <a:cubicBezTo>
                    <a:pt x="10567" y="29"/>
                    <a:pt x="10553" y="14"/>
                    <a:pt x="10538" y="0"/>
                  </a:cubicBezTo>
                  <a:close/>
                </a:path>
              </a:pathLst>
            </a:custGeom>
            <a:solidFill>
              <a:srgbClr val="627789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9083;p76">
              <a:extLst>
                <a:ext uri="{FF2B5EF4-FFF2-40B4-BE49-F238E27FC236}">
                  <a16:creationId xmlns:a16="http://schemas.microsoft.com/office/drawing/2014/main" id="{56B1C2DF-8717-BFD0-E187-C627C0C745E7}"/>
                </a:ext>
              </a:extLst>
            </p:cNvPr>
            <p:cNvSpPr/>
            <p:nvPr/>
          </p:nvSpPr>
          <p:spPr>
            <a:xfrm>
              <a:off x="5684062" y="2025510"/>
              <a:ext cx="318670" cy="26136"/>
            </a:xfrm>
            <a:custGeom>
              <a:avLst/>
              <a:gdLst/>
              <a:ahLst/>
              <a:cxnLst/>
              <a:rect l="l" t="t" r="r" b="b"/>
              <a:pathLst>
                <a:path w="12156" h="997" extrusionOk="0">
                  <a:moveTo>
                    <a:pt x="44" y="1"/>
                  </a:moveTo>
                  <a:cubicBezTo>
                    <a:pt x="15" y="1"/>
                    <a:pt x="1" y="15"/>
                    <a:pt x="1" y="44"/>
                  </a:cubicBezTo>
                  <a:lnTo>
                    <a:pt x="1" y="953"/>
                  </a:lnTo>
                  <a:cubicBezTo>
                    <a:pt x="1" y="982"/>
                    <a:pt x="15" y="997"/>
                    <a:pt x="44" y="997"/>
                  </a:cubicBezTo>
                  <a:lnTo>
                    <a:pt x="12112" y="997"/>
                  </a:lnTo>
                  <a:cubicBezTo>
                    <a:pt x="12127" y="997"/>
                    <a:pt x="12155" y="982"/>
                    <a:pt x="12155" y="953"/>
                  </a:cubicBezTo>
                  <a:lnTo>
                    <a:pt x="12155" y="44"/>
                  </a:lnTo>
                  <a:cubicBezTo>
                    <a:pt x="12155" y="15"/>
                    <a:pt x="12127" y="1"/>
                    <a:pt x="12112" y="1"/>
                  </a:cubicBezTo>
                  <a:close/>
                </a:path>
              </a:pathLst>
            </a:custGeom>
            <a:solidFill>
              <a:srgbClr val="627789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9084;p76">
              <a:extLst>
                <a:ext uri="{FF2B5EF4-FFF2-40B4-BE49-F238E27FC236}">
                  <a16:creationId xmlns:a16="http://schemas.microsoft.com/office/drawing/2014/main" id="{0191D7C1-AED3-B8F0-934A-ED6435A4E286}"/>
                </a:ext>
              </a:extLst>
            </p:cNvPr>
            <p:cNvSpPr/>
            <p:nvPr/>
          </p:nvSpPr>
          <p:spPr>
            <a:xfrm>
              <a:off x="5804022" y="2150005"/>
              <a:ext cx="25009" cy="58328"/>
            </a:xfrm>
            <a:custGeom>
              <a:avLst/>
              <a:gdLst/>
              <a:ahLst/>
              <a:cxnLst/>
              <a:rect l="l" t="t" r="r" b="b"/>
              <a:pathLst>
                <a:path w="954" h="2225" extrusionOk="0">
                  <a:moveTo>
                    <a:pt x="1" y="1"/>
                  </a:moveTo>
                  <a:lnTo>
                    <a:pt x="1" y="2224"/>
                  </a:lnTo>
                  <a:lnTo>
                    <a:pt x="953" y="2224"/>
                  </a:lnTo>
                  <a:lnTo>
                    <a:pt x="953" y="1"/>
                  </a:lnTo>
                  <a:close/>
                </a:path>
              </a:pathLst>
            </a:custGeom>
            <a:solidFill>
              <a:srgbClr val="D5DEE4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9085;p76">
              <a:extLst>
                <a:ext uri="{FF2B5EF4-FFF2-40B4-BE49-F238E27FC236}">
                  <a16:creationId xmlns:a16="http://schemas.microsoft.com/office/drawing/2014/main" id="{77B29C40-015D-DC51-A36B-83645E48EF44}"/>
                </a:ext>
              </a:extLst>
            </p:cNvPr>
            <p:cNvSpPr/>
            <p:nvPr/>
          </p:nvSpPr>
          <p:spPr>
            <a:xfrm>
              <a:off x="5846779" y="2125048"/>
              <a:ext cx="25009" cy="83285"/>
            </a:xfrm>
            <a:custGeom>
              <a:avLst/>
              <a:gdLst/>
              <a:ahLst/>
              <a:cxnLst/>
              <a:rect l="l" t="t" r="r" b="b"/>
              <a:pathLst>
                <a:path w="954" h="3177" extrusionOk="0">
                  <a:moveTo>
                    <a:pt x="1" y="0"/>
                  </a:moveTo>
                  <a:lnTo>
                    <a:pt x="1" y="3176"/>
                  </a:lnTo>
                  <a:lnTo>
                    <a:pt x="954" y="3176"/>
                  </a:lnTo>
                  <a:lnTo>
                    <a:pt x="954" y="0"/>
                  </a:lnTo>
                  <a:close/>
                </a:path>
              </a:pathLst>
            </a:custGeom>
            <a:solidFill>
              <a:srgbClr val="D5DEE4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9086;p76">
              <a:extLst>
                <a:ext uri="{FF2B5EF4-FFF2-40B4-BE49-F238E27FC236}">
                  <a16:creationId xmlns:a16="http://schemas.microsoft.com/office/drawing/2014/main" id="{54001CE2-7F44-635B-2508-8B3D65EE58E9}"/>
                </a:ext>
              </a:extLst>
            </p:cNvPr>
            <p:cNvSpPr/>
            <p:nvPr/>
          </p:nvSpPr>
          <p:spPr>
            <a:xfrm>
              <a:off x="5888408" y="2140174"/>
              <a:ext cx="25009" cy="68159"/>
            </a:xfrm>
            <a:custGeom>
              <a:avLst/>
              <a:gdLst/>
              <a:ahLst/>
              <a:cxnLst/>
              <a:rect l="l" t="t" r="r" b="b"/>
              <a:pathLst>
                <a:path w="954" h="2600" extrusionOk="0">
                  <a:moveTo>
                    <a:pt x="1" y="1"/>
                  </a:moveTo>
                  <a:lnTo>
                    <a:pt x="1" y="2599"/>
                  </a:lnTo>
                  <a:lnTo>
                    <a:pt x="954" y="2599"/>
                  </a:lnTo>
                  <a:lnTo>
                    <a:pt x="954" y="1"/>
                  </a:lnTo>
                  <a:close/>
                </a:path>
              </a:pathLst>
            </a:custGeom>
            <a:solidFill>
              <a:srgbClr val="91A8B8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9087;p76">
              <a:extLst>
                <a:ext uri="{FF2B5EF4-FFF2-40B4-BE49-F238E27FC236}">
                  <a16:creationId xmlns:a16="http://schemas.microsoft.com/office/drawing/2014/main" id="{17844768-342F-5B3C-BC8F-DF111521EE95}"/>
                </a:ext>
              </a:extLst>
            </p:cNvPr>
            <p:cNvSpPr/>
            <p:nvPr/>
          </p:nvSpPr>
          <p:spPr>
            <a:xfrm>
              <a:off x="5932318" y="2090995"/>
              <a:ext cx="25009" cy="117338"/>
            </a:xfrm>
            <a:custGeom>
              <a:avLst/>
              <a:gdLst/>
              <a:ahLst/>
              <a:cxnLst/>
              <a:rect l="l" t="t" r="r" b="b"/>
              <a:pathLst>
                <a:path w="954" h="4476" extrusionOk="0">
                  <a:moveTo>
                    <a:pt x="0" y="0"/>
                  </a:moveTo>
                  <a:lnTo>
                    <a:pt x="0" y="4475"/>
                  </a:lnTo>
                  <a:lnTo>
                    <a:pt x="953" y="447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95A6B4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9088;p76">
              <a:extLst>
                <a:ext uri="{FF2B5EF4-FFF2-40B4-BE49-F238E27FC236}">
                  <a16:creationId xmlns:a16="http://schemas.microsoft.com/office/drawing/2014/main" id="{ABAA24F8-D9DA-3B1C-9BE0-571D6DFE3D78}"/>
                </a:ext>
              </a:extLst>
            </p:cNvPr>
            <p:cNvSpPr/>
            <p:nvPr/>
          </p:nvSpPr>
          <p:spPr>
            <a:xfrm>
              <a:off x="5719636" y="2082658"/>
              <a:ext cx="47711" cy="11744"/>
            </a:xfrm>
            <a:custGeom>
              <a:avLst/>
              <a:gdLst/>
              <a:ahLst/>
              <a:cxnLst/>
              <a:rect l="l" t="t" r="r" b="b"/>
              <a:pathLst>
                <a:path w="1820" h="448" extrusionOk="0">
                  <a:moveTo>
                    <a:pt x="304" y="0"/>
                  </a:moveTo>
                  <a:cubicBezTo>
                    <a:pt x="1" y="0"/>
                    <a:pt x="1" y="448"/>
                    <a:pt x="304" y="448"/>
                  </a:cubicBezTo>
                  <a:lnTo>
                    <a:pt x="1516" y="448"/>
                  </a:lnTo>
                  <a:cubicBezTo>
                    <a:pt x="1820" y="448"/>
                    <a:pt x="1820" y="0"/>
                    <a:pt x="15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9089;p76">
              <a:extLst>
                <a:ext uri="{FF2B5EF4-FFF2-40B4-BE49-F238E27FC236}">
                  <a16:creationId xmlns:a16="http://schemas.microsoft.com/office/drawing/2014/main" id="{22B3EAA4-0D03-0554-E8BE-5A26930D6159}"/>
                </a:ext>
              </a:extLst>
            </p:cNvPr>
            <p:cNvSpPr/>
            <p:nvPr/>
          </p:nvSpPr>
          <p:spPr>
            <a:xfrm>
              <a:off x="5719636" y="2102346"/>
              <a:ext cx="65118" cy="12138"/>
            </a:xfrm>
            <a:custGeom>
              <a:avLst/>
              <a:gdLst/>
              <a:ahLst/>
              <a:cxnLst/>
              <a:rect l="l" t="t" r="r" b="b"/>
              <a:pathLst>
                <a:path w="2484" h="463" extrusionOk="0">
                  <a:moveTo>
                    <a:pt x="304" y="0"/>
                  </a:moveTo>
                  <a:cubicBezTo>
                    <a:pt x="1" y="0"/>
                    <a:pt x="1" y="462"/>
                    <a:pt x="304" y="462"/>
                  </a:cubicBezTo>
                  <a:lnTo>
                    <a:pt x="2180" y="462"/>
                  </a:lnTo>
                  <a:cubicBezTo>
                    <a:pt x="2484" y="462"/>
                    <a:pt x="2484" y="0"/>
                    <a:pt x="2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9090;p76">
              <a:extLst>
                <a:ext uri="{FF2B5EF4-FFF2-40B4-BE49-F238E27FC236}">
                  <a16:creationId xmlns:a16="http://schemas.microsoft.com/office/drawing/2014/main" id="{2790AE90-F2D5-E15A-052B-12A4AD2368F3}"/>
                </a:ext>
              </a:extLst>
            </p:cNvPr>
            <p:cNvSpPr/>
            <p:nvPr/>
          </p:nvSpPr>
          <p:spPr>
            <a:xfrm>
              <a:off x="5719636" y="2122374"/>
              <a:ext cx="65118" cy="11771"/>
            </a:xfrm>
            <a:custGeom>
              <a:avLst/>
              <a:gdLst/>
              <a:ahLst/>
              <a:cxnLst/>
              <a:rect l="l" t="t" r="r" b="b"/>
              <a:pathLst>
                <a:path w="2484" h="449" extrusionOk="0">
                  <a:moveTo>
                    <a:pt x="2194" y="1"/>
                  </a:moveTo>
                  <a:cubicBezTo>
                    <a:pt x="2190" y="1"/>
                    <a:pt x="2185" y="1"/>
                    <a:pt x="2180" y="1"/>
                  </a:cubicBezTo>
                  <a:lnTo>
                    <a:pt x="304" y="1"/>
                  </a:lnTo>
                  <a:cubicBezTo>
                    <a:pt x="1" y="1"/>
                    <a:pt x="1" y="449"/>
                    <a:pt x="304" y="449"/>
                  </a:cubicBezTo>
                  <a:lnTo>
                    <a:pt x="2180" y="449"/>
                  </a:lnTo>
                  <a:cubicBezTo>
                    <a:pt x="2479" y="449"/>
                    <a:pt x="2483" y="1"/>
                    <a:pt x="2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9091;p76">
              <a:extLst>
                <a:ext uri="{FF2B5EF4-FFF2-40B4-BE49-F238E27FC236}">
                  <a16:creationId xmlns:a16="http://schemas.microsoft.com/office/drawing/2014/main" id="{5A976962-233C-97BB-81B2-0E1204A1903C}"/>
                </a:ext>
              </a:extLst>
            </p:cNvPr>
            <p:cNvSpPr/>
            <p:nvPr/>
          </p:nvSpPr>
          <p:spPr>
            <a:xfrm>
              <a:off x="5719636" y="2142062"/>
              <a:ext cx="65118" cy="12138"/>
            </a:xfrm>
            <a:custGeom>
              <a:avLst/>
              <a:gdLst/>
              <a:ahLst/>
              <a:cxnLst/>
              <a:rect l="l" t="t" r="r" b="b"/>
              <a:pathLst>
                <a:path w="2484" h="463" extrusionOk="0">
                  <a:moveTo>
                    <a:pt x="304" y="1"/>
                  </a:moveTo>
                  <a:cubicBezTo>
                    <a:pt x="1" y="1"/>
                    <a:pt x="1" y="463"/>
                    <a:pt x="304" y="463"/>
                  </a:cubicBezTo>
                  <a:lnTo>
                    <a:pt x="2180" y="463"/>
                  </a:lnTo>
                  <a:cubicBezTo>
                    <a:pt x="2484" y="448"/>
                    <a:pt x="2484" y="1"/>
                    <a:pt x="21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9092;p76">
              <a:extLst>
                <a:ext uri="{FF2B5EF4-FFF2-40B4-BE49-F238E27FC236}">
                  <a16:creationId xmlns:a16="http://schemas.microsoft.com/office/drawing/2014/main" id="{F6F73B14-E10E-A4B8-B2D9-785681721415}"/>
                </a:ext>
              </a:extLst>
            </p:cNvPr>
            <p:cNvSpPr/>
            <p:nvPr/>
          </p:nvSpPr>
          <p:spPr>
            <a:xfrm>
              <a:off x="5632602" y="2168172"/>
              <a:ext cx="144576" cy="144602"/>
            </a:xfrm>
            <a:custGeom>
              <a:avLst/>
              <a:gdLst/>
              <a:ahLst/>
              <a:cxnLst/>
              <a:rect l="l" t="t" r="r" b="b"/>
              <a:pathLst>
                <a:path w="5515" h="5516" extrusionOk="0">
                  <a:moveTo>
                    <a:pt x="3133" y="1748"/>
                  </a:moveTo>
                  <a:lnTo>
                    <a:pt x="3162" y="1762"/>
                  </a:lnTo>
                  <a:lnTo>
                    <a:pt x="3191" y="1776"/>
                  </a:lnTo>
                  <a:lnTo>
                    <a:pt x="3220" y="1776"/>
                  </a:lnTo>
                  <a:lnTo>
                    <a:pt x="3248" y="1791"/>
                  </a:lnTo>
                  <a:lnTo>
                    <a:pt x="3263" y="1805"/>
                  </a:lnTo>
                  <a:lnTo>
                    <a:pt x="3292" y="1820"/>
                  </a:lnTo>
                  <a:lnTo>
                    <a:pt x="3321" y="1834"/>
                  </a:lnTo>
                  <a:lnTo>
                    <a:pt x="3335" y="1849"/>
                  </a:lnTo>
                  <a:lnTo>
                    <a:pt x="3364" y="1863"/>
                  </a:lnTo>
                  <a:lnTo>
                    <a:pt x="3378" y="1863"/>
                  </a:lnTo>
                  <a:lnTo>
                    <a:pt x="3407" y="1877"/>
                  </a:lnTo>
                  <a:lnTo>
                    <a:pt x="3422" y="1892"/>
                  </a:lnTo>
                  <a:lnTo>
                    <a:pt x="3451" y="1906"/>
                  </a:lnTo>
                  <a:lnTo>
                    <a:pt x="3465" y="1921"/>
                  </a:lnTo>
                  <a:lnTo>
                    <a:pt x="3479" y="1935"/>
                  </a:lnTo>
                  <a:lnTo>
                    <a:pt x="3494" y="1950"/>
                  </a:lnTo>
                  <a:lnTo>
                    <a:pt x="3523" y="1979"/>
                  </a:lnTo>
                  <a:lnTo>
                    <a:pt x="3552" y="1993"/>
                  </a:lnTo>
                  <a:lnTo>
                    <a:pt x="3580" y="2022"/>
                  </a:lnTo>
                  <a:lnTo>
                    <a:pt x="3580" y="2036"/>
                  </a:lnTo>
                  <a:lnTo>
                    <a:pt x="3609" y="2051"/>
                  </a:lnTo>
                  <a:lnTo>
                    <a:pt x="3609" y="2065"/>
                  </a:lnTo>
                  <a:lnTo>
                    <a:pt x="3638" y="2080"/>
                  </a:lnTo>
                  <a:lnTo>
                    <a:pt x="3638" y="2094"/>
                  </a:lnTo>
                  <a:lnTo>
                    <a:pt x="3653" y="2123"/>
                  </a:lnTo>
                  <a:lnTo>
                    <a:pt x="3667" y="2137"/>
                  </a:lnTo>
                  <a:lnTo>
                    <a:pt x="3696" y="2152"/>
                  </a:lnTo>
                  <a:lnTo>
                    <a:pt x="3710" y="2181"/>
                  </a:lnTo>
                  <a:lnTo>
                    <a:pt x="3725" y="2195"/>
                  </a:lnTo>
                  <a:lnTo>
                    <a:pt x="3739" y="2224"/>
                  </a:lnTo>
                  <a:lnTo>
                    <a:pt x="3754" y="2253"/>
                  </a:lnTo>
                  <a:lnTo>
                    <a:pt x="3768" y="2267"/>
                  </a:lnTo>
                  <a:lnTo>
                    <a:pt x="3768" y="2296"/>
                  </a:lnTo>
                  <a:lnTo>
                    <a:pt x="3783" y="2325"/>
                  </a:lnTo>
                  <a:lnTo>
                    <a:pt x="3797" y="2339"/>
                  </a:lnTo>
                  <a:lnTo>
                    <a:pt x="3811" y="2368"/>
                  </a:lnTo>
                  <a:lnTo>
                    <a:pt x="3811" y="2397"/>
                  </a:lnTo>
                  <a:lnTo>
                    <a:pt x="3826" y="2412"/>
                  </a:lnTo>
                  <a:lnTo>
                    <a:pt x="3826" y="2440"/>
                  </a:lnTo>
                  <a:lnTo>
                    <a:pt x="3826" y="2469"/>
                  </a:lnTo>
                  <a:lnTo>
                    <a:pt x="3826" y="2498"/>
                  </a:lnTo>
                  <a:lnTo>
                    <a:pt x="3826" y="2513"/>
                  </a:lnTo>
                  <a:lnTo>
                    <a:pt x="3826" y="2541"/>
                  </a:lnTo>
                  <a:lnTo>
                    <a:pt x="3826" y="2556"/>
                  </a:lnTo>
                  <a:lnTo>
                    <a:pt x="3826" y="2570"/>
                  </a:lnTo>
                  <a:lnTo>
                    <a:pt x="3826" y="2599"/>
                  </a:lnTo>
                  <a:lnTo>
                    <a:pt x="3826" y="2628"/>
                  </a:lnTo>
                  <a:lnTo>
                    <a:pt x="3826" y="2671"/>
                  </a:lnTo>
                  <a:lnTo>
                    <a:pt x="3826" y="2700"/>
                  </a:lnTo>
                  <a:cubicBezTo>
                    <a:pt x="3898" y="2715"/>
                    <a:pt x="3898" y="2744"/>
                    <a:pt x="3898" y="2758"/>
                  </a:cubicBezTo>
                  <a:lnTo>
                    <a:pt x="3898" y="2830"/>
                  </a:lnTo>
                  <a:lnTo>
                    <a:pt x="3898" y="2859"/>
                  </a:lnTo>
                  <a:lnTo>
                    <a:pt x="3898" y="2902"/>
                  </a:lnTo>
                  <a:lnTo>
                    <a:pt x="3898" y="2917"/>
                  </a:lnTo>
                  <a:lnTo>
                    <a:pt x="3898" y="2975"/>
                  </a:lnTo>
                  <a:lnTo>
                    <a:pt x="3898" y="2989"/>
                  </a:lnTo>
                  <a:cubicBezTo>
                    <a:pt x="3898" y="3018"/>
                    <a:pt x="3898" y="3032"/>
                    <a:pt x="3884" y="3061"/>
                  </a:cubicBezTo>
                  <a:lnTo>
                    <a:pt x="3869" y="3119"/>
                  </a:lnTo>
                  <a:lnTo>
                    <a:pt x="3869" y="3133"/>
                  </a:lnTo>
                  <a:lnTo>
                    <a:pt x="3855" y="3191"/>
                  </a:lnTo>
                  <a:lnTo>
                    <a:pt x="3855" y="3206"/>
                  </a:lnTo>
                  <a:cubicBezTo>
                    <a:pt x="3826" y="3234"/>
                    <a:pt x="3811" y="3278"/>
                    <a:pt x="3797" y="3321"/>
                  </a:cubicBezTo>
                  <a:lnTo>
                    <a:pt x="3754" y="3379"/>
                  </a:lnTo>
                  <a:cubicBezTo>
                    <a:pt x="3725" y="3436"/>
                    <a:pt x="3682" y="3494"/>
                    <a:pt x="3638" y="3538"/>
                  </a:cubicBezTo>
                  <a:cubicBezTo>
                    <a:pt x="3580" y="3595"/>
                    <a:pt x="3537" y="3639"/>
                    <a:pt x="3479" y="3682"/>
                  </a:cubicBezTo>
                  <a:lnTo>
                    <a:pt x="3451" y="3696"/>
                  </a:lnTo>
                  <a:lnTo>
                    <a:pt x="3422" y="3725"/>
                  </a:lnTo>
                  <a:lnTo>
                    <a:pt x="3407" y="3725"/>
                  </a:lnTo>
                  <a:lnTo>
                    <a:pt x="3378" y="3740"/>
                  </a:lnTo>
                  <a:lnTo>
                    <a:pt x="3364" y="3740"/>
                  </a:lnTo>
                  <a:lnTo>
                    <a:pt x="3350" y="3754"/>
                  </a:lnTo>
                  <a:lnTo>
                    <a:pt x="3292" y="3783"/>
                  </a:lnTo>
                  <a:lnTo>
                    <a:pt x="3263" y="3797"/>
                  </a:lnTo>
                  <a:lnTo>
                    <a:pt x="3234" y="3797"/>
                  </a:lnTo>
                  <a:lnTo>
                    <a:pt x="3191" y="3826"/>
                  </a:lnTo>
                  <a:lnTo>
                    <a:pt x="3075" y="3826"/>
                  </a:lnTo>
                  <a:lnTo>
                    <a:pt x="3003" y="3841"/>
                  </a:lnTo>
                  <a:lnTo>
                    <a:pt x="2657" y="3841"/>
                  </a:lnTo>
                  <a:lnTo>
                    <a:pt x="2599" y="3826"/>
                  </a:lnTo>
                  <a:lnTo>
                    <a:pt x="2527" y="3826"/>
                  </a:lnTo>
                  <a:lnTo>
                    <a:pt x="2498" y="3812"/>
                  </a:lnTo>
                  <a:lnTo>
                    <a:pt x="2455" y="3797"/>
                  </a:lnTo>
                  <a:lnTo>
                    <a:pt x="2411" y="3783"/>
                  </a:lnTo>
                  <a:lnTo>
                    <a:pt x="2382" y="3768"/>
                  </a:lnTo>
                  <a:lnTo>
                    <a:pt x="2325" y="3740"/>
                  </a:lnTo>
                  <a:lnTo>
                    <a:pt x="2310" y="3740"/>
                  </a:lnTo>
                  <a:lnTo>
                    <a:pt x="2267" y="3711"/>
                  </a:lnTo>
                  <a:cubicBezTo>
                    <a:pt x="1978" y="3538"/>
                    <a:pt x="1790" y="3234"/>
                    <a:pt x="1747" y="2902"/>
                  </a:cubicBezTo>
                  <a:lnTo>
                    <a:pt x="1747" y="2888"/>
                  </a:lnTo>
                  <a:lnTo>
                    <a:pt x="1747" y="2845"/>
                  </a:lnTo>
                  <a:lnTo>
                    <a:pt x="1747" y="2772"/>
                  </a:lnTo>
                  <a:lnTo>
                    <a:pt x="1747" y="2686"/>
                  </a:lnTo>
                  <a:lnTo>
                    <a:pt x="1747" y="2657"/>
                  </a:lnTo>
                  <a:lnTo>
                    <a:pt x="1747" y="2614"/>
                  </a:lnTo>
                  <a:lnTo>
                    <a:pt x="1747" y="2585"/>
                  </a:lnTo>
                  <a:lnTo>
                    <a:pt x="1747" y="2556"/>
                  </a:lnTo>
                  <a:lnTo>
                    <a:pt x="1747" y="2541"/>
                  </a:lnTo>
                  <a:lnTo>
                    <a:pt x="1747" y="2513"/>
                  </a:lnTo>
                  <a:lnTo>
                    <a:pt x="1747" y="2484"/>
                  </a:lnTo>
                  <a:lnTo>
                    <a:pt x="1747" y="2469"/>
                  </a:lnTo>
                  <a:lnTo>
                    <a:pt x="1747" y="2440"/>
                  </a:lnTo>
                  <a:lnTo>
                    <a:pt x="1747" y="2412"/>
                  </a:lnTo>
                  <a:lnTo>
                    <a:pt x="1762" y="2397"/>
                  </a:lnTo>
                  <a:lnTo>
                    <a:pt x="1776" y="2368"/>
                  </a:lnTo>
                  <a:lnTo>
                    <a:pt x="1776" y="2339"/>
                  </a:lnTo>
                  <a:lnTo>
                    <a:pt x="1790" y="2325"/>
                  </a:lnTo>
                  <a:lnTo>
                    <a:pt x="1805" y="2296"/>
                  </a:lnTo>
                  <a:lnTo>
                    <a:pt x="1819" y="2267"/>
                  </a:lnTo>
                  <a:lnTo>
                    <a:pt x="1834" y="2253"/>
                  </a:lnTo>
                  <a:lnTo>
                    <a:pt x="1848" y="2224"/>
                  </a:lnTo>
                  <a:lnTo>
                    <a:pt x="1863" y="2195"/>
                  </a:lnTo>
                  <a:lnTo>
                    <a:pt x="1877" y="2181"/>
                  </a:lnTo>
                  <a:lnTo>
                    <a:pt x="1892" y="2152"/>
                  </a:lnTo>
                  <a:lnTo>
                    <a:pt x="1906" y="2137"/>
                  </a:lnTo>
                  <a:lnTo>
                    <a:pt x="1920" y="2108"/>
                  </a:lnTo>
                  <a:lnTo>
                    <a:pt x="1935" y="2094"/>
                  </a:lnTo>
                  <a:lnTo>
                    <a:pt x="1949" y="2080"/>
                  </a:lnTo>
                  <a:lnTo>
                    <a:pt x="1964" y="2051"/>
                  </a:lnTo>
                  <a:lnTo>
                    <a:pt x="1978" y="2036"/>
                  </a:lnTo>
                  <a:lnTo>
                    <a:pt x="1993" y="2022"/>
                  </a:lnTo>
                  <a:lnTo>
                    <a:pt x="2007" y="2007"/>
                  </a:lnTo>
                  <a:lnTo>
                    <a:pt x="2050" y="1979"/>
                  </a:lnTo>
                  <a:lnTo>
                    <a:pt x="2079" y="1935"/>
                  </a:lnTo>
                  <a:lnTo>
                    <a:pt x="2094" y="1935"/>
                  </a:lnTo>
                  <a:lnTo>
                    <a:pt x="2123" y="1906"/>
                  </a:lnTo>
                  <a:lnTo>
                    <a:pt x="2137" y="1892"/>
                  </a:lnTo>
                  <a:lnTo>
                    <a:pt x="2166" y="1877"/>
                  </a:lnTo>
                  <a:lnTo>
                    <a:pt x="2180" y="1863"/>
                  </a:lnTo>
                  <a:lnTo>
                    <a:pt x="2209" y="1849"/>
                  </a:lnTo>
                  <a:lnTo>
                    <a:pt x="2224" y="1849"/>
                  </a:lnTo>
                  <a:lnTo>
                    <a:pt x="2252" y="1834"/>
                  </a:lnTo>
                  <a:lnTo>
                    <a:pt x="2267" y="1820"/>
                  </a:lnTo>
                  <a:lnTo>
                    <a:pt x="2296" y="1805"/>
                  </a:lnTo>
                  <a:lnTo>
                    <a:pt x="2310" y="1791"/>
                  </a:lnTo>
                  <a:lnTo>
                    <a:pt x="2339" y="1776"/>
                  </a:lnTo>
                  <a:lnTo>
                    <a:pt x="2368" y="1776"/>
                  </a:lnTo>
                  <a:lnTo>
                    <a:pt x="2397" y="1762"/>
                  </a:lnTo>
                  <a:lnTo>
                    <a:pt x="2411" y="1762"/>
                  </a:lnTo>
                  <a:lnTo>
                    <a:pt x="2440" y="1748"/>
                  </a:lnTo>
                  <a:close/>
                  <a:moveTo>
                    <a:pt x="2209" y="1"/>
                  </a:moveTo>
                  <a:cubicBezTo>
                    <a:pt x="2166" y="1"/>
                    <a:pt x="2137" y="44"/>
                    <a:pt x="2137" y="87"/>
                  </a:cubicBezTo>
                  <a:lnTo>
                    <a:pt x="2137" y="578"/>
                  </a:lnTo>
                  <a:cubicBezTo>
                    <a:pt x="1964" y="622"/>
                    <a:pt x="1805" y="679"/>
                    <a:pt x="1646" y="766"/>
                  </a:cubicBezTo>
                  <a:lnTo>
                    <a:pt x="1300" y="434"/>
                  </a:lnTo>
                  <a:cubicBezTo>
                    <a:pt x="1285" y="419"/>
                    <a:pt x="1267" y="412"/>
                    <a:pt x="1247" y="412"/>
                  </a:cubicBezTo>
                  <a:cubicBezTo>
                    <a:pt x="1228" y="412"/>
                    <a:pt x="1206" y="419"/>
                    <a:pt x="1184" y="434"/>
                  </a:cubicBezTo>
                  <a:lnTo>
                    <a:pt x="419" y="1199"/>
                  </a:lnTo>
                  <a:cubicBezTo>
                    <a:pt x="390" y="1228"/>
                    <a:pt x="390" y="1286"/>
                    <a:pt x="419" y="1314"/>
                  </a:cubicBezTo>
                  <a:lnTo>
                    <a:pt x="766" y="1661"/>
                  </a:lnTo>
                  <a:cubicBezTo>
                    <a:pt x="679" y="1805"/>
                    <a:pt x="607" y="1964"/>
                    <a:pt x="563" y="2137"/>
                  </a:cubicBezTo>
                  <a:lnTo>
                    <a:pt x="73" y="2137"/>
                  </a:lnTo>
                  <a:cubicBezTo>
                    <a:pt x="29" y="2137"/>
                    <a:pt x="0" y="2181"/>
                    <a:pt x="0" y="2224"/>
                  </a:cubicBezTo>
                  <a:lnTo>
                    <a:pt x="0" y="3307"/>
                  </a:lnTo>
                  <a:cubicBezTo>
                    <a:pt x="0" y="3350"/>
                    <a:pt x="29" y="3393"/>
                    <a:pt x="73" y="3393"/>
                  </a:cubicBezTo>
                  <a:lnTo>
                    <a:pt x="563" y="3393"/>
                  </a:lnTo>
                  <a:cubicBezTo>
                    <a:pt x="607" y="3552"/>
                    <a:pt x="679" y="3725"/>
                    <a:pt x="766" y="3870"/>
                  </a:cubicBezTo>
                  <a:lnTo>
                    <a:pt x="419" y="4216"/>
                  </a:lnTo>
                  <a:cubicBezTo>
                    <a:pt x="390" y="4245"/>
                    <a:pt x="390" y="4303"/>
                    <a:pt x="419" y="4331"/>
                  </a:cubicBezTo>
                  <a:lnTo>
                    <a:pt x="1184" y="5097"/>
                  </a:lnTo>
                  <a:cubicBezTo>
                    <a:pt x="1206" y="5111"/>
                    <a:pt x="1228" y="5118"/>
                    <a:pt x="1247" y="5118"/>
                  </a:cubicBezTo>
                  <a:cubicBezTo>
                    <a:pt x="1267" y="5118"/>
                    <a:pt x="1285" y="5111"/>
                    <a:pt x="1300" y="5097"/>
                  </a:cubicBezTo>
                  <a:lnTo>
                    <a:pt x="1646" y="4750"/>
                  </a:lnTo>
                  <a:cubicBezTo>
                    <a:pt x="1805" y="4837"/>
                    <a:pt x="1964" y="4909"/>
                    <a:pt x="2123" y="4952"/>
                  </a:cubicBezTo>
                  <a:lnTo>
                    <a:pt x="2123" y="5443"/>
                  </a:lnTo>
                  <a:cubicBezTo>
                    <a:pt x="2123" y="5486"/>
                    <a:pt x="2166" y="5515"/>
                    <a:pt x="2209" y="5515"/>
                  </a:cubicBezTo>
                  <a:lnTo>
                    <a:pt x="3292" y="5515"/>
                  </a:lnTo>
                  <a:cubicBezTo>
                    <a:pt x="3335" y="5515"/>
                    <a:pt x="3378" y="5486"/>
                    <a:pt x="3378" y="5443"/>
                  </a:cubicBezTo>
                  <a:lnTo>
                    <a:pt x="3378" y="4952"/>
                  </a:lnTo>
                  <a:cubicBezTo>
                    <a:pt x="3552" y="4909"/>
                    <a:pt x="3710" y="4837"/>
                    <a:pt x="3855" y="4750"/>
                  </a:cubicBezTo>
                  <a:lnTo>
                    <a:pt x="4201" y="5097"/>
                  </a:lnTo>
                  <a:cubicBezTo>
                    <a:pt x="4216" y="5111"/>
                    <a:pt x="4237" y="5118"/>
                    <a:pt x="4259" y="5118"/>
                  </a:cubicBezTo>
                  <a:cubicBezTo>
                    <a:pt x="4281" y="5118"/>
                    <a:pt x="4302" y="5111"/>
                    <a:pt x="4317" y="5097"/>
                  </a:cubicBezTo>
                  <a:lnTo>
                    <a:pt x="5082" y="4331"/>
                  </a:lnTo>
                  <a:cubicBezTo>
                    <a:pt x="5125" y="4303"/>
                    <a:pt x="5125" y="4245"/>
                    <a:pt x="5082" y="4216"/>
                  </a:cubicBezTo>
                  <a:lnTo>
                    <a:pt x="4750" y="3870"/>
                  </a:lnTo>
                  <a:cubicBezTo>
                    <a:pt x="4836" y="3725"/>
                    <a:pt x="4894" y="3552"/>
                    <a:pt x="4952" y="3393"/>
                  </a:cubicBezTo>
                  <a:lnTo>
                    <a:pt x="5428" y="3393"/>
                  </a:lnTo>
                  <a:cubicBezTo>
                    <a:pt x="5472" y="3393"/>
                    <a:pt x="5515" y="3350"/>
                    <a:pt x="5515" y="3307"/>
                  </a:cubicBezTo>
                  <a:lnTo>
                    <a:pt x="5515" y="2224"/>
                  </a:lnTo>
                  <a:cubicBezTo>
                    <a:pt x="5515" y="2181"/>
                    <a:pt x="5472" y="2137"/>
                    <a:pt x="5428" y="2137"/>
                  </a:cubicBezTo>
                  <a:lnTo>
                    <a:pt x="4952" y="2137"/>
                  </a:lnTo>
                  <a:cubicBezTo>
                    <a:pt x="4894" y="1964"/>
                    <a:pt x="4836" y="1805"/>
                    <a:pt x="4750" y="1661"/>
                  </a:cubicBezTo>
                  <a:lnTo>
                    <a:pt x="5096" y="1314"/>
                  </a:lnTo>
                  <a:cubicBezTo>
                    <a:pt x="5125" y="1286"/>
                    <a:pt x="5125" y="1228"/>
                    <a:pt x="5096" y="1199"/>
                  </a:cubicBezTo>
                  <a:lnTo>
                    <a:pt x="4317" y="434"/>
                  </a:lnTo>
                  <a:cubicBezTo>
                    <a:pt x="4302" y="412"/>
                    <a:pt x="4281" y="401"/>
                    <a:pt x="4259" y="401"/>
                  </a:cubicBezTo>
                  <a:cubicBezTo>
                    <a:pt x="4237" y="401"/>
                    <a:pt x="4216" y="412"/>
                    <a:pt x="4201" y="434"/>
                  </a:cubicBezTo>
                  <a:lnTo>
                    <a:pt x="3869" y="766"/>
                  </a:lnTo>
                  <a:cubicBezTo>
                    <a:pt x="3710" y="679"/>
                    <a:pt x="3552" y="622"/>
                    <a:pt x="3378" y="564"/>
                  </a:cubicBezTo>
                  <a:lnTo>
                    <a:pt x="3378" y="87"/>
                  </a:lnTo>
                  <a:cubicBezTo>
                    <a:pt x="3378" y="44"/>
                    <a:pt x="3350" y="1"/>
                    <a:pt x="3292" y="1"/>
                  </a:cubicBezTo>
                  <a:close/>
                </a:path>
              </a:pathLst>
            </a:custGeom>
            <a:solidFill>
              <a:srgbClr val="E9EEF1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9093;p76">
              <a:extLst>
                <a:ext uri="{FF2B5EF4-FFF2-40B4-BE49-F238E27FC236}">
                  <a16:creationId xmlns:a16="http://schemas.microsoft.com/office/drawing/2014/main" id="{7128D78C-86B0-5B19-4002-B8CFE15C6B80}"/>
                </a:ext>
              </a:extLst>
            </p:cNvPr>
            <p:cNvSpPr/>
            <p:nvPr/>
          </p:nvSpPr>
          <p:spPr>
            <a:xfrm>
              <a:off x="5669696" y="2213602"/>
              <a:ext cx="29151" cy="54894"/>
            </a:xfrm>
            <a:custGeom>
              <a:avLst/>
              <a:gdLst/>
              <a:ahLst/>
              <a:cxnLst/>
              <a:rect l="l" t="t" r="r" b="b"/>
              <a:pathLst>
                <a:path w="1112" h="2094" extrusionOk="0">
                  <a:moveTo>
                    <a:pt x="708" y="0"/>
                  </a:moveTo>
                  <a:lnTo>
                    <a:pt x="679" y="15"/>
                  </a:lnTo>
                  <a:lnTo>
                    <a:pt x="664" y="15"/>
                  </a:lnTo>
                  <a:lnTo>
                    <a:pt x="635" y="29"/>
                  </a:lnTo>
                  <a:lnTo>
                    <a:pt x="606" y="29"/>
                  </a:lnTo>
                  <a:lnTo>
                    <a:pt x="578" y="43"/>
                  </a:lnTo>
                  <a:lnTo>
                    <a:pt x="563" y="58"/>
                  </a:lnTo>
                  <a:lnTo>
                    <a:pt x="534" y="72"/>
                  </a:lnTo>
                  <a:lnTo>
                    <a:pt x="520" y="87"/>
                  </a:lnTo>
                  <a:lnTo>
                    <a:pt x="491" y="101"/>
                  </a:lnTo>
                  <a:lnTo>
                    <a:pt x="477" y="101"/>
                  </a:lnTo>
                  <a:lnTo>
                    <a:pt x="448" y="130"/>
                  </a:lnTo>
                  <a:lnTo>
                    <a:pt x="433" y="130"/>
                  </a:lnTo>
                  <a:lnTo>
                    <a:pt x="404" y="159"/>
                  </a:lnTo>
                  <a:lnTo>
                    <a:pt x="390" y="159"/>
                  </a:lnTo>
                  <a:lnTo>
                    <a:pt x="361" y="188"/>
                  </a:lnTo>
                  <a:lnTo>
                    <a:pt x="347" y="202"/>
                  </a:lnTo>
                  <a:lnTo>
                    <a:pt x="318" y="231"/>
                  </a:lnTo>
                  <a:lnTo>
                    <a:pt x="274" y="260"/>
                  </a:lnTo>
                  <a:lnTo>
                    <a:pt x="260" y="274"/>
                  </a:lnTo>
                  <a:lnTo>
                    <a:pt x="246" y="289"/>
                  </a:lnTo>
                  <a:lnTo>
                    <a:pt x="231" y="303"/>
                  </a:lnTo>
                  <a:lnTo>
                    <a:pt x="217" y="332"/>
                  </a:lnTo>
                  <a:lnTo>
                    <a:pt x="202" y="303"/>
                  </a:lnTo>
                  <a:lnTo>
                    <a:pt x="188" y="332"/>
                  </a:lnTo>
                  <a:lnTo>
                    <a:pt x="159" y="347"/>
                  </a:lnTo>
                  <a:lnTo>
                    <a:pt x="145" y="375"/>
                  </a:lnTo>
                  <a:lnTo>
                    <a:pt x="130" y="390"/>
                  </a:lnTo>
                  <a:lnTo>
                    <a:pt x="116" y="419"/>
                  </a:lnTo>
                  <a:lnTo>
                    <a:pt x="101" y="448"/>
                  </a:lnTo>
                  <a:lnTo>
                    <a:pt x="87" y="462"/>
                  </a:lnTo>
                  <a:lnTo>
                    <a:pt x="72" y="491"/>
                  </a:lnTo>
                  <a:lnTo>
                    <a:pt x="58" y="520"/>
                  </a:lnTo>
                  <a:lnTo>
                    <a:pt x="58" y="534"/>
                  </a:lnTo>
                  <a:lnTo>
                    <a:pt x="43" y="563"/>
                  </a:lnTo>
                  <a:lnTo>
                    <a:pt x="29" y="592"/>
                  </a:lnTo>
                  <a:lnTo>
                    <a:pt x="15" y="621"/>
                  </a:lnTo>
                  <a:lnTo>
                    <a:pt x="15" y="635"/>
                  </a:lnTo>
                  <a:lnTo>
                    <a:pt x="0" y="664"/>
                  </a:lnTo>
                  <a:lnTo>
                    <a:pt x="0" y="693"/>
                  </a:lnTo>
                  <a:lnTo>
                    <a:pt x="0" y="707"/>
                  </a:lnTo>
                  <a:lnTo>
                    <a:pt x="0" y="736"/>
                  </a:lnTo>
                  <a:lnTo>
                    <a:pt x="0" y="765"/>
                  </a:lnTo>
                  <a:lnTo>
                    <a:pt x="0" y="780"/>
                  </a:lnTo>
                  <a:lnTo>
                    <a:pt x="0" y="823"/>
                  </a:lnTo>
                  <a:lnTo>
                    <a:pt x="0" y="837"/>
                  </a:lnTo>
                  <a:lnTo>
                    <a:pt x="0" y="881"/>
                  </a:lnTo>
                  <a:lnTo>
                    <a:pt x="0" y="910"/>
                  </a:lnTo>
                  <a:lnTo>
                    <a:pt x="0" y="996"/>
                  </a:lnTo>
                  <a:lnTo>
                    <a:pt x="0" y="1068"/>
                  </a:lnTo>
                  <a:lnTo>
                    <a:pt x="0" y="1083"/>
                  </a:lnTo>
                  <a:lnTo>
                    <a:pt x="0" y="1140"/>
                  </a:lnTo>
                  <a:lnTo>
                    <a:pt x="0" y="1155"/>
                  </a:lnTo>
                  <a:cubicBezTo>
                    <a:pt x="43" y="1487"/>
                    <a:pt x="231" y="1790"/>
                    <a:pt x="520" y="1963"/>
                  </a:cubicBezTo>
                  <a:lnTo>
                    <a:pt x="549" y="1963"/>
                  </a:lnTo>
                  <a:lnTo>
                    <a:pt x="578" y="1992"/>
                  </a:lnTo>
                  <a:lnTo>
                    <a:pt x="606" y="1992"/>
                  </a:lnTo>
                  <a:lnTo>
                    <a:pt x="664" y="2021"/>
                  </a:lnTo>
                  <a:lnTo>
                    <a:pt x="693" y="2035"/>
                  </a:lnTo>
                  <a:lnTo>
                    <a:pt x="722" y="2050"/>
                  </a:lnTo>
                  <a:lnTo>
                    <a:pt x="736" y="2050"/>
                  </a:lnTo>
                  <a:lnTo>
                    <a:pt x="780" y="2064"/>
                  </a:lnTo>
                  <a:lnTo>
                    <a:pt x="809" y="2079"/>
                  </a:lnTo>
                  <a:lnTo>
                    <a:pt x="852" y="2093"/>
                  </a:lnTo>
                  <a:lnTo>
                    <a:pt x="1112" y="2093"/>
                  </a:lnTo>
                  <a:lnTo>
                    <a:pt x="1068" y="2079"/>
                  </a:lnTo>
                  <a:lnTo>
                    <a:pt x="1040" y="2064"/>
                  </a:lnTo>
                  <a:lnTo>
                    <a:pt x="996" y="2050"/>
                  </a:lnTo>
                  <a:lnTo>
                    <a:pt x="982" y="2050"/>
                  </a:lnTo>
                  <a:lnTo>
                    <a:pt x="953" y="2035"/>
                  </a:lnTo>
                  <a:lnTo>
                    <a:pt x="924" y="2021"/>
                  </a:lnTo>
                  <a:lnTo>
                    <a:pt x="852" y="1992"/>
                  </a:lnTo>
                  <a:lnTo>
                    <a:pt x="837" y="1992"/>
                  </a:lnTo>
                  <a:lnTo>
                    <a:pt x="809" y="1963"/>
                  </a:lnTo>
                  <a:lnTo>
                    <a:pt x="780" y="1963"/>
                  </a:lnTo>
                  <a:cubicBezTo>
                    <a:pt x="491" y="1790"/>
                    <a:pt x="303" y="1487"/>
                    <a:pt x="260" y="1155"/>
                  </a:cubicBezTo>
                  <a:lnTo>
                    <a:pt x="260" y="1140"/>
                  </a:lnTo>
                  <a:lnTo>
                    <a:pt x="260" y="1112"/>
                  </a:lnTo>
                  <a:lnTo>
                    <a:pt x="260" y="1039"/>
                  </a:lnTo>
                  <a:lnTo>
                    <a:pt x="260" y="953"/>
                  </a:lnTo>
                  <a:lnTo>
                    <a:pt x="260" y="924"/>
                  </a:lnTo>
                  <a:lnTo>
                    <a:pt x="260" y="866"/>
                  </a:lnTo>
                  <a:lnTo>
                    <a:pt x="260" y="852"/>
                  </a:lnTo>
                  <a:lnTo>
                    <a:pt x="260" y="823"/>
                  </a:lnTo>
                  <a:lnTo>
                    <a:pt x="260" y="794"/>
                  </a:lnTo>
                  <a:lnTo>
                    <a:pt x="260" y="765"/>
                  </a:lnTo>
                  <a:lnTo>
                    <a:pt x="260" y="751"/>
                  </a:lnTo>
                  <a:lnTo>
                    <a:pt x="260" y="722"/>
                  </a:lnTo>
                  <a:lnTo>
                    <a:pt x="260" y="707"/>
                  </a:lnTo>
                  <a:lnTo>
                    <a:pt x="260" y="679"/>
                  </a:lnTo>
                  <a:lnTo>
                    <a:pt x="274" y="650"/>
                  </a:lnTo>
                  <a:lnTo>
                    <a:pt x="289" y="621"/>
                  </a:lnTo>
                  <a:lnTo>
                    <a:pt x="303" y="606"/>
                  </a:lnTo>
                  <a:lnTo>
                    <a:pt x="303" y="578"/>
                  </a:lnTo>
                  <a:lnTo>
                    <a:pt x="318" y="549"/>
                  </a:lnTo>
                  <a:lnTo>
                    <a:pt x="332" y="520"/>
                  </a:lnTo>
                  <a:lnTo>
                    <a:pt x="347" y="505"/>
                  </a:lnTo>
                  <a:lnTo>
                    <a:pt x="361" y="476"/>
                  </a:lnTo>
                  <a:lnTo>
                    <a:pt x="375" y="462"/>
                  </a:lnTo>
                  <a:lnTo>
                    <a:pt x="390" y="433"/>
                  </a:lnTo>
                  <a:lnTo>
                    <a:pt x="404" y="419"/>
                  </a:lnTo>
                  <a:lnTo>
                    <a:pt x="419" y="390"/>
                  </a:lnTo>
                  <a:lnTo>
                    <a:pt x="433" y="375"/>
                  </a:lnTo>
                  <a:lnTo>
                    <a:pt x="462" y="347"/>
                  </a:lnTo>
                  <a:lnTo>
                    <a:pt x="477" y="332"/>
                  </a:lnTo>
                  <a:lnTo>
                    <a:pt x="491" y="303"/>
                  </a:lnTo>
                  <a:lnTo>
                    <a:pt x="505" y="289"/>
                  </a:lnTo>
                  <a:lnTo>
                    <a:pt x="520" y="274"/>
                  </a:lnTo>
                  <a:lnTo>
                    <a:pt x="534" y="260"/>
                  </a:lnTo>
                  <a:lnTo>
                    <a:pt x="563" y="231"/>
                  </a:lnTo>
                  <a:lnTo>
                    <a:pt x="606" y="202"/>
                  </a:lnTo>
                  <a:lnTo>
                    <a:pt x="621" y="188"/>
                  </a:lnTo>
                  <a:lnTo>
                    <a:pt x="650" y="159"/>
                  </a:lnTo>
                  <a:lnTo>
                    <a:pt x="664" y="159"/>
                  </a:lnTo>
                  <a:lnTo>
                    <a:pt x="693" y="130"/>
                  </a:lnTo>
                  <a:lnTo>
                    <a:pt x="708" y="130"/>
                  </a:lnTo>
                  <a:lnTo>
                    <a:pt x="736" y="101"/>
                  </a:lnTo>
                  <a:lnTo>
                    <a:pt x="751" y="101"/>
                  </a:lnTo>
                  <a:lnTo>
                    <a:pt x="780" y="87"/>
                  </a:lnTo>
                  <a:lnTo>
                    <a:pt x="794" y="72"/>
                  </a:lnTo>
                  <a:lnTo>
                    <a:pt x="823" y="58"/>
                  </a:lnTo>
                  <a:lnTo>
                    <a:pt x="837" y="43"/>
                  </a:lnTo>
                  <a:lnTo>
                    <a:pt x="866" y="29"/>
                  </a:lnTo>
                  <a:lnTo>
                    <a:pt x="895" y="29"/>
                  </a:lnTo>
                  <a:lnTo>
                    <a:pt x="924" y="15"/>
                  </a:lnTo>
                  <a:lnTo>
                    <a:pt x="938" y="15"/>
                  </a:lnTo>
                  <a:lnTo>
                    <a:pt x="967" y="0"/>
                  </a:lnTo>
                  <a:close/>
                </a:path>
              </a:pathLst>
            </a:custGeom>
            <a:solidFill>
              <a:srgbClr val="B8C6D1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8" name="Google Shape;1694;p36">
            <a:extLst>
              <a:ext uri="{FF2B5EF4-FFF2-40B4-BE49-F238E27FC236}">
                <a16:creationId xmlns:a16="http://schemas.microsoft.com/office/drawing/2014/main" id="{11D4C500-8A43-28A7-3C5E-86B183A68CA8}"/>
              </a:ext>
            </a:extLst>
          </p:cNvPr>
          <p:cNvGrpSpPr/>
          <p:nvPr/>
        </p:nvGrpSpPr>
        <p:grpSpPr>
          <a:xfrm>
            <a:off x="673159" y="2423532"/>
            <a:ext cx="3870982" cy="2521659"/>
            <a:chOff x="465002" y="1117448"/>
            <a:chExt cx="4114542" cy="2764663"/>
          </a:xfrm>
        </p:grpSpPr>
        <p:sp>
          <p:nvSpPr>
            <p:cNvPr id="1599" name="Google Shape;1695;p36">
              <a:extLst>
                <a:ext uri="{FF2B5EF4-FFF2-40B4-BE49-F238E27FC236}">
                  <a16:creationId xmlns:a16="http://schemas.microsoft.com/office/drawing/2014/main" id="{27109C16-96AA-07DE-85F0-46A951DC9AA1}"/>
                </a:ext>
              </a:extLst>
            </p:cNvPr>
            <p:cNvSpPr/>
            <p:nvPr/>
          </p:nvSpPr>
          <p:spPr>
            <a:xfrm>
              <a:off x="1320257" y="2807521"/>
              <a:ext cx="43" cy="32178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w="42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96;p36">
              <a:extLst>
                <a:ext uri="{FF2B5EF4-FFF2-40B4-BE49-F238E27FC236}">
                  <a16:creationId xmlns:a16="http://schemas.microsoft.com/office/drawing/2014/main" id="{C3F81223-BA0D-91ED-3513-AEDF2F338AC6}"/>
                </a:ext>
              </a:extLst>
            </p:cNvPr>
            <p:cNvSpPr/>
            <p:nvPr/>
          </p:nvSpPr>
          <p:spPr>
            <a:xfrm>
              <a:off x="1304449" y="2823804"/>
              <a:ext cx="32135" cy="43"/>
            </a:xfrm>
            <a:custGeom>
              <a:avLst/>
              <a:gdLst/>
              <a:ahLst/>
              <a:cxnLst/>
              <a:rect l="l" t="t" r="r" b="b"/>
              <a:pathLst>
                <a:path w="744" h="1" fill="none" extrusionOk="0">
                  <a:moveTo>
                    <a:pt x="744" y="1"/>
                  </a:moveTo>
                  <a:lnTo>
                    <a:pt x="0" y="1"/>
                  </a:lnTo>
                </a:path>
              </a:pathLst>
            </a:custGeom>
            <a:noFill/>
            <a:ln w="42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97;p36">
              <a:extLst>
                <a:ext uri="{FF2B5EF4-FFF2-40B4-BE49-F238E27FC236}">
                  <a16:creationId xmlns:a16="http://schemas.microsoft.com/office/drawing/2014/main" id="{58496CA1-DA6C-02A1-7AE0-D07E3D909BA2}"/>
                </a:ext>
              </a:extLst>
            </p:cNvPr>
            <p:cNvSpPr/>
            <p:nvPr/>
          </p:nvSpPr>
          <p:spPr>
            <a:xfrm>
              <a:off x="1229467" y="2898743"/>
              <a:ext cx="130269" cy="7343"/>
            </a:xfrm>
            <a:custGeom>
              <a:avLst/>
              <a:gdLst/>
              <a:ahLst/>
              <a:cxnLst/>
              <a:rect l="l" t="t" r="r" b="b"/>
              <a:pathLst>
                <a:path w="3016" h="170" fill="none" extrusionOk="0">
                  <a:moveTo>
                    <a:pt x="3015" y="169"/>
                  </a:moveTo>
                  <a:cubicBezTo>
                    <a:pt x="3015" y="169"/>
                    <a:pt x="1151" y="1"/>
                    <a:pt x="1" y="169"/>
                  </a:cubicBezTo>
                </a:path>
              </a:pathLst>
            </a:custGeom>
            <a:noFill/>
            <a:ln w="42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98;p36">
              <a:extLst>
                <a:ext uri="{FF2B5EF4-FFF2-40B4-BE49-F238E27FC236}">
                  <a16:creationId xmlns:a16="http://schemas.microsoft.com/office/drawing/2014/main" id="{016F7665-4D39-8A5A-74C0-AC16C5F248AF}"/>
                </a:ext>
              </a:extLst>
            </p:cNvPr>
            <p:cNvSpPr/>
            <p:nvPr/>
          </p:nvSpPr>
          <p:spPr>
            <a:xfrm>
              <a:off x="1099917" y="3402787"/>
              <a:ext cx="178571" cy="37"/>
            </a:xfrm>
            <a:custGeom>
              <a:avLst/>
              <a:gdLst/>
              <a:ahLst/>
              <a:cxnLst/>
              <a:rect l="l" t="t" r="r" b="b"/>
              <a:pathLst>
                <a:path w="4880" h="1" fill="none" extrusionOk="0">
                  <a:moveTo>
                    <a:pt x="4879" y="0"/>
                  </a:moveTo>
                  <a:lnTo>
                    <a:pt x="1" y="0"/>
                  </a:lnTo>
                </a:path>
              </a:pathLst>
            </a:custGeom>
            <a:noFill/>
            <a:ln w="42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3" name="Google Shape;1699;p36">
              <a:extLst>
                <a:ext uri="{FF2B5EF4-FFF2-40B4-BE49-F238E27FC236}">
                  <a16:creationId xmlns:a16="http://schemas.microsoft.com/office/drawing/2014/main" id="{D6EA3BC7-302B-3784-01AE-72B6C20DB76A}"/>
                </a:ext>
              </a:extLst>
            </p:cNvPr>
            <p:cNvGrpSpPr/>
            <p:nvPr/>
          </p:nvGrpSpPr>
          <p:grpSpPr>
            <a:xfrm>
              <a:off x="465002" y="2606041"/>
              <a:ext cx="840675" cy="1276070"/>
              <a:chOff x="465002" y="2606041"/>
              <a:chExt cx="840675" cy="1276070"/>
            </a:xfrm>
          </p:grpSpPr>
          <p:sp>
            <p:nvSpPr>
              <p:cNvPr id="1646" name="Google Shape;1700;p36">
                <a:extLst>
                  <a:ext uri="{FF2B5EF4-FFF2-40B4-BE49-F238E27FC236}">
                    <a16:creationId xmlns:a16="http://schemas.microsoft.com/office/drawing/2014/main" id="{1E9ECB44-62E1-68DC-7036-F7BE096D59EB}"/>
                  </a:ext>
                </a:extLst>
              </p:cNvPr>
              <p:cNvSpPr/>
              <p:nvPr/>
            </p:nvSpPr>
            <p:spPr>
              <a:xfrm>
                <a:off x="853577" y="2642303"/>
                <a:ext cx="269248" cy="650212"/>
              </a:xfrm>
              <a:custGeom>
                <a:avLst/>
                <a:gdLst/>
                <a:ahLst/>
                <a:cxnLst/>
                <a:rect l="l" t="t" r="r" b="b"/>
                <a:pathLst>
                  <a:path w="7358" h="17769" fill="none" extrusionOk="0">
                    <a:moveTo>
                      <a:pt x="2192" y="17769"/>
                    </a:moveTo>
                    <a:cubicBezTo>
                      <a:pt x="1161" y="16777"/>
                      <a:pt x="209" y="15201"/>
                      <a:pt x="80" y="13555"/>
                    </a:cubicBezTo>
                    <a:cubicBezTo>
                      <a:pt x="0" y="12851"/>
                      <a:pt x="80" y="12068"/>
                      <a:pt x="248" y="11364"/>
                    </a:cubicBezTo>
                    <a:cubicBezTo>
                      <a:pt x="457" y="10660"/>
                      <a:pt x="823" y="10045"/>
                      <a:pt x="952" y="9341"/>
                    </a:cubicBezTo>
                    <a:cubicBezTo>
                      <a:pt x="1200" y="7973"/>
                      <a:pt x="417" y="6525"/>
                      <a:pt x="1032" y="5286"/>
                    </a:cubicBezTo>
                    <a:cubicBezTo>
                      <a:pt x="1280" y="4879"/>
                      <a:pt x="1983" y="4671"/>
                      <a:pt x="2271" y="4294"/>
                    </a:cubicBezTo>
                    <a:cubicBezTo>
                      <a:pt x="2767" y="3679"/>
                      <a:pt x="2727" y="2688"/>
                      <a:pt x="3054" y="1904"/>
                    </a:cubicBezTo>
                    <a:cubicBezTo>
                      <a:pt x="3510" y="705"/>
                      <a:pt x="4502" y="1"/>
                      <a:pt x="5533" y="40"/>
                    </a:cubicBezTo>
                    <a:cubicBezTo>
                      <a:pt x="6406" y="80"/>
                      <a:pt x="7358" y="913"/>
                      <a:pt x="7358" y="2023"/>
                    </a:cubicBezTo>
                    <a:cubicBezTo>
                      <a:pt x="7358" y="2936"/>
                      <a:pt x="6773" y="3679"/>
                      <a:pt x="6525" y="4502"/>
                    </a:cubicBezTo>
                    <a:cubicBezTo>
                      <a:pt x="6277" y="5246"/>
                      <a:pt x="6237" y="6079"/>
                      <a:pt x="6485" y="6822"/>
                    </a:cubicBezTo>
                    <a:cubicBezTo>
                      <a:pt x="6733" y="7725"/>
                      <a:pt x="7318" y="8637"/>
                      <a:pt x="7070" y="9549"/>
                    </a:cubicBezTo>
                    <a:cubicBezTo>
                      <a:pt x="6822" y="10372"/>
                      <a:pt x="5662" y="10987"/>
                      <a:pt x="5246" y="11651"/>
                    </a:cubicBezTo>
                    <a:cubicBezTo>
                      <a:pt x="4462" y="12891"/>
                      <a:pt x="5781" y="14170"/>
                      <a:pt x="4591" y="15122"/>
                    </a:cubicBezTo>
                    <a:cubicBezTo>
                      <a:pt x="3967" y="15538"/>
                      <a:pt x="2559" y="15994"/>
                      <a:pt x="2192" y="17769"/>
                    </a:cubicBezTo>
                    <a:close/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701;p36">
                <a:extLst>
                  <a:ext uri="{FF2B5EF4-FFF2-40B4-BE49-F238E27FC236}">
                    <a16:creationId xmlns:a16="http://schemas.microsoft.com/office/drawing/2014/main" id="{79AA5AAF-28AC-CEB0-0A64-1E6721C00D7F}"/>
                  </a:ext>
                </a:extLst>
              </p:cNvPr>
              <p:cNvSpPr/>
              <p:nvPr/>
            </p:nvSpPr>
            <p:spPr>
              <a:xfrm>
                <a:off x="979126" y="2686213"/>
                <a:ext cx="34836" cy="125585"/>
              </a:xfrm>
              <a:custGeom>
                <a:avLst/>
                <a:gdLst/>
                <a:ahLst/>
                <a:cxnLst/>
                <a:rect l="l" t="t" r="r" b="b"/>
                <a:pathLst>
                  <a:path w="952" h="3432" fill="none" extrusionOk="0">
                    <a:moveTo>
                      <a:pt x="952" y="3431"/>
                    </a:moveTo>
                    <a:cubicBezTo>
                      <a:pt x="952" y="3431"/>
                      <a:pt x="615" y="1408"/>
                      <a:pt x="0" y="0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702;p36">
                <a:extLst>
                  <a:ext uri="{FF2B5EF4-FFF2-40B4-BE49-F238E27FC236}">
                    <a16:creationId xmlns:a16="http://schemas.microsoft.com/office/drawing/2014/main" id="{32BC65F6-90DA-3328-AAB8-BB7E90E2103E}"/>
                  </a:ext>
                </a:extLst>
              </p:cNvPr>
              <p:cNvSpPr/>
              <p:nvPr/>
            </p:nvSpPr>
            <p:spPr>
              <a:xfrm>
                <a:off x="985273" y="2869061"/>
                <a:ext cx="99824" cy="60634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1657" fill="none" extrusionOk="0">
                    <a:moveTo>
                      <a:pt x="2727" y="1"/>
                    </a:moveTo>
                    <a:cubicBezTo>
                      <a:pt x="2727" y="1"/>
                      <a:pt x="695" y="992"/>
                      <a:pt x="1" y="1657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703;p36">
                <a:extLst>
                  <a:ext uri="{FF2B5EF4-FFF2-40B4-BE49-F238E27FC236}">
                    <a16:creationId xmlns:a16="http://schemas.microsoft.com/office/drawing/2014/main" id="{23F9E12B-3518-C948-1D68-FBA1515595EF}"/>
                  </a:ext>
                </a:extLst>
              </p:cNvPr>
              <p:cNvSpPr/>
              <p:nvPr/>
            </p:nvSpPr>
            <p:spPr>
              <a:xfrm>
                <a:off x="959512" y="2728659"/>
                <a:ext cx="37763" cy="146626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4007" fill="none" extrusionOk="0">
                    <a:moveTo>
                      <a:pt x="1" y="0"/>
                    </a:moveTo>
                    <a:cubicBezTo>
                      <a:pt x="1" y="0"/>
                      <a:pt x="824" y="1984"/>
                      <a:pt x="1032" y="4006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704;p36">
                <a:extLst>
                  <a:ext uri="{FF2B5EF4-FFF2-40B4-BE49-F238E27FC236}">
                    <a16:creationId xmlns:a16="http://schemas.microsoft.com/office/drawing/2014/main" id="{BAAEC5FE-5E1B-E0A4-16E0-ED0CF62BB558}"/>
                  </a:ext>
                </a:extLst>
              </p:cNvPr>
              <p:cNvSpPr/>
              <p:nvPr/>
            </p:nvSpPr>
            <p:spPr>
              <a:xfrm>
                <a:off x="1013962" y="2773996"/>
                <a:ext cx="92177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1033" fill="none" extrusionOk="0">
                    <a:moveTo>
                      <a:pt x="2519" y="1"/>
                    </a:moveTo>
                    <a:cubicBezTo>
                      <a:pt x="2519" y="1"/>
                      <a:pt x="783" y="368"/>
                      <a:pt x="0" y="1032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705;p36">
                <a:extLst>
                  <a:ext uri="{FF2B5EF4-FFF2-40B4-BE49-F238E27FC236}">
                    <a16:creationId xmlns:a16="http://schemas.microsoft.com/office/drawing/2014/main" id="{C2A5A54D-0B7E-3AD4-B668-E553725C862D}"/>
                  </a:ext>
                </a:extLst>
              </p:cNvPr>
              <p:cNvSpPr/>
              <p:nvPr/>
            </p:nvSpPr>
            <p:spPr>
              <a:xfrm>
                <a:off x="921785" y="2652841"/>
                <a:ext cx="163312" cy="8573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23431" fill="none" extrusionOk="0">
                    <a:moveTo>
                      <a:pt x="4462" y="0"/>
                    </a:moveTo>
                    <a:cubicBezTo>
                      <a:pt x="4462" y="0"/>
                      <a:pt x="3511" y="952"/>
                      <a:pt x="2886" y="3014"/>
                    </a:cubicBezTo>
                    <a:cubicBezTo>
                      <a:pt x="823" y="9797"/>
                      <a:pt x="367" y="16033"/>
                      <a:pt x="1" y="23430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706;p36">
                <a:extLst>
                  <a:ext uri="{FF2B5EF4-FFF2-40B4-BE49-F238E27FC236}">
                    <a16:creationId xmlns:a16="http://schemas.microsoft.com/office/drawing/2014/main" id="{46ACC086-012F-59D2-4E20-A403A654CC65}"/>
                  </a:ext>
                </a:extLst>
              </p:cNvPr>
              <p:cNvSpPr/>
              <p:nvPr/>
            </p:nvSpPr>
            <p:spPr>
              <a:xfrm>
                <a:off x="885485" y="2911508"/>
                <a:ext cx="196355" cy="190537"/>
              </a:xfrm>
              <a:custGeom>
                <a:avLst/>
                <a:gdLst/>
                <a:ahLst/>
                <a:cxnLst/>
                <a:rect l="l" t="t" r="r" b="b"/>
                <a:pathLst>
                  <a:path w="5366" h="5207" fill="none" extrusionOk="0">
                    <a:moveTo>
                      <a:pt x="1" y="1"/>
                    </a:moveTo>
                    <a:cubicBezTo>
                      <a:pt x="1111" y="2271"/>
                      <a:pt x="1895" y="5206"/>
                      <a:pt x="1895" y="5206"/>
                    </a:cubicBezTo>
                    <a:cubicBezTo>
                      <a:pt x="1895" y="5206"/>
                      <a:pt x="3630" y="3878"/>
                      <a:pt x="5365" y="3263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707;p36">
                <a:extLst>
                  <a:ext uri="{FF2B5EF4-FFF2-40B4-BE49-F238E27FC236}">
                    <a16:creationId xmlns:a16="http://schemas.microsoft.com/office/drawing/2014/main" id="{A5647CF7-4778-7D41-A4F0-F906AFB38659}"/>
                  </a:ext>
                </a:extLst>
              </p:cNvPr>
              <p:cNvSpPr/>
              <p:nvPr/>
            </p:nvSpPr>
            <p:spPr>
              <a:xfrm>
                <a:off x="862652" y="3058094"/>
                <a:ext cx="78747" cy="166203"/>
              </a:xfrm>
              <a:custGeom>
                <a:avLst/>
                <a:gdLst/>
                <a:ahLst/>
                <a:cxnLst/>
                <a:rect l="l" t="t" r="r" b="b"/>
                <a:pathLst>
                  <a:path w="2152" h="4542" fill="none" extrusionOk="0">
                    <a:moveTo>
                      <a:pt x="2152" y="4542"/>
                    </a:moveTo>
                    <a:cubicBezTo>
                      <a:pt x="2152" y="4542"/>
                      <a:pt x="1071" y="1607"/>
                      <a:pt x="0" y="1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708;p36">
                <a:extLst>
                  <a:ext uri="{FF2B5EF4-FFF2-40B4-BE49-F238E27FC236}">
                    <a16:creationId xmlns:a16="http://schemas.microsoft.com/office/drawing/2014/main" id="{2A54C451-007F-DE11-A135-B38872744196}"/>
                  </a:ext>
                </a:extLst>
              </p:cNvPr>
              <p:cNvSpPr/>
              <p:nvPr/>
            </p:nvSpPr>
            <p:spPr>
              <a:xfrm>
                <a:off x="465002" y="2912971"/>
                <a:ext cx="331272" cy="527591"/>
              </a:xfrm>
              <a:custGeom>
                <a:avLst/>
                <a:gdLst/>
                <a:ahLst/>
                <a:cxnLst/>
                <a:rect l="l" t="t" r="r" b="b"/>
                <a:pathLst>
                  <a:path w="9053" h="14418" fill="none" extrusionOk="0">
                    <a:moveTo>
                      <a:pt x="7853" y="14417"/>
                    </a:moveTo>
                    <a:cubicBezTo>
                      <a:pt x="7893" y="13218"/>
                      <a:pt x="8676" y="12603"/>
                      <a:pt x="8884" y="11611"/>
                    </a:cubicBezTo>
                    <a:cubicBezTo>
                      <a:pt x="9053" y="10987"/>
                      <a:pt x="9053" y="10332"/>
                      <a:pt x="8805" y="9747"/>
                    </a:cubicBezTo>
                    <a:cubicBezTo>
                      <a:pt x="8517" y="9212"/>
                      <a:pt x="8061" y="8845"/>
                      <a:pt x="7893" y="8220"/>
                    </a:cubicBezTo>
                    <a:cubicBezTo>
                      <a:pt x="7774" y="7645"/>
                      <a:pt x="8022" y="7021"/>
                      <a:pt x="8061" y="6406"/>
                    </a:cubicBezTo>
                    <a:cubicBezTo>
                      <a:pt x="8180" y="5285"/>
                      <a:pt x="7605" y="4175"/>
                      <a:pt x="6693" y="3719"/>
                    </a:cubicBezTo>
                    <a:cubicBezTo>
                      <a:pt x="6286" y="3471"/>
                      <a:pt x="5830" y="3392"/>
                      <a:pt x="5454" y="3094"/>
                    </a:cubicBezTo>
                    <a:cubicBezTo>
                      <a:pt x="5087" y="2807"/>
                      <a:pt x="4839" y="2440"/>
                      <a:pt x="4502" y="2103"/>
                    </a:cubicBezTo>
                    <a:cubicBezTo>
                      <a:pt x="3599" y="1240"/>
                      <a:pt x="1408" y="0"/>
                      <a:pt x="377" y="1280"/>
                    </a:cubicBezTo>
                    <a:cubicBezTo>
                      <a:pt x="248" y="1488"/>
                      <a:pt x="169" y="1736"/>
                      <a:pt x="129" y="1984"/>
                    </a:cubicBezTo>
                    <a:cubicBezTo>
                      <a:pt x="0" y="2727"/>
                      <a:pt x="129" y="3550"/>
                      <a:pt x="585" y="4175"/>
                    </a:cubicBezTo>
                    <a:cubicBezTo>
                      <a:pt x="992" y="4710"/>
                      <a:pt x="1656" y="5037"/>
                      <a:pt x="2231" y="5454"/>
                    </a:cubicBezTo>
                    <a:cubicBezTo>
                      <a:pt x="2608" y="5702"/>
                      <a:pt x="2856" y="5989"/>
                      <a:pt x="2856" y="6485"/>
                    </a:cubicBezTo>
                    <a:cubicBezTo>
                      <a:pt x="2895" y="7021"/>
                      <a:pt x="2648" y="7556"/>
                      <a:pt x="2856" y="8101"/>
                    </a:cubicBezTo>
                    <a:cubicBezTo>
                      <a:pt x="3143" y="8845"/>
                      <a:pt x="3262" y="8924"/>
                      <a:pt x="3808" y="9380"/>
                    </a:cubicBezTo>
                    <a:cubicBezTo>
                      <a:pt x="4383" y="9836"/>
                      <a:pt x="4462" y="10412"/>
                      <a:pt x="4551" y="11155"/>
                    </a:cubicBezTo>
                    <a:cubicBezTo>
                      <a:pt x="4631" y="11859"/>
                      <a:pt x="4918" y="12355"/>
                      <a:pt x="5493" y="12643"/>
                    </a:cubicBezTo>
                    <a:cubicBezTo>
                      <a:pt x="5949" y="12890"/>
                      <a:pt x="7109" y="13059"/>
                      <a:pt x="7853" y="14417"/>
                    </a:cubicBezTo>
                    <a:close/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709;p36">
                <a:extLst>
                  <a:ext uri="{FF2B5EF4-FFF2-40B4-BE49-F238E27FC236}">
                    <a16:creationId xmlns:a16="http://schemas.microsoft.com/office/drawing/2014/main" id="{80B1580A-5BB2-38B3-F052-EA5F840D8B02}"/>
                  </a:ext>
                </a:extLst>
              </p:cNvPr>
              <p:cNvSpPr/>
              <p:nvPr/>
            </p:nvSpPr>
            <p:spPr>
              <a:xfrm>
                <a:off x="551323" y="3005109"/>
                <a:ext cx="211578" cy="562427"/>
              </a:xfrm>
              <a:custGeom>
                <a:avLst/>
                <a:gdLst/>
                <a:ahLst/>
                <a:cxnLst/>
                <a:rect l="l" t="t" r="r" b="b"/>
                <a:pathLst>
                  <a:path w="5782" h="15370" fill="none" extrusionOk="0">
                    <a:moveTo>
                      <a:pt x="1" y="1"/>
                    </a:moveTo>
                    <a:cubicBezTo>
                      <a:pt x="953" y="913"/>
                      <a:pt x="3055" y="3680"/>
                      <a:pt x="3799" y="5663"/>
                    </a:cubicBezTo>
                    <a:cubicBezTo>
                      <a:pt x="5117" y="9004"/>
                      <a:pt x="5702" y="11731"/>
                      <a:pt x="5782" y="15370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710;p36">
                <a:extLst>
                  <a:ext uri="{FF2B5EF4-FFF2-40B4-BE49-F238E27FC236}">
                    <a16:creationId xmlns:a16="http://schemas.microsoft.com/office/drawing/2014/main" id="{4C02B27B-E719-B8F7-7DD4-3773D28BA4C4}"/>
                  </a:ext>
                </a:extLst>
              </p:cNvPr>
              <p:cNvSpPr/>
              <p:nvPr/>
            </p:nvSpPr>
            <p:spPr>
              <a:xfrm>
                <a:off x="737103" y="3233331"/>
                <a:ext cx="25798" cy="128476"/>
              </a:xfrm>
              <a:custGeom>
                <a:avLst/>
                <a:gdLst/>
                <a:ahLst/>
                <a:cxnLst/>
                <a:rect l="l" t="t" r="r" b="b"/>
                <a:pathLst>
                  <a:path w="705" h="3511" fill="none" extrusionOk="0">
                    <a:moveTo>
                      <a:pt x="705" y="1"/>
                    </a:moveTo>
                    <a:cubicBezTo>
                      <a:pt x="705" y="1"/>
                      <a:pt x="496" y="2361"/>
                      <a:pt x="1" y="3511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711;p36">
                <a:extLst>
                  <a:ext uri="{FF2B5EF4-FFF2-40B4-BE49-F238E27FC236}">
                    <a16:creationId xmlns:a16="http://schemas.microsoft.com/office/drawing/2014/main" id="{8220B8E3-5EAD-C038-D85B-CD5026CBBDBA}"/>
                  </a:ext>
                </a:extLst>
              </p:cNvPr>
              <p:cNvSpPr/>
              <p:nvPr/>
            </p:nvSpPr>
            <p:spPr>
              <a:xfrm>
                <a:off x="699376" y="3056630"/>
                <a:ext cx="22907" cy="176742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830" fill="none" extrusionOk="0">
                    <a:moveTo>
                      <a:pt x="625" y="1"/>
                    </a:moveTo>
                    <a:cubicBezTo>
                      <a:pt x="625" y="1"/>
                      <a:pt x="457" y="3303"/>
                      <a:pt x="0" y="4830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712;p36">
                <a:extLst>
                  <a:ext uri="{FF2B5EF4-FFF2-40B4-BE49-F238E27FC236}">
                    <a16:creationId xmlns:a16="http://schemas.microsoft.com/office/drawing/2014/main" id="{2174A7DC-DF11-AF1F-B9C3-857742DA30FD}"/>
                  </a:ext>
                </a:extLst>
              </p:cNvPr>
              <p:cNvSpPr/>
              <p:nvPr/>
            </p:nvSpPr>
            <p:spPr>
              <a:xfrm>
                <a:off x="520878" y="3021831"/>
                <a:ext cx="136088" cy="101251"/>
              </a:xfrm>
              <a:custGeom>
                <a:avLst/>
                <a:gdLst/>
                <a:ahLst/>
                <a:cxnLst/>
                <a:rect l="l" t="t" r="r" b="b"/>
                <a:pathLst>
                  <a:path w="3719" h="2767" fill="none" extrusionOk="0">
                    <a:moveTo>
                      <a:pt x="3718" y="0"/>
                    </a:moveTo>
                    <a:cubicBezTo>
                      <a:pt x="3718" y="0"/>
                      <a:pt x="3639" y="1448"/>
                      <a:pt x="3351" y="2766"/>
                    </a:cubicBezTo>
                    <a:cubicBezTo>
                      <a:pt x="3351" y="2766"/>
                      <a:pt x="1983" y="2023"/>
                      <a:pt x="0" y="1567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713;p36">
                <a:extLst>
                  <a:ext uri="{FF2B5EF4-FFF2-40B4-BE49-F238E27FC236}">
                    <a16:creationId xmlns:a16="http://schemas.microsoft.com/office/drawing/2014/main" id="{71110516-1466-A991-8214-3DE1DB8CAC03}"/>
                  </a:ext>
                </a:extLst>
              </p:cNvPr>
              <p:cNvSpPr/>
              <p:nvPr/>
            </p:nvSpPr>
            <p:spPr>
              <a:xfrm>
                <a:off x="604309" y="3256201"/>
                <a:ext cx="119401" cy="49729"/>
              </a:xfrm>
              <a:custGeom>
                <a:avLst/>
                <a:gdLst/>
                <a:ahLst/>
                <a:cxnLst/>
                <a:rect l="l" t="t" r="r" b="b"/>
                <a:pathLst>
                  <a:path w="3263" h="1359" fill="none" extrusionOk="0">
                    <a:moveTo>
                      <a:pt x="3263" y="1359"/>
                    </a:moveTo>
                    <a:cubicBezTo>
                      <a:pt x="3263" y="1359"/>
                      <a:pt x="1984" y="328"/>
                      <a:pt x="1" y="0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714;p36">
                <a:extLst>
                  <a:ext uri="{FF2B5EF4-FFF2-40B4-BE49-F238E27FC236}">
                    <a16:creationId xmlns:a16="http://schemas.microsoft.com/office/drawing/2014/main" id="{417174D5-C321-508C-90B9-D2EDC26D8CF0}"/>
                  </a:ext>
                </a:extLst>
              </p:cNvPr>
              <p:cNvSpPr/>
              <p:nvPr/>
            </p:nvSpPr>
            <p:spPr>
              <a:xfrm>
                <a:off x="968587" y="2935475"/>
                <a:ext cx="337090" cy="464432"/>
              </a:xfrm>
              <a:custGeom>
                <a:avLst/>
                <a:gdLst/>
                <a:ahLst/>
                <a:cxnLst/>
                <a:rect l="l" t="t" r="r" b="b"/>
                <a:pathLst>
                  <a:path w="9212" h="12692" fill="none" extrusionOk="0">
                    <a:moveTo>
                      <a:pt x="863" y="12692"/>
                    </a:moveTo>
                    <a:cubicBezTo>
                      <a:pt x="1280" y="11899"/>
                      <a:pt x="1944" y="11452"/>
                      <a:pt x="2559" y="11115"/>
                    </a:cubicBezTo>
                    <a:cubicBezTo>
                      <a:pt x="3223" y="10788"/>
                      <a:pt x="3967" y="10292"/>
                      <a:pt x="4254" y="9469"/>
                    </a:cubicBezTo>
                    <a:cubicBezTo>
                      <a:pt x="4334" y="9221"/>
                      <a:pt x="4373" y="8924"/>
                      <a:pt x="4542" y="8676"/>
                    </a:cubicBezTo>
                    <a:cubicBezTo>
                      <a:pt x="4750" y="8270"/>
                      <a:pt x="5166" y="8061"/>
                      <a:pt x="5533" y="7893"/>
                    </a:cubicBezTo>
                    <a:cubicBezTo>
                      <a:pt x="5950" y="7734"/>
                      <a:pt x="6356" y="7605"/>
                      <a:pt x="6693" y="7278"/>
                    </a:cubicBezTo>
                    <a:cubicBezTo>
                      <a:pt x="6981" y="7030"/>
                      <a:pt x="7189" y="6614"/>
                      <a:pt x="7229" y="6197"/>
                    </a:cubicBezTo>
                    <a:cubicBezTo>
                      <a:pt x="7269" y="5791"/>
                      <a:pt x="7189" y="5335"/>
                      <a:pt x="7308" y="4958"/>
                    </a:cubicBezTo>
                    <a:cubicBezTo>
                      <a:pt x="7477" y="4551"/>
                      <a:pt x="7844" y="4303"/>
                      <a:pt x="8181" y="3966"/>
                    </a:cubicBezTo>
                    <a:cubicBezTo>
                      <a:pt x="8795" y="3391"/>
                      <a:pt x="9212" y="2400"/>
                      <a:pt x="9172" y="1488"/>
                    </a:cubicBezTo>
                    <a:cubicBezTo>
                      <a:pt x="9043" y="208"/>
                      <a:pt x="7973" y="0"/>
                      <a:pt x="7060" y="377"/>
                    </a:cubicBezTo>
                    <a:cubicBezTo>
                      <a:pt x="6485" y="625"/>
                      <a:pt x="5950" y="992"/>
                      <a:pt x="5365" y="1200"/>
                    </a:cubicBezTo>
                    <a:cubicBezTo>
                      <a:pt x="4829" y="1369"/>
                      <a:pt x="4294" y="1369"/>
                      <a:pt x="3798" y="1577"/>
                    </a:cubicBezTo>
                    <a:cubicBezTo>
                      <a:pt x="3263" y="1825"/>
                      <a:pt x="2767" y="2360"/>
                      <a:pt x="2559" y="3024"/>
                    </a:cubicBezTo>
                    <a:cubicBezTo>
                      <a:pt x="2390" y="3520"/>
                      <a:pt x="2390" y="4095"/>
                      <a:pt x="2271" y="4591"/>
                    </a:cubicBezTo>
                    <a:cubicBezTo>
                      <a:pt x="2142" y="5007"/>
                      <a:pt x="1984" y="5335"/>
                      <a:pt x="1736" y="5662"/>
                    </a:cubicBezTo>
                    <a:cubicBezTo>
                      <a:pt x="1071" y="6534"/>
                      <a:pt x="209" y="6862"/>
                      <a:pt x="80" y="8101"/>
                    </a:cubicBezTo>
                    <a:cubicBezTo>
                      <a:pt x="1" y="9420"/>
                      <a:pt x="367" y="11492"/>
                      <a:pt x="863" y="12692"/>
                    </a:cubicBezTo>
                    <a:close/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715;p36">
                <a:extLst>
                  <a:ext uri="{FF2B5EF4-FFF2-40B4-BE49-F238E27FC236}">
                    <a16:creationId xmlns:a16="http://schemas.microsoft.com/office/drawing/2014/main" id="{F6CD767B-6C33-613E-FD66-53C24CC32EF5}"/>
                  </a:ext>
                </a:extLst>
              </p:cNvPr>
              <p:cNvSpPr/>
              <p:nvPr/>
            </p:nvSpPr>
            <p:spPr>
              <a:xfrm>
                <a:off x="976198" y="2994607"/>
                <a:ext cx="272175" cy="554779"/>
              </a:xfrm>
              <a:custGeom>
                <a:avLst/>
                <a:gdLst/>
                <a:ahLst/>
                <a:cxnLst/>
                <a:rect l="l" t="t" r="r" b="b"/>
                <a:pathLst>
                  <a:path w="7438" h="15161" fill="none" extrusionOk="0">
                    <a:moveTo>
                      <a:pt x="7437" y="0"/>
                    </a:moveTo>
                    <a:cubicBezTo>
                      <a:pt x="3015" y="2975"/>
                      <a:pt x="616" y="9172"/>
                      <a:pt x="1" y="15161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716;p36">
                <a:extLst>
                  <a:ext uri="{FF2B5EF4-FFF2-40B4-BE49-F238E27FC236}">
                    <a16:creationId xmlns:a16="http://schemas.microsoft.com/office/drawing/2014/main" id="{74D7461A-C2F3-6F24-63E3-CB166FA7AFA5}"/>
                  </a:ext>
                </a:extLst>
              </p:cNvPr>
              <p:cNvSpPr/>
              <p:nvPr/>
            </p:nvSpPr>
            <p:spPr>
              <a:xfrm>
                <a:off x="1075986" y="3183640"/>
                <a:ext cx="148053" cy="14893"/>
              </a:xfrm>
              <a:custGeom>
                <a:avLst/>
                <a:gdLst/>
                <a:ahLst/>
                <a:cxnLst/>
                <a:rect l="l" t="t" r="r" b="b"/>
                <a:pathLst>
                  <a:path w="4046" h="407" fill="none" extrusionOk="0">
                    <a:moveTo>
                      <a:pt x="4046" y="119"/>
                    </a:moveTo>
                    <a:cubicBezTo>
                      <a:pt x="4046" y="119"/>
                      <a:pt x="1855" y="0"/>
                      <a:pt x="1" y="407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717;p36">
                <a:extLst>
                  <a:ext uri="{FF2B5EF4-FFF2-40B4-BE49-F238E27FC236}">
                    <a16:creationId xmlns:a16="http://schemas.microsoft.com/office/drawing/2014/main" id="{A3C0448A-263B-CA95-2E8F-500461F26E0E}"/>
                  </a:ext>
                </a:extLst>
              </p:cNvPr>
              <p:cNvSpPr/>
              <p:nvPr/>
            </p:nvSpPr>
            <p:spPr>
              <a:xfrm>
                <a:off x="1097026" y="3000755"/>
                <a:ext cx="136088" cy="152444"/>
              </a:xfrm>
              <a:custGeom>
                <a:avLst/>
                <a:gdLst/>
                <a:ahLst/>
                <a:cxnLst/>
                <a:rect l="l" t="t" r="r" b="b"/>
                <a:pathLst>
                  <a:path w="3719" h="4166" fill="none" extrusionOk="0">
                    <a:moveTo>
                      <a:pt x="536" y="1"/>
                    </a:moveTo>
                    <a:cubicBezTo>
                      <a:pt x="1" y="1815"/>
                      <a:pt x="80" y="4165"/>
                      <a:pt x="80" y="4165"/>
                    </a:cubicBezTo>
                    <a:cubicBezTo>
                      <a:pt x="80" y="4165"/>
                      <a:pt x="1775" y="3878"/>
                      <a:pt x="3719" y="3918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718;p36">
                <a:extLst>
                  <a:ext uri="{FF2B5EF4-FFF2-40B4-BE49-F238E27FC236}">
                    <a16:creationId xmlns:a16="http://schemas.microsoft.com/office/drawing/2014/main" id="{F6A208CB-4DAC-E28D-1ACE-5C9413FC2263}"/>
                  </a:ext>
                </a:extLst>
              </p:cNvPr>
              <p:cNvSpPr/>
              <p:nvPr/>
            </p:nvSpPr>
            <p:spPr>
              <a:xfrm>
                <a:off x="1012498" y="3142620"/>
                <a:ext cx="114681" cy="146626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4007" fill="none" extrusionOk="0">
                    <a:moveTo>
                      <a:pt x="3134" y="3560"/>
                    </a:moveTo>
                    <a:cubicBezTo>
                      <a:pt x="3134" y="3560"/>
                      <a:pt x="1736" y="3560"/>
                      <a:pt x="615" y="4007"/>
                    </a:cubicBezTo>
                    <a:cubicBezTo>
                      <a:pt x="615" y="4007"/>
                      <a:pt x="0" y="2400"/>
                      <a:pt x="536" y="1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719;p36">
                <a:extLst>
                  <a:ext uri="{FF2B5EF4-FFF2-40B4-BE49-F238E27FC236}">
                    <a16:creationId xmlns:a16="http://schemas.microsoft.com/office/drawing/2014/main" id="{2EBA3E7C-DDC6-1EC0-F4D3-69CFA01D7715}"/>
                  </a:ext>
                </a:extLst>
              </p:cNvPr>
              <p:cNvSpPr/>
              <p:nvPr/>
            </p:nvSpPr>
            <p:spPr>
              <a:xfrm>
                <a:off x="598161" y="2606041"/>
                <a:ext cx="320404" cy="755781"/>
              </a:xfrm>
              <a:custGeom>
                <a:avLst/>
                <a:gdLst/>
                <a:ahLst/>
                <a:cxnLst/>
                <a:rect l="l" t="t" r="r" b="b"/>
                <a:pathLst>
                  <a:path w="8756" h="20654" fill="none" extrusionOk="0">
                    <a:moveTo>
                      <a:pt x="6445" y="20654"/>
                    </a:moveTo>
                    <a:cubicBezTo>
                      <a:pt x="6653" y="19375"/>
                      <a:pt x="8388" y="17887"/>
                      <a:pt x="8299" y="16569"/>
                    </a:cubicBezTo>
                    <a:cubicBezTo>
                      <a:pt x="8220" y="15002"/>
                      <a:pt x="7060" y="14754"/>
                      <a:pt x="8141" y="12067"/>
                    </a:cubicBezTo>
                    <a:cubicBezTo>
                      <a:pt x="8547" y="11036"/>
                      <a:pt x="8755" y="9876"/>
                      <a:pt x="8428" y="8805"/>
                    </a:cubicBezTo>
                    <a:cubicBezTo>
                      <a:pt x="7972" y="7516"/>
                      <a:pt x="6941" y="6980"/>
                      <a:pt x="6118" y="6029"/>
                    </a:cubicBezTo>
                    <a:cubicBezTo>
                      <a:pt x="5325" y="5166"/>
                      <a:pt x="5245" y="3966"/>
                      <a:pt x="4789" y="2895"/>
                    </a:cubicBezTo>
                    <a:cubicBezTo>
                      <a:pt x="4383" y="1815"/>
                      <a:pt x="3342" y="664"/>
                      <a:pt x="2271" y="288"/>
                    </a:cubicBezTo>
                    <a:cubicBezTo>
                      <a:pt x="1606" y="0"/>
                      <a:pt x="912" y="208"/>
                      <a:pt x="496" y="823"/>
                    </a:cubicBezTo>
                    <a:cubicBezTo>
                      <a:pt x="169" y="1368"/>
                      <a:pt x="40" y="2023"/>
                      <a:pt x="0" y="2647"/>
                    </a:cubicBezTo>
                    <a:cubicBezTo>
                      <a:pt x="0" y="3550"/>
                      <a:pt x="169" y="4422"/>
                      <a:pt x="535" y="5245"/>
                    </a:cubicBezTo>
                    <a:cubicBezTo>
                      <a:pt x="912" y="6029"/>
                      <a:pt x="1487" y="6693"/>
                      <a:pt x="1815" y="7516"/>
                    </a:cubicBezTo>
                    <a:cubicBezTo>
                      <a:pt x="2231" y="8557"/>
                      <a:pt x="1735" y="9628"/>
                      <a:pt x="1735" y="10699"/>
                    </a:cubicBezTo>
                    <a:cubicBezTo>
                      <a:pt x="1775" y="12523"/>
                      <a:pt x="3510" y="12811"/>
                      <a:pt x="4006" y="14338"/>
                    </a:cubicBezTo>
                    <a:cubicBezTo>
                      <a:pt x="4174" y="14794"/>
                      <a:pt x="4045" y="15290"/>
                      <a:pt x="3927" y="15696"/>
                    </a:cubicBezTo>
                    <a:cubicBezTo>
                      <a:pt x="3758" y="16400"/>
                      <a:pt x="3589" y="16935"/>
                      <a:pt x="4174" y="17639"/>
                    </a:cubicBezTo>
                    <a:cubicBezTo>
                      <a:pt x="5414" y="19047"/>
                      <a:pt x="6157" y="19295"/>
                      <a:pt x="6445" y="20654"/>
                    </a:cubicBezTo>
                    <a:close/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720;p36">
                <a:extLst>
                  <a:ext uri="{FF2B5EF4-FFF2-40B4-BE49-F238E27FC236}">
                    <a16:creationId xmlns:a16="http://schemas.microsoft.com/office/drawing/2014/main" id="{FE71164E-75F5-0887-89E4-412EE01DFD8A}"/>
                  </a:ext>
                </a:extLst>
              </p:cNvPr>
              <p:cNvSpPr/>
              <p:nvPr/>
            </p:nvSpPr>
            <p:spPr>
              <a:xfrm>
                <a:off x="661649" y="2660452"/>
                <a:ext cx="184353" cy="1006879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27516" fill="none" extrusionOk="0">
                    <a:moveTo>
                      <a:pt x="0" y="0"/>
                    </a:moveTo>
                    <a:cubicBezTo>
                      <a:pt x="863" y="1319"/>
                      <a:pt x="2063" y="3758"/>
                      <a:pt x="2687" y="5989"/>
                    </a:cubicBezTo>
                    <a:cubicBezTo>
                      <a:pt x="4670" y="13515"/>
                      <a:pt x="5037" y="19752"/>
                      <a:pt x="4631" y="27515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721;p36">
                <a:extLst>
                  <a:ext uri="{FF2B5EF4-FFF2-40B4-BE49-F238E27FC236}">
                    <a16:creationId xmlns:a16="http://schemas.microsoft.com/office/drawing/2014/main" id="{D7C9DB06-BEB4-E377-C0A2-0BDF6ECFE014}"/>
                  </a:ext>
                </a:extLst>
              </p:cNvPr>
              <p:cNvSpPr/>
              <p:nvPr/>
            </p:nvSpPr>
            <p:spPr>
              <a:xfrm>
                <a:off x="598161" y="2666600"/>
                <a:ext cx="158592" cy="139015"/>
              </a:xfrm>
              <a:custGeom>
                <a:avLst/>
                <a:gdLst/>
                <a:ahLst/>
                <a:cxnLst/>
                <a:rect l="l" t="t" r="r" b="b"/>
                <a:pathLst>
                  <a:path w="4334" h="3799" fill="none" extrusionOk="0">
                    <a:moveTo>
                      <a:pt x="0" y="2024"/>
                    </a:moveTo>
                    <a:cubicBezTo>
                      <a:pt x="0" y="2024"/>
                      <a:pt x="2023" y="2440"/>
                      <a:pt x="3718" y="3799"/>
                    </a:cubicBezTo>
                    <a:cubicBezTo>
                      <a:pt x="3718" y="3799"/>
                      <a:pt x="4333" y="1855"/>
                      <a:pt x="4045" y="1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722;p36">
                <a:extLst>
                  <a:ext uri="{FF2B5EF4-FFF2-40B4-BE49-F238E27FC236}">
                    <a16:creationId xmlns:a16="http://schemas.microsoft.com/office/drawing/2014/main" id="{B14EC821-2A3C-887F-1917-E25AB7796BEB}"/>
                  </a:ext>
                </a:extLst>
              </p:cNvPr>
              <p:cNvSpPr/>
              <p:nvPr/>
            </p:nvSpPr>
            <p:spPr>
              <a:xfrm>
                <a:off x="613384" y="2787425"/>
                <a:ext cx="137551" cy="64988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1776" fill="none" extrusionOk="0">
                    <a:moveTo>
                      <a:pt x="0" y="1"/>
                    </a:moveTo>
                    <a:cubicBezTo>
                      <a:pt x="0" y="1"/>
                      <a:pt x="2430" y="873"/>
                      <a:pt x="3758" y="1776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723;p36">
                <a:extLst>
                  <a:ext uri="{FF2B5EF4-FFF2-40B4-BE49-F238E27FC236}">
                    <a16:creationId xmlns:a16="http://schemas.microsoft.com/office/drawing/2014/main" id="{1460B8DA-F37F-3A70-2B84-BF04770A0C89}"/>
                  </a:ext>
                </a:extLst>
              </p:cNvPr>
              <p:cNvSpPr/>
              <p:nvPr/>
            </p:nvSpPr>
            <p:spPr>
              <a:xfrm>
                <a:off x="669261" y="2826615"/>
                <a:ext cx="152774" cy="163312"/>
              </a:xfrm>
              <a:custGeom>
                <a:avLst/>
                <a:gdLst/>
                <a:ahLst/>
                <a:cxnLst/>
                <a:rect l="l" t="t" r="r" b="b"/>
                <a:pathLst>
                  <a:path w="4175" h="4463" fill="none" extrusionOk="0">
                    <a:moveTo>
                      <a:pt x="0" y="2856"/>
                    </a:moveTo>
                    <a:cubicBezTo>
                      <a:pt x="0" y="2856"/>
                      <a:pt x="2231" y="3679"/>
                      <a:pt x="3183" y="4463"/>
                    </a:cubicBezTo>
                    <a:cubicBezTo>
                      <a:pt x="4046" y="2569"/>
                      <a:pt x="4175" y="1"/>
                      <a:pt x="4175" y="1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724;p36">
                <a:extLst>
                  <a:ext uri="{FF2B5EF4-FFF2-40B4-BE49-F238E27FC236}">
                    <a16:creationId xmlns:a16="http://schemas.microsoft.com/office/drawing/2014/main" id="{5A3CBE70-BC24-E531-743B-AC743C79129D}"/>
                  </a:ext>
                </a:extLst>
              </p:cNvPr>
              <p:cNvSpPr/>
              <p:nvPr/>
            </p:nvSpPr>
            <p:spPr>
              <a:xfrm>
                <a:off x="684117" y="2894822"/>
                <a:ext cx="204333" cy="210114"/>
              </a:xfrm>
              <a:custGeom>
                <a:avLst/>
                <a:gdLst/>
                <a:ahLst/>
                <a:cxnLst/>
                <a:rect l="l" t="t" r="r" b="b"/>
                <a:pathLst>
                  <a:path w="5584" h="5742" fill="none" extrusionOk="0">
                    <a:moveTo>
                      <a:pt x="1" y="4334"/>
                    </a:moveTo>
                    <a:cubicBezTo>
                      <a:pt x="1" y="4334"/>
                      <a:pt x="1578" y="4631"/>
                      <a:pt x="3392" y="5742"/>
                    </a:cubicBezTo>
                    <a:cubicBezTo>
                      <a:pt x="3392" y="5742"/>
                      <a:pt x="5504" y="3223"/>
                      <a:pt x="5583" y="1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725;p36">
                <a:extLst>
                  <a:ext uri="{FF2B5EF4-FFF2-40B4-BE49-F238E27FC236}">
                    <a16:creationId xmlns:a16="http://schemas.microsoft.com/office/drawing/2014/main" id="{EF423AE5-4B5B-C6A5-5A4B-FF97B9F0C8DD}"/>
                  </a:ext>
                </a:extLst>
              </p:cNvPr>
              <p:cNvSpPr/>
              <p:nvPr/>
            </p:nvSpPr>
            <p:spPr>
              <a:xfrm>
                <a:off x="812923" y="2946343"/>
                <a:ext cx="98031" cy="190537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5207" fill="none" extrusionOk="0">
                    <a:moveTo>
                      <a:pt x="1" y="5206"/>
                    </a:moveTo>
                    <a:cubicBezTo>
                      <a:pt x="1" y="5206"/>
                      <a:pt x="2272" y="2807"/>
                      <a:pt x="2678" y="1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726;p36">
                <a:extLst>
                  <a:ext uri="{FF2B5EF4-FFF2-40B4-BE49-F238E27FC236}">
                    <a16:creationId xmlns:a16="http://schemas.microsoft.com/office/drawing/2014/main" id="{08A9B638-F456-6E40-AC21-42E58A1AE3F5}"/>
                  </a:ext>
                </a:extLst>
              </p:cNvPr>
              <p:cNvSpPr/>
              <p:nvPr/>
            </p:nvSpPr>
            <p:spPr>
              <a:xfrm>
                <a:off x="741823" y="3180383"/>
                <a:ext cx="83138" cy="47204"/>
              </a:xfrm>
              <a:custGeom>
                <a:avLst/>
                <a:gdLst/>
                <a:ahLst/>
                <a:cxnLst/>
                <a:rect l="l" t="t" r="r" b="b"/>
                <a:pathLst>
                  <a:path w="2272" h="1290" fill="none" extrusionOk="0">
                    <a:moveTo>
                      <a:pt x="1" y="0"/>
                    </a:moveTo>
                    <a:cubicBezTo>
                      <a:pt x="1" y="0"/>
                      <a:pt x="1527" y="585"/>
                      <a:pt x="2271" y="1289"/>
                    </a:cubicBezTo>
                  </a:path>
                </a:pathLst>
              </a:custGeom>
              <a:noFill/>
              <a:ln w="42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727;p36">
                <a:extLst>
                  <a:ext uri="{FF2B5EF4-FFF2-40B4-BE49-F238E27FC236}">
                    <a16:creationId xmlns:a16="http://schemas.microsoft.com/office/drawing/2014/main" id="{0FAE6095-0669-C3E9-B583-9B711D8F86C1}"/>
                  </a:ext>
                </a:extLst>
              </p:cNvPr>
              <p:cNvSpPr/>
              <p:nvPr/>
            </p:nvSpPr>
            <p:spPr>
              <a:xfrm>
                <a:off x="682690" y="3473885"/>
                <a:ext cx="388612" cy="408226"/>
              </a:xfrm>
              <a:custGeom>
                <a:avLst/>
                <a:gdLst/>
                <a:ahLst/>
                <a:cxnLst/>
                <a:rect l="l" t="t" r="r" b="b"/>
                <a:pathLst>
                  <a:path w="10620" h="11156" extrusionOk="0">
                    <a:moveTo>
                      <a:pt x="0" y="1"/>
                    </a:moveTo>
                    <a:lnTo>
                      <a:pt x="0" y="2390"/>
                    </a:lnTo>
                    <a:cubicBezTo>
                      <a:pt x="0" y="7725"/>
                      <a:pt x="2073" y="11155"/>
                      <a:pt x="2073" y="11155"/>
                    </a:cubicBezTo>
                    <a:lnTo>
                      <a:pt x="8557" y="11155"/>
                    </a:lnTo>
                    <a:cubicBezTo>
                      <a:pt x="8557" y="11155"/>
                      <a:pt x="10620" y="7725"/>
                      <a:pt x="10620" y="2390"/>
                    </a:cubicBezTo>
                    <a:lnTo>
                      <a:pt x="106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728;p36">
                <a:extLst>
                  <a:ext uri="{FF2B5EF4-FFF2-40B4-BE49-F238E27FC236}">
                    <a16:creationId xmlns:a16="http://schemas.microsoft.com/office/drawing/2014/main" id="{2BACD13F-5F17-0698-8933-17F1E213A673}"/>
                  </a:ext>
                </a:extLst>
              </p:cNvPr>
              <p:cNvSpPr/>
              <p:nvPr/>
            </p:nvSpPr>
            <p:spPr>
              <a:xfrm>
                <a:off x="945717" y="3402787"/>
                <a:ext cx="95470" cy="37"/>
              </a:xfrm>
              <a:custGeom>
                <a:avLst/>
                <a:gdLst/>
                <a:ahLst/>
                <a:cxnLst/>
                <a:rect l="l" t="t" r="r" b="b"/>
                <a:pathLst>
                  <a:path w="2609" h="1" fill="none" extrusionOk="0">
                    <a:moveTo>
                      <a:pt x="2609" y="0"/>
                    </a:moveTo>
                    <a:lnTo>
                      <a:pt x="1" y="0"/>
                    </a:lnTo>
                  </a:path>
                </a:pathLst>
              </a:custGeom>
              <a:noFill/>
              <a:ln w="4225" cap="flat" cmpd="sng">
                <a:solidFill>
                  <a:srgbClr val="E8ECF8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4" name="Google Shape;1729;p36">
              <a:extLst>
                <a:ext uri="{FF2B5EF4-FFF2-40B4-BE49-F238E27FC236}">
                  <a16:creationId xmlns:a16="http://schemas.microsoft.com/office/drawing/2014/main" id="{DCDC0E94-156E-93F1-4EEB-EDE7D74C16BC}"/>
                </a:ext>
              </a:extLst>
            </p:cNvPr>
            <p:cNvSpPr/>
            <p:nvPr/>
          </p:nvSpPr>
          <p:spPr>
            <a:xfrm>
              <a:off x="1912143" y="3476324"/>
              <a:ext cx="341542" cy="372319"/>
            </a:xfrm>
            <a:custGeom>
              <a:avLst/>
              <a:gdLst/>
              <a:ahLst/>
              <a:cxnLst/>
              <a:rect l="l" t="t" r="r" b="b"/>
              <a:pathLst>
                <a:path w="30728" h="33497" extrusionOk="0">
                  <a:moveTo>
                    <a:pt x="19080" y="1"/>
                  </a:moveTo>
                  <a:lnTo>
                    <a:pt x="753" y="2017"/>
                  </a:lnTo>
                  <a:lnTo>
                    <a:pt x="0" y="25973"/>
                  </a:lnTo>
                  <a:lnTo>
                    <a:pt x="753" y="33496"/>
                  </a:lnTo>
                  <a:lnTo>
                    <a:pt x="29343" y="33346"/>
                  </a:lnTo>
                  <a:cubicBezTo>
                    <a:pt x="30095" y="33346"/>
                    <a:pt x="30727" y="32864"/>
                    <a:pt x="30727" y="32112"/>
                  </a:cubicBezTo>
                  <a:cubicBezTo>
                    <a:pt x="30727" y="31480"/>
                    <a:pt x="30366" y="31089"/>
                    <a:pt x="29854" y="30848"/>
                  </a:cubicBezTo>
                  <a:lnTo>
                    <a:pt x="17064" y="24949"/>
                  </a:lnTo>
                  <a:lnTo>
                    <a:pt x="19080" y="1"/>
                  </a:ln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730;p36">
              <a:extLst>
                <a:ext uri="{FF2B5EF4-FFF2-40B4-BE49-F238E27FC236}">
                  <a16:creationId xmlns:a16="http://schemas.microsoft.com/office/drawing/2014/main" id="{61C05311-416F-2648-15C4-91004431DCF6}"/>
                </a:ext>
              </a:extLst>
            </p:cNvPr>
            <p:cNvSpPr/>
            <p:nvPr/>
          </p:nvSpPr>
          <p:spPr>
            <a:xfrm>
              <a:off x="1903774" y="3753632"/>
              <a:ext cx="367973" cy="128456"/>
            </a:xfrm>
            <a:custGeom>
              <a:avLst/>
              <a:gdLst/>
              <a:ahLst/>
              <a:cxnLst/>
              <a:rect l="l" t="t" r="r" b="b"/>
              <a:pathLst>
                <a:path w="33106" h="11557" extrusionOk="0">
                  <a:moveTo>
                    <a:pt x="17817" y="0"/>
                  </a:moveTo>
                  <a:cubicBezTo>
                    <a:pt x="14856" y="1204"/>
                    <a:pt x="11533" y="1565"/>
                    <a:pt x="8612" y="1565"/>
                  </a:cubicBezTo>
                  <a:cubicBezTo>
                    <a:pt x="4231" y="1565"/>
                    <a:pt x="753" y="753"/>
                    <a:pt x="753" y="753"/>
                  </a:cubicBezTo>
                  <a:lnTo>
                    <a:pt x="1" y="10925"/>
                  </a:lnTo>
                  <a:cubicBezTo>
                    <a:pt x="1" y="11286"/>
                    <a:pt x="272" y="11557"/>
                    <a:pt x="633" y="11557"/>
                  </a:cubicBezTo>
                  <a:lnTo>
                    <a:pt x="32473" y="11406"/>
                  </a:lnTo>
                  <a:cubicBezTo>
                    <a:pt x="33105" y="11406"/>
                    <a:pt x="32744" y="8156"/>
                    <a:pt x="32744" y="8156"/>
                  </a:cubicBezTo>
                  <a:cubicBezTo>
                    <a:pt x="32473" y="7163"/>
                    <a:pt x="31871" y="6140"/>
                    <a:pt x="31360" y="5899"/>
                  </a:cubicBezTo>
                  <a:lnTo>
                    <a:pt x="17817" y="0"/>
                  </a:ln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731;p36">
              <a:extLst>
                <a:ext uri="{FF2B5EF4-FFF2-40B4-BE49-F238E27FC236}">
                  <a16:creationId xmlns:a16="http://schemas.microsoft.com/office/drawing/2014/main" id="{BE5FCF73-EE31-39A3-F379-D3366E3FF6DD}"/>
                </a:ext>
              </a:extLst>
            </p:cNvPr>
            <p:cNvSpPr/>
            <p:nvPr/>
          </p:nvSpPr>
          <p:spPr>
            <a:xfrm>
              <a:off x="2112847" y="3760657"/>
              <a:ext cx="21085" cy="36135"/>
            </a:xfrm>
            <a:custGeom>
              <a:avLst/>
              <a:gdLst/>
              <a:ahLst/>
              <a:cxnLst/>
              <a:rect l="l" t="t" r="r" b="b"/>
              <a:pathLst>
                <a:path w="1897" h="3251" fill="none" extrusionOk="0">
                  <a:moveTo>
                    <a:pt x="1896" y="0"/>
                  </a:moveTo>
                  <a:cubicBezTo>
                    <a:pt x="1144" y="994"/>
                    <a:pt x="512" y="2017"/>
                    <a:pt x="0" y="3251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732;p36">
              <a:extLst>
                <a:ext uri="{FF2B5EF4-FFF2-40B4-BE49-F238E27FC236}">
                  <a16:creationId xmlns:a16="http://schemas.microsoft.com/office/drawing/2014/main" id="{8C1311CD-D384-C1C6-1031-B2DF3FA4F0DD}"/>
                </a:ext>
              </a:extLst>
            </p:cNvPr>
            <p:cNvSpPr/>
            <p:nvPr/>
          </p:nvSpPr>
          <p:spPr>
            <a:xfrm>
              <a:off x="2135255" y="3771694"/>
              <a:ext cx="18073" cy="30789"/>
            </a:xfrm>
            <a:custGeom>
              <a:avLst/>
              <a:gdLst/>
              <a:ahLst/>
              <a:cxnLst/>
              <a:rect l="l" t="t" r="r" b="b"/>
              <a:pathLst>
                <a:path w="1626" h="2770" fill="none" extrusionOk="0">
                  <a:moveTo>
                    <a:pt x="1626" y="1"/>
                  </a:moveTo>
                  <a:cubicBezTo>
                    <a:pt x="873" y="1144"/>
                    <a:pt x="512" y="1776"/>
                    <a:pt x="1" y="2769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733;p36">
              <a:extLst>
                <a:ext uri="{FF2B5EF4-FFF2-40B4-BE49-F238E27FC236}">
                  <a16:creationId xmlns:a16="http://schemas.microsoft.com/office/drawing/2014/main" id="{5F559727-C013-4C4C-02A2-3BB3BDEC26F4}"/>
                </a:ext>
              </a:extLst>
            </p:cNvPr>
            <p:cNvSpPr/>
            <p:nvPr/>
          </p:nvSpPr>
          <p:spPr>
            <a:xfrm>
              <a:off x="2153316" y="3780053"/>
              <a:ext cx="15394" cy="28110"/>
            </a:xfrm>
            <a:custGeom>
              <a:avLst/>
              <a:gdLst/>
              <a:ahLst/>
              <a:cxnLst/>
              <a:rect l="l" t="t" r="r" b="b"/>
              <a:pathLst>
                <a:path w="1385" h="2529" fill="none" extrusionOk="0">
                  <a:moveTo>
                    <a:pt x="1385" y="1"/>
                  </a:moveTo>
                  <a:cubicBezTo>
                    <a:pt x="873" y="753"/>
                    <a:pt x="392" y="1776"/>
                    <a:pt x="1" y="2529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734;p36">
              <a:extLst>
                <a:ext uri="{FF2B5EF4-FFF2-40B4-BE49-F238E27FC236}">
                  <a16:creationId xmlns:a16="http://schemas.microsoft.com/office/drawing/2014/main" id="{2A59214B-F535-6CB8-1A22-7208F662F793}"/>
                </a:ext>
              </a:extLst>
            </p:cNvPr>
            <p:cNvSpPr/>
            <p:nvPr/>
          </p:nvSpPr>
          <p:spPr>
            <a:xfrm>
              <a:off x="1905119" y="3855323"/>
              <a:ext cx="363950" cy="1678"/>
            </a:xfrm>
            <a:custGeom>
              <a:avLst/>
              <a:gdLst/>
              <a:ahLst/>
              <a:cxnLst/>
              <a:rect l="l" t="t" r="r" b="b"/>
              <a:pathLst>
                <a:path w="32744" h="151" fill="none" extrusionOk="0">
                  <a:moveTo>
                    <a:pt x="0" y="151"/>
                  </a:moveTo>
                  <a:lnTo>
                    <a:pt x="32743" y="0"/>
                  </a:ln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735;p36">
              <a:extLst>
                <a:ext uri="{FF2B5EF4-FFF2-40B4-BE49-F238E27FC236}">
                  <a16:creationId xmlns:a16="http://schemas.microsoft.com/office/drawing/2014/main" id="{6DD891DD-BF46-5FEB-A515-04072F5770EA}"/>
                </a:ext>
              </a:extLst>
            </p:cNvPr>
            <p:cNvSpPr/>
            <p:nvPr/>
          </p:nvSpPr>
          <p:spPr>
            <a:xfrm>
              <a:off x="1908131" y="3803805"/>
              <a:ext cx="91999" cy="53196"/>
            </a:xfrm>
            <a:custGeom>
              <a:avLst/>
              <a:gdLst/>
              <a:ahLst/>
              <a:cxnLst/>
              <a:rect l="l" t="t" r="r" b="b"/>
              <a:pathLst>
                <a:path w="8277" h="4786" fill="none" extrusionOk="0">
                  <a:moveTo>
                    <a:pt x="0" y="1"/>
                  </a:moveTo>
                  <a:cubicBezTo>
                    <a:pt x="0" y="1"/>
                    <a:pt x="7644" y="1"/>
                    <a:pt x="8276" y="4786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736;p36">
              <a:extLst>
                <a:ext uri="{FF2B5EF4-FFF2-40B4-BE49-F238E27FC236}">
                  <a16:creationId xmlns:a16="http://schemas.microsoft.com/office/drawing/2014/main" id="{F59C0096-0242-0BCB-0AB9-6A4654E99A08}"/>
                </a:ext>
              </a:extLst>
            </p:cNvPr>
            <p:cNvSpPr/>
            <p:nvPr/>
          </p:nvSpPr>
          <p:spPr>
            <a:xfrm>
              <a:off x="2192452" y="3805150"/>
              <a:ext cx="29110" cy="50184"/>
            </a:xfrm>
            <a:custGeom>
              <a:avLst/>
              <a:gdLst/>
              <a:ahLst/>
              <a:cxnLst/>
              <a:rect l="l" t="t" r="r" b="b"/>
              <a:pathLst>
                <a:path w="2619" h="4515" fill="none" extrusionOk="0">
                  <a:moveTo>
                    <a:pt x="2619" y="0"/>
                  </a:moveTo>
                  <a:cubicBezTo>
                    <a:pt x="2619" y="0"/>
                    <a:pt x="362" y="3160"/>
                    <a:pt x="1" y="4514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737;p36">
              <a:extLst>
                <a:ext uri="{FF2B5EF4-FFF2-40B4-BE49-F238E27FC236}">
                  <a16:creationId xmlns:a16="http://schemas.microsoft.com/office/drawing/2014/main" id="{921511BA-F39C-A490-6536-D392E654F300}"/>
                </a:ext>
              </a:extLst>
            </p:cNvPr>
            <p:cNvSpPr/>
            <p:nvPr/>
          </p:nvSpPr>
          <p:spPr>
            <a:xfrm>
              <a:off x="1598711" y="2477174"/>
              <a:ext cx="627208" cy="1230642"/>
            </a:xfrm>
            <a:custGeom>
              <a:avLst/>
              <a:gdLst/>
              <a:ahLst/>
              <a:cxnLst/>
              <a:rect l="l" t="t" r="r" b="b"/>
              <a:pathLst>
                <a:path w="56429" h="110719" extrusionOk="0">
                  <a:moveTo>
                    <a:pt x="0" y="0"/>
                  </a:moveTo>
                  <a:cubicBezTo>
                    <a:pt x="1" y="0"/>
                    <a:pt x="19923" y="38100"/>
                    <a:pt x="25581" y="52515"/>
                  </a:cubicBezTo>
                  <a:cubicBezTo>
                    <a:pt x="31088" y="66961"/>
                    <a:pt x="26454" y="110718"/>
                    <a:pt x="26454" y="110718"/>
                  </a:cubicBezTo>
                  <a:lnTo>
                    <a:pt x="50018" y="110718"/>
                  </a:lnTo>
                  <a:cubicBezTo>
                    <a:pt x="50018" y="110718"/>
                    <a:pt x="56428" y="70452"/>
                    <a:pt x="51643" y="52515"/>
                  </a:cubicBezTo>
                  <a:cubicBezTo>
                    <a:pt x="46888" y="34609"/>
                    <a:pt x="31600" y="6139"/>
                    <a:pt x="31600" y="61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738;p36">
              <a:extLst>
                <a:ext uri="{FF2B5EF4-FFF2-40B4-BE49-F238E27FC236}">
                  <a16:creationId xmlns:a16="http://schemas.microsoft.com/office/drawing/2014/main" id="{AF421DFC-C203-6009-7168-437B50626BA6}"/>
                </a:ext>
              </a:extLst>
            </p:cNvPr>
            <p:cNvSpPr/>
            <p:nvPr/>
          </p:nvSpPr>
          <p:spPr>
            <a:xfrm>
              <a:off x="1737860" y="2661150"/>
              <a:ext cx="234171" cy="1046666"/>
            </a:xfrm>
            <a:custGeom>
              <a:avLst/>
              <a:gdLst/>
              <a:ahLst/>
              <a:cxnLst/>
              <a:rect l="l" t="t" r="r" b="b"/>
              <a:pathLst>
                <a:path w="21068" h="94167" fill="none" extrusionOk="0">
                  <a:moveTo>
                    <a:pt x="17185" y="94166"/>
                  </a:moveTo>
                  <a:cubicBezTo>
                    <a:pt x="17185" y="94166"/>
                    <a:pt x="21067" y="48633"/>
                    <a:pt x="18690" y="37348"/>
                  </a:cubicBezTo>
                  <a:cubicBezTo>
                    <a:pt x="16312" y="26183"/>
                    <a:pt x="1" y="0"/>
                    <a:pt x="1" y="0"/>
                  </a:cubicBezTo>
                </a:path>
              </a:pathLst>
            </a:custGeom>
            <a:noFill/>
            <a:ln w="9775" cap="flat" cmpd="sng">
              <a:solidFill>
                <a:srgbClr val="4D5AA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739;p36">
              <a:extLst>
                <a:ext uri="{FF2B5EF4-FFF2-40B4-BE49-F238E27FC236}">
                  <a16:creationId xmlns:a16="http://schemas.microsoft.com/office/drawing/2014/main" id="{A848BE32-EADB-B280-D96B-6918F547F7C2}"/>
                </a:ext>
              </a:extLst>
            </p:cNvPr>
            <p:cNvSpPr/>
            <p:nvPr/>
          </p:nvSpPr>
          <p:spPr>
            <a:xfrm>
              <a:off x="1423094" y="3350891"/>
              <a:ext cx="373320" cy="474899"/>
            </a:xfrm>
            <a:custGeom>
              <a:avLst/>
              <a:gdLst/>
              <a:ahLst/>
              <a:cxnLst/>
              <a:rect l="l" t="t" r="r" b="b"/>
              <a:pathLst>
                <a:path w="33587" h="42726" extrusionOk="0">
                  <a:moveTo>
                    <a:pt x="17666" y="0"/>
                  </a:moveTo>
                  <a:lnTo>
                    <a:pt x="3763" y="19201"/>
                  </a:lnTo>
                  <a:lnTo>
                    <a:pt x="1" y="25822"/>
                  </a:lnTo>
                  <a:lnTo>
                    <a:pt x="23204" y="42524"/>
                  </a:lnTo>
                  <a:cubicBezTo>
                    <a:pt x="23382" y="42658"/>
                    <a:pt x="23615" y="42726"/>
                    <a:pt x="23856" y="42726"/>
                  </a:cubicBezTo>
                  <a:cubicBezTo>
                    <a:pt x="24266" y="42726"/>
                    <a:pt x="24703" y="42531"/>
                    <a:pt x="24949" y="42133"/>
                  </a:cubicBezTo>
                  <a:cubicBezTo>
                    <a:pt x="25310" y="41772"/>
                    <a:pt x="25310" y="41140"/>
                    <a:pt x="24949" y="40749"/>
                  </a:cubicBezTo>
                  <a:lnTo>
                    <a:pt x="18178" y="28470"/>
                  </a:lnTo>
                  <a:lnTo>
                    <a:pt x="33587" y="8276"/>
                  </a:lnTo>
                  <a:lnTo>
                    <a:pt x="17666" y="0"/>
                  </a:ln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740;p36">
              <a:extLst>
                <a:ext uri="{FF2B5EF4-FFF2-40B4-BE49-F238E27FC236}">
                  <a16:creationId xmlns:a16="http://schemas.microsoft.com/office/drawing/2014/main" id="{12238E64-16BA-4BF8-D889-C1FC4F9755FB}"/>
                </a:ext>
              </a:extLst>
            </p:cNvPr>
            <p:cNvSpPr/>
            <p:nvPr/>
          </p:nvSpPr>
          <p:spPr>
            <a:xfrm>
              <a:off x="1390983" y="3561287"/>
              <a:ext cx="320468" cy="304429"/>
            </a:xfrm>
            <a:custGeom>
              <a:avLst/>
              <a:gdLst/>
              <a:ahLst/>
              <a:cxnLst/>
              <a:rect l="l" t="t" r="r" b="b"/>
              <a:pathLst>
                <a:path w="28832" h="27389" extrusionOk="0">
                  <a:moveTo>
                    <a:pt x="6772" y="1"/>
                  </a:moveTo>
                  <a:lnTo>
                    <a:pt x="121" y="7796"/>
                  </a:lnTo>
                  <a:cubicBezTo>
                    <a:pt x="1" y="8157"/>
                    <a:pt x="1" y="8548"/>
                    <a:pt x="362" y="8668"/>
                  </a:cubicBezTo>
                  <a:lnTo>
                    <a:pt x="26213" y="27357"/>
                  </a:lnTo>
                  <a:cubicBezTo>
                    <a:pt x="26242" y="27378"/>
                    <a:pt x="26274" y="27388"/>
                    <a:pt x="26310" y="27388"/>
                  </a:cubicBezTo>
                  <a:cubicBezTo>
                    <a:pt x="26884" y="27388"/>
                    <a:pt x="28350" y="24829"/>
                    <a:pt x="28350" y="24829"/>
                  </a:cubicBezTo>
                  <a:cubicBezTo>
                    <a:pt x="28591" y="23836"/>
                    <a:pt x="28831" y="22692"/>
                    <a:pt x="28470" y="22211"/>
                  </a:cubicBezTo>
                  <a:lnTo>
                    <a:pt x="20947" y="9541"/>
                  </a:lnTo>
                  <a:cubicBezTo>
                    <a:pt x="13152" y="7525"/>
                    <a:pt x="6772" y="1"/>
                    <a:pt x="6772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741;p36">
              <a:extLst>
                <a:ext uri="{FF2B5EF4-FFF2-40B4-BE49-F238E27FC236}">
                  <a16:creationId xmlns:a16="http://schemas.microsoft.com/office/drawing/2014/main" id="{463A6585-A1D8-D6D6-8EEC-8B01FAEC7AA0}"/>
                </a:ext>
              </a:extLst>
            </p:cNvPr>
            <p:cNvSpPr/>
            <p:nvPr/>
          </p:nvSpPr>
          <p:spPr>
            <a:xfrm>
              <a:off x="1608415" y="3691077"/>
              <a:ext cx="39147" cy="16739"/>
            </a:xfrm>
            <a:custGeom>
              <a:avLst/>
              <a:gdLst/>
              <a:ahLst/>
              <a:cxnLst/>
              <a:rect l="l" t="t" r="r" b="b"/>
              <a:pathLst>
                <a:path w="3522" h="1506" fill="none" extrusionOk="0">
                  <a:moveTo>
                    <a:pt x="3521" y="1"/>
                  </a:moveTo>
                  <a:cubicBezTo>
                    <a:pt x="2257" y="362"/>
                    <a:pt x="1114" y="873"/>
                    <a:pt x="0" y="1505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742;p36">
              <a:extLst>
                <a:ext uri="{FF2B5EF4-FFF2-40B4-BE49-F238E27FC236}">
                  <a16:creationId xmlns:a16="http://schemas.microsoft.com/office/drawing/2014/main" id="{1624C259-F223-98E5-0136-3AEA5FC8CBC9}"/>
                </a:ext>
              </a:extLst>
            </p:cNvPr>
            <p:cNvSpPr/>
            <p:nvPr/>
          </p:nvSpPr>
          <p:spPr>
            <a:xfrm>
              <a:off x="1623798" y="3711818"/>
              <a:ext cx="32122" cy="14060"/>
            </a:xfrm>
            <a:custGeom>
              <a:avLst/>
              <a:gdLst/>
              <a:ahLst/>
              <a:cxnLst/>
              <a:rect l="l" t="t" r="r" b="b"/>
              <a:pathLst>
                <a:path w="2890" h="1265" fill="none" extrusionOk="0">
                  <a:moveTo>
                    <a:pt x="2890" y="1"/>
                  </a:moveTo>
                  <a:cubicBezTo>
                    <a:pt x="1626" y="392"/>
                    <a:pt x="994" y="753"/>
                    <a:pt x="1" y="1265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743;p36">
              <a:extLst>
                <a:ext uri="{FF2B5EF4-FFF2-40B4-BE49-F238E27FC236}">
                  <a16:creationId xmlns:a16="http://schemas.microsoft.com/office/drawing/2014/main" id="{3BF18D1A-632A-0680-36E2-3B94E5E2BA2A}"/>
                </a:ext>
              </a:extLst>
            </p:cNvPr>
            <p:cNvSpPr/>
            <p:nvPr/>
          </p:nvSpPr>
          <p:spPr>
            <a:xfrm>
              <a:off x="1633501" y="3727201"/>
              <a:ext cx="30789" cy="14060"/>
            </a:xfrm>
            <a:custGeom>
              <a:avLst/>
              <a:gdLst/>
              <a:ahLst/>
              <a:cxnLst/>
              <a:rect l="l" t="t" r="r" b="b"/>
              <a:pathLst>
                <a:path w="2770" h="1265" fill="none" extrusionOk="0">
                  <a:moveTo>
                    <a:pt x="2769" y="1"/>
                  </a:moveTo>
                  <a:cubicBezTo>
                    <a:pt x="1866" y="242"/>
                    <a:pt x="873" y="753"/>
                    <a:pt x="0" y="1265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744;p36">
              <a:extLst>
                <a:ext uri="{FF2B5EF4-FFF2-40B4-BE49-F238E27FC236}">
                  <a16:creationId xmlns:a16="http://schemas.microsoft.com/office/drawing/2014/main" id="{A39B6ADB-7788-A8E3-2C3E-828590FEAAB8}"/>
                </a:ext>
              </a:extLst>
            </p:cNvPr>
            <p:cNvSpPr/>
            <p:nvPr/>
          </p:nvSpPr>
          <p:spPr>
            <a:xfrm>
              <a:off x="1405032" y="3635213"/>
              <a:ext cx="295381" cy="211752"/>
            </a:xfrm>
            <a:custGeom>
              <a:avLst/>
              <a:gdLst/>
              <a:ahLst/>
              <a:cxnLst/>
              <a:rect l="l" t="t" r="r" b="b"/>
              <a:pathLst>
                <a:path w="26575" h="19051" fill="none" extrusionOk="0">
                  <a:moveTo>
                    <a:pt x="1" y="1"/>
                  </a:moveTo>
                  <a:lnTo>
                    <a:pt x="26574" y="19051"/>
                  </a:ln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745;p36">
              <a:extLst>
                <a:ext uri="{FF2B5EF4-FFF2-40B4-BE49-F238E27FC236}">
                  <a16:creationId xmlns:a16="http://schemas.microsoft.com/office/drawing/2014/main" id="{8E0A21E0-F3E9-1CCC-472F-730F16717C62}"/>
                </a:ext>
              </a:extLst>
            </p:cNvPr>
            <p:cNvSpPr/>
            <p:nvPr/>
          </p:nvSpPr>
          <p:spPr>
            <a:xfrm>
              <a:off x="1439822" y="3593409"/>
              <a:ext cx="66912" cy="97679"/>
            </a:xfrm>
            <a:custGeom>
              <a:avLst/>
              <a:gdLst/>
              <a:ahLst/>
              <a:cxnLst/>
              <a:rect l="l" t="t" r="r" b="b"/>
              <a:pathLst>
                <a:path w="6020" h="8788" fill="none" extrusionOk="0">
                  <a:moveTo>
                    <a:pt x="0" y="0"/>
                  </a:moveTo>
                  <a:cubicBezTo>
                    <a:pt x="0" y="0"/>
                    <a:pt x="6019" y="4514"/>
                    <a:pt x="3762" y="8788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746;p36">
              <a:extLst>
                <a:ext uri="{FF2B5EF4-FFF2-40B4-BE49-F238E27FC236}">
                  <a16:creationId xmlns:a16="http://schemas.microsoft.com/office/drawing/2014/main" id="{755D3DCE-0D6B-4DB8-8A95-2FA4D92DED90}"/>
                </a:ext>
              </a:extLst>
            </p:cNvPr>
            <p:cNvSpPr/>
            <p:nvPr/>
          </p:nvSpPr>
          <p:spPr>
            <a:xfrm>
              <a:off x="1637514" y="3778719"/>
              <a:ext cx="53196" cy="23764"/>
            </a:xfrm>
            <a:custGeom>
              <a:avLst/>
              <a:gdLst/>
              <a:ahLst/>
              <a:cxnLst/>
              <a:rect l="l" t="t" r="r" b="b"/>
              <a:pathLst>
                <a:path w="4786" h="2138" fill="none" extrusionOk="0">
                  <a:moveTo>
                    <a:pt x="4786" y="1"/>
                  </a:moveTo>
                  <a:cubicBezTo>
                    <a:pt x="4786" y="1"/>
                    <a:pt x="1144" y="1265"/>
                    <a:pt x="0" y="2137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747;p36">
              <a:extLst>
                <a:ext uri="{FF2B5EF4-FFF2-40B4-BE49-F238E27FC236}">
                  <a16:creationId xmlns:a16="http://schemas.microsoft.com/office/drawing/2014/main" id="{CE455884-431E-1C0F-BE6C-9E0155FB89AF}"/>
                </a:ext>
              </a:extLst>
            </p:cNvPr>
            <p:cNvSpPr/>
            <p:nvPr/>
          </p:nvSpPr>
          <p:spPr>
            <a:xfrm>
              <a:off x="1480292" y="2477174"/>
              <a:ext cx="515480" cy="1177456"/>
            </a:xfrm>
            <a:custGeom>
              <a:avLst/>
              <a:gdLst/>
              <a:ahLst/>
              <a:cxnLst/>
              <a:rect l="l" t="t" r="r" b="b"/>
              <a:pathLst>
                <a:path w="46377" h="105934" extrusionOk="0">
                  <a:moveTo>
                    <a:pt x="4515" y="0"/>
                  </a:moveTo>
                  <a:cubicBezTo>
                    <a:pt x="1" y="12790"/>
                    <a:pt x="4515" y="22812"/>
                    <a:pt x="4515" y="22812"/>
                  </a:cubicBezTo>
                  <a:cubicBezTo>
                    <a:pt x="4515" y="22812"/>
                    <a:pt x="19803" y="50890"/>
                    <a:pt x="19803" y="56548"/>
                  </a:cubicBezTo>
                  <a:cubicBezTo>
                    <a:pt x="19803" y="61815"/>
                    <a:pt x="121" y="91518"/>
                    <a:pt x="121" y="91518"/>
                  </a:cubicBezTo>
                  <a:lnTo>
                    <a:pt x="18058" y="105933"/>
                  </a:lnTo>
                  <a:cubicBezTo>
                    <a:pt x="18058" y="105933"/>
                    <a:pt x="46377" y="75598"/>
                    <a:pt x="45895" y="54532"/>
                  </a:cubicBezTo>
                  <a:cubicBezTo>
                    <a:pt x="45143" y="28440"/>
                    <a:pt x="30968" y="0"/>
                    <a:pt x="30968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748;p36">
              <a:extLst>
                <a:ext uri="{FF2B5EF4-FFF2-40B4-BE49-F238E27FC236}">
                  <a16:creationId xmlns:a16="http://schemas.microsoft.com/office/drawing/2014/main" id="{DE6A0A59-21EF-C14D-A1D3-F3BE2C70EA35}"/>
                </a:ext>
              </a:extLst>
            </p:cNvPr>
            <p:cNvSpPr/>
            <p:nvPr/>
          </p:nvSpPr>
          <p:spPr>
            <a:xfrm>
              <a:off x="1510736" y="2486867"/>
              <a:ext cx="227135" cy="1031283"/>
            </a:xfrm>
            <a:custGeom>
              <a:avLst/>
              <a:gdLst/>
              <a:ahLst/>
              <a:cxnLst/>
              <a:rect l="l" t="t" r="r" b="b"/>
              <a:pathLst>
                <a:path w="20435" h="92783" fill="none" extrusionOk="0">
                  <a:moveTo>
                    <a:pt x="5026" y="1"/>
                  </a:moveTo>
                  <a:cubicBezTo>
                    <a:pt x="512" y="12791"/>
                    <a:pt x="6020" y="21308"/>
                    <a:pt x="6020" y="21308"/>
                  </a:cubicBezTo>
                  <a:cubicBezTo>
                    <a:pt x="6020" y="21308"/>
                    <a:pt x="20435" y="50771"/>
                    <a:pt x="20435" y="56549"/>
                  </a:cubicBezTo>
                  <a:cubicBezTo>
                    <a:pt x="20435" y="61695"/>
                    <a:pt x="1" y="92783"/>
                    <a:pt x="1" y="92783"/>
                  </a:cubicBezTo>
                </a:path>
              </a:pathLst>
            </a:custGeom>
            <a:noFill/>
            <a:ln w="9775" cap="flat" cmpd="sng">
              <a:solidFill>
                <a:srgbClr val="4D5AA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749;p36">
              <a:extLst>
                <a:ext uri="{FF2B5EF4-FFF2-40B4-BE49-F238E27FC236}">
                  <a16:creationId xmlns:a16="http://schemas.microsoft.com/office/drawing/2014/main" id="{026783EB-062D-5F7E-2C84-B8A6CCA83C5F}"/>
                </a:ext>
              </a:extLst>
            </p:cNvPr>
            <p:cNvSpPr/>
            <p:nvPr/>
          </p:nvSpPr>
          <p:spPr>
            <a:xfrm>
              <a:off x="1824501" y="2477174"/>
              <a:ext cx="167259" cy="862691"/>
            </a:xfrm>
            <a:custGeom>
              <a:avLst/>
              <a:gdLst/>
              <a:ahLst/>
              <a:cxnLst/>
              <a:rect l="l" t="t" r="r" b="b"/>
              <a:pathLst>
                <a:path w="15048" h="77615" fill="none" extrusionOk="0">
                  <a:moveTo>
                    <a:pt x="7765" y="77614"/>
                  </a:moveTo>
                  <a:cubicBezTo>
                    <a:pt x="11918" y="69820"/>
                    <a:pt x="15048" y="61694"/>
                    <a:pt x="14927" y="54532"/>
                  </a:cubicBezTo>
                  <a:cubicBezTo>
                    <a:pt x="14175" y="28440"/>
                    <a:pt x="0" y="0"/>
                    <a:pt x="0" y="0"/>
                  </a:cubicBezTo>
                </a:path>
              </a:pathLst>
            </a:custGeom>
            <a:noFill/>
            <a:ln w="9775" cap="flat" cmpd="sng">
              <a:solidFill>
                <a:srgbClr val="4D5AA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750;p36">
              <a:extLst>
                <a:ext uri="{FF2B5EF4-FFF2-40B4-BE49-F238E27FC236}">
                  <a16:creationId xmlns:a16="http://schemas.microsoft.com/office/drawing/2014/main" id="{377A273F-6448-12B7-AE33-08BA446FCC5E}"/>
                </a:ext>
              </a:extLst>
            </p:cNvPr>
            <p:cNvSpPr/>
            <p:nvPr/>
          </p:nvSpPr>
          <p:spPr>
            <a:xfrm>
              <a:off x="1551217" y="2531360"/>
              <a:ext cx="124110" cy="71258"/>
            </a:xfrm>
            <a:custGeom>
              <a:avLst/>
              <a:gdLst/>
              <a:ahLst/>
              <a:cxnLst/>
              <a:rect l="l" t="t" r="r" b="b"/>
              <a:pathLst>
                <a:path w="11166" h="6411" fill="none" extrusionOk="0">
                  <a:moveTo>
                    <a:pt x="0" y="6019"/>
                  </a:moveTo>
                  <a:cubicBezTo>
                    <a:pt x="0" y="6019"/>
                    <a:pt x="8035" y="6411"/>
                    <a:pt x="11165" y="0"/>
                  </a:cubicBezTo>
                </a:path>
              </a:pathLst>
            </a:custGeom>
            <a:noFill/>
            <a:ln w="9775" cap="flat" cmpd="sng">
              <a:solidFill>
                <a:srgbClr val="4D5AA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751;p36">
              <a:extLst>
                <a:ext uri="{FF2B5EF4-FFF2-40B4-BE49-F238E27FC236}">
                  <a16:creationId xmlns:a16="http://schemas.microsoft.com/office/drawing/2014/main" id="{71350675-2F2F-51EE-CA3A-4FF218E74F6D}"/>
                </a:ext>
              </a:extLst>
            </p:cNvPr>
            <p:cNvSpPr/>
            <p:nvPr/>
          </p:nvSpPr>
          <p:spPr>
            <a:xfrm>
              <a:off x="1892736" y="2552434"/>
              <a:ext cx="25098" cy="88987"/>
            </a:xfrm>
            <a:custGeom>
              <a:avLst/>
              <a:gdLst/>
              <a:ahLst/>
              <a:cxnLst/>
              <a:rect l="l" t="t" r="r" b="b"/>
              <a:pathLst>
                <a:path w="2258" h="8006" fill="none" extrusionOk="0">
                  <a:moveTo>
                    <a:pt x="1" y="7765"/>
                  </a:moveTo>
                  <a:cubicBezTo>
                    <a:pt x="1" y="7765"/>
                    <a:pt x="2258" y="8006"/>
                    <a:pt x="2017" y="6892"/>
                  </a:cubicBezTo>
                  <a:cubicBezTo>
                    <a:pt x="1746" y="5869"/>
                    <a:pt x="1" y="0"/>
                    <a:pt x="1" y="0"/>
                  </a:cubicBezTo>
                </a:path>
              </a:pathLst>
            </a:custGeom>
            <a:noFill/>
            <a:ln w="9775" cap="flat" cmpd="sng">
              <a:solidFill>
                <a:srgbClr val="4D5AA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752;p36">
              <a:extLst>
                <a:ext uri="{FF2B5EF4-FFF2-40B4-BE49-F238E27FC236}">
                  <a16:creationId xmlns:a16="http://schemas.microsoft.com/office/drawing/2014/main" id="{221B4DA3-ED7D-2211-9923-3B375733711C}"/>
                </a:ext>
              </a:extLst>
            </p:cNvPr>
            <p:cNvSpPr/>
            <p:nvPr/>
          </p:nvSpPr>
          <p:spPr>
            <a:xfrm>
              <a:off x="1820155" y="1628200"/>
              <a:ext cx="195357" cy="220121"/>
            </a:xfrm>
            <a:custGeom>
              <a:avLst/>
              <a:gdLst/>
              <a:ahLst/>
              <a:cxnLst/>
              <a:rect l="l" t="t" r="r" b="b"/>
              <a:pathLst>
                <a:path w="17576" h="19804" extrusionOk="0">
                  <a:moveTo>
                    <a:pt x="16673" y="8788"/>
                  </a:moveTo>
                  <a:cubicBezTo>
                    <a:pt x="17576" y="13935"/>
                    <a:pt x="16944" y="18449"/>
                    <a:pt x="12550" y="19051"/>
                  </a:cubicBezTo>
                  <a:cubicBezTo>
                    <a:pt x="8156" y="19803"/>
                    <a:pt x="2017" y="18569"/>
                    <a:pt x="873" y="11166"/>
                  </a:cubicBezTo>
                  <a:cubicBezTo>
                    <a:pt x="0" y="6020"/>
                    <a:pt x="2889" y="1385"/>
                    <a:pt x="7283" y="633"/>
                  </a:cubicBezTo>
                  <a:cubicBezTo>
                    <a:pt x="11677" y="1"/>
                    <a:pt x="15920" y="3642"/>
                    <a:pt x="16673" y="8788"/>
                  </a:cubicBez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753;p36">
              <a:extLst>
                <a:ext uri="{FF2B5EF4-FFF2-40B4-BE49-F238E27FC236}">
                  <a16:creationId xmlns:a16="http://schemas.microsoft.com/office/drawing/2014/main" id="{88F9EAA2-EA1E-571F-5A41-4ABD18AE5386}"/>
                </a:ext>
              </a:extLst>
            </p:cNvPr>
            <p:cNvSpPr/>
            <p:nvPr/>
          </p:nvSpPr>
          <p:spPr>
            <a:xfrm>
              <a:off x="1965328" y="1722255"/>
              <a:ext cx="15139" cy="19018"/>
            </a:xfrm>
            <a:custGeom>
              <a:avLst/>
              <a:gdLst/>
              <a:ahLst/>
              <a:cxnLst/>
              <a:rect l="l" t="t" r="r" b="b"/>
              <a:pathLst>
                <a:path w="1362" h="1711" extrusionOk="0">
                  <a:moveTo>
                    <a:pt x="393" y="0"/>
                  </a:moveTo>
                  <a:cubicBezTo>
                    <a:pt x="276" y="0"/>
                    <a:pt x="175" y="94"/>
                    <a:pt x="121" y="326"/>
                  </a:cubicBezTo>
                  <a:cubicBezTo>
                    <a:pt x="0" y="808"/>
                    <a:pt x="121" y="1440"/>
                    <a:pt x="482" y="1711"/>
                  </a:cubicBezTo>
                  <a:cubicBezTo>
                    <a:pt x="602" y="1711"/>
                    <a:pt x="753" y="1711"/>
                    <a:pt x="873" y="1560"/>
                  </a:cubicBezTo>
                  <a:cubicBezTo>
                    <a:pt x="1362" y="1095"/>
                    <a:pt x="789" y="0"/>
                    <a:pt x="393" y="0"/>
                  </a:cubicBezTo>
                  <a:close/>
                </a:path>
              </a:pathLst>
            </a:custGeom>
            <a:solidFill>
              <a:srgbClr val="2836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754;p36">
              <a:extLst>
                <a:ext uri="{FF2B5EF4-FFF2-40B4-BE49-F238E27FC236}">
                  <a16:creationId xmlns:a16="http://schemas.microsoft.com/office/drawing/2014/main" id="{9C37D9B7-2BD2-E369-5F28-03D60F64C743}"/>
                </a:ext>
              </a:extLst>
            </p:cNvPr>
            <p:cNvSpPr/>
            <p:nvPr/>
          </p:nvSpPr>
          <p:spPr>
            <a:xfrm>
              <a:off x="1949945" y="1706138"/>
              <a:ext cx="33456" cy="7036"/>
            </a:xfrm>
            <a:custGeom>
              <a:avLst/>
              <a:gdLst/>
              <a:ahLst/>
              <a:cxnLst/>
              <a:rect l="l" t="t" r="r" b="b"/>
              <a:pathLst>
                <a:path w="3010" h="633" fill="none" extrusionOk="0">
                  <a:moveTo>
                    <a:pt x="0" y="633"/>
                  </a:moveTo>
                  <a:cubicBezTo>
                    <a:pt x="1114" y="1"/>
                    <a:pt x="2137" y="151"/>
                    <a:pt x="3009" y="392"/>
                  </a:cubicBezTo>
                </a:path>
              </a:pathLst>
            </a:custGeom>
            <a:noFill/>
            <a:ln w="6025" cap="rnd" cmpd="sng">
              <a:solidFill>
                <a:srgbClr val="2836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755;p36">
              <a:extLst>
                <a:ext uri="{FF2B5EF4-FFF2-40B4-BE49-F238E27FC236}">
                  <a16:creationId xmlns:a16="http://schemas.microsoft.com/office/drawing/2014/main" id="{8EE787D4-ED04-5D98-79F1-6E8E04A13BEA}"/>
                </a:ext>
              </a:extLst>
            </p:cNvPr>
            <p:cNvSpPr/>
            <p:nvPr/>
          </p:nvSpPr>
          <p:spPr>
            <a:xfrm>
              <a:off x="1965328" y="1785755"/>
              <a:ext cx="33456" cy="29177"/>
            </a:xfrm>
            <a:custGeom>
              <a:avLst/>
              <a:gdLst/>
              <a:ahLst/>
              <a:cxnLst/>
              <a:rect l="l" t="t" r="r" b="b"/>
              <a:pathLst>
                <a:path w="3010" h="2625" extrusionOk="0">
                  <a:moveTo>
                    <a:pt x="121" y="0"/>
                  </a:moveTo>
                  <a:cubicBezTo>
                    <a:pt x="121" y="0"/>
                    <a:pt x="0" y="2378"/>
                    <a:pt x="1355" y="2619"/>
                  </a:cubicBezTo>
                  <a:cubicBezTo>
                    <a:pt x="1385" y="2623"/>
                    <a:pt x="1415" y="2625"/>
                    <a:pt x="1444" y="2625"/>
                  </a:cubicBezTo>
                  <a:cubicBezTo>
                    <a:pt x="2525" y="2625"/>
                    <a:pt x="3010" y="0"/>
                    <a:pt x="30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756;p36">
              <a:extLst>
                <a:ext uri="{FF2B5EF4-FFF2-40B4-BE49-F238E27FC236}">
                  <a16:creationId xmlns:a16="http://schemas.microsoft.com/office/drawing/2014/main" id="{6F3E022C-FDF2-49D9-B381-6D5DF93274BC}"/>
                </a:ext>
              </a:extLst>
            </p:cNvPr>
            <p:cNvSpPr/>
            <p:nvPr/>
          </p:nvSpPr>
          <p:spPr>
            <a:xfrm>
              <a:off x="1804761" y="1749631"/>
              <a:ext cx="149208" cy="160234"/>
            </a:xfrm>
            <a:custGeom>
              <a:avLst/>
              <a:gdLst/>
              <a:ahLst/>
              <a:cxnLst/>
              <a:rect l="l" t="t" r="r" b="b"/>
              <a:pathLst>
                <a:path w="13424" h="14416" extrusionOk="0">
                  <a:moveTo>
                    <a:pt x="11557" y="13784"/>
                  </a:moveTo>
                  <a:cubicBezTo>
                    <a:pt x="11557" y="13784"/>
                    <a:pt x="8157" y="14416"/>
                    <a:pt x="4906" y="13543"/>
                  </a:cubicBezTo>
                  <a:cubicBezTo>
                    <a:pt x="1144" y="12520"/>
                    <a:pt x="1" y="10894"/>
                    <a:pt x="1" y="10894"/>
                  </a:cubicBezTo>
                  <a:lnTo>
                    <a:pt x="5267" y="0"/>
                  </a:lnTo>
                  <a:lnTo>
                    <a:pt x="13423" y="3612"/>
                  </a:ln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757;p36">
              <a:extLst>
                <a:ext uri="{FF2B5EF4-FFF2-40B4-BE49-F238E27FC236}">
                  <a16:creationId xmlns:a16="http://schemas.microsoft.com/office/drawing/2014/main" id="{A0815CBF-FF60-B39A-E6FD-148FB5607B2E}"/>
                </a:ext>
              </a:extLst>
            </p:cNvPr>
            <p:cNvSpPr/>
            <p:nvPr/>
          </p:nvSpPr>
          <p:spPr>
            <a:xfrm>
              <a:off x="1884378" y="1824891"/>
              <a:ext cx="59888" cy="18073"/>
            </a:xfrm>
            <a:custGeom>
              <a:avLst/>
              <a:gdLst/>
              <a:ahLst/>
              <a:cxnLst/>
              <a:rect l="l" t="t" r="r" b="b"/>
              <a:pathLst>
                <a:path w="5388" h="1626" fill="none" extrusionOk="0">
                  <a:moveTo>
                    <a:pt x="5387" y="1505"/>
                  </a:moveTo>
                  <a:cubicBezTo>
                    <a:pt x="5387" y="1505"/>
                    <a:pt x="1866" y="1626"/>
                    <a:pt x="0" y="1"/>
                  </a:cubicBezTo>
                </a:path>
              </a:pathLst>
            </a:custGeom>
            <a:noFill/>
            <a:ln w="12800" cap="flat" cmpd="sng">
              <a:solidFill>
                <a:srgbClr val="D1A08A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758;p36">
              <a:extLst>
                <a:ext uri="{FF2B5EF4-FFF2-40B4-BE49-F238E27FC236}">
                  <a16:creationId xmlns:a16="http://schemas.microsoft.com/office/drawing/2014/main" id="{C5316CF9-9E9C-79B8-3C14-4C909712B720}"/>
                </a:ext>
              </a:extLst>
            </p:cNvPr>
            <p:cNvSpPr/>
            <p:nvPr/>
          </p:nvSpPr>
          <p:spPr>
            <a:xfrm>
              <a:off x="1995761" y="1722866"/>
              <a:ext cx="23764" cy="51863"/>
            </a:xfrm>
            <a:custGeom>
              <a:avLst/>
              <a:gdLst/>
              <a:ahLst/>
              <a:cxnLst/>
              <a:rect l="l" t="t" r="r" b="b"/>
              <a:pathLst>
                <a:path w="2138" h="4666" extrusionOk="0">
                  <a:moveTo>
                    <a:pt x="1" y="1"/>
                  </a:moveTo>
                  <a:cubicBezTo>
                    <a:pt x="1" y="1"/>
                    <a:pt x="2138" y="3281"/>
                    <a:pt x="2138" y="3913"/>
                  </a:cubicBezTo>
                  <a:cubicBezTo>
                    <a:pt x="2017" y="4394"/>
                    <a:pt x="392" y="4665"/>
                    <a:pt x="392" y="4665"/>
                  </a:cubicBez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759;p36">
              <a:extLst>
                <a:ext uri="{FF2B5EF4-FFF2-40B4-BE49-F238E27FC236}">
                  <a16:creationId xmlns:a16="http://schemas.microsoft.com/office/drawing/2014/main" id="{8F728744-C6F7-E1E2-DDF0-035E96995C55}"/>
                </a:ext>
              </a:extLst>
            </p:cNvPr>
            <p:cNvSpPr/>
            <p:nvPr/>
          </p:nvSpPr>
          <p:spPr>
            <a:xfrm>
              <a:off x="1778341" y="1585240"/>
              <a:ext cx="231481" cy="223411"/>
            </a:xfrm>
            <a:custGeom>
              <a:avLst/>
              <a:gdLst/>
              <a:ahLst/>
              <a:cxnLst/>
              <a:rect l="l" t="t" r="r" b="b"/>
              <a:pathLst>
                <a:path w="20826" h="20100" extrusionOk="0">
                  <a:moveTo>
                    <a:pt x="11446" y="1"/>
                  </a:moveTo>
                  <a:cubicBezTo>
                    <a:pt x="10472" y="1"/>
                    <a:pt x="9509" y="220"/>
                    <a:pt x="8668" y="736"/>
                  </a:cubicBezTo>
                  <a:cubicBezTo>
                    <a:pt x="8276" y="977"/>
                    <a:pt x="7915" y="1368"/>
                    <a:pt x="7404" y="1729"/>
                  </a:cubicBezTo>
                  <a:cubicBezTo>
                    <a:pt x="6651" y="2481"/>
                    <a:pt x="5387" y="2602"/>
                    <a:pt x="4394" y="2993"/>
                  </a:cubicBezTo>
                  <a:cubicBezTo>
                    <a:pt x="3010" y="3505"/>
                    <a:pt x="1896" y="4377"/>
                    <a:pt x="1144" y="5611"/>
                  </a:cubicBezTo>
                  <a:cubicBezTo>
                    <a:pt x="271" y="6755"/>
                    <a:pt x="0" y="8260"/>
                    <a:pt x="121" y="9644"/>
                  </a:cubicBezTo>
                  <a:cubicBezTo>
                    <a:pt x="392" y="11028"/>
                    <a:pt x="1264" y="12383"/>
                    <a:pt x="1024" y="13887"/>
                  </a:cubicBezTo>
                  <a:cubicBezTo>
                    <a:pt x="1024" y="14158"/>
                    <a:pt x="873" y="14519"/>
                    <a:pt x="753" y="14790"/>
                  </a:cubicBezTo>
                  <a:cubicBezTo>
                    <a:pt x="392" y="16656"/>
                    <a:pt x="1505" y="18672"/>
                    <a:pt x="3281" y="19545"/>
                  </a:cubicBezTo>
                  <a:cubicBezTo>
                    <a:pt x="3950" y="19938"/>
                    <a:pt x="4690" y="20100"/>
                    <a:pt x="5515" y="20100"/>
                  </a:cubicBezTo>
                  <a:cubicBezTo>
                    <a:pt x="5765" y="20100"/>
                    <a:pt x="6024" y="20085"/>
                    <a:pt x="6290" y="20057"/>
                  </a:cubicBezTo>
                  <a:cubicBezTo>
                    <a:pt x="6651" y="20057"/>
                    <a:pt x="7283" y="19906"/>
                    <a:pt x="7795" y="19666"/>
                  </a:cubicBezTo>
                  <a:cubicBezTo>
                    <a:pt x="8156" y="19545"/>
                    <a:pt x="8547" y="19304"/>
                    <a:pt x="8668" y="18913"/>
                  </a:cubicBezTo>
                  <a:cubicBezTo>
                    <a:pt x="9029" y="17529"/>
                    <a:pt x="8668" y="15783"/>
                    <a:pt x="8276" y="14519"/>
                  </a:cubicBezTo>
                  <a:cubicBezTo>
                    <a:pt x="9540" y="14158"/>
                    <a:pt x="10654" y="13526"/>
                    <a:pt x="10804" y="12142"/>
                  </a:cubicBezTo>
                  <a:cubicBezTo>
                    <a:pt x="10925" y="11510"/>
                    <a:pt x="10804" y="10758"/>
                    <a:pt x="10534" y="10126"/>
                  </a:cubicBezTo>
                  <a:lnTo>
                    <a:pt x="10534" y="10126"/>
                  </a:lnTo>
                  <a:cubicBezTo>
                    <a:pt x="11079" y="10334"/>
                    <a:pt x="11684" y="10466"/>
                    <a:pt x="12285" y="10466"/>
                  </a:cubicBezTo>
                  <a:cubicBezTo>
                    <a:pt x="12812" y="10466"/>
                    <a:pt x="13336" y="10365"/>
                    <a:pt x="13814" y="10126"/>
                  </a:cubicBezTo>
                  <a:cubicBezTo>
                    <a:pt x="14416" y="9885"/>
                    <a:pt x="14927" y="9524"/>
                    <a:pt x="15680" y="9253"/>
                  </a:cubicBezTo>
                  <a:cubicBezTo>
                    <a:pt x="16002" y="9164"/>
                    <a:pt x="16345" y="9141"/>
                    <a:pt x="16699" y="9141"/>
                  </a:cubicBezTo>
                  <a:cubicBezTo>
                    <a:pt x="17087" y="9141"/>
                    <a:pt x="17488" y="9168"/>
                    <a:pt x="17891" y="9168"/>
                  </a:cubicBezTo>
                  <a:cubicBezTo>
                    <a:pt x="18117" y="9168"/>
                    <a:pt x="18344" y="9160"/>
                    <a:pt x="18569" y="9132"/>
                  </a:cubicBezTo>
                  <a:cubicBezTo>
                    <a:pt x="19321" y="9012"/>
                    <a:pt x="19953" y="8771"/>
                    <a:pt x="20435" y="8139"/>
                  </a:cubicBezTo>
                  <a:cubicBezTo>
                    <a:pt x="20706" y="7748"/>
                    <a:pt x="20826" y="7267"/>
                    <a:pt x="20826" y="6755"/>
                  </a:cubicBezTo>
                  <a:cubicBezTo>
                    <a:pt x="20826" y="5130"/>
                    <a:pt x="20074" y="2361"/>
                    <a:pt x="18178" y="2000"/>
                  </a:cubicBezTo>
                  <a:cubicBezTo>
                    <a:pt x="18067" y="1965"/>
                    <a:pt x="17955" y="1953"/>
                    <a:pt x="17842" y="1953"/>
                  </a:cubicBezTo>
                  <a:cubicBezTo>
                    <a:pt x="17556" y="1953"/>
                    <a:pt x="17263" y="2032"/>
                    <a:pt x="16968" y="2032"/>
                  </a:cubicBezTo>
                  <a:cubicBezTo>
                    <a:pt x="16870" y="2032"/>
                    <a:pt x="16771" y="2023"/>
                    <a:pt x="16673" y="2000"/>
                  </a:cubicBezTo>
                  <a:cubicBezTo>
                    <a:pt x="16432" y="1849"/>
                    <a:pt x="16191" y="1729"/>
                    <a:pt x="15921" y="1488"/>
                  </a:cubicBezTo>
                  <a:cubicBezTo>
                    <a:pt x="14750" y="620"/>
                    <a:pt x="13083" y="1"/>
                    <a:pt x="11446" y="1"/>
                  </a:cubicBezTo>
                  <a:close/>
                </a:path>
              </a:pathLst>
            </a:custGeom>
            <a:solidFill>
              <a:srgbClr val="1616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760;p36">
              <a:extLst>
                <a:ext uri="{FF2B5EF4-FFF2-40B4-BE49-F238E27FC236}">
                  <a16:creationId xmlns:a16="http://schemas.microsoft.com/office/drawing/2014/main" id="{EC6A2B8E-703F-AE61-E584-F0333C24835E}"/>
                </a:ext>
              </a:extLst>
            </p:cNvPr>
            <p:cNvSpPr/>
            <p:nvPr/>
          </p:nvSpPr>
          <p:spPr>
            <a:xfrm>
              <a:off x="1839885" y="1727001"/>
              <a:ext cx="54208" cy="57220"/>
            </a:xfrm>
            <a:custGeom>
              <a:avLst/>
              <a:gdLst/>
              <a:ahLst/>
              <a:cxnLst/>
              <a:rect l="l" t="t" r="r" b="b"/>
              <a:pathLst>
                <a:path w="4877" h="5148" extrusionOk="0">
                  <a:moveTo>
                    <a:pt x="2504" y="0"/>
                  </a:moveTo>
                  <a:cubicBezTo>
                    <a:pt x="2194" y="0"/>
                    <a:pt x="1854" y="101"/>
                    <a:pt x="1506" y="381"/>
                  </a:cubicBezTo>
                  <a:cubicBezTo>
                    <a:pt x="1" y="1765"/>
                    <a:pt x="1987" y="4654"/>
                    <a:pt x="3251" y="5046"/>
                  </a:cubicBezTo>
                  <a:cubicBezTo>
                    <a:pt x="3438" y="5117"/>
                    <a:pt x="3606" y="5147"/>
                    <a:pt x="3755" y="5147"/>
                  </a:cubicBezTo>
                  <a:cubicBezTo>
                    <a:pt x="4614" y="5147"/>
                    <a:pt x="4876" y="4143"/>
                    <a:pt x="4876" y="4143"/>
                  </a:cubicBezTo>
                  <a:lnTo>
                    <a:pt x="3883" y="652"/>
                  </a:lnTo>
                  <a:cubicBezTo>
                    <a:pt x="3883" y="652"/>
                    <a:pt x="3294" y="0"/>
                    <a:pt x="2504" y="0"/>
                  </a:cubicBez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761;p36">
              <a:extLst>
                <a:ext uri="{FF2B5EF4-FFF2-40B4-BE49-F238E27FC236}">
                  <a16:creationId xmlns:a16="http://schemas.microsoft.com/office/drawing/2014/main" id="{821B8FA4-FC86-60B1-DB34-F8D9433C6A73}"/>
                </a:ext>
              </a:extLst>
            </p:cNvPr>
            <p:cNvSpPr/>
            <p:nvPr/>
          </p:nvSpPr>
          <p:spPr>
            <a:xfrm>
              <a:off x="2025205" y="1801349"/>
              <a:ext cx="635567" cy="629320"/>
            </a:xfrm>
            <a:custGeom>
              <a:avLst/>
              <a:gdLst/>
              <a:ahLst/>
              <a:cxnLst/>
              <a:rect l="l" t="t" r="r" b="b"/>
              <a:pathLst>
                <a:path w="57181" h="56619" extrusionOk="0">
                  <a:moveTo>
                    <a:pt x="28646" y="17688"/>
                  </a:moveTo>
                  <a:cubicBezTo>
                    <a:pt x="30843" y="17688"/>
                    <a:pt x="33060" y="18369"/>
                    <a:pt x="34970" y="19784"/>
                  </a:cubicBezTo>
                  <a:cubicBezTo>
                    <a:pt x="39605" y="23305"/>
                    <a:pt x="40628" y="29956"/>
                    <a:pt x="37228" y="34711"/>
                  </a:cubicBezTo>
                  <a:cubicBezTo>
                    <a:pt x="35131" y="37495"/>
                    <a:pt x="31851" y="38965"/>
                    <a:pt x="28555" y="38965"/>
                  </a:cubicBezTo>
                  <a:cubicBezTo>
                    <a:pt x="26363" y="38965"/>
                    <a:pt x="24164" y="38314"/>
                    <a:pt x="22301" y="36968"/>
                  </a:cubicBezTo>
                  <a:cubicBezTo>
                    <a:pt x="17546" y="33447"/>
                    <a:pt x="16552" y="26676"/>
                    <a:pt x="20043" y="22041"/>
                  </a:cubicBezTo>
                  <a:cubicBezTo>
                    <a:pt x="22150" y="19197"/>
                    <a:pt x="25376" y="17688"/>
                    <a:pt x="28646" y="17688"/>
                  </a:cubicBezTo>
                  <a:close/>
                  <a:moveTo>
                    <a:pt x="28672" y="1"/>
                  </a:moveTo>
                  <a:cubicBezTo>
                    <a:pt x="25051" y="1"/>
                    <a:pt x="21462" y="752"/>
                    <a:pt x="18057" y="2119"/>
                  </a:cubicBezTo>
                  <a:lnTo>
                    <a:pt x="19803" y="7867"/>
                  </a:lnTo>
                  <a:cubicBezTo>
                    <a:pt x="17937" y="8619"/>
                    <a:pt x="16282" y="9642"/>
                    <a:pt x="14657" y="10876"/>
                  </a:cubicBezTo>
                  <a:lnTo>
                    <a:pt x="10413" y="6753"/>
                  </a:lnTo>
                  <a:cubicBezTo>
                    <a:pt x="8758" y="8137"/>
                    <a:pt x="7253" y="9763"/>
                    <a:pt x="5899" y="11508"/>
                  </a:cubicBezTo>
                  <a:cubicBezTo>
                    <a:pt x="4515" y="13404"/>
                    <a:pt x="3371" y="15270"/>
                    <a:pt x="2619" y="17286"/>
                  </a:cubicBezTo>
                  <a:lnTo>
                    <a:pt x="7885" y="20175"/>
                  </a:lnTo>
                  <a:cubicBezTo>
                    <a:pt x="7133" y="22041"/>
                    <a:pt x="6651" y="23937"/>
                    <a:pt x="6501" y="25923"/>
                  </a:cubicBezTo>
                  <a:lnTo>
                    <a:pt x="361" y="25923"/>
                  </a:lnTo>
                  <a:cubicBezTo>
                    <a:pt x="0" y="30317"/>
                    <a:pt x="753" y="34831"/>
                    <a:pt x="2378" y="38984"/>
                  </a:cubicBezTo>
                  <a:lnTo>
                    <a:pt x="8156" y="37209"/>
                  </a:lnTo>
                  <a:cubicBezTo>
                    <a:pt x="8908" y="38984"/>
                    <a:pt x="9902" y="40730"/>
                    <a:pt x="11286" y="42235"/>
                  </a:cubicBezTo>
                  <a:lnTo>
                    <a:pt x="7012" y="46508"/>
                  </a:lnTo>
                  <a:cubicBezTo>
                    <a:pt x="8397" y="48254"/>
                    <a:pt x="10022" y="49758"/>
                    <a:pt x="11767" y="51143"/>
                  </a:cubicBezTo>
                  <a:cubicBezTo>
                    <a:pt x="13663" y="52377"/>
                    <a:pt x="15529" y="53520"/>
                    <a:pt x="17546" y="54393"/>
                  </a:cubicBezTo>
                  <a:lnTo>
                    <a:pt x="20435" y="49006"/>
                  </a:lnTo>
                  <a:cubicBezTo>
                    <a:pt x="22301" y="49758"/>
                    <a:pt x="24197" y="50270"/>
                    <a:pt x="26213" y="50511"/>
                  </a:cubicBezTo>
                  <a:lnTo>
                    <a:pt x="26213" y="56530"/>
                  </a:lnTo>
                  <a:cubicBezTo>
                    <a:pt x="26933" y="56589"/>
                    <a:pt x="27658" y="56619"/>
                    <a:pt x="28384" y="56619"/>
                  </a:cubicBezTo>
                  <a:cubicBezTo>
                    <a:pt x="32057" y="56619"/>
                    <a:pt x="35777" y="55870"/>
                    <a:pt x="39244" y="54513"/>
                  </a:cubicBezTo>
                  <a:lnTo>
                    <a:pt x="37498" y="48765"/>
                  </a:lnTo>
                  <a:cubicBezTo>
                    <a:pt x="39244" y="48013"/>
                    <a:pt x="40989" y="46990"/>
                    <a:pt x="42494" y="45756"/>
                  </a:cubicBezTo>
                  <a:lnTo>
                    <a:pt x="46768" y="49999"/>
                  </a:lnTo>
                  <a:cubicBezTo>
                    <a:pt x="48513" y="48494"/>
                    <a:pt x="50018" y="46990"/>
                    <a:pt x="51402" y="45124"/>
                  </a:cubicBezTo>
                  <a:cubicBezTo>
                    <a:pt x="52666" y="43348"/>
                    <a:pt x="53780" y="41362"/>
                    <a:pt x="54652" y="39346"/>
                  </a:cubicBezTo>
                  <a:lnTo>
                    <a:pt x="49266" y="36577"/>
                  </a:lnTo>
                  <a:cubicBezTo>
                    <a:pt x="50018" y="34711"/>
                    <a:pt x="50529" y="32695"/>
                    <a:pt x="50770" y="30829"/>
                  </a:cubicBezTo>
                  <a:lnTo>
                    <a:pt x="56789" y="30708"/>
                  </a:lnTo>
                  <a:cubicBezTo>
                    <a:pt x="57180" y="26315"/>
                    <a:pt x="56548" y="21800"/>
                    <a:pt x="54803" y="17768"/>
                  </a:cubicBezTo>
                  <a:lnTo>
                    <a:pt x="49025" y="19543"/>
                  </a:lnTo>
                  <a:cubicBezTo>
                    <a:pt x="48272" y="17647"/>
                    <a:pt x="47279" y="16022"/>
                    <a:pt x="46015" y="14397"/>
                  </a:cubicBezTo>
                  <a:lnTo>
                    <a:pt x="50289" y="10124"/>
                  </a:lnTo>
                  <a:cubicBezTo>
                    <a:pt x="48904" y="8499"/>
                    <a:pt x="47279" y="6873"/>
                    <a:pt x="45383" y="5609"/>
                  </a:cubicBezTo>
                  <a:cubicBezTo>
                    <a:pt x="43638" y="4225"/>
                    <a:pt x="41621" y="3112"/>
                    <a:pt x="39605" y="2359"/>
                  </a:cubicBezTo>
                  <a:lnTo>
                    <a:pt x="36866" y="7626"/>
                  </a:lnTo>
                  <a:cubicBezTo>
                    <a:pt x="34970" y="6873"/>
                    <a:pt x="32984" y="6362"/>
                    <a:pt x="31088" y="6241"/>
                  </a:cubicBezTo>
                  <a:lnTo>
                    <a:pt x="30968" y="102"/>
                  </a:lnTo>
                  <a:cubicBezTo>
                    <a:pt x="30202" y="34"/>
                    <a:pt x="29437" y="1"/>
                    <a:pt x="28672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762;p36">
              <a:extLst>
                <a:ext uri="{FF2B5EF4-FFF2-40B4-BE49-F238E27FC236}">
                  <a16:creationId xmlns:a16="http://schemas.microsoft.com/office/drawing/2014/main" id="{FFE7FD3F-A066-AD25-D45E-2F38FAD0531B}"/>
                </a:ext>
              </a:extLst>
            </p:cNvPr>
            <p:cNvSpPr/>
            <p:nvPr/>
          </p:nvSpPr>
          <p:spPr>
            <a:xfrm>
              <a:off x="2342983" y="2341694"/>
              <a:ext cx="231892" cy="127656"/>
            </a:xfrm>
            <a:custGeom>
              <a:avLst/>
              <a:gdLst/>
              <a:ahLst/>
              <a:cxnLst/>
              <a:rect l="l" t="t" r="r" b="b"/>
              <a:pathLst>
                <a:path w="20863" h="11485" extrusionOk="0">
                  <a:moveTo>
                    <a:pt x="12038" y="6020"/>
                  </a:moveTo>
                  <a:lnTo>
                    <a:pt x="12038" y="6020"/>
                  </a:lnTo>
                  <a:cubicBezTo>
                    <a:pt x="12038" y="6020"/>
                    <a:pt x="12242" y="6033"/>
                    <a:pt x="12583" y="6050"/>
                  </a:cubicBezTo>
                  <a:lnTo>
                    <a:pt x="12583" y="6050"/>
                  </a:lnTo>
                  <a:cubicBezTo>
                    <a:pt x="12466" y="6056"/>
                    <a:pt x="12366" y="6059"/>
                    <a:pt x="12284" y="6059"/>
                  </a:cubicBezTo>
                  <a:cubicBezTo>
                    <a:pt x="12126" y="6059"/>
                    <a:pt x="12038" y="6047"/>
                    <a:pt x="12038" y="6020"/>
                  </a:cubicBezTo>
                  <a:close/>
                  <a:moveTo>
                    <a:pt x="11833" y="8362"/>
                  </a:moveTo>
                  <a:cubicBezTo>
                    <a:pt x="11713" y="8404"/>
                    <a:pt x="11647" y="8427"/>
                    <a:pt x="11647" y="8427"/>
                  </a:cubicBezTo>
                  <a:cubicBezTo>
                    <a:pt x="11666" y="8408"/>
                    <a:pt x="11731" y="8386"/>
                    <a:pt x="11833" y="8362"/>
                  </a:cubicBezTo>
                  <a:close/>
                  <a:moveTo>
                    <a:pt x="1626" y="1"/>
                  </a:moveTo>
                  <a:lnTo>
                    <a:pt x="0" y="11286"/>
                  </a:lnTo>
                  <a:cubicBezTo>
                    <a:pt x="0" y="11286"/>
                    <a:pt x="2001" y="11484"/>
                    <a:pt x="4866" y="11484"/>
                  </a:cubicBezTo>
                  <a:cubicBezTo>
                    <a:pt x="7118" y="11484"/>
                    <a:pt x="9903" y="11362"/>
                    <a:pt x="12670" y="10925"/>
                  </a:cubicBezTo>
                  <a:cubicBezTo>
                    <a:pt x="13344" y="10817"/>
                    <a:pt x="17126" y="9095"/>
                    <a:pt x="17827" y="8195"/>
                  </a:cubicBezTo>
                  <a:lnTo>
                    <a:pt x="17827" y="8195"/>
                  </a:lnTo>
                  <a:cubicBezTo>
                    <a:pt x="18756" y="7723"/>
                    <a:pt x="19425" y="7270"/>
                    <a:pt x="19548" y="6932"/>
                  </a:cubicBezTo>
                  <a:lnTo>
                    <a:pt x="19548" y="6932"/>
                  </a:lnTo>
                  <a:cubicBezTo>
                    <a:pt x="20355" y="6665"/>
                    <a:pt x="20863" y="6362"/>
                    <a:pt x="20796" y="6020"/>
                  </a:cubicBezTo>
                  <a:cubicBezTo>
                    <a:pt x="20768" y="5788"/>
                    <a:pt x="20275" y="5679"/>
                    <a:pt x="19536" y="5645"/>
                  </a:cubicBezTo>
                  <a:lnTo>
                    <a:pt x="19536" y="5645"/>
                  </a:lnTo>
                  <a:cubicBezTo>
                    <a:pt x="19719" y="5541"/>
                    <a:pt x="19817" y="5417"/>
                    <a:pt x="19803" y="5267"/>
                  </a:cubicBezTo>
                  <a:cubicBezTo>
                    <a:pt x="19803" y="4665"/>
                    <a:pt x="17546" y="4274"/>
                    <a:pt x="16041" y="4274"/>
                  </a:cubicBezTo>
                  <a:cubicBezTo>
                    <a:pt x="14416" y="4154"/>
                    <a:pt x="11647" y="3763"/>
                    <a:pt x="11406" y="3281"/>
                  </a:cubicBezTo>
                  <a:cubicBezTo>
                    <a:pt x="11286" y="2890"/>
                    <a:pt x="15048" y="2649"/>
                    <a:pt x="15168" y="2017"/>
                  </a:cubicBezTo>
                  <a:cubicBezTo>
                    <a:pt x="15168" y="1385"/>
                    <a:pt x="4123" y="272"/>
                    <a:pt x="1626" y="1"/>
                  </a:cubicBez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763;p36">
              <a:extLst>
                <a:ext uri="{FF2B5EF4-FFF2-40B4-BE49-F238E27FC236}">
                  <a16:creationId xmlns:a16="http://schemas.microsoft.com/office/drawing/2014/main" id="{73F8FD2D-679B-4996-14BD-F5F29E0B7733}"/>
                </a:ext>
              </a:extLst>
            </p:cNvPr>
            <p:cNvSpPr/>
            <p:nvPr/>
          </p:nvSpPr>
          <p:spPr>
            <a:xfrm>
              <a:off x="1491340" y="1849977"/>
              <a:ext cx="525506" cy="739937"/>
            </a:xfrm>
            <a:custGeom>
              <a:avLst/>
              <a:gdLst/>
              <a:ahLst/>
              <a:cxnLst/>
              <a:rect l="l" t="t" r="r" b="b"/>
              <a:pathLst>
                <a:path w="47279" h="66571" extrusionOk="0">
                  <a:moveTo>
                    <a:pt x="29102" y="1"/>
                  </a:moveTo>
                  <a:cubicBezTo>
                    <a:pt x="29102" y="1"/>
                    <a:pt x="7765" y="1866"/>
                    <a:pt x="0" y="61183"/>
                  </a:cubicBezTo>
                  <a:lnTo>
                    <a:pt x="43637" y="66570"/>
                  </a:lnTo>
                  <a:cubicBezTo>
                    <a:pt x="43637" y="66570"/>
                    <a:pt x="47279" y="45383"/>
                    <a:pt x="46647" y="28199"/>
                  </a:cubicBezTo>
                  <a:cubicBezTo>
                    <a:pt x="46256" y="17305"/>
                    <a:pt x="42012" y="8758"/>
                    <a:pt x="39876" y="4124"/>
                  </a:cubicBezTo>
                  <a:cubicBezTo>
                    <a:pt x="39876" y="4124"/>
                    <a:pt x="39075" y="4508"/>
                    <a:pt x="37692" y="4508"/>
                  </a:cubicBezTo>
                  <a:cubicBezTo>
                    <a:pt x="36692" y="4508"/>
                    <a:pt x="35386" y="4307"/>
                    <a:pt x="33857" y="3612"/>
                  </a:cubicBezTo>
                  <a:cubicBezTo>
                    <a:pt x="29974" y="1987"/>
                    <a:pt x="29102" y="1"/>
                    <a:pt x="29102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764;p36">
              <a:extLst>
                <a:ext uri="{FF2B5EF4-FFF2-40B4-BE49-F238E27FC236}">
                  <a16:creationId xmlns:a16="http://schemas.microsoft.com/office/drawing/2014/main" id="{5C17AD0C-8EAA-2E6E-5923-1ABDDE2242F6}"/>
                </a:ext>
              </a:extLst>
            </p:cNvPr>
            <p:cNvSpPr/>
            <p:nvPr/>
          </p:nvSpPr>
          <p:spPr>
            <a:xfrm>
              <a:off x="1792390" y="1895804"/>
              <a:ext cx="616160" cy="616160"/>
            </a:xfrm>
            <a:custGeom>
              <a:avLst/>
              <a:gdLst/>
              <a:ahLst/>
              <a:cxnLst/>
              <a:rect l="l" t="t" r="r" b="b"/>
              <a:pathLst>
                <a:path w="55435" h="55435" extrusionOk="0">
                  <a:moveTo>
                    <a:pt x="12791" y="1"/>
                  </a:moveTo>
                  <a:lnTo>
                    <a:pt x="0" y="23715"/>
                  </a:lnTo>
                  <a:cubicBezTo>
                    <a:pt x="0" y="23715"/>
                    <a:pt x="6772" y="46286"/>
                    <a:pt x="24829" y="51162"/>
                  </a:cubicBezTo>
                  <a:cubicBezTo>
                    <a:pt x="41140" y="55435"/>
                    <a:pt x="53659" y="55435"/>
                    <a:pt x="53659" y="55435"/>
                  </a:cubicBezTo>
                  <a:lnTo>
                    <a:pt x="55435" y="40267"/>
                  </a:lnTo>
                  <a:cubicBezTo>
                    <a:pt x="55435" y="40267"/>
                    <a:pt x="35723" y="36746"/>
                    <a:pt x="27597" y="31359"/>
                  </a:cubicBezTo>
                  <a:cubicBezTo>
                    <a:pt x="21307" y="27206"/>
                    <a:pt x="20194" y="14055"/>
                    <a:pt x="18569" y="9420"/>
                  </a:cubicBezTo>
                  <a:cubicBezTo>
                    <a:pt x="16432" y="3010"/>
                    <a:pt x="12791" y="1"/>
                    <a:pt x="12791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765;p36">
              <a:extLst>
                <a:ext uri="{FF2B5EF4-FFF2-40B4-BE49-F238E27FC236}">
                  <a16:creationId xmlns:a16="http://schemas.microsoft.com/office/drawing/2014/main" id="{EC604ED1-CBB0-E210-81CE-A3DC6BA3C7A2}"/>
                </a:ext>
              </a:extLst>
            </p:cNvPr>
            <p:cNvSpPr/>
            <p:nvPr/>
          </p:nvSpPr>
          <p:spPr>
            <a:xfrm>
              <a:off x="1795069" y="1855335"/>
              <a:ext cx="154888" cy="71258"/>
            </a:xfrm>
            <a:custGeom>
              <a:avLst/>
              <a:gdLst/>
              <a:ahLst/>
              <a:cxnLst/>
              <a:rect l="l" t="t" r="r" b="b"/>
              <a:pathLst>
                <a:path w="13935" h="6411" fill="none" extrusionOk="0">
                  <a:moveTo>
                    <a:pt x="0" y="0"/>
                  </a:moveTo>
                  <a:cubicBezTo>
                    <a:pt x="0" y="0"/>
                    <a:pt x="1384" y="4153"/>
                    <a:pt x="7644" y="5387"/>
                  </a:cubicBezTo>
                  <a:cubicBezTo>
                    <a:pt x="12158" y="6410"/>
                    <a:pt x="13934" y="5026"/>
                    <a:pt x="13934" y="5026"/>
                  </a:cubicBezTo>
                </a:path>
              </a:pathLst>
            </a:custGeom>
            <a:noFill/>
            <a:ln w="9775" cap="flat" cmpd="sng">
              <a:solidFill>
                <a:srgbClr val="21224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766;p36">
              <a:extLst>
                <a:ext uri="{FF2B5EF4-FFF2-40B4-BE49-F238E27FC236}">
                  <a16:creationId xmlns:a16="http://schemas.microsoft.com/office/drawing/2014/main" id="{9ECA9DA7-C15F-5723-D1D6-697CA8EFCFCF}"/>
                </a:ext>
              </a:extLst>
            </p:cNvPr>
            <p:cNvSpPr/>
            <p:nvPr/>
          </p:nvSpPr>
          <p:spPr>
            <a:xfrm>
              <a:off x="1795069" y="2109212"/>
              <a:ext cx="195357" cy="326159"/>
            </a:xfrm>
            <a:custGeom>
              <a:avLst/>
              <a:gdLst/>
              <a:ahLst/>
              <a:cxnLst/>
              <a:rect l="l" t="t" r="r" b="b"/>
              <a:pathLst>
                <a:path w="17576" h="29344" fill="none" extrusionOk="0">
                  <a:moveTo>
                    <a:pt x="17575" y="29343"/>
                  </a:moveTo>
                  <a:cubicBezTo>
                    <a:pt x="17575" y="29343"/>
                    <a:pt x="873" y="21669"/>
                    <a:pt x="0" y="1"/>
                  </a:cubicBezTo>
                </a:path>
              </a:pathLst>
            </a:custGeom>
            <a:noFill/>
            <a:ln w="9775" cap="flat" cmpd="sng">
              <a:solidFill>
                <a:srgbClr val="21224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767;p36">
              <a:extLst>
                <a:ext uri="{FF2B5EF4-FFF2-40B4-BE49-F238E27FC236}">
                  <a16:creationId xmlns:a16="http://schemas.microsoft.com/office/drawing/2014/main" id="{010CDB42-9620-7D3A-A3DD-42F0D4884307}"/>
                </a:ext>
              </a:extLst>
            </p:cNvPr>
            <p:cNvSpPr/>
            <p:nvPr/>
          </p:nvSpPr>
          <p:spPr>
            <a:xfrm>
              <a:off x="2342983" y="2335002"/>
              <a:ext cx="25098" cy="175628"/>
            </a:xfrm>
            <a:custGeom>
              <a:avLst/>
              <a:gdLst/>
              <a:ahLst/>
              <a:cxnLst/>
              <a:rect l="l" t="t" r="r" b="b"/>
              <a:pathLst>
                <a:path w="2258" h="15801" fill="none" extrusionOk="0">
                  <a:moveTo>
                    <a:pt x="2257" y="1"/>
                  </a:moveTo>
                  <a:lnTo>
                    <a:pt x="0" y="15801"/>
                  </a:lnTo>
                </a:path>
              </a:pathLst>
            </a:custGeom>
            <a:noFill/>
            <a:ln w="9775" cap="flat" cmpd="sng">
              <a:solidFill>
                <a:srgbClr val="21224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768;p36">
              <a:extLst>
                <a:ext uri="{FF2B5EF4-FFF2-40B4-BE49-F238E27FC236}">
                  <a16:creationId xmlns:a16="http://schemas.microsoft.com/office/drawing/2014/main" id="{8661171D-F189-5FBB-6383-DA90CAAA64B6}"/>
                </a:ext>
              </a:extLst>
            </p:cNvPr>
            <p:cNvSpPr/>
            <p:nvPr/>
          </p:nvSpPr>
          <p:spPr>
            <a:xfrm rot="-10040138">
              <a:off x="2733411" y="1340140"/>
              <a:ext cx="544002" cy="543984"/>
            </a:xfrm>
            <a:custGeom>
              <a:avLst/>
              <a:gdLst/>
              <a:ahLst/>
              <a:cxnLst/>
              <a:rect l="l" t="t" r="r" b="b"/>
              <a:pathLst>
                <a:path w="30042" h="30041" extrusionOk="0">
                  <a:moveTo>
                    <a:pt x="14990" y="8596"/>
                  </a:moveTo>
                  <a:cubicBezTo>
                    <a:pt x="17680" y="8596"/>
                    <a:pt x="20179" y="10295"/>
                    <a:pt x="21062" y="12981"/>
                  </a:cubicBezTo>
                  <a:cubicBezTo>
                    <a:pt x="22225" y="16347"/>
                    <a:pt x="20348" y="19960"/>
                    <a:pt x="17060" y="21061"/>
                  </a:cubicBezTo>
                  <a:cubicBezTo>
                    <a:pt x="16366" y="21301"/>
                    <a:pt x="15661" y="21415"/>
                    <a:pt x="14969" y="21415"/>
                  </a:cubicBezTo>
                  <a:cubicBezTo>
                    <a:pt x="12308" y="21415"/>
                    <a:pt x="9841" y="19731"/>
                    <a:pt x="8918" y="17060"/>
                  </a:cubicBezTo>
                  <a:cubicBezTo>
                    <a:pt x="7817" y="13695"/>
                    <a:pt x="9632" y="10081"/>
                    <a:pt x="12982" y="8918"/>
                  </a:cubicBezTo>
                  <a:cubicBezTo>
                    <a:pt x="13648" y="8700"/>
                    <a:pt x="14325" y="8596"/>
                    <a:pt x="14990" y="8596"/>
                  </a:cubicBezTo>
                  <a:close/>
                  <a:moveTo>
                    <a:pt x="13695" y="0"/>
                  </a:moveTo>
                  <a:cubicBezTo>
                    <a:pt x="12532" y="62"/>
                    <a:pt x="11369" y="326"/>
                    <a:pt x="10268" y="714"/>
                  </a:cubicBezTo>
                  <a:cubicBezTo>
                    <a:pt x="9104" y="1101"/>
                    <a:pt x="8003" y="1613"/>
                    <a:pt x="7042" y="2203"/>
                  </a:cubicBezTo>
                  <a:lnTo>
                    <a:pt x="8469" y="5103"/>
                  </a:lnTo>
                  <a:cubicBezTo>
                    <a:pt x="7616" y="5692"/>
                    <a:pt x="6778" y="6328"/>
                    <a:pt x="6065" y="7165"/>
                  </a:cubicBezTo>
                  <a:lnTo>
                    <a:pt x="3490" y="5304"/>
                  </a:lnTo>
                  <a:cubicBezTo>
                    <a:pt x="1939" y="7103"/>
                    <a:pt x="838" y="9306"/>
                    <a:pt x="326" y="11570"/>
                  </a:cubicBezTo>
                  <a:lnTo>
                    <a:pt x="3351" y="12593"/>
                  </a:lnTo>
                  <a:cubicBezTo>
                    <a:pt x="3165" y="13633"/>
                    <a:pt x="3103" y="14672"/>
                    <a:pt x="3165" y="15773"/>
                  </a:cubicBezTo>
                  <a:lnTo>
                    <a:pt x="1" y="16285"/>
                  </a:lnTo>
                  <a:cubicBezTo>
                    <a:pt x="63" y="17448"/>
                    <a:pt x="326" y="18611"/>
                    <a:pt x="714" y="19774"/>
                  </a:cubicBezTo>
                  <a:cubicBezTo>
                    <a:pt x="1102" y="20937"/>
                    <a:pt x="1614" y="21976"/>
                    <a:pt x="2188" y="22938"/>
                  </a:cubicBezTo>
                  <a:lnTo>
                    <a:pt x="5041" y="21511"/>
                  </a:lnTo>
                  <a:cubicBezTo>
                    <a:pt x="5677" y="22426"/>
                    <a:pt x="6328" y="23201"/>
                    <a:pt x="7166" y="23915"/>
                  </a:cubicBezTo>
                  <a:lnTo>
                    <a:pt x="5289" y="26551"/>
                  </a:lnTo>
                  <a:cubicBezTo>
                    <a:pt x="7104" y="28102"/>
                    <a:pt x="9306" y="29141"/>
                    <a:pt x="11570" y="29731"/>
                  </a:cubicBezTo>
                  <a:lnTo>
                    <a:pt x="12594" y="26629"/>
                  </a:lnTo>
                  <a:cubicBezTo>
                    <a:pt x="13388" y="26818"/>
                    <a:pt x="14182" y="26899"/>
                    <a:pt x="14996" y="26899"/>
                  </a:cubicBezTo>
                  <a:cubicBezTo>
                    <a:pt x="15248" y="26899"/>
                    <a:pt x="15501" y="26892"/>
                    <a:pt x="15758" y="26877"/>
                  </a:cubicBezTo>
                  <a:lnTo>
                    <a:pt x="16285" y="30041"/>
                  </a:lnTo>
                  <a:cubicBezTo>
                    <a:pt x="17448" y="29917"/>
                    <a:pt x="18611" y="29731"/>
                    <a:pt x="19775" y="29343"/>
                  </a:cubicBezTo>
                  <a:cubicBezTo>
                    <a:pt x="20938" y="28955"/>
                    <a:pt x="21961" y="28428"/>
                    <a:pt x="22938" y="27854"/>
                  </a:cubicBezTo>
                  <a:lnTo>
                    <a:pt x="21512" y="24938"/>
                  </a:lnTo>
                  <a:cubicBezTo>
                    <a:pt x="22427" y="24365"/>
                    <a:pt x="23202" y="23651"/>
                    <a:pt x="23900" y="22876"/>
                  </a:cubicBezTo>
                  <a:lnTo>
                    <a:pt x="26552" y="24690"/>
                  </a:lnTo>
                  <a:cubicBezTo>
                    <a:pt x="28041" y="22876"/>
                    <a:pt x="29142" y="20736"/>
                    <a:pt x="29716" y="18409"/>
                  </a:cubicBezTo>
                  <a:lnTo>
                    <a:pt x="26614" y="17448"/>
                  </a:lnTo>
                  <a:cubicBezTo>
                    <a:pt x="26878" y="16409"/>
                    <a:pt x="26940" y="15307"/>
                    <a:pt x="26878" y="14284"/>
                  </a:cubicBezTo>
                  <a:lnTo>
                    <a:pt x="30041" y="13695"/>
                  </a:lnTo>
                  <a:cubicBezTo>
                    <a:pt x="29917" y="12531"/>
                    <a:pt x="29716" y="11368"/>
                    <a:pt x="29328" y="10267"/>
                  </a:cubicBezTo>
                  <a:cubicBezTo>
                    <a:pt x="28940" y="9104"/>
                    <a:pt x="28428" y="8018"/>
                    <a:pt x="27777" y="7041"/>
                  </a:cubicBezTo>
                  <a:lnTo>
                    <a:pt x="24939" y="8530"/>
                  </a:lnTo>
                  <a:cubicBezTo>
                    <a:pt x="24365" y="7631"/>
                    <a:pt x="23652" y="6778"/>
                    <a:pt x="22876" y="6080"/>
                  </a:cubicBezTo>
                  <a:lnTo>
                    <a:pt x="24675" y="3490"/>
                  </a:lnTo>
                  <a:cubicBezTo>
                    <a:pt x="22876" y="1939"/>
                    <a:pt x="20736" y="838"/>
                    <a:pt x="18410" y="326"/>
                  </a:cubicBezTo>
                  <a:lnTo>
                    <a:pt x="17448" y="3366"/>
                  </a:lnTo>
                  <a:cubicBezTo>
                    <a:pt x="16665" y="3214"/>
                    <a:pt x="15846" y="3141"/>
                    <a:pt x="15052" y="3141"/>
                  </a:cubicBezTo>
                  <a:cubicBezTo>
                    <a:pt x="14793" y="3141"/>
                    <a:pt x="14536" y="3149"/>
                    <a:pt x="14284" y="3164"/>
                  </a:cubicBezTo>
                  <a:lnTo>
                    <a:pt x="13695" y="0"/>
                  </a:lnTo>
                  <a:close/>
                </a:path>
              </a:pathLst>
            </a:custGeom>
            <a:solidFill>
              <a:srgbClr val="E4EC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769;p36">
              <a:extLst>
                <a:ext uri="{FF2B5EF4-FFF2-40B4-BE49-F238E27FC236}">
                  <a16:creationId xmlns:a16="http://schemas.microsoft.com/office/drawing/2014/main" id="{D22A1C81-CB02-3460-10C2-BE7C26CDF687}"/>
                </a:ext>
              </a:extLst>
            </p:cNvPr>
            <p:cNvSpPr/>
            <p:nvPr/>
          </p:nvSpPr>
          <p:spPr>
            <a:xfrm rot="-10040138">
              <a:off x="3541676" y="1157362"/>
              <a:ext cx="409459" cy="408626"/>
            </a:xfrm>
            <a:custGeom>
              <a:avLst/>
              <a:gdLst/>
              <a:ahLst/>
              <a:cxnLst/>
              <a:rect l="l" t="t" r="r" b="b"/>
              <a:pathLst>
                <a:path w="22612" h="22566" extrusionOk="0">
                  <a:moveTo>
                    <a:pt x="11306" y="7075"/>
                  </a:moveTo>
                  <a:cubicBezTo>
                    <a:pt x="9484" y="7075"/>
                    <a:pt x="7764" y="8277"/>
                    <a:pt x="7227" y="10081"/>
                  </a:cubicBezTo>
                  <a:cubicBezTo>
                    <a:pt x="6591" y="12346"/>
                    <a:pt x="7878" y="14672"/>
                    <a:pt x="10143" y="15323"/>
                  </a:cubicBezTo>
                  <a:cubicBezTo>
                    <a:pt x="10526" y="15437"/>
                    <a:pt x="10913" y="15491"/>
                    <a:pt x="11294" y="15491"/>
                  </a:cubicBezTo>
                  <a:cubicBezTo>
                    <a:pt x="13093" y="15491"/>
                    <a:pt x="14770" y="14289"/>
                    <a:pt x="15307" y="12485"/>
                  </a:cubicBezTo>
                  <a:cubicBezTo>
                    <a:pt x="15959" y="10221"/>
                    <a:pt x="14733" y="7895"/>
                    <a:pt x="12469" y="7243"/>
                  </a:cubicBezTo>
                  <a:cubicBezTo>
                    <a:pt x="12084" y="7129"/>
                    <a:pt x="11692" y="7075"/>
                    <a:pt x="11306" y="7075"/>
                  </a:cubicBezTo>
                  <a:close/>
                  <a:moveTo>
                    <a:pt x="11299" y="5580"/>
                  </a:moveTo>
                  <a:cubicBezTo>
                    <a:pt x="11834" y="5580"/>
                    <a:pt x="12378" y="5656"/>
                    <a:pt x="12919" y="5816"/>
                  </a:cubicBezTo>
                  <a:cubicBezTo>
                    <a:pt x="15897" y="6669"/>
                    <a:pt x="17634" y="9833"/>
                    <a:pt x="16796" y="12873"/>
                  </a:cubicBezTo>
                  <a:cubicBezTo>
                    <a:pt x="16056" y="15359"/>
                    <a:pt x="13776" y="16986"/>
                    <a:pt x="11307" y="16986"/>
                  </a:cubicBezTo>
                  <a:cubicBezTo>
                    <a:pt x="10773" y="16986"/>
                    <a:pt x="10231" y="16910"/>
                    <a:pt x="9693" y="16750"/>
                  </a:cubicBezTo>
                  <a:cubicBezTo>
                    <a:pt x="6653" y="15897"/>
                    <a:pt x="4963" y="12733"/>
                    <a:pt x="5816" y="9694"/>
                  </a:cubicBezTo>
                  <a:cubicBezTo>
                    <a:pt x="6555" y="7207"/>
                    <a:pt x="8826" y="5580"/>
                    <a:pt x="11299" y="5580"/>
                  </a:cubicBezTo>
                  <a:close/>
                  <a:moveTo>
                    <a:pt x="11818" y="1"/>
                  </a:moveTo>
                  <a:lnTo>
                    <a:pt x="11492" y="2404"/>
                  </a:lnTo>
                  <a:cubicBezTo>
                    <a:pt x="11342" y="2389"/>
                    <a:pt x="11190" y="2383"/>
                    <a:pt x="11037" y="2383"/>
                  </a:cubicBezTo>
                  <a:cubicBezTo>
                    <a:pt x="10398" y="2383"/>
                    <a:pt x="9741" y="2502"/>
                    <a:pt x="9166" y="2653"/>
                  </a:cubicBezTo>
                  <a:lnTo>
                    <a:pt x="8328" y="388"/>
                  </a:lnTo>
                  <a:cubicBezTo>
                    <a:pt x="6591" y="854"/>
                    <a:pt x="5040" y="1691"/>
                    <a:pt x="3676" y="2916"/>
                  </a:cubicBezTo>
                  <a:lnTo>
                    <a:pt x="5164" y="4855"/>
                  </a:lnTo>
                  <a:cubicBezTo>
                    <a:pt x="4575" y="5367"/>
                    <a:pt x="4063" y="6018"/>
                    <a:pt x="3676" y="6669"/>
                  </a:cubicBezTo>
                  <a:lnTo>
                    <a:pt x="1473" y="5692"/>
                  </a:lnTo>
                  <a:cubicBezTo>
                    <a:pt x="1024" y="6468"/>
                    <a:pt x="698" y="7243"/>
                    <a:pt x="450" y="8143"/>
                  </a:cubicBezTo>
                  <a:cubicBezTo>
                    <a:pt x="186" y="8996"/>
                    <a:pt x="62" y="9895"/>
                    <a:pt x="0" y="10733"/>
                  </a:cubicBezTo>
                  <a:lnTo>
                    <a:pt x="2388" y="11058"/>
                  </a:lnTo>
                  <a:cubicBezTo>
                    <a:pt x="2388" y="11896"/>
                    <a:pt x="2450" y="12671"/>
                    <a:pt x="2636" y="13447"/>
                  </a:cubicBezTo>
                  <a:lnTo>
                    <a:pt x="388" y="14284"/>
                  </a:lnTo>
                  <a:cubicBezTo>
                    <a:pt x="900" y="15975"/>
                    <a:pt x="1737" y="17587"/>
                    <a:pt x="2900" y="18875"/>
                  </a:cubicBezTo>
                  <a:lnTo>
                    <a:pt x="4839" y="17448"/>
                  </a:lnTo>
                  <a:cubicBezTo>
                    <a:pt x="5428" y="17975"/>
                    <a:pt x="6002" y="18487"/>
                    <a:pt x="6715" y="18937"/>
                  </a:cubicBezTo>
                  <a:lnTo>
                    <a:pt x="5676" y="21077"/>
                  </a:lnTo>
                  <a:cubicBezTo>
                    <a:pt x="6452" y="21527"/>
                    <a:pt x="7289" y="21852"/>
                    <a:pt x="8142" y="22101"/>
                  </a:cubicBezTo>
                  <a:cubicBezTo>
                    <a:pt x="9042" y="22364"/>
                    <a:pt x="9879" y="22488"/>
                    <a:pt x="10779" y="22566"/>
                  </a:cubicBezTo>
                  <a:lnTo>
                    <a:pt x="11104" y="20162"/>
                  </a:lnTo>
                  <a:cubicBezTo>
                    <a:pt x="11254" y="20177"/>
                    <a:pt x="11404" y="20184"/>
                    <a:pt x="11554" y="20184"/>
                  </a:cubicBezTo>
                  <a:cubicBezTo>
                    <a:pt x="12179" y="20184"/>
                    <a:pt x="12805" y="20064"/>
                    <a:pt x="13431" y="19914"/>
                  </a:cubicBezTo>
                  <a:lnTo>
                    <a:pt x="14268" y="22178"/>
                  </a:lnTo>
                  <a:cubicBezTo>
                    <a:pt x="16021" y="21713"/>
                    <a:pt x="17571" y="20813"/>
                    <a:pt x="18921" y="19650"/>
                  </a:cubicBezTo>
                  <a:lnTo>
                    <a:pt x="17447" y="17712"/>
                  </a:lnTo>
                  <a:cubicBezTo>
                    <a:pt x="18021" y="17200"/>
                    <a:pt x="18533" y="16548"/>
                    <a:pt x="18921" y="15897"/>
                  </a:cubicBezTo>
                  <a:lnTo>
                    <a:pt x="21123" y="16874"/>
                  </a:lnTo>
                  <a:cubicBezTo>
                    <a:pt x="21573" y="16099"/>
                    <a:pt x="21898" y="15323"/>
                    <a:pt x="22162" y="14424"/>
                  </a:cubicBezTo>
                  <a:cubicBezTo>
                    <a:pt x="22410" y="13571"/>
                    <a:pt x="22550" y="12671"/>
                    <a:pt x="22612" y="11834"/>
                  </a:cubicBezTo>
                  <a:lnTo>
                    <a:pt x="20224" y="11508"/>
                  </a:lnTo>
                  <a:cubicBezTo>
                    <a:pt x="20224" y="10671"/>
                    <a:pt x="20161" y="9895"/>
                    <a:pt x="19960" y="9120"/>
                  </a:cubicBezTo>
                  <a:lnTo>
                    <a:pt x="22224" y="8282"/>
                  </a:lnTo>
                  <a:cubicBezTo>
                    <a:pt x="21712" y="6592"/>
                    <a:pt x="20859" y="4979"/>
                    <a:pt x="19634" y="3692"/>
                  </a:cubicBezTo>
                  <a:lnTo>
                    <a:pt x="17758" y="5118"/>
                  </a:lnTo>
                  <a:cubicBezTo>
                    <a:pt x="17184" y="4529"/>
                    <a:pt x="16594" y="4079"/>
                    <a:pt x="15897" y="3630"/>
                  </a:cubicBezTo>
                  <a:lnTo>
                    <a:pt x="16858" y="1427"/>
                  </a:lnTo>
                  <a:cubicBezTo>
                    <a:pt x="16145" y="1040"/>
                    <a:pt x="15307" y="652"/>
                    <a:pt x="14470" y="388"/>
                  </a:cubicBezTo>
                  <a:cubicBezTo>
                    <a:pt x="13570" y="202"/>
                    <a:pt x="12717" y="1"/>
                    <a:pt x="11818" y="1"/>
                  </a:cubicBezTo>
                  <a:close/>
                </a:path>
              </a:pathLst>
            </a:custGeom>
            <a:solidFill>
              <a:srgbClr val="E4EC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770;p36">
              <a:extLst>
                <a:ext uri="{FF2B5EF4-FFF2-40B4-BE49-F238E27FC236}">
                  <a16:creationId xmlns:a16="http://schemas.microsoft.com/office/drawing/2014/main" id="{443754C6-B1EC-2632-BE5E-531448DB89DE}"/>
                </a:ext>
              </a:extLst>
            </p:cNvPr>
            <p:cNvSpPr/>
            <p:nvPr/>
          </p:nvSpPr>
          <p:spPr>
            <a:xfrm rot="-10040213">
              <a:off x="4298300" y="1191813"/>
              <a:ext cx="256324" cy="255802"/>
            </a:xfrm>
            <a:custGeom>
              <a:avLst/>
              <a:gdLst/>
              <a:ahLst/>
              <a:cxnLst/>
              <a:rect l="l" t="t" r="r" b="b"/>
              <a:pathLst>
                <a:path w="22612" h="22566" extrusionOk="0">
                  <a:moveTo>
                    <a:pt x="11306" y="7075"/>
                  </a:moveTo>
                  <a:cubicBezTo>
                    <a:pt x="9484" y="7075"/>
                    <a:pt x="7764" y="8277"/>
                    <a:pt x="7227" y="10081"/>
                  </a:cubicBezTo>
                  <a:cubicBezTo>
                    <a:pt x="6591" y="12346"/>
                    <a:pt x="7878" y="14672"/>
                    <a:pt x="10143" y="15323"/>
                  </a:cubicBezTo>
                  <a:cubicBezTo>
                    <a:pt x="10526" y="15437"/>
                    <a:pt x="10913" y="15491"/>
                    <a:pt x="11294" y="15491"/>
                  </a:cubicBezTo>
                  <a:cubicBezTo>
                    <a:pt x="13093" y="15491"/>
                    <a:pt x="14770" y="14289"/>
                    <a:pt x="15307" y="12485"/>
                  </a:cubicBezTo>
                  <a:cubicBezTo>
                    <a:pt x="15959" y="10221"/>
                    <a:pt x="14733" y="7895"/>
                    <a:pt x="12469" y="7243"/>
                  </a:cubicBezTo>
                  <a:cubicBezTo>
                    <a:pt x="12084" y="7129"/>
                    <a:pt x="11692" y="7075"/>
                    <a:pt x="11306" y="7075"/>
                  </a:cubicBezTo>
                  <a:close/>
                  <a:moveTo>
                    <a:pt x="11299" y="5580"/>
                  </a:moveTo>
                  <a:cubicBezTo>
                    <a:pt x="11834" y="5580"/>
                    <a:pt x="12378" y="5656"/>
                    <a:pt x="12919" y="5816"/>
                  </a:cubicBezTo>
                  <a:cubicBezTo>
                    <a:pt x="15897" y="6669"/>
                    <a:pt x="17634" y="9833"/>
                    <a:pt x="16796" y="12873"/>
                  </a:cubicBezTo>
                  <a:cubicBezTo>
                    <a:pt x="16056" y="15359"/>
                    <a:pt x="13776" y="16986"/>
                    <a:pt x="11307" y="16986"/>
                  </a:cubicBezTo>
                  <a:cubicBezTo>
                    <a:pt x="10773" y="16986"/>
                    <a:pt x="10231" y="16910"/>
                    <a:pt x="9693" y="16750"/>
                  </a:cubicBezTo>
                  <a:cubicBezTo>
                    <a:pt x="6653" y="15897"/>
                    <a:pt x="4963" y="12733"/>
                    <a:pt x="5816" y="9694"/>
                  </a:cubicBezTo>
                  <a:cubicBezTo>
                    <a:pt x="6555" y="7207"/>
                    <a:pt x="8826" y="5580"/>
                    <a:pt x="11299" y="5580"/>
                  </a:cubicBezTo>
                  <a:close/>
                  <a:moveTo>
                    <a:pt x="11818" y="1"/>
                  </a:moveTo>
                  <a:lnTo>
                    <a:pt x="11492" y="2404"/>
                  </a:lnTo>
                  <a:cubicBezTo>
                    <a:pt x="11342" y="2389"/>
                    <a:pt x="11190" y="2383"/>
                    <a:pt x="11037" y="2383"/>
                  </a:cubicBezTo>
                  <a:cubicBezTo>
                    <a:pt x="10398" y="2383"/>
                    <a:pt x="9741" y="2502"/>
                    <a:pt x="9166" y="2653"/>
                  </a:cubicBezTo>
                  <a:lnTo>
                    <a:pt x="8328" y="388"/>
                  </a:lnTo>
                  <a:cubicBezTo>
                    <a:pt x="6591" y="854"/>
                    <a:pt x="5040" y="1691"/>
                    <a:pt x="3676" y="2916"/>
                  </a:cubicBezTo>
                  <a:lnTo>
                    <a:pt x="5164" y="4855"/>
                  </a:lnTo>
                  <a:cubicBezTo>
                    <a:pt x="4575" y="5367"/>
                    <a:pt x="4063" y="6018"/>
                    <a:pt x="3676" y="6669"/>
                  </a:cubicBezTo>
                  <a:lnTo>
                    <a:pt x="1473" y="5692"/>
                  </a:lnTo>
                  <a:cubicBezTo>
                    <a:pt x="1024" y="6468"/>
                    <a:pt x="698" y="7243"/>
                    <a:pt x="450" y="8143"/>
                  </a:cubicBezTo>
                  <a:cubicBezTo>
                    <a:pt x="186" y="8996"/>
                    <a:pt x="62" y="9895"/>
                    <a:pt x="0" y="10733"/>
                  </a:cubicBezTo>
                  <a:lnTo>
                    <a:pt x="2388" y="11058"/>
                  </a:lnTo>
                  <a:cubicBezTo>
                    <a:pt x="2388" y="11896"/>
                    <a:pt x="2450" y="12671"/>
                    <a:pt x="2636" y="13447"/>
                  </a:cubicBezTo>
                  <a:lnTo>
                    <a:pt x="388" y="14284"/>
                  </a:lnTo>
                  <a:cubicBezTo>
                    <a:pt x="900" y="15975"/>
                    <a:pt x="1737" y="17587"/>
                    <a:pt x="2900" y="18875"/>
                  </a:cubicBezTo>
                  <a:lnTo>
                    <a:pt x="4839" y="17448"/>
                  </a:lnTo>
                  <a:cubicBezTo>
                    <a:pt x="5428" y="17975"/>
                    <a:pt x="6002" y="18487"/>
                    <a:pt x="6715" y="18937"/>
                  </a:cubicBezTo>
                  <a:lnTo>
                    <a:pt x="5676" y="21077"/>
                  </a:lnTo>
                  <a:cubicBezTo>
                    <a:pt x="6452" y="21527"/>
                    <a:pt x="7289" y="21852"/>
                    <a:pt x="8142" y="22101"/>
                  </a:cubicBezTo>
                  <a:cubicBezTo>
                    <a:pt x="9042" y="22364"/>
                    <a:pt x="9879" y="22488"/>
                    <a:pt x="10779" y="22566"/>
                  </a:cubicBezTo>
                  <a:lnTo>
                    <a:pt x="11104" y="20162"/>
                  </a:lnTo>
                  <a:cubicBezTo>
                    <a:pt x="11254" y="20177"/>
                    <a:pt x="11404" y="20184"/>
                    <a:pt x="11554" y="20184"/>
                  </a:cubicBezTo>
                  <a:cubicBezTo>
                    <a:pt x="12179" y="20184"/>
                    <a:pt x="12805" y="20064"/>
                    <a:pt x="13431" y="19914"/>
                  </a:cubicBezTo>
                  <a:lnTo>
                    <a:pt x="14268" y="22178"/>
                  </a:lnTo>
                  <a:cubicBezTo>
                    <a:pt x="16021" y="21713"/>
                    <a:pt x="17571" y="20813"/>
                    <a:pt x="18921" y="19650"/>
                  </a:cubicBezTo>
                  <a:lnTo>
                    <a:pt x="17447" y="17712"/>
                  </a:lnTo>
                  <a:cubicBezTo>
                    <a:pt x="18021" y="17200"/>
                    <a:pt x="18533" y="16548"/>
                    <a:pt x="18921" y="15897"/>
                  </a:cubicBezTo>
                  <a:lnTo>
                    <a:pt x="21123" y="16874"/>
                  </a:lnTo>
                  <a:cubicBezTo>
                    <a:pt x="21573" y="16099"/>
                    <a:pt x="21898" y="15323"/>
                    <a:pt x="22162" y="14424"/>
                  </a:cubicBezTo>
                  <a:cubicBezTo>
                    <a:pt x="22410" y="13571"/>
                    <a:pt x="22550" y="12671"/>
                    <a:pt x="22612" y="11834"/>
                  </a:cubicBezTo>
                  <a:lnTo>
                    <a:pt x="20224" y="11508"/>
                  </a:lnTo>
                  <a:cubicBezTo>
                    <a:pt x="20224" y="10671"/>
                    <a:pt x="20161" y="9895"/>
                    <a:pt x="19960" y="9120"/>
                  </a:cubicBezTo>
                  <a:lnTo>
                    <a:pt x="22224" y="8282"/>
                  </a:lnTo>
                  <a:cubicBezTo>
                    <a:pt x="21712" y="6592"/>
                    <a:pt x="20859" y="4979"/>
                    <a:pt x="19634" y="3692"/>
                  </a:cubicBezTo>
                  <a:lnTo>
                    <a:pt x="17758" y="5118"/>
                  </a:lnTo>
                  <a:cubicBezTo>
                    <a:pt x="17184" y="4529"/>
                    <a:pt x="16594" y="4079"/>
                    <a:pt x="15897" y="3630"/>
                  </a:cubicBezTo>
                  <a:lnTo>
                    <a:pt x="16858" y="1427"/>
                  </a:lnTo>
                  <a:cubicBezTo>
                    <a:pt x="16145" y="1040"/>
                    <a:pt x="15307" y="652"/>
                    <a:pt x="14470" y="388"/>
                  </a:cubicBezTo>
                  <a:cubicBezTo>
                    <a:pt x="13570" y="202"/>
                    <a:pt x="12717" y="1"/>
                    <a:pt x="11818" y="1"/>
                  </a:cubicBezTo>
                  <a:close/>
                </a:path>
              </a:pathLst>
            </a:custGeom>
            <a:solidFill>
              <a:srgbClr val="E4EC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9844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7">
          <a:extLst>
            <a:ext uri="{FF2B5EF4-FFF2-40B4-BE49-F238E27FC236}">
              <a16:creationId xmlns:a16="http://schemas.microsoft.com/office/drawing/2014/main" id="{8EE76DD0-C8A6-6266-F01D-3CB4A1273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35">
            <a:extLst>
              <a:ext uri="{FF2B5EF4-FFF2-40B4-BE49-F238E27FC236}">
                <a16:creationId xmlns:a16="http://schemas.microsoft.com/office/drawing/2014/main" id="{1C5F6A01-06AE-C3B5-50AF-CA5CE96963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1825" y="1937725"/>
            <a:ext cx="4257900" cy="7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Dashboard Overview</a:t>
            </a:r>
          </a:p>
        </p:txBody>
      </p:sp>
      <p:sp>
        <p:nvSpPr>
          <p:cNvPr id="1599" name="Google Shape;1599;p35">
            <a:extLst>
              <a:ext uri="{FF2B5EF4-FFF2-40B4-BE49-F238E27FC236}">
                <a16:creationId xmlns:a16="http://schemas.microsoft.com/office/drawing/2014/main" id="{1DD882F1-6055-0F81-694D-68E227F8356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61825" y="944225"/>
            <a:ext cx="1907700" cy="9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601" name="Google Shape;1601;p35">
            <a:extLst>
              <a:ext uri="{FF2B5EF4-FFF2-40B4-BE49-F238E27FC236}">
                <a16:creationId xmlns:a16="http://schemas.microsoft.com/office/drawing/2014/main" id="{81618BA6-72F0-1B41-FDAE-C7E70849D8BE}"/>
              </a:ext>
            </a:extLst>
          </p:cNvPr>
          <p:cNvSpPr/>
          <p:nvPr/>
        </p:nvSpPr>
        <p:spPr>
          <a:xfrm>
            <a:off x="8214661" y="3549550"/>
            <a:ext cx="60022" cy="62388"/>
          </a:xfrm>
          <a:custGeom>
            <a:avLst/>
            <a:gdLst/>
            <a:ahLst/>
            <a:cxnLst/>
            <a:rect l="l" t="t" r="r" b="b"/>
            <a:pathLst>
              <a:path w="1423" h="1479" fill="none" extrusionOk="0">
                <a:moveTo>
                  <a:pt x="1422" y="717"/>
                </a:moveTo>
                <a:cubicBezTo>
                  <a:pt x="1422" y="1138"/>
                  <a:pt x="1081" y="1479"/>
                  <a:pt x="706" y="1479"/>
                </a:cubicBezTo>
                <a:cubicBezTo>
                  <a:pt x="285" y="1479"/>
                  <a:pt x="1" y="1138"/>
                  <a:pt x="1" y="717"/>
                </a:cubicBezTo>
                <a:cubicBezTo>
                  <a:pt x="1" y="342"/>
                  <a:pt x="285" y="1"/>
                  <a:pt x="706" y="1"/>
                </a:cubicBezTo>
                <a:cubicBezTo>
                  <a:pt x="1081" y="1"/>
                  <a:pt x="1422" y="342"/>
                  <a:pt x="1422" y="717"/>
                </a:cubicBezTo>
                <a:close/>
              </a:path>
            </a:pathLst>
          </a:custGeom>
          <a:noFill/>
          <a:ln w="48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2" name="Google Shape;1602;p35">
            <a:extLst>
              <a:ext uri="{FF2B5EF4-FFF2-40B4-BE49-F238E27FC236}">
                <a16:creationId xmlns:a16="http://schemas.microsoft.com/office/drawing/2014/main" id="{C31D654A-F8FC-4830-ABD7-F8961E89DE80}"/>
              </a:ext>
            </a:extLst>
          </p:cNvPr>
          <p:cNvSpPr/>
          <p:nvPr/>
        </p:nvSpPr>
        <p:spPr>
          <a:xfrm>
            <a:off x="8646289" y="3456073"/>
            <a:ext cx="253713" cy="0"/>
          </a:xfrm>
          <a:custGeom>
            <a:avLst/>
            <a:gdLst/>
            <a:ahLst/>
            <a:cxnLst/>
            <a:rect l="l" t="t" r="r" b="b"/>
            <a:pathLst>
              <a:path w="6015" fill="none" extrusionOk="0">
                <a:moveTo>
                  <a:pt x="0" y="0"/>
                </a:moveTo>
                <a:lnTo>
                  <a:pt x="6014" y="0"/>
                </a:lnTo>
              </a:path>
            </a:pathLst>
          </a:custGeom>
          <a:noFill/>
          <a:ln w="48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03" name="Google Shape;1603;p35">
            <a:extLst>
              <a:ext uri="{FF2B5EF4-FFF2-40B4-BE49-F238E27FC236}">
                <a16:creationId xmlns:a16="http://schemas.microsoft.com/office/drawing/2014/main" id="{32417FEE-889B-C7F7-B480-FF16A82FD66B}"/>
              </a:ext>
            </a:extLst>
          </p:cNvPr>
          <p:cNvGrpSpPr/>
          <p:nvPr/>
        </p:nvGrpSpPr>
        <p:grpSpPr>
          <a:xfrm>
            <a:off x="6418124" y="1799349"/>
            <a:ext cx="2652295" cy="3070257"/>
            <a:chOff x="5734124" y="1799349"/>
            <a:chExt cx="2652295" cy="3070257"/>
          </a:xfrm>
        </p:grpSpPr>
        <p:grpSp>
          <p:nvGrpSpPr>
            <p:cNvPr id="1604" name="Google Shape;1604;p35">
              <a:extLst>
                <a:ext uri="{FF2B5EF4-FFF2-40B4-BE49-F238E27FC236}">
                  <a16:creationId xmlns:a16="http://schemas.microsoft.com/office/drawing/2014/main" id="{C0480A82-6714-842B-313B-6D5F40BB137F}"/>
                </a:ext>
              </a:extLst>
            </p:cNvPr>
            <p:cNvGrpSpPr/>
            <p:nvPr/>
          </p:nvGrpSpPr>
          <p:grpSpPr>
            <a:xfrm>
              <a:off x="5734124" y="1799349"/>
              <a:ext cx="1879568" cy="3070257"/>
              <a:chOff x="5734124" y="1799349"/>
              <a:chExt cx="1879568" cy="3070257"/>
            </a:xfrm>
          </p:grpSpPr>
          <p:sp>
            <p:nvSpPr>
              <p:cNvPr id="1605" name="Google Shape;1605;p35">
                <a:extLst>
                  <a:ext uri="{FF2B5EF4-FFF2-40B4-BE49-F238E27FC236}">
                    <a16:creationId xmlns:a16="http://schemas.microsoft.com/office/drawing/2014/main" id="{C34263A1-1CEA-E4E7-61EC-D7F122B8096B}"/>
                  </a:ext>
                </a:extLst>
              </p:cNvPr>
              <p:cNvSpPr/>
              <p:nvPr/>
            </p:nvSpPr>
            <p:spPr>
              <a:xfrm>
                <a:off x="6382914" y="4499425"/>
                <a:ext cx="147674" cy="339436"/>
              </a:xfrm>
              <a:custGeom>
                <a:avLst/>
                <a:gdLst/>
                <a:ahLst/>
                <a:cxnLst/>
                <a:rect l="l" t="t" r="r" b="b"/>
                <a:pathLst>
                  <a:path w="10005" h="22997" extrusionOk="0">
                    <a:moveTo>
                      <a:pt x="0" y="0"/>
                    </a:moveTo>
                    <a:lnTo>
                      <a:pt x="0" y="15844"/>
                    </a:lnTo>
                    <a:lnTo>
                      <a:pt x="8103" y="22997"/>
                    </a:lnTo>
                    <a:lnTo>
                      <a:pt x="8465" y="16387"/>
                    </a:lnTo>
                    <a:lnTo>
                      <a:pt x="10005" y="16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5">
                <a:extLst>
                  <a:ext uri="{FF2B5EF4-FFF2-40B4-BE49-F238E27FC236}">
                    <a16:creationId xmlns:a16="http://schemas.microsoft.com/office/drawing/2014/main" id="{F4588B80-311E-9F48-9CD2-E82676DFC8B2}"/>
                  </a:ext>
                </a:extLst>
              </p:cNvPr>
              <p:cNvSpPr/>
              <p:nvPr/>
            </p:nvSpPr>
            <p:spPr>
              <a:xfrm>
                <a:off x="6207182" y="4733282"/>
                <a:ext cx="314727" cy="110921"/>
              </a:xfrm>
              <a:custGeom>
                <a:avLst/>
                <a:gdLst/>
                <a:ahLst/>
                <a:cxnLst/>
                <a:rect l="l" t="t" r="r" b="b"/>
                <a:pathLst>
                  <a:path w="21323" h="7515" extrusionOk="0">
                    <a:moveTo>
                      <a:pt x="11906" y="0"/>
                    </a:moveTo>
                    <a:cubicBezTo>
                      <a:pt x="11906" y="0"/>
                      <a:pt x="1359" y="4120"/>
                      <a:pt x="589" y="5251"/>
                    </a:cubicBezTo>
                    <a:cubicBezTo>
                      <a:pt x="1" y="6383"/>
                      <a:pt x="227" y="7515"/>
                      <a:pt x="227" y="7515"/>
                    </a:cubicBezTo>
                    <a:lnTo>
                      <a:pt x="20598" y="7515"/>
                    </a:lnTo>
                    <a:cubicBezTo>
                      <a:pt x="21322" y="5840"/>
                      <a:pt x="20371" y="0"/>
                      <a:pt x="20371" y="0"/>
                    </a:cubicBezTo>
                    <a:cubicBezTo>
                      <a:pt x="20371" y="0"/>
                      <a:pt x="18038" y="242"/>
                      <a:pt x="15529" y="242"/>
                    </a:cubicBezTo>
                    <a:cubicBezTo>
                      <a:pt x="14275" y="242"/>
                      <a:pt x="12978" y="181"/>
                      <a:pt x="11906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5">
                <a:extLst>
                  <a:ext uri="{FF2B5EF4-FFF2-40B4-BE49-F238E27FC236}">
                    <a16:creationId xmlns:a16="http://schemas.microsoft.com/office/drawing/2014/main" id="{51C29B71-4D5F-42A2-776B-9D0D8458A72A}"/>
                  </a:ext>
                </a:extLst>
              </p:cNvPr>
              <p:cNvSpPr/>
              <p:nvPr/>
            </p:nvSpPr>
            <p:spPr>
              <a:xfrm>
                <a:off x="6210517" y="4833503"/>
                <a:ext cx="303362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20553" h="2446" extrusionOk="0">
                    <a:moveTo>
                      <a:pt x="1" y="1"/>
                    </a:moveTo>
                    <a:lnTo>
                      <a:pt x="1" y="2445"/>
                    </a:lnTo>
                    <a:lnTo>
                      <a:pt x="20553" y="2445"/>
                    </a:lnTo>
                    <a:lnTo>
                      <a:pt x="20553" y="1"/>
                    </a:lnTo>
                    <a:close/>
                  </a:path>
                </a:pathLst>
              </a:custGeom>
              <a:solidFill>
                <a:srgbClr val="2122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5">
                <a:extLst>
                  <a:ext uri="{FF2B5EF4-FFF2-40B4-BE49-F238E27FC236}">
                    <a16:creationId xmlns:a16="http://schemas.microsoft.com/office/drawing/2014/main" id="{A149FE4D-CB5F-C73E-2ED5-C0D6E47084F2}"/>
                  </a:ext>
                </a:extLst>
              </p:cNvPr>
              <p:cNvSpPr/>
              <p:nvPr/>
            </p:nvSpPr>
            <p:spPr>
              <a:xfrm>
                <a:off x="6304730" y="4769356"/>
                <a:ext cx="30760" cy="33431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265" fill="none" extrusionOk="0">
                    <a:moveTo>
                      <a:pt x="1" y="1"/>
                    </a:moveTo>
                    <a:cubicBezTo>
                      <a:pt x="1" y="1"/>
                      <a:pt x="1540" y="951"/>
                      <a:pt x="2083" y="2264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5">
                <a:extLst>
                  <a:ext uri="{FF2B5EF4-FFF2-40B4-BE49-F238E27FC236}">
                    <a16:creationId xmlns:a16="http://schemas.microsoft.com/office/drawing/2014/main" id="{CC12CDE5-94E0-9E81-3332-755391CF33A2}"/>
                  </a:ext>
                </a:extLst>
              </p:cNvPr>
              <p:cNvSpPr/>
              <p:nvPr/>
            </p:nvSpPr>
            <p:spPr>
              <a:xfrm>
                <a:off x="6324110" y="4758005"/>
                <a:ext cx="30745" cy="36088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2445" fill="none" extrusionOk="0">
                    <a:moveTo>
                      <a:pt x="1" y="0"/>
                    </a:moveTo>
                    <a:cubicBezTo>
                      <a:pt x="1" y="0"/>
                      <a:pt x="1540" y="1132"/>
                      <a:pt x="2083" y="2445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5">
                <a:extLst>
                  <a:ext uri="{FF2B5EF4-FFF2-40B4-BE49-F238E27FC236}">
                    <a16:creationId xmlns:a16="http://schemas.microsoft.com/office/drawing/2014/main" id="{D5ABAEAD-DF2C-F75D-3185-679B9C98CC69}"/>
                  </a:ext>
                </a:extLst>
              </p:cNvPr>
              <p:cNvSpPr/>
              <p:nvPr/>
            </p:nvSpPr>
            <p:spPr>
              <a:xfrm>
                <a:off x="6344154" y="4749976"/>
                <a:ext cx="27409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2446" fill="none" extrusionOk="0">
                    <a:moveTo>
                      <a:pt x="1" y="1"/>
                    </a:moveTo>
                    <a:cubicBezTo>
                      <a:pt x="1" y="1"/>
                      <a:pt x="1495" y="1133"/>
                      <a:pt x="1857" y="2445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5">
                <a:extLst>
                  <a:ext uri="{FF2B5EF4-FFF2-40B4-BE49-F238E27FC236}">
                    <a16:creationId xmlns:a16="http://schemas.microsoft.com/office/drawing/2014/main" id="{9966FFFD-A8A0-0374-369F-ECD2F51B1FC5}"/>
                  </a:ext>
                </a:extLst>
              </p:cNvPr>
              <p:cNvSpPr/>
              <p:nvPr/>
            </p:nvSpPr>
            <p:spPr>
              <a:xfrm>
                <a:off x="6934141" y="4499425"/>
                <a:ext cx="150360" cy="339436"/>
              </a:xfrm>
              <a:custGeom>
                <a:avLst/>
                <a:gdLst/>
                <a:ahLst/>
                <a:cxnLst/>
                <a:rect l="l" t="t" r="r" b="b"/>
                <a:pathLst>
                  <a:path w="10187" h="22997" extrusionOk="0">
                    <a:moveTo>
                      <a:pt x="1" y="0"/>
                    </a:moveTo>
                    <a:lnTo>
                      <a:pt x="2445" y="15844"/>
                    </a:lnTo>
                    <a:lnTo>
                      <a:pt x="9824" y="22997"/>
                    </a:lnTo>
                    <a:lnTo>
                      <a:pt x="10186" y="16387"/>
                    </a:lnTo>
                    <a:lnTo>
                      <a:pt x="10005" y="16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5">
                <a:extLst>
                  <a:ext uri="{FF2B5EF4-FFF2-40B4-BE49-F238E27FC236}">
                    <a16:creationId xmlns:a16="http://schemas.microsoft.com/office/drawing/2014/main" id="{BCF9E634-7F7B-5A6F-3597-DFE7AE0FF8E8}"/>
                  </a:ext>
                </a:extLst>
              </p:cNvPr>
              <p:cNvSpPr/>
              <p:nvPr/>
            </p:nvSpPr>
            <p:spPr>
              <a:xfrm>
                <a:off x="6917448" y="4733282"/>
                <a:ext cx="203127" cy="110921"/>
              </a:xfrm>
              <a:custGeom>
                <a:avLst/>
                <a:gdLst/>
                <a:ahLst/>
                <a:cxnLst/>
                <a:rect l="l" t="t" r="r" b="b"/>
                <a:pathLst>
                  <a:path w="13762" h="7515" extrusionOk="0">
                    <a:moveTo>
                      <a:pt x="3576" y="0"/>
                    </a:moveTo>
                    <a:cubicBezTo>
                      <a:pt x="3576" y="0"/>
                      <a:pt x="1313" y="4120"/>
                      <a:pt x="770" y="5251"/>
                    </a:cubicBezTo>
                    <a:cubicBezTo>
                      <a:pt x="0" y="6383"/>
                      <a:pt x="181" y="7515"/>
                      <a:pt x="181" y="7515"/>
                    </a:cubicBezTo>
                    <a:lnTo>
                      <a:pt x="12992" y="7515"/>
                    </a:lnTo>
                    <a:cubicBezTo>
                      <a:pt x="13762" y="5840"/>
                      <a:pt x="11317" y="0"/>
                      <a:pt x="11317" y="0"/>
                    </a:cubicBezTo>
                    <a:cubicBezTo>
                      <a:pt x="11317" y="0"/>
                      <a:pt x="9305" y="242"/>
                      <a:pt x="7012" y="242"/>
                    </a:cubicBezTo>
                    <a:cubicBezTo>
                      <a:pt x="5865" y="242"/>
                      <a:pt x="4648" y="181"/>
                      <a:pt x="3576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5">
                <a:extLst>
                  <a:ext uri="{FF2B5EF4-FFF2-40B4-BE49-F238E27FC236}">
                    <a16:creationId xmlns:a16="http://schemas.microsoft.com/office/drawing/2014/main" id="{1A8EF44B-4C8F-D2ED-722C-16407A726C81}"/>
                  </a:ext>
                </a:extLst>
              </p:cNvPr>
              <p:cNvSpPr/>
              <p:nvPr/>
            </p:nvSpPr>
            <p:spPr>
              <a:xfrm>
                <a:off x="6920119" y="4833503"/>
                <a:ext cx="192441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13038" h="2446" extrusionOk="0">
                    <a:moveTo>
                      <a:pt x="0" y="1"/>
                    </a:moveTo>
                    <a:lnTo>
                      <a:pt x="0" y="2445"/>
                    </a:lnTo>
                    <a:lnTo>
                      <a:pt x="13038" y="2445"/>
                    </a:lnTo>
                    <a:lnTo>
                      <a:pt x="13038" y="1"/>
                    </a:lnTo>
                    <a:close/>
                  </a:path>
                </a:pathLst>
              </a:custGeom>
              <a:solidFill>
                <a:srgbClr val="2122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5">
                <a:extLst>
                  <a:ext uri="{FF2B5EF4-FFF2-40B4-BE49-F238E27FC236}">
                    <a16:creationId xmlns:a16="http://schemas.microsoft.com/office/drawing/2014/main" id="{F21E4F81-636D-922C-E991-AE713907DF1A}"/>
                  </a:ext>
                </a:extLst>
              </p:cNvPr>
              <p:cNvSpPr/>
              <p:nvPr/>
            </p:nvSpPr>
            <p:spPr>
              <a:xfrm>
                <a:off x="6998288" y="4769356"/>
                <a:ext cx="55483" cy="8029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544" fill="none" extrusionOk="0">
                    <a:moveTo>
                      <a:pt x="1" y="544"/>
                    </a:moveTo>
                    <a:cubicBezTo>
                      <a:pt x="1132" y="1"/>
                      <a:pt x="2626" y="1"/>
                      <a:pt x="3758" y="544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5">
                <a:extLst>
                  <a:ext uri="{FF2B5EF4-FFF2-40B4-BE49-F238E27FC236}">
                    <a16:creationId xmlns:a16="http://schemas.microsoft.com/office/drawing/2014/main" id="{1FD8FAD2-11C4-FFF9-A6B5-A501A97404CB}"/>
                  </a:ext>
                </a:extLst>
              </p:cNvPr>
              <p:cNvSpPr/>
              <p:nvPr/>
            </p:nvSpPr>
            <p:spPr>
              <a:xfrm>
                <a:off x="6998288" y="4788736"/>
                <a:ext cx="55483" cy="5358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363" fill="none" extrusionOk="0">
                    <a:moveTo>
                      <a:pt x="1" y="363"/>
                    </a:moveTo>
                    <a:cubicBezTo>
                      <a:pt x="1132" y="1"/>
                      <a:pt x="2626" y="1"/>
                      <a:pt x="3758" y="363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5">
                <a:extLst>
                  <a:ext uri="{FF2B5EF4-FFF2-40B4-BE49-F238E27FC236}">
                    <a16:creationId xmlns:a16="http://schemas.microsoft.com/office/drawing/2014/main" id="{B85625A4-01EE-49F7-CF8D-A26B94B166F7}"/>
                  </a:ext>
                </a:extLst>
              </p:cNvPr>
              <p:cNvSpPr/>
              <p:nvPr/>
            </p:nvSpPr>
            <p:spPr>
              <a:xfrm>
                <a:off x="7000960" y="4752647"/>
                <a:ext cx="50125" cy="8044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545" fill="none" extrusionOk="0">
                    <a:moveTo>
                      <a:pt x="1" y="544"/>
                    </a:moveTo>
                    <a:cubicBezTo>
                      <a:pt x="770" y="182"/>
                      <a:pt x="2445" y="1"/>
                      <a:pt x="3396" y="544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5">
                <a:extLst>
                  <a:ext uri="{FF2B5EF4-FFF2-40B4-BE49-F238E27FC236}">
                    <a16:creationId xmlns:a16="http://schemas.microsoft.com/office/drawing/2014/main" id="{956339F7-EEFB-8A8B-8D96-998CFB41E036}"/>
                  </a:ext>
                </a:extLst>
              </p:cNvPr>
              <p:cNvSpPr/>
              <p:nvPr/>
            </p:nvSpPr>
            <p:spPr>
              <a:xfrm>
                <a:off x="6307402" y="2945920"/>
                <a:ext cx="498475" cy="1731245"/>
              </a:xfrm>
              <a:custGeom>
                <a:avLst/>
                <a:gdLst/>
                <a:ahLst/>
                <a:cxnLst/>
                <a:rect l="l" t="t" r="r" b="b"/>
                <a:pathLst>
                  <a:path w="33772" h="117293" extrusionOk="0">
                    <a:moveTo>
                      <a:pt x="28882" y="1"/>
                    </a:moveTo>
                    <a:lnTo>
                      <a:pt x="8692" y="6021"/>
                    </a:lnTo>
                    <a:cubicBezTo>
                      <a:pt x="7923" y="7153"/>
                      <a:pt x="2672" y="45043"/>
                      <a:pt x="1902" y="64690"/>
                    </a:cubicBezTo>
                    <a:cubicBezTo>
                      <a:pt x="952" y="88456"/>
                      <a:pt x="1" y="117293"/>
                      <a:pt x="1" y="117293"/>
                    </a:cubicBezTo>
                    <a:lnTo>
                      <a:pt x="19240" y="117293"/>
                    </a:lnTo>
                    <a:lnTo>
                      <a:pt x="25125" y="65641"/>
                    </a:lnTo>
                    <a:lnTo>
                      <a:pt x="31915" y="34315"/>
                    </a:lnTo>
                    <a:cubicBezTo>
                      <a:pt x="31915" y="34315"/>
                      <a:pt x="33771" y="16026"/>
                      <a:pt x="28882" y="1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5">
                <a:extLst>
                  <a:ext uri="{FF2B5EF4-FFF2-40B4-BE49-F238E27FC236}">
                    <a16:creationId xmlns:a16="http://schemas.microsoft.com/office/drawing/2014/main" id="{05F97BEB-6B73-C424-4367-6DDB952B8B2B}"/>
                  </a:ext>
                </a:extLst>
              </p:cNvPr>
              <p:cNvSpPr/>
              <p:nvPr/>
            </p:nvSpPr>
            <p:spPr>
              <a:xfrm>
                <a:off x="6686262" y="2945920"/>
                <a:ext cx="479080" cy="1731245"/>
              </a:xfrm>
              <a:custGeom>
                <a:avLst/>
                <a:gdLst/>
                <a:ahLst/>
                <a:cxnLst/>
                <a:rect l="l" t="t" r="r" b="b"/>
                <a:pathLst>
                  <a:path w="32458" h="117293" extrusionOk="0">
                    <a:moveTo>
                      <a:pt x="4889" y="1"/>
                    </a:moveTo>
                    <a:cubicBezTo>
                      <a:pt x="0" y="16026"/>
                      <a:pt x="2083" y="34315"/>
                      <a:pt x="2083" y="34315"/>
                    </a:cubicBezTo>
                    <a:lnTo>
                      <a:pt x="13219" y="117293"/>
                    </a:lnTo>
                    <a:lnTo>
                      <a:pt x="32458" y="117293"/>
                    </a:lnTo>
                    <a:cubicBezTo>
                      <a:pt x="32458" y="117293"/>
                      <a:pt x="26799" y="8285"/>
                      <a:pt x="25260" y="6021"/>
                    </a:cubicBezTo>
                    <a:lnTo>
                      <a:pt x="4889" y="1"/>
                    </a:ln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5">
                <a:extLst>
                  <a:ext uri="{FF2B5EF4-FFF2-40B4-BE49-F238E27FC236}">
                    <a16:creationId xmlns:a16="http://schemas.microsoft.com/office/drawing/2014/main" id="{AE2803E7-799E-FD68-F992-55A62EF545CF}"/>
                  </a:ext>
                </a:extLst>
              </p:cNvPr>
              <p:cNvSpPr/>
              <p:nvPr/>
            </p:nvSpPr>
            <p:spPr>
              <a:xfrm>
                <a:off x="6711649" y="3173770"/>
                <a:ext cx="27409" cy="453708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30739" fill="none" extrusionOk="0">
                    <a:moveTo>
                      <a:pt x="1856" y="30738"/>
                    </a:moveTo>
                    <a:cubicBezTo>
                      <a:pt x="1856" y="30738"/>
                      <a:pt x="0" y="9235"/>
                      <a:pt x="0" y="0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5">
                <a:extLst>
                  <a:ext uri="{FF2B5EF4-FFF2-40B4-BE49-F238E27FC236}">
                    <a16:creationId xmlns:a16="http://schemas.microsoft.com/office/drawing/2014/main" id="{F51C56D0-B78A-465D-1F6B-98A827BBC826}"/>
                  </a:ext>
                </a:extLst>
              </p:cNvPr>
              <p:cNvSpPr/>
              <p:nvPr/>
            </p:nvSpPr>
            <p:spPr>
              <a:xfrm>
                <a:off x="6655517" y="3179778"/>
                <a:ext cx="64162" cy="203142"/>
              </a:xfrm>
              <a:custGeom>
                <a:avLst/>
                <a:gdLst/>
                <a:ahLst/>
                <a:cxnLst/>
                <a:rect l="l" t="t" r="r" b="b"/>
                <a:pathLst>
                  <a:path w="4347" h="13763" fill="none" extrusionOk="0">
                    <a:moveTo>
                      <a:pt x="1" y="1"/>
                    </a:moveTo>
                    <a:cubicBezTo>
                      <a:pt x="1" y="1"/>
                      <a:pt x="589" y="9417"/>
                      <a:pt x="1133" y="12450"/>
                    </a:cubicBezTo>
                    <a:cubicBezTo>
                      <a:pt x="1540" y="13763"/>
                      <a:pt x="4347" y="13582"/>
                      <a:pt x="4347" y="13582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5">
                <a:extLst>
                  <a:ext uri="{FF2B5EF4-FFF2-40B4-BE49-F238E27FC236}">
                    <a16:creationId xmlns:a16="http://schemas.microsoft.com/office/drawing/2014/main" id="{6AF651D7-7D1E-C451-8FD3-1BE53C45090B}"/>
                  </a:ext>
                </a:extLst>
              </p:cNvPr>
              <p:cNvSpPr/>
              <p:nvPr/>
            </p:nvSpPr>
            <p:spPr>
              <a:xfrm>
                <a:off x="7003631" y="3118317"/>
                <a:ext cx="130980" cy="1558848"/>
              </a:xfrm>
              <a:custGeom>
                <a:avLst/>
                <a:gdLst/>
                <a:ahLst/>
                <a:cxnLst/>
                <a:rect l="l" t="t" r="r" b="b"/>
                <a:pathLst>
                  <a:path w="8874" h="105613" fill="none" extrusionOk="0">
                    <a:moveTo>
                      <a:pt x="8874" y="105613"/>
                    </a:moveTo>
                    <a:cubicBezTo>
                      <a:pt x="8874" y="105613"/>
                      <a:pt x="3215" y="9597"/>
                      <a:pt x="1" y="0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5">
                <a:extLst>
                  <a:ext uri="{FF2B5EF4-FFF2-40B4-BE49-F238E27FC236}">
                    <a16:creationId xmlns:a16="http://schemas.microsoft.com/office/drawing/2014/main" id="{9429BC92-DFFA-A9F4-9AF4-5B17192EC47D}"/>
                  </a:ext>
                </a:extLst>
              </p:cNvPr>
              <p:cNvSpPr/>
              <p:nvPr/>
            </p:nvSpPr>
            <p:spPr>
              <a:xfrm>
                <a:off x="6886702" y="3159733"/>
                <a:ext cx="136323" cy="111600"/>
              </a:xfrm>
              <a:custGeom>
                <a:avLst/>
                <a:gdLst/>
                <a:ahLst/>
                <a:cxnLst/>
                <a:rect l="l" t="t" r="r" b="b"/>
                <a:pathLst>
                  <a:path w="9236" h="7561" fill="none" extrusionOk="0">
                    <a:moveTo>
                      <a:pt x="1" y="1"/>
                    </a:moveTo>
                    <a:cubicBezTo>
                      <a:pt x="1" y="1"/>
                      <a:pt x="1721" y="4754"/>
                      <a:pt x="3215" y="6248"/>
                    </a:cubicBezTo>
                    <a:cubicBezTo>
                      <a:pt x="4528" y="7561"/>
                      <a:pt x="9236" y="7199"/>
                      <a:pt x="9236" y="7199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5">
                <a:extLst>
                  <a:ext uri="{FF2B5EF4-FFF2-40B4-BE49-F238E27FC236}">
                    <a16:creationId xmlns:a16="http://schemas.microsoft.com/office/drawing/2014/main" id="{C88708BB-95A2-6704-13DB-BFB962CF1FA8}"/>
                  </a:ext>
                </a:extLst>
              </p:cNvPr>
              <p:cNvSpPr/>
              <p:nvPr/>
            </p:nvSpPr>
            <p:spPr>
              <a:xfrm>
                <a:off x="6557968" y="3560645"/>
                <a:ext cx="175747" cy="1116520"/>
              </a:xfrm>
              <a:custGeom>
                <a:avLst/>
                <a:gdLst/>
                <a:ahLst/>
                <a:cxnLst/>
                <a:rect l="l" t="t" r="r" b="b"/>
                <a:pathLst>
                  <a:path w="11907" h="75645" fill="none" extrusionOk="0">
                    <a:moveTo>
                      <a:pt x="1" y="75645"/>
                    </a:moveTo>
                    <a:cubicBezTo>
                      <a:pt x="1" y="75645"/>
                      <a:pt x="4528" y="27569"/>
                      <a:pt x="5116" y="24174"/>
                    </a:cubicBezTo>
                    <a:cubicBezTo>
                      <a:pt x="5478" y="21910"/>
                      <a:pt x="11906" y="0"/>
                      <a:pt x="11906" y="0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5">
                <a:extLst>
                  <a:ext uri="{FF2B5EF4-FFF2-40B4-BE49-F238E27FC236}">
                    <a16:creationId xmlns:a16="http://schemas.microsoft.com/office/drawing/2014/main" id="{900C2C67-7D17-3771-5D6A-E0207DCBC936}"/>
                  </a:ext>
                </a:extLst>
              </p:cNvPr>
              <p:cNvSpPr/>
              <p:nvPr/>
            </p:nvSpPr>
            <p:spPr>
              <a:xfrm>
                <a:off x="6402294" y="3173770"/>
                <a:ext cx="128294" cy="92220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6248" fill="none" extrusionOk="0">
                    <a:moveTo>
                      <a:pt x="0" y="5116"/>
                    </a:moveTo>
                    <a:cubicBezTo>
                      <a:pt x="0" y="5116"/>
                      <a:pt x="3576" y="6248"/>
                      <a:pt x="4708" y="5297"/>
                    </a:cubicBezTo>
                    <a:cubicBezTo>
                      <a:pt x="6021" y="4165"/>
                      <a:pt x="8692" y="0"/>
                      <a:pt x="8692" y="0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5">
                <a:extLst>
                  <a:ext uri="{FF2B5EF4-FFF2-40B4-BE49-F238E27FC236}">
                    <a16:creationId xmlns:a16="http://schemas.microsoft.com/office/drawing/2014/main" id="{72C5ECB1-6075-7E07-8919-9451F0A8189B}"/>
                  </a:ext>
                </a:extLst>
              </p:cNvPr>
              <p:cNvSpPr/>
              <p:nvPr/>
            </p:nvSpPr>
            <p:spPr>
              <a:xfrm>
                <a:off x="5965309" y="2349911"/>
                <a:ext cx="551242" cy="409531"/>
              </a:xfrm>
              <a:custGeom>
                <a:avLst/>
                <a:gdLst/>
                <a:ahLst/>
                <a:cxnLst/>
                <a:rect l="l" t="t" r="r" b="b"/>
                <a:pathLst>
                  <a:path w="37347" h="27746" extrusionOk="0">
                    <a:moveTo>
                      <a:pt x="5297" y="1"/>
                    </a:moveTo>
                    <a:cubicBezTo>
                      <a:pt x="5297" y="1"/>
                      <a:pt x="181" y="1495"/>
                      <a:pt x="0" y="3939"/>
                    </a:cubicBezTo>
                    <a:cubicBezTo>
                      <a:pt x="5145" y="12382"/>
                      <a:pt x="12042" y="27746"/>
                      <a:pt x="19362" y="27746"/>
                    </a:cubicBezTo>
                    <a:cubicBezTo>
                      <a:pt x="19577" y="27746"/>
                      <a:pt x="19793" y="27733"/>
                      <a:pt x="20009" y="27705"/>
                    </a:cubicBezTo>
                    <a:cubicBezTo>
                      <a:pt x="26392" y="26981"/>
                      <a:pt x="37347" y="11137"/>
                      <a:pt x="37347" y="11137"/>
                    </a:cubicBezTo>
                    <a:lnTo>
                      <a:pt x="23404" y="6429"/>
                    </a:lnTo>
                    <a:lnTo>
                      <a:pt x="17927" y="13219"/>
                    </a:lnTo>
                    <a:lnTo>
                      <a:pt x="5297" y="1"/>
                    </a:ln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5">
                <a:extLst>
                  <a:ext uri="{FF2B5EF4-FFF2-40B4-BE49-F238E27FC236}">
                    <a16:creationId xmlns:a16="http://schemas.microsoft.com/office/drawing/2014/main" id="{743A9B3E-6409-3148-2533-2380A3E92F65}"/>
                  </a:ext>
                </a:extLst>
              </p:cNvPr>
              <p:cNvSpPr/>
              <p:nvPr/>
            </p:nvSpPr>
            <p:spPr>
              <a:xfrm>
                <a:off x="6229897" y="2545024"/>
                <a:ext cx="66833" cy="91556"/>
              </a:xfrm>
              <a:custGeom>
                <a:avLst/>
                <a:gdLst/>
                <a:ahLst/>
                <a:cxnLst/>
                <a:rect l="l" t="t" r="r" b="b"/>
                <a:pathLst>
                  <a:path w="4528" h="6203" fill="none" extrusionOk="0">
                    <a:moveTo>
                      <a:pt x="1" y="0"/>
                    </a:moveTo>
                    <a:cubicBezTo>
                      <a:pt x="1" y="0"/>
                      <a:pt x="2445" y="2445"/>
                      <a:pt x="4528" y="6202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5">
                <a:extLst>
                  <a:ext uri="{FF2B5EF4-FFF2-40B4-BE49-F238E27FC236}">
                    <a16:creationId xmlns:a16="http://schemas.microsoft.com/office/drawing/2014/main" id="{972E4BA4-199B-6EF0-9AD8-FECCCC34CD43}"/>
                  </a:ext>
                </a:extLst>
              </p:cNvPr>
              <p:cNvSpPr/>
              <p:nvPr/>
            </p:nvSpPr>
            <p:spPr>
              <a:xfrm>
                <a:off x="6257292" y="2193322"/>
                <a:ext cx="414948" cy="451936"/>
              </a:xfrm>
              <a:custGeom>
                <a:avLst/>
                <a:gdLst/>
                <a:ahLst/>
                <a:cxnLst/>
                <a:rect l="l" t="t" r="r" b="b"/>
                <a:pathLst>
                  <a:path w="28113" h="30619" extrusionOk="0">
                    <a:moveTo>
                      <a:pt x="22190" y="0"/>
                    </a:moveTo>
                    <a:cubicBezTo>
                      <a:pt x="19547" y="0"/>
                      <a:pt x="16297" y="555"/>
                      <a:pt x="13038" y="2507"/>
                    </a:cubicBezTo>
                    <a:cubicBezTo>
                      <a:pt x="8330" y="5313"/>
                      <a:pt x="4528" y="12692"/>
                      <a:pt x="1" y="20433"/>
                    </a:cubicBezTo>
                    <a:cubicBezTo>
                      <a:pt x="1721" y="23421"/>
                      <a:pt x="11906" y="30392"/>
                      <a:pt x="14713" y="30619"/>
                    </a:cubicBezTo>
                    <a:cubicBezTo>
                      <a:pt x="18335" y="26092"/>
                      <a:pt x="21911" y="14548"/>
                      <a:pt x="21911" y="14548"/>
                    </a:cubicBezTo>
                    <a:lnTo>
                      <a:pt x="28113" y="968"/>
                    </a:lnTo>
                    <a:cubicBezTo>
                      <a:pt x="28113" y="968"/>
                      <a:pt x="25680" y="0"/>
                      <a:pt x="22190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5">
                <a:extLst>
                  <a:ext uri="{FF2B5EF4-FFF2-40B4-BE49-F238E27FC236}">
                    <a16:creationId xmlns:a16="http://schemas.microsoft.com/office/drawing/2014/main" id="{6F4B5675-0A66-A6D0-D03A-870072B96898}"/>
                  </a:ext>
                </a:extLst>
              </p:cNvPr>
              <p:cNvSpPr/>
              <p:nvPr/>
            </p:nvSpPr>
            <p:spPr>
              <a:xfrm>
                <a:off x="5912528" y="2279713"/>
                <a:ext cx="102907" cy="139703"/>
              </a:xfrm>
              <a:custGeom>
                <a:avLst/>
                <a:gdLst/>
                <a:ahLst/>
                <a:cxnLst/>
                <a:rect l="l" t="t" r="r" b="b"/>
                <a:pathLst>
                  <a:path w="6972" h="9465" extrusionOk="0">
                    <a:moveTo>
                      <a:pt x="2776" y="1"/>
                    </a:moveTo>
                    <a:cubicBezTo>
                      <a:pt x="2109" y="1"/>
                      <a:pt x="1394" y="296"/>
                      <a:pt x="951" y="592"/>
                    </a:cubicBezTo>
                    <a:cubicBezTo>
                      <a:pt x="181" y="1181"/>
                      <a:pt x="0" y="2131"/>
                      <a:pt x="0" y="2856"/>
                    </a:cubicBezTo>
                    <a:cubicBezTo>
                      <a:pt x="0" y="3263"/>
                      <a:pt x="0" y="3806"/>
                      <a:pt x="181" y="4168"/>
                    </a:cubicBezTo>
                    <a:cubicBezTo>
                      <a:pt x="951" y="6251"/>
                      <a:pt x="2445" y="8333"/>
                      <a:pt x="4346" y="9465"/>
                    </a:cubicBezTo>
                    <a:lnTo>
                      <a:pt x="6790" y="4757"/>
                    </a:lnTo>
                    <a:cubicBezTo>
                      <a:pt x="6971" y="3625"/>
                      <a:pt x="6383" y="2674"/>
                      <a:pt x="5840" y="1905"/>
                    </a:cubicBezTo>
                    <a:cubicBezTo>
                      <a:pt x="5070" y="1181"/>
                      <a:pt x="4346" y="230"/>
                      <a:pt x="3214" y="49"/>
                    </a:cubicBezTo>
                    <a:cubicBezTo>
                      <a:pt x="3073" y="16"/>
                      <a:pt x="2926" y="1"/>
                      <a:pt x="2776" y="1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5">
                <a:extLst>
                  <a:ext uri="{FF2B5EF4-FFF2-40B4-BE49-F238E27FC236}">
                    <a16:creationId xmlns:a16="http://schemas.microsoft.com/office/drawing/2014/main" id="{A1E21900-8676-B65E-75E5-6D4379B5F810}"/>
                  </a:ext>
                </a:extLst>
              </p:cNvPr>
              <p:cNvSpPr/>
              <p:nvPr/>
            </p:nvSpPr>
            <p:spPr>
              <a:xfrm>
                <a:off x="5873104" y="2196909"/>
                <a:ext cx="192441" cy="158360"/>
              </a:xfrm>
              <a:custGeom>
                <a:avLst/>
                <a:gdLst/>
                <a:ahLst/>
                <a:cxnLst/>
                <a:rect l="l" t="t" r="r" b="b"/>
                <a:pathLst>
                  <a:path w="13038" h="10729" extrusionOk="0">
                    <a:moveTo>
                      <a:pt x="9054" y="0"/>
                    </a:moveTo>
                    <a:cubicBezTo>
                      <a:pt x="7922" y="1313"/>
                      <a:pt x="5116" y="3939"/>
                      <a:pt x="3803" y="5070"/>
                    </a:cubicBezTo>
                    <a:cubicBezTo>
                      <a:pt x="2852" y="5840"/>
                      <a:pt x="1539" y="6383"/>
                      <a:pt x="770" y="7334"/>
                    </a:cubicBezTo>
                    <a:cubicBezTo>
                      <a:pt x="0" y="8103"/>
                      <a:pt x="227" y="8284"/>
                      <a:pt x="951" y="8873"/>
                    </a:cubicBezTo>
                    <a:cubicBezTo>
                      <a:pt x="1901" y="9416"/>
                      <a:pt x="3033" y="10186"/>
                      <a:pt x="4165" y="10548"/>
                    </a:cubicBezTo>
                    <a:cubicBezTo>
                      <a:pt x="4346" y="10548"/>
                      <a:pt x="4527" y="10729"/>
                      <a:pt x="4753" y="10729"/>
                    </a:cubicBezTo>
                    <a:cubicBezTo>
                      <a:pt x="4934" y="10548"/>
                      <a:pt x="5116" y="10548"/>
                      <a:pt x="5297" y="10367"/>
                    </a:cubicBezTo>
                    <a:cubicBezTo>
                      <a:pt x="6066" y="9778"/>
                      <a:pt x="6609" y="9054"/>
                      <a:pt x="7198" y="8466"/>
                    </a:cubicBezTo>
                    <a:cubicBezTo>
                      <a:pt x="8873" y="6609"/>
                      <a:pt x="11725" y="3395"/>
                      <a:pt x="13038" y="1313"/>
                    </a:cubicBezTo>
                    <a:lnTo>
                      <a:pt x="9054" y="0"/>
                    </a:lnTo>
                    <a:close/>
                  </a:path>
                </a:pathLst>
              </a:custGeom>
              <a:solidFill>
                <a:srgbClr val="4A73B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5">
                <a:extLst>
                  <a:ext uri="{FF2B5EF4-FFF2-40B4-BE49-F238E27FC236}">
                    <a16:creationId xmlns:a16="http://schemas.microsoft.com/office/drawing/2014/main" id="{D2313A2A-D53C-06AB-EC38-2EBB8B9AD2CD}"/>
                  </a:ext>
                </a:extLst>
              </p:cNvPr>
              <p:cNvSpPr/>
              <p:nvPr/>
            </p:nvSpPr>
            <p:spPr>
              <a:xfrm>
                <a:off x="6026770" y="2171360"/>
                <a:ext cx="100250" cy="90995"/>
              </a:xfrm>
              <a:custGeom>
                <a:avLst/>
                <a:gdLst/>
                <a:ahLst/>
                <a:cxnLst/>
                <a:rect l="l" t="t" r="r" b="b"/>
                <a:pathLst>
                  <a:path w="6792" h="6165" extrusionOk="0">
                    <a:moveTo>
                      <a:pt x="3586" y="1"/>
                    </a:moveTo>
                    <a:cubicBezTo>
                      <a:pt x="2689" y="1"/>
                      <a:pt x="1789" y="381"/>
                      <a:pt x="1133" y="1143"/>
                    </a:cubicBezTo>
                    <a:cubicBezTo>
                      <a:pt x="1" y="2682"/>
                      <a:pt x="182" y="4538"/>
                      <a:pt x="1314" y="5489"/>
                    </a:cubicBezTo>
                    <a:cubicBezTo>
                      <a:pt x="1851" y="5952"/>
                      <a:pt x="2487" y="6165"/>
                      <a:pt x="3128" y="6165"/>
                    </a:cubicBezTo>
                    <a:cubicBezTo>
                      <a:pt x="4054" y="6165"/>
                      <a:pt x="4991" y="5721"/>
                      <a:pt x="5660" y="4945"/>
                    </a:cubicBezTo>
                    <a:cubicBezTo>
                      <a:pt x="6791" y="3587"/>
                      <a:pt x="6791" y="1731"/>
                      <a:pt x="5433" y="600"/>
                    </a:cubicBezTo>
                    <a:cubicBezTo>
                      <a:pt x="4882" y="200"/>
                      <a:pt x="4235" y="1"/>
                      <a:pt x="3586" y="1"/>
                    </a:cubicBezTo>
                    <a:close/>
                  </a:path>
                </a:pathLst>
              </a:custGeom>
              <a:solidFill>
                <a:srgbClr val="EC64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5">
                <a:extLst>
                  <a:ext uri="{FF2B5EF4-FFF2-40B4-BE49-F238E27FC236}">
                    <a16:creationId xmlns:a16="http://schemas.microsoft.com/office/drawing/2014/main" id="{F745FD71-2E28-4AB7-4887-D43664205977}"/>
                  </a:ext>
                </a:extLst>
              </p:cNvPr>
              <p:cNvSpPr/>
              <p:nvPr/>
            </p:nvSpPr>
            <p:spPr>
              <a:xfrm>
                <a:off x="5979331" y="2113382"/>
                <a:ext cx="138995" cy="146582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9931" extrusionOk="0">
                    <a:moveTo>
                      <a:pt x="5478" y="1"/>
                    </a:moveTo>
                    <a:lnTo>
                      <a:pt x="1" y="7153"/>
                    </a:lnTo>
                    <a:lnTo>
                      <a:pt x="3396" y="9779"/>
                    </a:lnTo>
                    <a:cubicBezTo>
                      <a:pt x="3551" y="9875"/>
                      <a:pt x="3705" y="9931"/>
                      <a:pt x="3878" y="9931"/>
                    </a:cubicBezTo>
                    <a:cubicBezTo>
                      <a:pt x="4109" y="9931"/>
                      <a:pt x="4372" y="9831"/>
                      <a:pt x="4709" y="9598"/>
                    </a:cubicBezTo>
                    <a:cubicBezTo>
                      <a:pt x="6610" y="8466"/>
                      <a:pt x="7923" y="6610"/>
                      <a:pt x="9236" y="4528"/>
                    </a:cubicBezTo>
                    <a:cubicBezTo>
                      <a:pt x="9417" y="4120"/>
                      <a:pt x="9417" y="3577"/>
                      <a:pt x="9055" y="3215"/>
                    </a:cubicBezTo>
                    <a:lnTo>
                      <a:pt x="5478" y="1"/>
                    </a:lnTo>
                    <a:close/>
                  </a:path>
                </a:pathLst>
              </a:custGeom>
              <a:solidFill>
                <a:srgbClr val="6F9C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5">
                <a:extLst>
                  <a:ext uri="{FF2B5EF4-FFF2-40B4-BE49-F238E27FC236}">
                    <a16:creationId xmlns:a16="http://schemas.microsoft.com/office/drawing/2014/main" id="{212DE98B-9EC3-C893-7229-52D50F1A400B}"/>
                  </a:ext>
                </a:extLst>
              </p:cNvPr>
              <p:cNvSpPr/>
              <p:nvPr/>
            </p:nvSpPr>
            <p:spPr>
              <a:xfrm>
                <a:off x="5965309" y="2113500"/>
                <a:ext cx="105578" cy="106390"/>
              </a:xfrm>
              <a:custGeom>
                <a:avLst/>
                <a:gdLst/>
                <a:ahLst/>
                <a:cxnLst/>
                <a:rect l="l" t="t" r="r" b="b"/>
                <a:pathLst>
                  <a:path w="7153" h="7208" extrusionOk="0">
                    <a:moveTo>
                      <a:pt x="5848" y="1"/>
                    </a:moveTo>
                    <a:cubicBezTo>
                      <a:pt x="4919" y="1"/>
                      <a:pt x="3461" y="914"/>
                      <a:pt x="2264" y="2437"/>
                    </a:cubicBezTo>
                    <a:cubicBezTo>
                      <a:pt x="770" y="4338"/>
                      <a:pt x="0" y="6376"/>
                      <a:pt x="770" y="6964"/>
                    </a:cubicBezTo>
                    <a:cubicBezTo>
                      <a:pt x="927" y="7130"/>
                      <a:pt x="1138" y="7208"/>
                      <a:pt x="1389" y="7208"/>
                    </a:cubicBezTo>
                    <a:cubicBezTo>
                      <a:pt x="2298" y="7208"/>
                      <a:pt x="3719" y="6191"/>
                      <a:pt x="4889" y="4701"/>
                    </a:cubicBezTo>
                    <a:cubicBezTo>
                      <a:pt x="6610" y="2799"/>
                      <a:pt x="7153" y="717"/>
                      <a:pt x="6428" y="174"/>
                    </a:cubicBezTo>
                    <a:cubicBezTo>
                      <a:pt x="6276" y="57"/>
                      <a:pt x="6078" y="1"/>
                      <a:pt x="5848" y="1"/>
                    </a:cubicBezTo>
                    <a:close/>
                  </a:path>
                </a:pathLst>
              </a:custGeom>
              <a:solidFill>
                <a:srgbClr val="4A73B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5">
                <a:extLst>
                  <a:ext uri="{FF2B5EF4-FFF2-40B4-BE49-F238E27FC236}">
                    <a16:creationId xmlns:a16="http://schemas.microsoft.com/office/drawing/2014/main" id="{ECFD6024-33E6-93A9-F929-4A755BD683DD}"/>
                  </a:ext>
                </a:extLst>
              </p:cNvPr>
              <p:cNvSpPr/>
              <p:nvPr/>
            </p:nvSpPr>
            <p:spPr>
              <a:xfrm>
                <a:off x="5812293" y="1963052"/>
                <a:ext cx="247909" cy="245459"/>
              </a:xfrm>
              <a:custGeom>
                <a:avLst/>
                <a:gdLst/>
                <a:ahLst/>
                <a:cxnLst/>
                <a:rect l="l" t="t" r="r" b="b"/>
                <a:pathLst>
                  <a:path w="16796" h="16630" extrusionOk="0">
                    <a:moveTo>
                      <a:pt x="11137" y="0"/>
                    </a:moveTo>
                    <a:lnTo>
                      <a:pt x="1" y="13581"/>
                    </a:lnTo>
                    <a:cubicBezTo>
                      <a:pt x="1" y="13581"/>
                      <a:pt x="7515" y="15075"/>
                      <a:pt x="11137" y="16569"/>
                    </a:cubicBezTo>
                    <a:cubicBezTo>
                      <a:pt x="11291" y="16610"/>
                      <a:pt x="11444" y="16630"/>
                      <a:pt x="11597" y="16630"/>
                    </a:cubicBezTo>
                    <a:cubicBezTo>
                      <a:pt x="12931" y="16630"/>
                      <a:pt x="14204" y="15158"/>
                      <a:pt x="14894" y="14305"/>
                    </a:cubicBezTo>
                    <a:cubicBezTo>
                      <a:pt x="16795" y="11861"/>
                      <a:pt x="16569" y="10729"/>
                      <a:pt x="16569" y="10729"/>
                    </a:cubicBezTo>
                    <a:cubicBezTo>
                      <a:pt x="13581" y="7153"/>
                      <a:pt x="11137" y="0"/>
                      <a:pt x="11137" y="0"/>
                    </a:cubicBezTo>
                    <a:close/>
                  </a:path>
                </a:pathLst>
              </a:custGeom>
              <a:solidFill>
                <a:srgbClr val="EC64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5">
                <a:extLst>
                  <a:ext uri="{FF2B5EF4-FFF2-40B4-BE49-F238E27FC236}">
                    <a16:creationId xmlns:a16="http://schemas.microsoft.com/office/drawing/2014/main" id="{50314317-7BED-1F1B-FAED-BD8F1F2AE2DA}"/>
                  </a:ext>
                </a:extLst>
              </p:cNvPr>
              <p:cNvSpPr/>
              <p:nvPr/>
            </p:nvSpPr>
            <p:spPr>
              <a:xfrm>
                <a:off x="5734124" y="1911908"/>
                <a:ext cx="267274" cy="259451"/>
              </a:xfrm>
              <a:custGeom>
                <a:avLst/>
                <a:gdLst/>
                <a:ahLst/>
                <a:cxnLst/>
                <a:rect l="l" t="t" r="r" b="b"/>
                <a:pathLst>
                  <a:path w="18108" h="17578" extrusionOk="0">
                    <a:moveTo>
                      <a:pt x="13264" y="0"/>
                    </a:moveTo>
                    <a:cubicBezTo>
                      <a:pt x="10697" y="0"/>
                      <a:pt x="7336" y="1947"/>
                      <a:pt x="4708" y="5140"/>
                    </a:cubicBezTo>
                    <a:cubicBezTo>
                      <a:pt x="1132" y="9667"/>
                      <a:pt x="0" y="14782"/>
                      <a:pt x="2445" y="16865"/>
                    </a:cubicBezTo>
                    <a:cubicBezTo>
                      <a:pt x="3079" y="17346"/>
                      <a:pt x="3881" y="17578"/>
                      <a:pt x="4783" y="17578"/>
                    </a:cubicBezTo>
                    <a:cubicBezTo>
                      <a:pt x="7358" y="17578"/>
                      <a:pt x="10751" y="15690"/>
                      <a:pt x="13400" y="12338"/>
                    </a:cubicBezTo>
                    <a:cubicBezTo>
                      <a:pt x="17157" y="7992"/>
                      <a:pt x="18108" y="2696"/>
                      <a:pt x="15663" y="794"/>
                    </a:cubicBezTo>
                    <a:cubicBezTo>
                      <a:pt x="15015" y="254"/>
                      <a:pt x="14191" y="0"/>
                      <a:pt x="13264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5">
                <a:extLst>
                  <a:ext uri="{FF2B5EF4-FFF2-40B4-BE49-F238E27FC236}">
                    <a16:creationId xmlns:a16="http://schemas.microsoft.com/office/drawing/2014/main" id="{8B827EC7-ACC3-2204-ABE0-E0F2DE21E2A6}"/>
                  </a:ext>
                </a:extLst>
              </p:cNvPr>
              <p:cNvSpPr/>
              <p:nvPr/>
            </p:nvSpPr>
            <p:spPr>
              <a:xfrm>
                <a:off x="5756175" y="1931288"/>
                <a:ext cx="220500" cy="217813"/>
              </a:xfrm>
              <a:custGeom>
                <a:avLst/>
                <a:gdLst/>
                <a:ahLst/>
                <a:cxnLst/>
                <a:rect l="l" t="t" r="r" b="b"/>
                <a:pathLst>
                  <a:path w="14939" h="14757" extrusionOk="0">
                    <a:moveTo>
                      <a:pt x="11255" y="0"/>
                    </a:moveTo>
                    <a:cubicBezTo>
                      <a:pt x="9151" y="0"/>
                      <a:pt x="6261" y="1775"/>
                      <a:pt x="3984" y="4597"/>
                    </a:cubicBezTo>
                    <a:cubicBezTo>
                      <a:pt x="951" y="8354"/>
                      <a:pt x="0" y="12700"/>
                      <a:pt x="1901" y="14194"/>
                    </a:cubicBezTo>
                    <a:cubicBezTo>
                      <a:pt x="2372" y="14575"/>
                      <a:pt x="2968" y="14756"/>
                      <a:pt x="3647" y="14756"/>
                    </a:cubicBezTo>
                    <a:cubicBezTo>
                      <a:pt x="5709" y="14756"/>
                      <a:pt x="8537" y="13082"/>
                      <a:pt x="10955" y="10255"/>
                    </a:cubicBezTo>
                    <a:cubicBezTo>
                      <a:pt x="13988" y="6498"/>
                      <a:pt x="14939" y="2152"/>
                      <a:pt x="13038" y="613"/>
                    </a:cubicBezTo>
                    <a:cubicBezTo>
                      <a:pt x="12564" y="196"/>
                      <a:pt x="11953" y="0"/>
                      <a:pt x="11255" y="0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5">
                <a:extLst>
                  <a:ext uri="{FF2B5EF4-FFF2-40B4-BE49-F238E27FC236}">
                    <a16:creationId xmlns:a16="http://schemas.microsoft.com/office/drawing/2014/main" id="{92F6E077-F4FA-D4A8-FE79-8DC6760C7167}"/>
                  </a:ext>
                </a:extLst>
              </p:cNvPr>
              <p:cNvSpPr/>
              <p:nvPr/>
            </p:nvSpPr>
            <p:spPr>
              <a:xfrm>
                <a:off x="5837016" y="2007140"/>
                <a:ext cx="102921" cy="103586"/>
              </a:xfrm>
              <a:custGeom>
                <a:avLst/>
                <a:gdLst/>
                <a:ahLst/>
                <a:cxnLst/>
                <a:rect l="l" t="t" r="r" b="b"/>
                <a:pathLst>
                  <a:path w="6973" h="7018" extrusionOk="0">
                    <a:moveTo>
                      <a:pt x="2672" y="1"/>
                    </a:moveTo>
                    <a:lnTo>
                      <a:pt x="1" y="3215"/>
                    </a:lnTo>
                    <a:cubicBezTo>
                      <a:pt x="1721" y="4754"/>
                      <a:pt x="2853" y="6067"/>
                      <a:pt x="3577" y="7018"/>
                    </a:cubicBezTo>
                    <a:cubicBezTo>
                      <a:pt x="4165" y="6429"/>
                      <a:pt x="4935" y="5886"/>
                      <a:pt x="5478" y="5116"/>
                    </a:cubicBezTo>
                    <a:cubicBezTo>
                      <a:pt x="6067" y="4347"/>
                      <a:pt x="6610" y="3622"/>
                      <a:pt x="6972" y="2853"/>
                    </a:cubicBezTo>
                    <a:cubicBezTo>
                      <a:pt x="5840" y="2264"/>
                      <a:pt x="4346" y="1540"/>
                      <a:pt x="2672" y="1"/>
                    </a:cubicBezTo>
                    <a:close/>
                  </a:path>
                </a:pathLst>
              </a:custGeom>
              <a:solidFill>
                <a:srgbClr val="2122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5">
                <a:extLst>
                  <a:ext uri="{FF2B5EF4-FFF2-40B4-BE49-F238E27FC236}">
                    <a16:creationId xmlns:a16="http://schemas.microsoft.com/office/drawing/2014/main" id="{3E574F2E-BAD6-4FA1-A0BA-8EA151BCB9F4}"/>
                  </a:ext>
                </a:extLst>
              </p:cNvPr>
              <p:cNvSpPr/>
              <p:nvPr/>
            </p:nvSpPr>
            <p:spPr>
              <a:xfrm>
                <a:off x="5829001" y="2005103"/>
                <a:ext cx="52797" cy="51822"/>
              </a:xfrm>
              <a:custGeom>
                <a:avLst/>
                <a:gdLst/>
                <a:ahLst/>
                <a:cxnLst/>
                <a:rect l="l" t="t" r="r" b="b"/>
                <a:pathLst>
                  <a:path w="3577" h="3511" extrusionOk="0">
                    <a:moveTo>
                      <a:pt x="2701" y="1"/>
                    </a:moveTo>
                    <a:cubicBezTo>
                      <a:pt x="2154" y="1"/>
                      <a:pt x="1490" y="382"/>
                      <a:pt x="951" y="1089"/>
                    </a:cubicBezTo>
                    <a:cubicBezTo>
                      <a:pt x="182" y="2040"/>
                      <a:pt x="0" y="2991"/>
                      <a:pt x="544" y="3353"/>
                    </a:cubicBezTo>
                    <a:cubicBezTo>
                      <a:pt x="650" y="3459"/>
                      <a:pt x="791" y="3510"/>
                      <a:pt x="954" y="3510"/>
                    </a:cubicBezTo>
                    <a:cubicBezTo>
                      <a:pt x="1415" y="3510"/>
                      <a:pt x="2058" y="3104"/>
                      <a:pt x="2626" y="2402"/>
                    </a:cubicBezTo>
                    <a:cubicBezTo>
                      <a:pt x="3396" y="1678"/>
                      <a:pt x="3577" y="546"/>
                      <a:pt x="3215" y="139"/>
                    </a:cubicBezTo>
                    <a:cubicBezTo>
                      <a:pt x="3064" y="46"/>
                      <a:pt x="2889" y="1"/>
                      <a:pt x="27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5">
                <a:extLst>
                  <a:ext uri="{FF2B5EF4-FFF2-40B4-BE49-F238E27FC236}">
                    <a16:creationId xmlns:a16="http://schemas.microsoft.com/office/drawing/2014/main" id="{9A49B4C5-8C68-C0D3-5125-2A2731693624}"/>
                  </a:ext>
                </a:extLst>
              </p:cNvPr>
              <p:cNvSpPr/>
              <p:nvPr/>
            </p:nvSpPr>
            <p:spPr>
              <a:xfrm>
                <a:off x="5943258" y="2243979"/>
                <a:ext cx="105578" cy="130670"/>
              </a:xfrm>
              <a:custGeom>
                <a:avLst/>
                <a:gdLst/>
                <a:ahLst/>
                <a:cxnLst/>
                <a:rect l="l" t="t" r="r" b="b"/>
                <a:pathLst>
                  <a:path w="7153" h="8853" extrusionOk="0">
                    <a:moveTo>
                      <a:pt x="955" y="0"/>
                    </a:moveTo>
                    <a:cubicBezTo>
                      <a:pt x="822" y="0"/>
                      <a:pt x="685" y="9"/>
                      <a:pt x="544" y="25"/>
                    </a:cubicBezTo>
                    <a:cubicBezTo>
                      <a:pt x="363" y="25"/>
                      <a:pt x="0" y="206"/>
                      <a:pt x="0" y="387"/>
                    </a:cubicBezTo>
                    <a:cubicBezTo>
                      <a:pt x="0" y="569"/>
                      <a:pt x="181" y="750"/>
                      <a:pt x="181" y="750"/>
                    </a:cubicBezTo>
                    <a:cubicBezTo>
                      <a:pt x="1132" y="1519"/>
                      <a:pt x="1856" y="2289"/>
                      <a:pt x="2264" y="3420"/>
                    </a:cubicBezTo>
                    <a:lnTo>
                      <a:pt x="2264" y="5095"/>
                    </a:lnTo>
                    <a:cubicBezTo>
                      <a:pt x="2445" y="6589"/>
                      <a:pt x="3169" y="7947"/>
                      <a:pt x="4301" y="8853"/>
                    </a:cubicBezTo>
                    <a:lnTo>
                      <a:pt x="7153" y="8310"/>
                    </a:lnTo>
                    <a:cubicBezTo>
                      <a:pt x="6791" y="6227"/>
                      <a:pt x="6202" y="3964"/>
                      <a:pt x="4708" y="2470"/>
                    </a:cubicBezTo>
                    <a:cubicBezTo>
                      <a:pt x="3661" y="1255"/>
                      <a:pt x="2613" y="0"/>
                      <a:pt x="955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5">
                <a:extLst>
                  <a:ext uri="{FF2B5EF4-FFF2-40B4-BE49-F238E27FC236}">
                    <a16:creationId xmlns:a16="http://schemas.microsoft.com/office/drawing/2014/main" id="{B879F400-8B80-082D-EA0C-D00F35E5C619}"/>
                  </a:ext>
                </a:extLst>
              </p:cNvPr>
              <p:cNvSpPr/>
              <p:nvPr/>
            </p:nvSpPr>
            <p:spPr>
              <a:xfrm>
                <a:off x="5898491" y="2269071"/>
                <a:ext cx="38760" cy="33417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2264" extrusionOk="0">
                    <a:moveTo>
                      <a:pt x="363" y="0"/>
                    </a:moveTo>
                    <a:cubicBezTo>
                      <a:pt x="363" y="181"/>
                      <a:pt x="181" y="362"/>
                      <a:pt x="0" y="589"/>
                    </a:cubicBezTo>
                    <a:lnTo>
                      <a:pt x="0" y="1494"/>
                    </a:lnTo>
                    <a:lnTo>
                      <a:pt x="363" y="1313"/>
                    </a:lnTo>
                    <a:cubicBezTo>
                      <a:pt x="544" y="1313"/>
                      <a:pt x="1313" y="2264"/>
                      <a:pt x="1902" y="2264"/>
                    </a:cubicBezTo>
                    <a:cubicBezTo>
                      <a:pt x="2083" y="2264"/>
                      <a:pt x="2264" y="2264"/>
                      <a:pt x="2445" y="2083"/>
                    </a:cubicBezTo>
                    <a:lnTo>
                      <a:pt x="2626" y="2083"/>
                    </a:lnTo>
                    <a:lnTo>
                      <a:pt x="2626" y="1902"/>
                    </a:lnTo>
                    <a:cubicBezTo>
                      <a:pt x="2445" y="1132"/>
                      <a:pt x="1902" y="589"/>
                      <a:pt x="1313" y="181"/>
                    </a:cubicBezTo>
                    <a:cubicBezTo>
                      <a:pt x="1132" y="0"/>
                      <a:pt x="1132" y="0"/>
                      <a:pt x="951" y="0"/>
                    </a:cubicBez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5">
                <a:extLst>
                  <a:ext uri="{FF2B5EF4-FFF2-40B4-BE49-F238E27FC236}">
                    <a16:creationId xmlns:a16="http://schemas.microsoft.com/office/drawing/2014/main" id="{C2902E9D-46C6-3DB5-DFC7-22B805F7C830}"/>
                  </a:ext>
                </a:extLst>
              </p:cNvPr>
              <p:cNvSpPr/>
              <p:nvPr/>
            </p:nvSpPr>
            <p:spPr>
              <a:xfrm>
                <a:off x="5909841" y="2255034"/>
                <a:ext cx="38775" cy="33431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2265" extrusionOk="0">
                    <a:moveTo>
                      <a:pt x="906" y="1"/>
                    </a:moveTo>
                    <a:cubicBezTo>
                      <a:pt x="725" y="1"/>
                      <a:pt x="544" y="1"/>
                      <a:pt x="544" y="182"/>
                    </a:cubicBezTo>
                    <a:cubicBezTo>
                      <a:pt x="363" y="182"/>
                      <a:pt x="363" y="408"/>
                      <a:pt x="182" y="589"/>
                    </a:cubicBezTo>
                    <a:cubicBezTo>
                      <a:pt x="182" y="951"/>
                      <a:pt x="1" y="1132"/>
                      <a:pt x="182" y="1540"/>
                    </a:cubicBezTo>
                    <a:lnTo>
                      <a:pt x="363" y="1132"/>
                    </a:lnTo>
                    <a:lnTo>
                      <a:pt x="725" y="1540"/>
                    </a:lnTo>
                    <a:cubicBezTo>
                      <a:pt x="906" y="1721"/>
                      <a:pt x="1133" y="1721"/>
                      <a:pt x="1314" y="1902"/>
                    </a:cubicBezTo>
                    <a:cubicBezTo>
                      <a:pt x="1495" y="2083"/>
                      <a:pt x="1676" y="2083"/>
                      <a:pt x="1857" y="2264"/>
                    </a:cubicBezTo>
                    <a:cubicBezTo>
                      <a:pt x="2264" y="2264"/>
                      <a:pt x="2445" y="2264"/>
                      <a:pt x="2627" y="2083"/>
                    </a:cubicBezTo>
                    <a:lnTo>
                      <a:pt x="2627" y="1902"/>
                    </a:lnTo>
                    <a:cubicBezTo>
                      <a:pt x="2627" y="1132"/>
                      <a:pt x="2038" y="589"/>
                      <a:pt x="1495" y="182"/>
                    </a:cubicBezTo>
                    <a:cubicBezTo>
                      <a:pt x="1314" y="182"/>
                      <a:pt x="1133" y="1"/>
                      <a:pt x="906" y="1"/>
                    </a:cubicBez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5">
                <a:extLst>
                  <a:ext uri="{FF2B5EF4-FFF2-40B4-BE49-F238E27FC236}">
                    <a16:creationId xmlns:a16="http://schemas.microsoft.com/office/drawing/2014/main" id="{FAE5C238-EB96-E661-4E72-19420D4F2D4F}"/>
                  </a:ext>
                </a:extLst>
              </p:cNvPr>
              <p:cNvSpPr/>
              <p:nvPr/>
            </p:nvSpPr>
            <p:spPr>
              <a:xfrm>
                <a:off x="5923214" y="2240997"/>
                <a:ext cx="39439" cy="33431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2265" extrusionOk="0">
                    <a:moveTo>
                      <a:pt x="951" y="1"/>
                    </a:moveTo>
                    <a:cubicBezTo>
                      <a:pt x="770" y="1"/>
                      <a:pt x="589" y="1"/>
                      <a:pt x="408" y="227"/>
                    </a:cubicBezTo>
                    <a:cubicBezTo>
                      <a:pt x="227" y="227"/>
                      <a:pt x="227" y="408"/>
                      <a:pt x="227" y="589"/>
                    </a:cubicBezTo>
                    <a:cubicBezTo>
                      <a:pt x="0" y="952"/>
                      <a:pt x="0" y="1359"/>
                      <a:pt x="0" y="1721"/>
                    </a:cubicBezTo>
                    <a:lnTo>
                      <a:pt x="408" y="1359"/>
                    </a:lnTo>
                    <a:lnTo>
                      <a:pt x="589" y="1540"/>
                    </a:lnTo>
                    <a:cubicBezTo>
                      <a:pt x="951" y="1721"/>
                      <a:pt x="1132" y="1902"/>
                      <a:pt x="1358" y="1902"/>
                    </a:cubicBezTo>
                    <a:cubicBezTo>
                      <a:pt x="1539" y="2083"/>
                      <a:pt x="1721" y="2264"/>
                      <a:pt x="1902" y="2264"/>
                    </a:cubicBezTo>
                    <a:lnTo>
                      <a:pt x="2490" y="2264"/>
                    </a:lnTo>
                    <a:cubicBezTo>
                      <a:pt x="2490" y="2083"/>
                      <a:pt x="2671" y="2083"/>
                      <a:pt x="2671" y="2083"/>
                    </a:cubicBezTo>
                    <a:lnTo>
                      <a:pt x="2671" y="1902"/>
                    </a:lnTo>
                    <a:cubicBezTo>
                      <a:pt x="2490" y="1359"/>
                      <a:pt x="1902" y="589"/>
                      <a:pt x="1358" y="227"/>
                    </a:cubicBezTo>
                    <a:cubicBezTo>
                      <a:pt x="1132" y="227"/>
                      <a:pt x="951" y="227"/>
                      <a:pt x="951" y="1"/>
                    </a:cubicBez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5">
                <a:extLst>
                  <a:ext uri="{FF2B5EF4-FFF2-40B4-BE49-F238E27FC236}">
                    <a16:creationId xmlns:a16="http://schemas.microsoft.com/office/drawing/2014/main" id="{8E148A4B-216A-A5AE-EDE0-8A0A8D1D804E}"/>
                  </a:ext>
                </a:extLst>
              </p:cNvPr>
              <p:cNvSpPr/>
              <p:nvPr/>
            </p:nvSpPr>
            <p:spPr>
              <a:xfrm>
                <a:off x="5934564" y="2230311"/>
                <a:ext cx="38775" cy="32752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2219" extrusionOk="0">
                    <a:moveTo>
                      <a:pt x="589" y="1"/>
                    </a:moveTo>
                    <a:lnTo>
                      <a:pt x="182" y="363"/>
                    </a:lnTo>
                    <a:cubicBezTo>
                      <a:pt x="182" y="725"/>
                      <a:pt x="1" y="1132"/>
                      <a:pt x="1" y="1495"/>
                    </a:cubicBezTo>
                    <a:lnTo>
                      <a:pt x="363" y="1132"/>
                    </a:lnTo>
                    <a:cubicBezTo>
                      <a:pt x="589" y="1313"/>
                      <a:pt x="589" y="1313"/>
                      <a:pt x="770" y="1313"/>
                    </a:cubicBezTo>
                    <a:lnTo>
                      <a:pt x="1314" y="1857"/>
                    </a:lnTo>
                    <a:cubicBezTo>
                      <a:pt x="1495" y="1857"/>
                      <a:pt x="1721" y="2083"/>
                      <a:pt x="1902" y="2083"/>
                    </a:cubicBezTo>
                    <a:cubicBezTo>
                      <a:pt x="1993" y="2174"/>
                      <a:pt x="2129" y="2219"/>
                      <a:pt x="2264" y="2219"/>
                    </a:cubicBezTo>
                    <a:cubicBezTo>
                      <a:pt x="2400" y="2219"/>
                      <a:pt x="2536" y="2174"/>
                      <a:pt x="2626" y="2083"/>
                    </a:cubicBezTo>
                    <a:lnTo>
                      <a:pt x="2626" y="1857"/>
                    </a:lnTo>
                    <a:cubicBezTo>
                      <a:pt x="2626" y="1132"/>
                      <a:pt x="2083" y="544"/>
                      <a:pt x="1314" y="182"/>
                    </a:cubicBezTo>
                    <a:cubicBezTo>
                      <a:pt x="1314" y="1"/>
                      <a:pt x="1133" y="1"/>
                      <a:pt x="952" y="1"/>
                    </a:cubicBez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5">
                <a:extLst>
                  <a:ext uri="{FF2B5EF4-FFF2-40B4-BE49-F238E27FC236}">
                    <a16:creationId xmlns:a16="http://schemas.microsoft.com/office/drawing/2014/main" id="{0746CD84-0968-65A9-B577-4F577BFC5EB5}"/>
                  </a:ext>
                </a:extLst>
              </p:cNvPr>
              <p:cNvSpPr/>
              <p:nvPr/>
            </p:nvSpPr>
            <p:spPr>
              <a:xfrm>
                <a:off x="5979331" y="2305144"/>
                <a:ext cx="16723" cy="69505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4709" fill="none" extrusionOk="0">
                    <a:moveTo>
                      <a:pt x="1" y="1"/>
                    </a:moveTo>
                    <a:cubicBezTo>
                      <a:pt x="1" y="1"/>
                      <a:pt x="1" y="3577"/>
                      <a:pt x="1133" y="4709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5">
                <a:extLst>
                  <a:ext uri="{FF2B5EF4-FFF2-40B4-BE49-F238E27FC236}">
                    <a16:creationId xmlns:a16="http://schemas.microsoft.com/office/drawing/2014/main" id="{35143196-B647-C794-9537-67D2485B5763}"/>
                  </a:ext>
                </a:extLst>
              </p:cNvPr>
              <p:cNvSpPr/>
              <p:nvPr/>
            </p:nvSpPr>
            <p:spPr>
              <a:xfrm>
                <a:off x="6377571" y="2171492"/>
                <a:ext cx="731653" cy="1046794"/>
              </a:xfrm>
              <a:custGeom>
                <a:avLst/>
                <a:gdLst/>
                <a:ahLst/>
                <a:cxnLst/>
                <a:rect l="l" t="t" r="r" b="b"/>
                <a:pathLst>
                  <a:path w="49570" h="70921" extrusionOk="0">
                    <a:moveTo>
                      <a:pt x="21169" y="1"/>
                    </a:moveTo>
                    <a:cubicBezTo>
                      <a:pt x="21120" y="1"/>
                      <a:pt x="21095" y="2"/>
                      <a:pt x="21095" y="2"/>
                    </a:cubicBezTo>
                    <a:lnTo>
                      <a:pt x="12042" y="5661"/>
                    </a:lnTo>
                    <a:lnTo>
                      <a:pt x="2264" y="13764"/>
                    </a:lnTo>
                    <a:lnTo>
                      <a:pt x="0" y="67905"/>
                    </a:lnTo>
                    <a:cubicBezTo>
                      <a:pt x="0" y="67905"/>
                      <a:pt x="11394" y="70920"/>
                      <a:pt x="25279" y="70920"/>
                    </a:cubicBezTo>
                    <a:cubicBezTo>
                      <a:pt x="33116" y="70920"/>
                      <a:pt x="41746" y="69960"/>
                      <a:pt x="49569" y="66955"/>
                    </a:cubicBezTo>
                    <a:cubicBezTo>
                      <a:pt x="49207" y="55094"/>
                      <a:pt x="47306" y="22818"/>
                      <a:pt x="38479" y="11727"/>
                    </a:cubicBezTo>
                    <a:cubicBezTo>
                      <a:pt x="29381" y="323"/>
                      <a:pt x="21977" y="1"/>
                      <a:pt x="21169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5">
                <a:extLst>
                  <a:ext uri="{FF2B5EF4-FFF2-40B4-BE49-F238E27FC236}">
                    <a16:creationId xmlns:a16="http://schemas.microsoft.com/office/drawing/2014/main" id="{18A53B4C-01F3-CA0E-9BDA-4ED2300074E1}"/>
                  </a:ext>
                </a:extLst>
              </p:cNvPr>
              <p:cNvSpPr/>
              <p:nvPr/>
            </p:nvSpPr>
            <p:spPr>
              <a:xfrm>
                <a:off x="6402294" y="2374634"/>
                <a:ext cx="8694" cy="217179"/>
              </a:xfrm>
              <a:custGeom>
                <a:avLst/>
                <a:gdLst/>
                <a:ahLst/>
                <a:cxnLst/>
                <a:rect l="l" t="t" r="r" b="b"/>
                <a:pathLst>
                  <a:path w="589" h="14714" fill="none" extrusionOk="0">
                    <a:moveTo>
                      <a:pt x="0" y="14713"/>
                    </a:moveTo>
                    <a:cubicBezTo>
                      <a:pt x="0" y="14713"/>
                      <a:pt x="589" y="6067"/>
                      <a:pt x="589" y="1"/>
                    </a:cubicBezTo>
                  </a:path>
                </a:pathLst>
              </a:custGeom>
              <a:noFill/>
              <a:ln w="14700" cap="flat" cmpd="sng">
                <a:solidFill>
                  <a:srgbClr val="28316B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5">
                <a:extLst>
                  <a:ext uri="{FF2B5EF4-FFF2-40B4-BE49-F238E27FC236}">
                    <a16:creationId xmlns:a16="http://schemas.microsoft.com/office/drawing/2014/main" id="{DCA9AC72-56D5-F56E-FABA-1B32C05A0AEC}"/>
                  </a:ext>
                </a:extLst>
              </p:cNvPr>
              <p:cNvSpPr/>
              <p:nvPr/>
            </p:nvSpPr>
            <p:spPr>
              <a:xfrm>
                <a:off x="7440616" y="2269026"/>
                <a:ext cx="161711" cy="205858"/>
              </a:xfrm>
              <a:custGeom>
                <a:avLst/>
                <a:gdLst/>
                <a:ahLst/>
                <a:cxnLst/>
                <a:rect l="l" t="t" r="r" b="b"/>
                <a:pathLst>
                  <a:path w="10956" h="13947" extrusionOk="0">
                    <a:moveTo>
                      <a:pt x="7909" y="0"/>
                    </a:moveTo>
                    <a:cubicBezTo>
                      <a:pt x="7401" y="0"/>
                      <a:pt x="1" y="8287"/>
                      <a:pt x="1" y="8287"/>
                    </a:cubicBezTo>
                    <a:lnTo>
                      <a:pt x="2672" y="13946"/>
                    </a:lnTo>
                    <a:lnTo>
                      <a:pt x="6248" y="9057"/>
                    </a:lnTo>
                    <a:cubicBezTo>
                      <a:pt x="6248" y="9057"/>
                      <a:pt x="10956" y="3217"/>
                      <a:pt x="10775" y="2448"/>
                    </a:cubicBezTo>
                    <a:cubicBezTo>
                      <a:pt x="10747" y="2411"/>
                      <a:pt x="10705" y="2394"/>
                      <a:pt x="10651" y="2394"/>
                    </a:cubicBezTo>
                    <a:cubicBezTo>
                      <a:pt x="9901" y="2394"/>
                      <a:pt x="6791" y="5662"/>
                      <a:pt x="6791" y="5662"/>
                    </a:cubicBezTo>
                    <a:cubicBezTo>
                      <a:pt x="6791" y="5662"/>
                      <a:pt x="10186" y="1723"/>
                      <a:pt x="9824" y="954"/>
                    </a:cubicBezTo>
                    <a:cubicBezTo>
                      <a:pt x="9811" y="912"/>
                      <a:pt x="9778" y="892"/>
                      <a:pt x="9729" y="892"/>
                    </a:cubicBezTo>
                    <a:cubicBezTo>
                      <a:pt x="9091" y="892"/>
                      <a:pt x="5659" y="4168"/>
                      <a:pt x="5659" y="4168"/>
                    </a:cubicBezTo>
                    <a:cubicBezTo>
                      <a:pt x="5659" y="4168"/>
                      <a:pt x="8692" y="592"/>
                      <a:pt x="7923" y="3"/>
                    </a:cubicBezTo>
                    <a:cubicBezTo>
                      <a:pt x="7919" y="1"/>
                      <a:pt x="7914" y="0"/>
                      <a:pt x="7909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5">
                <a:extLst>
                  <a:ext uri="{FF2B5EF4-FFF2-40B4-BE49-F238E27FC236}">
                    <a16:creationId xmlns:a16="http://schemas.microsoft.com/office/drawing/2014/main" id="{18810BFA-9DDE-6C39-5EF4-45D424F2D0D7}"/>
                  </a:ext>
                </a:extLst>
              </p:cNvPr>
              <p:cNvSpPr/>
              <p:nvPr/>
            </p:nvSpPr>
            <p:spPr>
              <a:xfrm>
                <a:off x="7426594" y="2282606"/>
                <a:ext cx="94892" cy="112087"/>
              </a:xfrm>
              <a:custGeom>
                <a:avLst/>
                <a:gdLst/>
                <a:ahLst/>
                <a:cxnLst/>
                <a:rect l="l" t="t" r="r" b="b"/>
                <a:pathLst>
                  <a:path w="6429" h="7594" extrusionOk="0">
                    <a:moveTo>
                      <a:pt x="5912" y="1"/>
                    </a:moveTo>
                    <a:cubicBezTo>
                      <a:pt x="5517" y="1"/>
                      <a:pt x="4957" y="603"/>
                      <a:pt x="3803" y="2116"/>
                    </a:cubicBezTo>
                    <a:cubicBezTo>
                      <a:pt x="2490" y="3791"/>
                      <a:pt x="1358" y="6236"/>
                      <a:pt x="1358" y="6236"/>
                    </a:cubicBezTo>
                    <a:lnTo>
                      <a:pt x="0" y="7594"/>
                    </a:lnTo>
                    <a:lnTo>
                      <a:pt x="3395" y="6824"/>
                    </a:lnTo>
                    <a:cubicBezTo>
                      <a:pt x="4934" y="5511"/>
                      <a:pt x="5296" y="2660"/>
                      <a:pt x="5296" y="2660"/>
                    </a:cubicBezTo>
                    <a:cubicBezTo>
                      <a:pt x="5296" y="2660"/>
                      <a:pt x="6428" y="215"/>
                      <a:pt x="6066" y="34"/>
                    </a:cubicBezTo>
                    <a:cubicBezTo>
                      <a:pt x="6017" y="12"/>
                      <a:pt x="5966" y="1"/>
                      <a:pt x="5912" y="1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5">
                <a:extLst>
                  <a:ext uri="{FF2B5EF4-FFF2-40B4-BE49-F238E27FC236}">
                    <a16:creationId xmlns:a16="http://schemas.microsoft.com/office/drawing/2014/main" id="{F7968935-5266-C0AA-FC04-AC10578C84DE}"/>
                  </a:ext>
                </a:extLst>
              </p:cNvPr>
              <p:cNvSpPr/>
              <p:nvPr/>
            </p:nvSpPr>
            <p:spPr>
              <a:xfrm>
                <a:off x="6939499" y="2380656"/>
                <a:ext cx="567950" cy="378963"/>
              </a:xfrm>
              <a:custGeom>
                <a:avLst/>
                <a:gdLst/>
                <a:ahLst/>
                <a:cxnLst/>
                <a:rect l="l" t="t" r="r" b="b"/>
                <a:pathLst>
                  <a:path w="38479" h="25675" extrusionOk="0">
                    <a:moveTo>
                      <a:pt x="33952" y="0"/>
                    </a:moveTo>
                    <a:lnTo>
                      <a:pt x="19420" y="11136"/>
                    </a:lnTo>
                    <a:lnTo>
                      <a:pt x="13988" y="4346"/>
                    </a:lnTo>
                    <a:lnTo>
                      <a:pt x="0" y="9054"/>
                    </a:lnTo>
                    <a:cubicBezTo>
                      <a:pt x="0" y="9054"/>
                      <a:pt x="11136" y="24898"/>
                      <a:pt x="17564" y="25622"/>
                    </a:cubicBezTo>
                    <a:cubicBezTo>
                      <a:pt x="17834" y="25657"/>
                      <a:pt x="18106" y="25675"/>
                      <a:pt x="18377" y="25675"/>
                    </a:cubicBezTo>
                    <a:cubicBezTo>
                      <a:pt x="25491" y="25675"/>
                      <a:pt x="33203" y="13987"/>
                      <a:pt x="38479" y="5659"/>
                    </a:cubicBezTo>
                    <a:cubicBezTo>
                      <a:pt x="38297" y="3214"/>
                      <a:pt x="33952" y="0"/>
                      <a:pt x="33952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5">
                <a:extLst>
                  <a:ext uri="{FF2B5EF4-FFF2-40B4-BE49-F238E27FC236}">
                    <a16:creationId xmlns:a16="http://schemas.microsoft.com/office/drawing/2014/main" id="{5F7D8814-1E9B-13F1-5656-F2AA08F8DC1F}"/>
                  </a:ext>
                </a:extLst>
              </p:cNvPr>
              <p:cNvSpPr/>
              <p:nvPr/>
            </p:nvSpPr>
            <p:spPr>
              <a:xfrm>
                <a:off x="7159320" y="2545024"/>
                <a:ext cx="66833" cy="91556"/>
              </a:xfrm>
              <a:custGeom>
                <a:avLst/>
                <a:gdLst/>
                <a:ahLst/>
                <a:cxnLst/>
                <a:rect l="l" t="t" r="r" b="b"/>
                <a:pathLst>
                  <a:path w="4528" h="6203" fill="none" extrusionOk="0">
                    <a:moveTo>
                      <a:pt x="4527" y="0"/>
                    </a:moveTo>
                    <a:cubicBezTo>
                      <a:pt x="4527" y="0"/>
                      <a:pt x="2083" y="2445"/>
                      <a:pt x="1" y="6202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5">
                <a:extLst>
                  <a:ext uri="{FF2B5EF4-FFF2-40B4-BE49-F238E27FC236}">
                    <a16:creationId xmlns:a16="http://schemas.microsoft.com/office/drawing/2014/main" id="{47C0B2FF-6938-4B18-43EC-854F6C625D23}"/>
                  </a:ext>
                </a:extLst>
              </p:cNvPr>
              <p:cNvSpPr/>
              <p:nvPr/>
            </p:nvSpPr>
            <p:spPr>
              <a:xfrm>
                <a:off x="7488054" y="2330384"/>
                <a:ext cx="125637" cy="153179"/>
              </a:xfrm>
              <a:custGeom>
                <a:avLst/>
                <a:gdLst/>
                <a:ahLst/>
                <a:cxnLst/>
                <a:rect l="l" t="t" r="r" b="b"/>
                <a:pathLst>
                  <a:path w="8512" h="10378" extrusionOk="0">
                    <a:moveTo>
                      <a:pt x="7853" y="1"/>
                    </a:moveTo>
                    <a:cubicBezTo>
                      <a:pt x="7209" y="1"/>
                      <a:pt x="5101" y="2114"/>
                      <a:pt x="4709" y="2637"/>
                    </a:cubicBezTo>
                    <a:cubicBezTo>
                      <a:pt x="3396" y="2818"/>
                      <a:pt x="770" y="4130"/>
                      <a:pt x="182" y="6032"/>
                    </a:cubicBezTo>
                    <a:lnTo>
                      <a:pt x="1" y="10378"/>
                    </a:lnTo>
                    <a:cubicBezTo>
                      <a:pt x="1" y="10378"/>
                      <a:pt x="4890" y="4900"/>
                      <a:pt x="5659" y="3949"/>
                    </a:cubicBezTo>
                    <a:cubicBezTo>
                      <a:pt x="6429" y="2818"/>
                      <a:pt x="8511" y="192"/>
                      <a:pt x="7923" y="11"/>
                    </a:cubicBezTo>
                    <a:cubicBezTo>
                      <a:pt x="7902" y="4"/>
                      <a:pt x="7879" y="1"/>
                      <a:pt x="7853" y="1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5">
                <a:extLst>
                  <a:ext uri="{FF2B5EF4-FFF2-40B4-BE49-F238E27FC236}">
                    <a16:creationId xmlns:a16="http://schemas.microsoft.com/office/drawing/2014/main" id="{E71F157C-1077-832E-B20B-9E9497453DE3}"/>
                  </a:ext>
                </a:extLst>
              </p:cNvPr>
              <p:cNvSpPr/>
              <p:nvPr/>
            </p:nvSpPr>
            <p:spPr>
              <a:xfrm>
                <a:off x="6736372" y="2185337"/>
                <a:ext cx="465058" cy="459922"/>
              </a:xfrm>
              <a:custGeom>
                <a:avLst/>
                <a:gdLst/>
                <a:ahLst/>
                <a:cxnLst/>
                <a:rect l="l" t="t" r="r" b="b"/>
                <a:pathLst>
                  <a:path w="31508" h="31160" extrusionOk="0">
                    <a:moveTo>
                      <a:pt x="5339" y="0"/>
                    </a:moveTo>
                    <a:cubicBezTo>
                      <a:pt x="2224" y="0"/>
                      <a:pt x="0" y="377"/>
                      <a:pt x="0" y="377"/>
                    </a:cubicBezTo>
                    <a:lnTo>
                      <a:pt x="9416" y="15089"/>
                    </a:lnTo>
                    <a:cubicBezTo>
                      <a:pt x="9416" y="15089"/>
                      <a:pt x="13219" y="26633"/>
                      <a:pt x="16614" y="31160"/>
                    </a:cubicBezTo>
                    <a:cubicBezTo>
                      <a:pt x="19421" y="30933"/>
                      <a:pt x="29606" y="23962"/>
                      <a:pt x="31507" y="20974"/>
                    </a:cubicBezTo>
                    <a:cubicBezTo>
                      <a:pt x="26981" y="13233"/>
                      <a:pt x="22997" y="5854"/>
                      <a:pt x="18289" y="3048"/>
                    </a:cubicBezTo>
                    <a:cubicBezTo>
                      <a:pt x="14260" y="560"/>
                      <a:pt x="9137" y="0"/>
                      <a:pt x="5339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5">
                <a:extLst>
                  <a:ext uri="{FF2B5EF4-FFF2-40B4-BE49-F238E27FC236}">
                    <a16:creationId xmlns:a16="http://schemas.microsoft.com/office/drawing/2014/main" id="{68244BC3-41EA-B81E-C1C1-CECB4E7DC3D8}"/>
                  </a:ext>
                </a:extLst>
              </p:cNvPr>
              <p:cNvSpPr/>
              <p:nvPr/>
            </p:nvSpPr>
            <p:spPr>
              <a:xfrm>
                <a:off x="6886702" y="2436110"/>
                <a:ext cx="94907" cy="209149"/>
              </a:xfrm>
              <a:custGeom>
                <a:avLst/>
                <a:gdLst/>
                <a:ahLst/>
                <a:cxnLst/>
                <a:rect l="l" t="t" r="r" b="b"/>
                <a:pathLst>
                  <a:path w="6430" h="14170" fill="none" extrusionOk="0">
                    <a:moveTo>
                      <a:pt x="6429" y="14170"/>
                    </a:moveTo>
                    <a:lnTo>
                      <a:pt x="1" y="1"/>
                    </a:lnTo>
                  </a:path>
                </a:pathLst>
              </a:custGeom>
              <a:noFill/>
              <a:ln w="14700" cap="flat" cmpd="sng">
                <a:solidFill>
                  <a:srgbClr val="28316B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5">
                <a:extLst>
                  <a:ext uri="{FF2B5EF4-FFF2-40B4-BE49-F238E27FC236}">
                    <a16:creationId xmlns:a16="http://schemas.microsoft.com/office/drawing/2014/main" id="{54E6B5EC-7817-BD8F-40E1-89978BE5839F}"/>
                  </a:ext>
                </a:extLst>
              </p:cNvPr>
              <p:cNvSpPr/>
              <p:nvPr/>
            </p:nvSpPr>
            <p:spPr>
              <a:xfrm>
                <a:off x="7499420" y="2335889"/>
                <a:ext cx="14037" cy="55468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758" fill="none" extrusionOk="0">
                    <a:moveTo>
                      <a:pt x="181" y="0"/>
                    </a:moveTo>
                    <a:cubicBezTo>
                      <a:pt x="181" y="0"/>
                      <a:pt x="951" y="1901"/>
                      <a:pt x="0" y="3757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5">
                <a:extLst>
                  <a:ext uri="{FF2B5EF4-FFF2-40B4-BE49-F238E27FC236}">
                    <a16:creationId xmlns:a16="http://schemas.microsoft.com/office/drawing/2014/main" id="{14D50CA8-57ED-C64E-287F-E15235F7A502}"/>
                  </a:ext>
                </a:extLst>
              </p:cNvPr>
              <p:cNvSpPr/>
              <p:nvPr/>
            </p:nvSpPr>
            <p:spPr>
              <a:xfrm>
                <a:off x="6555296" y="1834758"/>
                <a:ext cx="283982" cy="296307"/>
              </a:xfrm>
              <a:custGeom>
                <a:avLst/>
                <a:gdLst/>
                <a:ahLst/>
                <a:cxnLst/>
                <a:rect l="l" t="t" r="r" b="b"/>
                <a:pathLst>
                  <a:path w="19240" h="20075" extrusionOk="0">
                    <a:moveTo>
                      <a:pt x="7198" y="0"/>
                    </a:moveTo>
                    <a:cubicBezTo>
                      <a:pt x="1313" y="363"/>
                      <a:pt x="1" y="6972"/>
                      <a:pt x="589" y="11906"/>
                    </a:cubicBezTo>
                    <a:cubicBezTo>
                      <a:pt x="770" y="15075"/>
                      <a:pt x="2445" y="18108"/>
                      <a:pt x="4935" y="19240"/>
                    </a:cubicBezTo>
                    <a:cubicBezTo>
                      <a:pt x="6497" y="19830"/>
                      <a:pt x="8326" y="20074"/>
                      <a:pt x="10012" y="20074"/>
                    </a:cubicBezTo>
                    <a:cubicBezTo>
                      <a:pt x="10525" y="20074"/>
                      <a:pt x="11024" y="20052"/>
                      <a:pt x="11499" y="20009"/>
                    </a:cubicBezTo>
                    <a:cubicBezTo>
                      <a:pt x="12268" y="19828"/>
                      <a:pt x="13219" y="18878"/>
                      <a:pt x="13762" y="18697"/>
                    </a:cubicBezTo>
                    <a:cubicBezTo>
                      <a:pt x="16614" y="17338"/>
                      <a:pt x="18515" y="13943"/>
                      <a:pt x="18697" y="11680"/>
                    </a:cubicBezTo>
                    <a:cubicBezTo>
                      <a:pt x="19059" y="9054"/>
                      <a:pt x="19240" y="5659"/>
                      <a:pt x="17927" y="3215"/>
                    </a:cubicBezTo>
                    <a:cubicBezTo>
                      <a:pt x="16795" y="1494"/>
                      <a:pt x="13038" y="1902"/>
                      <a:pt x="11137" y="1132"/>
                    </a:cubicBezTo>
                    <a:lnTo>
                      <a:pt x="7198" y="0"/>
                    </a:lnTo>
                    <a:close/>
                  </a:path>
                </a:pathLst>
              </a:custGeom>
              <a:solidFill>
                <a:srgbClr val="EC64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5">
                <a:extLst>
                  <a:ext uri="{FF2B5EF4-FFF2-40B4-BE49-F238E27FC236}">
                    <a16:creationId xmlns:a16="http://schemas.microsoft.com/office/drawing/2014/main" id="{2E2779DC-C405-E568-5B29-4BEECF23C1BD}"/>
                  </a:ext>
                </a:extLst>
              </p:cNvPr>
              <p:cNvSpPr/>
              <p:nvPr/>
            </p:nvSpPr>
            <p:spPr>
              <a:xfrm>
                <a:off x="6555296" y="1990904"/>
                <a:ext cx="50125" cy="62036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4203" extrusionOk="0">
                    <a:moveTo>
                      <a:pt x="1592" y="0"/>
                    </a:moveTo>
                    <a:cubicBezTo>
                      <a:pt x="1285" y="0"/>
                      <a:pt x="967" y="155"/>
                      <a:pt x="770" y="377"/>
                    </a:cubicBezTo>
                    <a:cubicBezTo>
                      <a:pt x="182" y="739"/>
                      <a:pt x="1" y="1689"/>
                      <a:pt x="182" y="2233"/>
                    </a:cubicBezTo>
                    <a:cubicBezTo>
                      <a:pt x="379" y="3218"/>
                      <a:pt x="1090" y="4203"/>
                      <a:pt x="2017" y="4203"/>
                    </a:cubicBezTo>
                    <a:cubicBezTo>
                      <a:pt x="2156" y="4203"/>
                      <a:pt x="2298" y="4181"/>
                      <a:pt x="2445" y="4134"/>
                    </a:cubicBezTo>
                    <a:cubicBezTo>
                      <a:pt x="2853" y="3953"/>
                      <a:pt x="3215" y="3591"/>
                      <a:pt x="3396" y="3183"/>
                    </a:cubicBezTo>
                    <a:lnTo>
                      <a:pt x="2264" y="377"/>
                    </a:lnTo>
                    <a:cubicBezTo>
                      <a:pt x="2099" y="108"/>
                      <a:pt x="1849" y="0"/>
                      <a:pt x="1592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5">
                <a:extLst>
                  <a:ext uri="{FF2B5EF4-FFF2-40B4-BE49-F238E27FC236}">
                    <a16:creationId xmlns:a16="http://schemas.microsoft.com/office/drawing/2014/main" id="{2769FC29-B9DC-32A5-5570-C435877E5088}"/>
                  </a:ext>
                </a:extLst>
              </p:cNvPr>
              <p:cNvSpPr/>
              <p:nvPr/>
            </p:nvSpPr>
            <p:spPr>
              <a:xfrm>
                <a:off x="6758423" y="1996217"/>
                <a:ext cx="50125" cy="56752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3845" extrusionOk="0">
                    <a:moveTo>
                      <a:pt x="2087" y="0"/>
                    </a:moveTo>
                    <a:cubicBezTo>
                      <a:pt x="1876" y="0"/>
                      <a:pt x="1678" y="59"/>
                      <a:pt x="1539" y="198"/>
                    </a:cubicBezTo>
                    <a:lnTo>
                      <a:pt x="0" y="2823"/>
                    </a:lnTo>
                    <a:cubicBezTo>
                      <a:pt x="227" y="3231"/>
                      <a:pt x="589" y="3593"/>
                      <a:pt x="951" y="3774"/>
                    </a:cubicBezTo>
                    <a:cubicBezTo>
                      <a:pt x="1109" y="3822"/>
                      <a:pt x="1263" y="3845"/>
                      <a:pt x="1416" y="3845"/>
                    </a:cubicBezTo>
                    <a:cubicBezTo>
                      <a:pt x="1834" y="3845"/>
                      <a:pt x="2240" y="3677"/>
                      <a:pt x="2671" y="3412"/>
                    </a:cubicBezTo>
                    <a:cubicBezTo>
                      <a:pt x="3033" y="2823"/>
                      <a:pt x="3214" y="2280"/>
                      <a:pt x="3214" y="1873"/>
                    </a:cubicBezTo>
                    <a:cubicBezTo>
                      <a:pt x="3395" y="1329"/>
                      <a:pt x="3214" y="741"/>
                      <a:pt x="3033" y="379"/>
                    </a:cubicBezTo>
                    <a:cubicBezTo>
                      <a:pt x="2809" y="155"/>
                      <a:pt x="2430" y="0"/>
                      <a:pt x="2087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5">
                <a:extLst>
                  <a:ext uri="{FF2B5EF4-FFF2-40B4-BE49-F238E27FC236}">
                    <a16:creationId xmlns:a16="http://schemas.microsoft.com/office/drawing/2014/main" id="{A555014A-98C9-4E84-9B51-3089A3F25185}"/>
                  </a:ext>
                </a:extLst>
              </p:cNvPr>
              <p:cNvSpPr/>
              <p:nvPr/>
            </p:nvSpPr>
            <p:spPr>
              <a:xfrm>
                <a:off x="6616772" y="1979745"/>
                <a:ext cx="138995" cy="261370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7708" extrusionOk="0">
                    <a:moveTo>
                      <a:pt x="5840" y="1"/>
                    </a:moveTo>
                    <a:lnTo>
                      <a:pt x="0" y="7923"/>
                    </a:lnTo>
                    <a:lnTo>
                      <a:pt x="181" y="15438"/>
                    </a:lnTo>
                    <a:cubicBezTo>
                      <a:pt x="664" y="16794"/>
                      <a:pt x="2561" y="17707"/>
                      <a:pt x="4554" y="17707"/>
                    </a:cubicBezTo>
                    <a:cubicBezTo>
                      <a:pt x="6483" y="17707"/>
                      <a:pt x="8503" y="16851"/>
                      <a:pt x="9416" y="14713"/>
                    </a:cubicBezTo>
                    <a:lnTo>
                      <a:pt x="9054" y="7153"/>
                    </a:lnTo>
                    <a:lnTo>
                      <a:pt x="5840" y="1"/>
                    </a:ln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5">
                <a:extLst>
                  <a:ext uri="{FF2B5EF4-FFF2-40B4-BE49-F238E27FC236}">
                    <a16:creationId xmlns:a16="http://schemas.microsoft.com/office/drawing/2014/main" id="{452E596E-6F8E-C081-92D7-58FF74F8D60E}"/>
                  </a:ext>
                </a:extLst>
              </p:cNvPr>
              <p:cNvSpPr/>
              <p:nvPr/>
            </p:nvSpPr>
            <p:spPr>
              <a:xfrm>
                <a:off x="6574676" y="1891599"/>
                <a:ext cx="225858" cy="258448"/>
              </a:xfrm>
              <a:custGeom>
                <a:avLst/>
                <a:gdLst/>
                <a:ahLst/>
                <a:cxnLst/>
                <a:rect l="l" t="t" r="r" b="b"/>
                <a:pathLst>
                  <a:path w="15302" h="17510" extrusionOk="0">
                    <a:moveTo>
                      <a:pt x="4764" y="1"/>
                    </a:moveTo>
                    <a:cubicBezTo>
                      <a:pt x="3074" y="1"/>
                      <a:pt x="1670" y="550"/>
                      <a:pt x="1132" y="1989"/>
                    </a:cubicBezTo>
                    <a:cubicBezTo>
                      <a:pt x="0" y="4841"/>
                      <a:pt x="408" y="15389"/>
                      <a:pt x="2671" y="16702"/>
                    </a:cubicBezTo>
                    <a:cubicBezTo>
                      <a:pt x="3623" y="17254"/>
                      <a:pt x="5072" y="17510"/>
                      <a:pt x="6558" y="17510"/>
                    </a:cubicBezTo>
                    <a:cubicBezTo>
                      <a:pt x="8607" y="17510"/>
                      <a:pt x="10728" y="17024"/>
                      <a:pt x="11725" y="16158"/>
                    </a:cubicBezTo>
                    <a:cubicBezTo>
                      <a:pt x="13219" y="14619"/>
                      <a:pt x="15301" y="5792"/>
                      <a:pt x="13400" y="3528"/>
                    </a:cubicBezTo>
                    <a:cubicBezTo>
                      <a:pt x="12045" y="1908"/>
                      <a:pt x="7911" y="1"/>
                      <a:pt x="4764" y="1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5">
                <a:extLst>
                  <a:ext uri="{FF2B5EF4-FFF2-40B4-BE49-F238E27FC236}">
                    <a16:creationId xmlns:a16="http://schemas.microsoft.com/office/drawing/2014/main" id="{E0E70B8C-7A5D-F833-DEC6-7CE1F6AA5310}"/>
                  </a:ext>
                </a:extLst>
              </p:cNvPr>
              <p:cNvSpPr/>
              <p:nvPr/>
            </p:nvSpPr>
            <p:spPr>
              <a:xfrm>
                <a:off x="6535916" y="1799349"/>
                <a:ext cx="314727" cy="224514"/>
              </a:xfrm>
              <a:custGeom>
                <a:avLst/>
                <a:gdLst/>
                <a:ahLst/>
                <a:cxnLst/>
                <a:rect l="l" t="t" r="r" b="b"/>
                <a:pathLst>
                  <a:path w="21323" h="15211" extrusionOk="0">
                    <a:moveTo>
                      <a:pt x="8839" y="1"/>
                    </a:moveTo>
                    <a:cubicBezTo>
                      <a:pt x="7094" y="1"/>
                      <a:pt x="5324" y="417"/>
                      <a:pt x="3758" y="1268"/>
                    </a:cubicBezTo>
                    <a:cubicBezTo>
                      <a:pt x="951" y="2988"/>
                      <a:pt x="182" y="5976"/>
                      <a:pt x="1" y="9190"/>
                    </a:cubicBezTo>
                    <a:cubicBezTo>
                      <a:pt x="1267" y="9492"/>
                      <a:pt x="2564" y="9639"/>
                      <a:pt x="3862" y="9639"/>
                    </a:cubicBezTo>
                    <a:cubicBezTo>
                      <a:pt x="6649" y="9639"/>
                      <a:pt x="9436" y="8962"/>
                      <a:pt x="11906" y="7696"/>
                    </a:cubicBezTo>
                    <a:cubicBezTo>
                      <a:pt x="11906" y="9009"/>
                      <a:pt x="16977" y="13717"/>
                      <a:pt x="18470" y="15211"/>
                    </a:cubicBezTo>
                    <a:cubicBezTo>
                      <a:pt x="21322" y="11815"/>
                      <a:pt x="20553" y="6745"/>
                      <a:pt x="18878" y="4301"/>
                    </a:cubicBezTo>
                    <a:cubicBezTo>
                      <a:pt x="17904" y="2976"/>
                      <a:pt x="16629" y="1954"/>
                      <a:pt x="14994" y="1954"/>
                    </a:cubicBezTo>
                    <a:cubicBezTo>
                      <a:pt x="14729" y="1954"/>
                      <a:pt x="14454" y="1980"/>
                      <a:pt x="14170" y="2037"/>
                    </a:cubicBezTo>
                    <a:cubicBezTo>
                      <a:pt x="13038" y="724"/>
                      <a:pt x="12450" y="498"/>
                      <a:pt x="10548" y="136"/>
                    </a:cubicBezTo>
                    <a:cubicBezTo>
                      <a:pt x="9987" y="46"/>
                      <a:pt x="9414" y="1"/>
                      <a:pt x="8839" y="1"/>
                    </a:cubicBezTo>
                    <a:close/>
                  </a:path>
                </a:pathLst>
              </a:custGeom>
              <a:solidFill>
                <a:srgbClr val="EC64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5">
                <a:extLst>
                  <a:ext uri="{FF2B5EF4-FFF2-40B4-BE49-F238E27FC236}">
                    <a16:creationId xmlns:a16="http://schemas.microsoft.com/office/drawing/2014/main" id="{EB767E0C-8FF6-424C-C669-E0DDEDA0FFE6}"/>
                  </a:ext>
                </a:extLst>
              </p:cNvPr>
              <p:cNvSpPr/>
              <p:nvPr/>
            </p:nvSpPr>
            <p:spPr>
              <a:xfrm>
                <a:off x="6636151" y="2135434"/>
                <a:ext cx="100235" cy="25402"/>
              </a:xfrm>
              <a:custGeom>
                <a:avLst/>
                <a:gdLst/>
                <a:ahLst/>
                <a:cxnLst/>
                <a:rect l="l" t="t" r="r" b="b"/>
                <a:pathLst>
                  <a:path w="6791" h="1721" fill="none" extrusionOk="0">
                    <a:moveTo>
                      <a:pt x="0" y="951"/>
                    </a:moveTo>
                    <a:cubicBezTo>
                      <a:pt x="0" y="951"/>
                      <a:pt x="4708" y="1721"/>
                      <a:pt x="6790" y="0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5">
                <a:extLst>
                  <a:ext uri="{FF2B5EF4-FFF2-40B4-BE49-F238E27FC236}">
                    <a16:creationId xmlns:a16="http://schemas.microsoft.com/office/drawing/2014/main" id="{5F4DBD5B-68BB-72C2-0EA5-F2C18A157B70}"/>
                  </a:ext>
                </a:extLst>
              </p:cNvPr>
              <p:cNvSpPr/>
              <p:nvPr/>
            </p:nvSpPr>
            <p:spPr>
              <a:xfrm>
                <a:off x="6650173" y="2004468"/>
                <a:ext cx="33431" cy="66833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4528" fill="none" extrusionOk="0">
                    <a:moveTo>
                      <a:pt x="1314" y="1"/>
                    </a:moveTo>
                    <a:cubicBezTo>
                      <a:pt x="1314" y="1"/>
                      <a:pt x="1" y="3034"/>
                      <a:pt x="544" y="3803"/>
                    </a:cubicBezTo>
                    <a:cubicBezTo>
                      <a:pt x="951" y="4528"/>
                      <a:pt x="2264" y="4166"/>
                      <a:pt x="2264" y="4166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5">
                <a:extLst>
                  <a:ext uri="{FF2B5EF4-FFF2-40B4-BE49-F238E27FC236}">
                    <a16:creationId xmlns:a16="http://schemas.microsoft.com/office/drawing/2014/main" id="{1AB35D72-E54F-F6F0-52EB-0D3B2D3B504D}"/>
                  </a:ext>
                </a:extLst>
              </p:cNvPr>
              <p:cNvSpPr/>
              <p:nvPr/>
            </p:nvSpPr>
            <p:spPr>
              <a:xfrm>
                <a:off x="6706350" y="2001797"/>
                <a:ext cx="16000" cy="17771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204" extrusionOk="0">
                    <a:moveTo>
                      <a:pt x="541" y="1"/>
                    </a:moveTo>
                    <a:cubicBezTo>
                      <a:pt x="359" y="1"/>
                      <a:pt x="359" y="1"/>
                      <a:pt x="133" y="182"/>
                    </a:cubicBezTo>
                    <a:lnTo>
                      <a:pt x="133" y="770"/>
                    </a:lnTo>
                    <a:cubicBezTo>
                      <a:pt x="1" y="1035"/>
                      <a:pt x="183" y="1203"/>
                      <a:pt x="362" y="1203"/>
                    </a:cubicBezTo>
                    <a:cubicBezTo>
                      <a:pt x="427" y="1203"/>
                      <a:pt x="492" y="1181"/>
                      <a:pt x="541" y="1132"/>
                    </a:cubicBezTo>
                    <a:cubicBezTo>
                      <a:pt x="1084" y="1132"/>
                      <a:pt x="1084" y="1"/>
                      <a:pt x="541" y="1"/>
                    </a:cubicBezTo>
                    <a:close/>
                  </a:path>
                </a:pathLst>
              </a:custGeom>
              <a:solidFill>
                <a:srgbClr val="3E1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5">
                <a:extLst>
                  <a:ext uri="{FF2B5EF4-FFF2-40B4-BE49-F238E27FC236}">
                    <a16:creationId xmlns:a16="http://schemas.microsoft.com/office/drawing/2014/main" id="{FCA64CED-94F2-5BAC-A64B-B75061C4493A}"/>
                  </a:ext>
                </a:extLst>
              </p:cNvPr>
              <p:cNvSpPr/>
              <p:nvPr/>
            </p:nvSpPr>
            <p:spPr>
              <a:xfrm>
                <a:off x="6608078" y="1996454"/>
                <a:ext cx="16723" cy="19395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1314" extrusionOk="0">
                    <a:moveTo>
                      <a:pt x="589" y="1"/>
                    </a:moveTo>
                    <a:cubicBezTo>
                      <a:pt x="408" y="1"/>
                      <a:pt x="227" y="182"/>
                      <a:pt x="227" y="363"/>
                    </a:cubicBezTo>
                    <a:cubicBezTo>
                      <a:pt x="227" y="544"/>
                      <a:pt x="227" y="725"/>
                      <a:pt x="1" y="951"/>
                    </a:cubicBezTo>
                    <a:cubicBezTo>
                      <a:pt x="1" y="1132"/>
                      <a:pt x="408" y="1313"/>
                      <a:pt x="589" y="1313"/>
                    </a:cubicBezTo>
                    <a:cubicBezTo>
                      <a:pt x="1133" y="1132"/>
                      <a:pt x="1133" y="1"/>
                      <a:pt x="589" y="1"/>
                    </a:cubicBezTo>
                    <a:close/>
                  </a:path>
                </a:pathLst>
              </a:custGeom>
              <a:solidFill>
                <a:srgbClr val="3E1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F8977B70-7080-2E0E-B398-5FFE1E48815E}"/>
                  </a:ext>
                </a:extLst>
              </p:cNvPr>
              <p:cNvSpPr/>
              <p:nvPr/>
            </p:nvSpPr>
            <p:spPr>
              <a:xfrm>
                <a:off x="6636151" y="2085324"/>
                <a:ext cx="69121" cy="33564"/>
              </a:xfrm>
              <a:custGeom>
                <a:avLst/>
                <a:gdLst/>
                <a:ahLst/>
                <a:cxnLst/>
                <a:rect l="l" t="t" r="r" b="b"/>
                <a:pathLst>
                  <a:path w="4683" h="2274" extrusionOk="0">
                    <a:moveTo>
                      <a:pt x="181" y="0"/>
                    </a:moveTo>
                    <a:cubicBezTo>
                      <a:pt x="181" y="0"/>
                      <a:pt x="0" y="2264"/>
                      <a:pt x="2264" y="2264"/>
                    </a:cubicBezTo>
                    <a:cubicBezTo>
                      <a:pt x="2351" y="2270"/>
                      <a:pt x="2435" y="2273"/>
                      <a:pt x="2515" y="2273"/>
                    </a:cubicBezTo>
                    <a:cubicBezTo>
                      <a:pt x="4683" y="2273"/>
                      <a:pt x="4346" y="0"/>
                      <a:pt x="43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66C036F4-B620-7815-0900-C37939D687CF}"/>
                  </a:ext>
                </a:extLst>
              </p:cNvPr>
              <p:cNvSpPr/>
              <p:nvPr/>
            </p:nvSpPr>
            <p:spPr>
              <a:xfrm>
                <a:off x="6700284" y="1971066"/>
                <a:ext cx="38775" cy="22730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1540" extrusionOk="0">
                    <a:moveTo>
                      <a:pt x="182" y="0"/>
                    </a:moveTo>
                    <a:cubicBezTo>
                      <a:pt x="182" y="0"/>
                      <a:pt x="1" y="589"/>
                      <a:pt x="182" y="770"/>
                    </a:cubicBezTo>
                    <a:cubicBezTo>
                      <a:pt x="952" y="770"/>
                      <a:pt x="1676" y="1132"/>
                      <a:pt x="2264" y="1539"/>
                    </a:cubicBezTo>
                    <a:cubicBezTo>
                      <a:pt x="2445" y="1313"/>
                      <a:pt x="2626" y="1132"/>
                      <a:pt x="2626" y="770"/>
                    </a:cubicBezTo>
                    <a:cubicBezTo>
                      <a:pt x="2445" y="589"/>
                      <a:pt x="1314" y="181"/>
                      <a:pt x="182" y="0"/>
                    </a:cubicBezTo>
                    <a:close/>
                  </a:path>
                </a:pathLst>
              </a:custGeom>
              <a:solidFill>
                <a:srgbClr val="3E1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7FF5EC6B-202A-3B37-5EC0-ABF00B3B265B}"/>
                  </a:ext>
                </a:extLst>
              </p:cNvPr>
              <p:cNvSpPr/>
              <p:nvPr/>
            </p:nvSpPr>
            <p:spPr>
              <a:xfrm>
                <a:off x="6602735" y="1970343"/>
                <a:ext cx="28074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1000" extrusionOk="0">
                    <a:moveTo>
                      <a:pt x="1273" y="0"/>
                    </a:moveTo>
                    <a:cubicBezTo>
                      <a:pt x="626" y="0"/>
                      <a:pt x="1" y="273"/>
                      <a:pt x="1" y="457"/>
                    </a:cubicBezTo>
                    <a:lnTo>
                      <a:pt x="1" y="1000"/>
                    </a:lnTo>
                    <a:cubicBezTo>
                      <a:pt x="589" y="819"/>
                      <a:pt x="1132" y="638"/>
                      <a:pt x="1721" y="638"/>
                    </a:cubicBezTo>
                    <a:cubicBezTo>
                      <a:pt x="1902" y="638"/>
                      <a:pt x="1721" y="49"/>
                      <a:pt x="1721" y="49"/>
                    </a:cubicBezTo>
                    <a:cubicBezTo>
                      <a:pt x="1575" y="15"/>
                      <a:pt x="1424" y="0"/>
                      <a:pt x="1273" y="0"/>
                    </a:cubicBezTo>
                    <a:close/>
                  </a:path>
                </a:pathLst>
              </a:custGeom>
              <a:solidFill>
                <a:srgbClr val="3E1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7" name="Google Shape;1667;p35">
              <a:extLst>
                <a:ext uri="{FF2B5EF4-FFF2-40B4-BE49-F238E27FC236}">
                  <a16:creationId xmlns:a16="http://schemas.microsoft.com/office/drawing/2014/main" id="{E59A4173-3531-CF22-6274-BC6EDA16C629}"/>
                </a:ext>
              </a:extLst>
            </p:cNvPr>
            <p:cNvGrpSpPr/>
            <p:nvPr/>
          </p:nvGrpSpPr>
          <p:grpSpPr>
            <a:xfrm>
              <a:off x="7285310" y="3333307"/>
              <a:ext cx="1101109" cy="1532279"/>
              <a:chOff x="7285310" y="3333307"/>
              <a:chExt cx="1101109" cy="1532279"/>
            </a:xfrm>
          </p:grpSpPr>
          <p:sp>
            <p:nvSpPr>
              <p:cNvPr id="1668" name="Google Shape;1668;p35">
                <a:extLst>
                  <a:ext uri="{FF2B5EF4-FFF2-40B4-BE49-F238E27FC236}">
                    <a16:creationId xmlns:a16="http://schemas.microsoft.com/office/drawing/2014/main" id="{35DDE791-50ED-AF65-15B0-2060323A96EB}"/>
                  </a:ext>
                </a:extLst>
              </p:cNvPr>
              <p:cNvSpPr/>
              <p:nvPr/>
            </p:nvSpPr>
            <p:spPr>
              <a:xfrm>
                <a:off x="7768692" y="4483792"/>
                <a:ext cx="254219" cy="42"/>
              </a:xfrm>
              <a:custGeom>
                <a:avLst/>
                <a:gdLst/>
                <a:ahLst/>
                <a:cxnLst/>
                <a:rect l="l" t="t" r="r" b="b"/>
                <a:pathLst>
                  <a:path w="6027" h="1" fill="none" extrusionOk="0">
                    <a:moveTo>
                      <a:pt x="1" y="1"/>
                    </a:moveTo>
                    <a:lnTo>
                      <a:pt x="6026" y="1"/>
                    </a:lnTo>
                  </a:path>
                </a:pathLst>
              </a:custGeom>
              <a:noFill/>
              <a:ln w="48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5">
                <a:extLst>
                  <a:ext uri="{FF2B5EF4-FFF2-40B4-BE49-F238E27FC236}">
                    <a16:creationId xmlns:a16="http://schemas.microsoft.com/office/drawing/2014/main" id="{B38F8C7E-F8A8-DDF8-E180-7790287D3511}"/>
                  </a:ext>
                </a:extLst>
              </p:cNvPr>
              <p:cNvSpPr/>
              <p:nvPr/>
            </p:nvSpPr>
            <p:spPr>
              <a:xfrm>
                <a:off x="8004647" y="4369647"/>
                <a:ext cx="165936" cy="42"/>
              </a:xfrm>
              <a:custGeom>
                <a:avLst/>
                <a:gdLst/>
                <a:ahLst/>
                <a:cxnLst/>
                <a:rect l="l" t="t" r="r" b="b"/>
                <a:pathLst>
                  <a:path w="3934" h="1" fill="none" extrusionOk="0">
                    <a:moveTo>
                      <a:pt x="0" y="1"/>
                    </a:moveTo>
                    <a:lnTo>
                      <a:pt x="3934" y="1"/>
                    </a:lnTo>
                  </a:path>
                </a:pathLst>
              </a:custGeom>
              <a:noFill/>
              <a:ln w="48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5">
                <a:extLst>
                  <a:ext uri="{FF2B5EF4-FFF2-40B4-BE49-F238E27FC236}">
                    <a16:creationId xmlns:a16="http://schemas.microsoft.com/office/drawing/2014/main" id="{6408E543-683B-585A-6081-74580A639919}"/>
                  </a:ext>
                </a:extLst>
              </p:cNvPr>
              <p:cNvSpPr/>
              <p:nvPr/>
            </p:nvSpPr>
            <p:spPr>
              <a:xfrm>
                <a:off x="7984485" y="4397951"/>
                <a:ext cx="42" cy="638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3" fill="none" extrusionOk="0">
                    <a:moveTo>
                      <a:pt x="1" y="0"/>
                    </a:moveTo>
                    <a:lnTo>
                      <a:pt x="1" y="1513"/>
                    </a:lnTo>
                  </a:path>
                </a:pathLst>
              </a:custGeom>
              <a:noFill/>
              <a:ln w="48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5">
                <a:extLst>
                  <a:ext uri="{FF2B5EF4-FFF2-40B4-BE49-F238E27FC236}">
                    <a16:creationId xmlns:a16="http://schemas.microsoft.com/office/drawing/2014/main" id="{EC39B522-BE85-CF24-DE57-7E12026DFAEC}"/>
                  </a:ext>
                </a:extLst>
              </p:cNvPr>
              <p:cNvSpPr/>
              <p:nvPr/>
            </p:nvSpPr>
            <p:spPr>
              <a:xfrm>
                <a:off x="7952850" y="4429588"/>
                <a:ext cx="63818" cy="42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" fill="none" extrusionOk="0">
                    <a:moveTo>
                      <a:pt x="0" y="1"/>
                    </a:moveTo>
                    <a:lnTo>
                      <a:pt x="1513" y="1"/>
                    </a:lnTo>
                  </a:path>
                </a:pathLst>
              </a:custGeom>
              <a:noFill/>
              <a:ln w="48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5">
                <a:extLst>
                  <a:ext uri="{FF2B5EF4-FFF2-40B4-BE49-F238E27FC236}">
                    <a16:creationId xmlns:a16="http://schemas.microsoft.com/office/drawing/2014/main" id="{E29A85DA-FF02-407D-4527-D04D67781310}"/>
                  </a:ext>
                </a:extLst>
              </p:cNvPr>
              <p:cNvSpPr/>
              <p:nvPr/>
            </p:nvSpPr>
            <p:spPr>
              <a:xfrm>
                <a:off x="7690997" y="3544304"/>
                <a:ext cx="153999" cy="42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1" fill="none" extrusionOk="0">
                    <a:moveTo>
                      <a:pt x="3650" y="1"/>
                    </a:moveTo>
                    <a:lnTo>
                      <a:pt x="1" y="1"/>
                    </a:lnTo>
                  </a:path>
                </a:pathLst>
              </a:custGeom>
              <a:noFill/>
              <a:ln w="4825" cap="flat" cmpd="sng">
                <a:solidFill>
                  <a:srgbClr val="B9C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5">
                <a:extLst>
                  <a:ext uri="{FF2B5EF4-FFF2-40B4-BE49-F238E27FC236}">
                    <a16:creationId xmlns:a16="http://schemas.microsoft.com/office/drawing/2014/main" id="{2ACF3574-8901-DF91-AD69-CA4132F3B802}"/>
                  </a:ext>
                </a:extLst>
              </p:cNvPr>
              <p:cNvSpPr/>
              <p:nvPr/>
            </p:nvSpPr>
            <p:spPr>
              <a:xfrm>
                <a:off x="8010890" y="4093900"/>
                <a:ext cx="221572" cy="136587"/>
              </a:xfrm>
              <a:custGeom>
                <a:avLst/>
                <a:gdLst/>
                <a:ahLst/>
                <a:cxnLst/>
                <a:rect l="l" t="t" r="r" b="b"/>
                <a:pathLst>
                  <a:path w="5253" h="3238" extrusionOk="0">
                    <a:moveTo>
                      <a:pt x="0" y="1"/>
                    </a:moveTo>
                    <a:lnTo>
                      <a:pt x="155" y="8"/>
                    </a:lnTo>
                    <a:lnTo>
                      <a:pt x="155" y="8"/>
                    </a:lnTo>
                    <a:cubicBezTo>
                      <a:pt x="104" y="3"/>
                      <a:pt x="52" y="1"/>
                      <a:pt x="0" y="1"/>
                    </a:cubicBezTo>
                    <a:close/>
                    <a:moveTo>
                      <a:pt x="155" y="8"/>
                    </a:moveTo>
                    <a:cubicBezTo>
                      <a:pt x="948" y="83"/>
                      <a:pt x="1663" y="723"/>
                      <a:pt x="1887" y="1524"/>
                    </a:cubicBezTo>
                    <a:cubicBezTo>
                      <a:pt x="1990" y="1808"/>
                      <a:pt x="1990" y="2092"/>
                      <a:pt x="2126" y="2377"/>
                    </a:cubicBezTo>
                    <a:cubicBezTo>
                      <a:pt x="2319" y="2843"/>
                      <a:pt x="2786" y="3127"/>
                      <a:pt x="3263" y="3229"/>
                    </a:cubicBezTo>
                    <a:cubicBezTo>
                      <a:pt x="3319" y="3235"/>
                      <a:pt x="3376" y="3237"/>
                      <a:pt x="3434" y="3237"/>
                    </a:cubicBezTo>
                    <a:cubicBezTo>
                      <a:pt x="3863" y="3237"/>
                      <a:pt x="4313" y="3088"/>
                      <a:pt x="4684" y="2797"/>
                    </a:cubicBezTo>
                    <a:cubicBezTo>
                      <a:pt x="4775" y="2706"/>
                      <a:pt x="4923" y="2604"/>
                      <a:pt x="4968" y="2468"/>
                    </a:cubicBezTo>
                    <a:cubicBezTo>
                      <a:pt x="5253" y="2092"/>
                      <a:pt x="5162" y="1615"/>
                      <a:pt x="4968" y="1183"/>
                    </a:cubicBezTo>
                    <a:cubicBezTo>
                      <a:pt x="4775" y="808"/>
                      <a:pt x="4400" y="523"/>
                      <a:pt x="4070" y="194"/>
                    </a:cubicBezTo>
                    <a:lnTo>
                      <a:pt x="155" y="8"/>
                    </a:ln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5">
                <a:extLst>
                  <a:ext uri="{FF2B5EF4-FFF2-40B4-BE49-F238E27FC236}">
                    <a16:creationId xmlns:a16="http://schemas.microsoft.com/office/drawing/2014/main" id="{F5F6D557-DB1A-40D9-283F-1BE6376BC31C}"/>
                  </a:ext>
                </a:extLst>
              </p:cNvPr>
              <p:cNvSpPr/>
              <p:nvPr/>
            </p:nvSpPr>
            <p:spPr>
              <a:xfrm>
                <a:off x="7858873" y="4030120"/>
                <a:ext cx="367852" cy="212979"/>
              </a:xfrm>
              <a:custGeom>
                <a:avLst/>
                <a:gdLst/>
                <a:ahLst/>
                <a:cxnLst/>
                <a:rect l="l" t="t" r="r" b="b"/>
                <a:pathLst>
                  <a:path w="8721" h="5049" extrusionOk="0">
                    <a:moveTo>
                      <a:pt x="4502" y="0"/>
                    </a:moveTo>
                    <a:cubicBezTo>
                      <a:pt x="2751" y="0"/>
                      <a:pt x="1046" y="1183"/>
                      <a:pt x="330" y="2888"/>
                    </a:cubicBezTo>
                    <a:cubicBezTo>
                      <a:pt x="91" y="3457"/>
                      <a:pt x="0" y="4218"/>
                      <a:pt x="478" y="4594"/>
                    </a:cubicBezTo>
                    <a:cubicBezTo>
                      <a:pt x="837" y="4907"/>
                      <a:pt x="1348" y="5048"/>
                      <a:pt x="1862" y="5048"/>
                    </a:cubicBezTo>
                    <a:cubicBezTo>
                      <a:pt x="2355" y="5048"/>
                      <a:pt x="2850" y="4918"/>
                      <a:pt x="3218" y="4684"/>
                    </a:cubicBezTo>
                    <a:cubicBezTo>
                      <a:pt x="4264" y="4025"/>
                      <a:pt x="4832" y="2843"/>
                      <a:pt x="6014" y="2274"/>
                    </a:cubicBezTo>
                    <a:cubicBezTo>
                      <a:pt x="6304" y="2145"/>
                      <a:pt x="6629" y="2061"/>
                      <a:pt x="6956" y="2061"/>
                    </a:cubicBezTo>
                    <a:cubicBezTo>
                      <a:pt x="7117" y="2061"/>
                      <a:pt x="7278" y="2081"/>
                      <a:pt x="7435" y="2126"/>
                    </a:cubicBezTo>
                    <a:cubicBezTo>
                      <a:pt x="7913" y="2274"/>
                      <a:pt x="8288" y="2604"/>
                      <a:pt x="8720" y="2843"/>
                    </a:cubicBezTo>
                    <a:cubicBezTo>
                      <a:pt x="7811" y="853"/>
                      <a:pt x="5446" y="0"/>
                      <a:pt x="4502" y="0"/>
                    </a:cubicBezTo>
                    <a:close/>
                  </a:path>
                </a:pathLst>
              </a:custGeom>
              <a:solidFill>
                <a:srgbClr val="E8EE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5">
                <a:extLst>
                  <a:ext uri="{FF2B5EF4-FFF2-40B4-BE49-F238E27FC236}">
                    <a16:creationId xmlns:a16="http://schemas.microsoft.com/office/drawing/2014/main" id="{FC5D58FE-C86D-1DE2-25DD-85F368DAA2D2}"/>
                  </a:ext>
                </a:extLst>
              </p:cNvPr>
              <p:cNvSpPr/>
              <p:nvPr/>
            </p:nvSpPr>
            <p:spPr>
              <a:xfrm>
                <a:off x="7285310" y="3847765"/>
                <a:ext cx="243674" cy="134731"/>
              </a:xfrm>
              <a:custGeom>
                <a:avLst/>
                <a:gdLst/>
                <a:ahLst/>
                <a:cxnLst/>
                <a:rect l="l" t="t" r="r" b="b"/>
                <a:pathLst>
                  <a:path w="5777" h="3194" extrusionOk="0">
                    <a:moveTo>
                      <a:pt x="2549" y="0"/>
                    </a:moveTo>
                    <a:cubicBezTo>
                      <a:pt x="2168" y="0"/>
                      <a:pt x="1800" y="44"/>
                      <a:pt x="1467" y="151"/>
                    </a:cubicBezTo>
                    <a:cubicBezTo>
                      <a:pt x="853" y="390"/>
                      <a:pt x="330" y="867"/>
                      <a:pt x="194" y="1481"/>
                    </a:cubicBezTo>
                    <a:cubicBezTo>
                      <a:pt x="1" y="2095"/>
                      <a:pt x="330" y="2857"/>
                      <a:pt x="899" y="3096"/>
                    </a:cubicBezTo>
                    <a:cubicBezTo>
                      <a:pt x="1059" y="3164"/>
                      <a:pt x="1221" y="3193"/>
                      <a:pt x="1383" y="3193"/>
                    </a:cubicBezTo>
                    <a:cubicBezTo>
                      <a:pt x="1899" y="3193"/>
                      <a:pt x="2410" y="2893"/>
                      <a:pt x="2843" y="2573"/>
                    </a:cubicBezTo>
                    <a:cubicBezTo>
                      <a:pt x="3127" y="2334"/>
                      <a:pt x="3411" y="2095"/>
                      <a:pt x="3741" y="1902"/>
                    </a:cubicBezTo>
                    <a:cubicBezTo>
                      <a:pt x="4058" y="1768"/>
                      <a:pt x="4383" y="1709"/>
                      <a:pt x="4706" y="1709"/>
                    </a:cubicBezTo>
                    <a:cubicBezTo>
                      <a:pt x="5068" y="1709"/>
                      <a:pt x="5428" y="1782"/>
                      <a:pt x="5776" y="1902"/>
                    </a:cubicBezTo>
                    <a:lnTo>
                      <a:pt x="3366" y="60"/>
                    </a:lnTo>
                    <a:cubicBezTo>
                      <a:pt x="3093" y="22"/>
                      <a:pt x="2818" y="0"/>
                      <a:pt x="2549" y="0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5">
                <a:extLst>
                  <a:ext uri="{FF2B5EF4-FFF2-40B4-BE49-F238E27FC236}">
                    <a16:creationId xmlns:a16="http://schemas.microsoft.com/office/drawing/2014/main" id="{63B925C4-91E9-C845-69B8-EE3497CC6E91}"/>
                  </a:ext>
                </a:extLst>
              </p:cNvPr>
              <p:cNvSpPr/>
              <p:nvPr/>
            </p:nvSpPr>
            <p:spPr>
              <a:xfrm>
                <a:off x="7381227" y="3383715"/>
                <a:ext cx="417709" cy="624385"/>
              </a:xfrm>
              <a:custGeom>
                <a:avLst/>
                <a:gdLst/>
                <a:ahLst/>
                <a:cxnLst/>
                <a:rect l="l" t="t" r="r" b="b"/>
                <a:pathLst>
                  <a:path w="9903" h="14802" extrusionOk="0">
                    <a:moveTo>
                      <a:pt x="2871" y="0"/>
                    </a:moveTo>
                    <a:cubicBezTo>
                      <a:pt x="2457" y="0"/>
                      <a:pt x="2047" y="48"/>
                      <a:pt x="1660" y="170"/>
                    </a:cubicBezTo>
                    <a:cubicBezTo>
                      <a:pt x="853" y="397"/>
                      <a:pt x="148" y="1022"/>
                      <a:pt x="46" y="1773"/>
                    </a:cubicBezTo>
                    <a:cubicBezTo>
                      <a:pt x="1" y="1966"/>
                      <a:pt x="46" y="2159"/>
                      <a:pt x="148" y="2296"/>
                    </a:cubicBezTo>
                    <a:cubicBezTo>
                      <a:pt x="239" y="2489"/>
                      <a:pt x="478" y="2580"/>
                      <a:pt x="660" y="2671"/>
                    </a:cubicBezTo>
                    <a:cubicBezTo>
                      <a:pt x="2706" y="3580"/>
                      <a:pt x="4218" y="5331"/>
                      <a:pt x="4787" y="7321"/>
                    </a:cubicBezTo>
                    <a:cubicBezTo>
                      <a:pt x="5208" y="8742"/>
                      <a:pt x="5117" y="10254"/>
                      <a:pt x="5549" y="11720"/>
                    </a:cubicBezTo>
                    <a:cubicBezTo>
                      <a:pt x="5924" y="13142"/>
                      <a:pt x="6913" y="14563"/>
                      <a:pt x="8527" y="14801"/>
                    </a:cubicBezTo>
                    <a:cubicBezTo>
                      <a:pt x="9903" y="14142"/>
                      <a:pt x="9755" y="12243"/>
                      <a:pt x="9664" y="11061"/>
                    </a:cubicBezTo>
                    <a:cubicBezTo>
                      <a:pt x="9573" y="9162"/>
                      <a:pt x="9528" y="7275"/>
                      <a:pt x="9050" y="5422"/>
                    </a:cubicBezTo>
                    <a:cubicBezTo>
                      <a:pt x="8482" y="2955"/>
                      <a:pt x="6867" y="545"/>
                      <a:pt x="4071" y="113"/>
                    </a:cubicBezTo>
                    <a:cubicBezTo>
                      <a:pt x="3679" y="46"/>
                      <a:pt x="3273" y="0"/>
                      <a:pt x="2871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5">
                <a:extLst>
                  <a:ext uri="{FF2B5EF4-FFF2-40B4-BE49-F238E27FC236}">
                    <a16:creationId xmlns:a16="http://schemas.microsoft.com/office/drawing/2014/main" id="{ABF9B728-34FD-6A56-DAF8-287A5027D61F}"/>
                  </a:ext>
                </a:extLst>
              </p:cNvPr>
              <p:cNvSpPr/>
              <p:nvPr/>
            </p:nvSpPr>
            <p:spPr>
              <a:xfrm>
                <a:off x="7363469" y="3829373"/>
                <a:ext cx="397589" cy="372514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8831" extrusionOk="0">
                    <a:moveTo>
                      <a:pt x="3467" y="1"/>
                    </a:moveTo>
                    <a:cubicBezTo>
                      <a:pt x="2050" y="1"/>
                      <a:pt x="302" y="238"/>
                      <a:pt x="1" y="451"/>
                    </a:cubicBezTo>
                    <a:cubicBezTo>
                      <a:pt x="41" y="449"/>
                      <a:pt x="81" y="448"/>
                      <a:pt x="121" y="448"/>
                    </a:cubicBezTo>
                    <a:cubicBezTo>
                      <a:pt x="1141" y="448"/>
                      <a:pt x="1913" y="1007"/>
                      <a:pt x="2559" y="1872"/>
                    </a:cubicBezTo>
                    <a:cubicBezTo>
                      <a:pt x="3457" y="3145"/>
                      <a:pt x="3548" y="4850"/>
                      <a:pt x="4492" y="6135"/>
                    </a:cubicBezTo>
                    <a:cubicBezTo>
                      <a:pt x="5054" y="6787"/>
                      <a:pt x="5060" y="8830"/>
                      <a:pt x="7217" y="8830"/>
                    </a:cubicBezTo>
                    <a:cubicBezTo>
                      <a:pt x="7241" y="8830"/>
                      <a:pt x="7264" y="8830"/>
                      <a:pt x="7288" y="8830"/>
                    </a:cubicBezTo>
                    <a:cubicBezTo>
                      <a:pt x="9426" y="7693"/>
                      <a:pt x="7573" y="3577"/>
                      <a:pt x="7107" y="2440"/>
                    </a:cubicBezTo>
                    <a:cubicBezTo>
                      <a:pt x="6629" y="1485"/>
                      <a:pt x="6152" y="780"/>
                      <a:pt x="5208" y="257"/>
                    </a:cubicBezTo>
                    <a:cubicBezTo>
                      <a:pt x="4922" y="72"/>
                      <a:pt x="4244" y="1"/>
                      <a:pt x="3467" y="1"/>
                    </a:cubicBezTo>
                    <a:close/>
                  </a:path>
                </a:pathLst>
              </a:custGeom>
              <a:solidFill>
                <a:srgbClr val="E8EE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5">
                <a:extLst>
                  <a:ext uri="{FF2B5EF4-FFF2-40B4-BE49-F238E27FC236}">
                    <a16:creationId xmlns:a16="http://schemas.microsoft.com/office/drawing/2014/main" id="{E96F47DD-2495-943C-0D30-535035FCD369}"/>
                  </a:ext>
                </a:extLst>
              </p:cNvPr>
              <p:cNvSpPr/>
              <p:nvPr/>
            </p:nvSpPr>
            <p:spPr>
              <a:xfrm>
                <a:off x="7403287" y="3839497"/>
                <a:ext cx="309812" cy="645772"/>
              </a:xfrm>
              <a:custGeom>
                <a:avLst/>
                <a:gdLst/>
                <a:ahLst/>
                <a:cxnLst/>
                <a:rect l="l" t="t" r="r" b="b"/>
                <a:pathLst>
                  <a:path w="7345" h="15309" extrusionOk="0">
                    <a:moveTo>
                      <a:pt x="440" y="1"/>
                    </a:moveTo>
                    <a:cubicBezTo>
                      <a:pt x="309" y="1"/>
                      <a:pt x="177" y="6"/>
                      <a:pt x="46" y="17"/>
                    </a:cubicBezTo>
                    <a:cubicBezTo>
                      <a:pt x="1" y="17"/>
                      <a:pt x="1" y="63"/>
                      <a:pt x="46" y="63"/>
                    </a:cubicBezTo>
                    <a:cubicBezTo>
                      <a:pt x="121" y="59"/>
                      <a:pt x="196" y="58"/>
                      <a:pt x="269" y="58"/>
                    </a:cubicBezTo>
                    <a:cubicBezTo>
                      <a:pt x="3207" y="58"/>
                      <a:pt x="4805" y="2684"/>
                      <a:pt x="5537" y="5224"/>
                    </a:cubicBezTo>
                    <a:cubicBezTo>
                      <a:pt x="6538" y="8499"/>
                      <a:pt x="6629" y="11909"/>
                      <a:pt x="7243" y="15275"/>
                    </a:cubicBezTo>
                    <a:cubicBezTo>
                      <a:pt x="7243" y="15297"/>
                      <a:pt x="7268" y="15309"/>
                      <a:pt x="7294" y="15309"/>
                    </a:cubicBezTo>
                    <a:cubicBezTo>
                      <a:pt x="7319" y="15309"/>
                      <a:pt x="7345" y="15297"/>
                      <a:pt x="7345" y="15275"/>
                    </a:cubicBezTo>
                    <a:cubicBezTo>
                      <a:pt x="6958" y="12432"/>
                      <a:pt x="6674" y="9590"/>
                      <a:pt x="6060" y="6793"/>
                    </a:cubicBezTo>
                    <a:cubicBezTo>
                      <a:pt x="5640" y="4656"/>
                      <a:pt x="4878" y="2291"/>
                      <a:pt x="3082" y="915"/>
                    </a:cubicBezTo>
                    <a:cubicBezTo>
                      <a:pt x="2331" y="295"/>
                      <a:pt x="1397" y="1"/>
                      <a:pt x="440" y="1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5">
                <a:extLst>
                  <a:ext uri="{FF2B5EF4-FFF2-40B4-BE49-F238E27FC236}">
                    <a16:creationId xmlns:a16="http://schemas.microsoft.com/office/drawing/2014/main" id="{DB5C43BA-F131-D365-51EC-0C6BF18223D0}"/>
                  </a:ext>
                </a:extLst>
              </p:cNvPr>
              <p:cNvSpPr/>
              <p:nvPr/>
            </p:nvSpPr>
            <p:spPr>
              <a:xfrm>
                <a:off x="7749036" y="3333307"/>
                <a:ext cx="423487" cy="642650"/>
              </a:xfrm>
              <a:custGeom>
                <a:avLst/>
                <a:gdLst/>
                <a:ahLst/>
                <a:cxnLst/>
                <a:rect l="l" t="t" r="r" b="b"/>
                <a:pathLst>
                  <a:path w="10040" h="15235" extrusionOk="0">
                    <a:moveTo>
                      <a:pt x="7472" y="1"/>
                    </a:moveTo>
                    <a:cubicBezTo>
                      <a:pt x="6498" y="1"/>
                      <a:pt x="5423" y="608"/>
                      <a:pt x="4639" y="1308"/>
                    </a:cubicBezTo>
                    <a:cubicBezTo>
                      <a:pt x="2741" y="3013"/>
                      <a:pt x="1138" y="5526"/>
                      <a:pt x="705" y="7993"/>
                    </a:cubicBezTo>
                    <a:cubicBezTo>
                      <a:pt x="421" y="9550"/>
                      <a:pt x="1" y="13586"/>
                      <a:pt x="2843" y="15235"/>
                    </a:cubicBezTo>
                    <a:cubicBezTo>
                      <a:pt x="3696" y="15189"/>
                      <a:pt x="4400" y="14484"/>
                      <a:pt x="4730" y="13677"/>
                    </a:cubicBezTo>
                    <a:cubicBezTo>
                      <a:pt x="5583" y="11824"/>
                      <a:pt x="5401" y="9744"/>
                      <a:pt x="6583" y="8038"/>
                    </a:cubicBezTo>
                    <a:cubicBezTo>
                      <a:pt x="7197" y="7140"/>
                      <a:pt x="8004" y="6424"/>
                      <a:pt x="8664" y="5571"/>
                    </a:cubicBezTo>
                    <a:cubicBezTo>
                      <a:pt x="9619" y="4343"/>
                      <a:pt x="10039" y="2638"/>
                      <a:pt x="9335" y="1262"/>
                    </a:cubicBezTo>
                    <a:cubicBezTo>
                      <a:pt x="8885" y="347"/>
                      <a:pt x="8207" y="1"/>
                      <a:pt x="7472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5">
                <a:extLst>
                  <a:ext uri="{FF2B5EF4-FFF2-40B4-BE49-F238E27FC236}">
                    <a16:creationId xmlns:a16="http://schemas.microsoft.com/office/drawing/2014/main" id="{DBA2323D-7A17-29D2-F2EA-B2F7ADE4028F}"/>
                  </a:ext>
                </a:extLst>
              </p:cNvPr>
              <p:cNvSpPr/>
              <p:nvPr/>
            </p:nvSpPr>
            <p:spPr>
              <a:xfrm>
                <a:off x="7846852" y="3412441"/>
                <a:ext cx="235997" cy="1002341"/>
              </a:xfrm>
              <a:custGeom>
                <a:avLst/>
                <a:gdLst/>
                <a:ahLst/>
                <a:cxnLst/>
                <a:rect l="l" t="t" r="r" b="b"/>
                <a:pathLst>
                  <a:path w="5595" h="23762" extrusionOk="0">
                    <a:moveTo>
                      <a:pt x="5538" y="0"/>
                    </a:moveTo>
                    <a:cubicBezTo>
                      <a:pt x="4458" y="57"/>
                      <a:pt x="3605" y="1137"/>
                      <a:pt x="3036" y="1944"/>
                    </a:cubicBezTo>
                    <a:cubicBezTo>
                      <a:pt x="2184" y="3183"/>
                      <a:pt x="1752" y="4741"/>
                      <a:pt x="1377" y="6208"/>
                    </a:cubicBezTo>
                    <a:cubicBezTo>
                      <a:pt x="524" y="9812"/>
                      <a:pt x="376" y="13507"/>
                      <a:pt x="194" y="17156"/>
                    </a:cubicBezTo>
                    <a:cubicBezTo>
                      <a:pt x="46" y="19327"/>
                      <a:pt x="1" y="21510"/>
                      <a:pt x="1" y="23693"/>
                    </a:cubicBezTo>
                    <a:cubicBezTo>
                      <a:pt x="1" y="23739"/>
                      <a:pt x="24" y="23761"/>
                      <a:pt x="46" y="23761"/>
                    </a:cubicBezTo>
                    <a:cubicBezTo>
                      <a:pt x="69" y="23761"/>
                      <a:pt x="92" y="23739"/>
                      <a:pt x="92" y="23693"/>
                    </a:cubicBezTo>
                    <a:cubicBezTo>
                      <a:pt x="137" y="20135"/>
                      <a:pt x="285" y="16588"/>
                      <a:pt x="569" y="13029"/>
                    </a:cubicBezTo>
                    <a:cubicBezTo>
                      <a:pt x="706" y="11278"/>
                      <a:pt x="899" y="9527"/>
                      <a:pt x="1183" y="7822"/>
                    </a:cubicBezTo>
                    <a:cubicBezTo>
                      <a:pt x="1468" y="6208"/>
                      <a:pt x="1843" y="4548"/>
                      <a:pt x="2513" y="3081"/>
                    </a:cubicBezTo>
                    <a:cubicBezTo>
                      <a:pt x="2843" y="2376"/>
                      <a:pt x="3264" y="1762"/>
                      <a:pt x="3741" y="1194"/>
                    </a:cubicBezTo>
                    <a:cubicBezTo>
                      <a:pt x="4219" y="671"/>
                      <a:pt x="4833" y="102"/>
                      <a:pt x="5538" y="102"/>
                    </a:cubicBezTo>
                    <a:cubicBezTo>
                      <a:pt x="5594" y="102"/>
                      <a:pt x="5594" y="0"/>
                      <a:pt x="5538" y="0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5">
                <a:extLst>
                  <a:ext uri="{FF2B5EF4-FFF2-40B4-BE49-F238E27FC236}">
                    <a16:creationId xmlns:a16="http://schemas.microsoft.com/office/drawing/2014/main" id="{8AA44FC5-7FF2-242E-15E5-195C6EAB2530}"/>
                  </a:ext>
                </a:extLst>
              </p:cNvPr>
              <p:cNvSpPr/>
              <p:nvPr/>
            </p:nvSpPr>
            <p:spPr>
              <a:xfrm>
                <a:off x="8068423" y="3786094"/>
                <a:ext cx="317995" cy="208466"/>
              </a:xfrm>
              <a:custGeom>
                <a:avLst/>
                <a:gdLst/>
                <a:ahLst/>
                <a:cxnLst/>
                <a:rect l="l" t="t" r="r" b="b"/>
                <a:pathLst>
                  <a:path w="7539" h="4942" extrusionOk="0">
                    <a:moveTo>
                      <a:pt x="3256" y="0"/>
                    </a:moveTo>
                    <a:cubicBezTo>
                      <a:pt x="3145" y="0"/>
                      <a:pt x="3040" y="3"/>
                      <a:pt x="2945" y="10"/>
                    </a:cubicBezTo>
                    <a:lnTo>
                      <a:pt x="0" y="999"/>
                    </a:lnTo>
                    <a:cubicBezTo>
                      <a:pt x="37" y="998"/>
                      <a:pt x="74" y="997"/>
                      <a:pt x="111" y="997"/>
                    </a:cubicBezTo>
                    <a:cubicBezTo>
                      <a:pt x="1208" y="997"/>
                      <a:pt x="2246" y="1646"/>
                      <a:pt x="2752" y="2613"/>
                    </a:cubicBezTo>
                    <a:cubicBezTo>
                      <a:pt x="3127" y="3318"/>
                      <a:pt x="3320" y="4273"/>
                      <a:pt x="3980" y="4694"/>
                    </a:cubicBezTo>
                    <a:cubicBezTo>
                      <a:pt x="4264" y="4887"/>
                      <a:pt x="4605" y="4933"/>
                      <a:pt x="4935" y="4933"/>
                    </a:cubicBezTo>
                    <a:cubicBezTo>
                      <a:pt x="5009" y="4938"/>
                      <a:pt x="5084" y="4941"/>
                      <a:pt x="5160" y="4941"/>
                    </a:cubicBezTo>
                    <a:cubicBezTo>
                      <a:pt x="5715" y="4941"/>
                      <a:pt x="6311" y="4790"/>
                      <a:pt x="6731" y="4410"/>
                    </a:cubicBezTo>
                    <a:cubicBezTo>
                      <a:pt x="7390" y="3841"/>
                      <a:pt x="7538" y="2852"/>
                      <a:pt x="7208" y="2045"/>
                    </a:cubicBezTo>
                    <a:cubicBezTo>
                      <a:pt x="6924" y="1238"/>
                      <a:pt x="6310" y="715"/>
                      <a:pt x="5969" y="431"/>
                    </a:cubicBezTo>
                    <a:cubicBezTo>
                      <a:pt x="5307" y="180"/>
                      <a:pt x="4089" y="0"/>
                      <a:pt x="3256" y="0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5">
                <a:extLst>
                  <a:ext uri="{FF2B5EF4-FFF2-40B4-BE49-F238E27FC236}">
                    <a16:creationId xmlns:a16="http://schemas.microsoft.com/office/drawing/2014/main" id="{7A94CC29-DFC0-A78F-0B75-D4EC79699DE1}"/>
                  </a:ext>
                </a:extLst>
              </p:cNvPr>
              <p:cNvSpPr/>
              <p:nvPr/>
            </p:nvSpPr>
            <p:spPr>
              <a:xfrm>
                <a:off x="8148523" y="3767744"/>
                <a:ext cx="153957" cy="159787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3788" extrusionOk="0">
                    <a:moveTo>
                      <a:pt x="524" y="0"/>
                    </a:moveTo>
                    <a:cubicBezTo>
                      <a:pt x="348" y="0"/>
                      <a:pt x="173" y="19"/>
                      <a:pt x="0" y="58"/>
                    </a:cubicBezTo>
                    <a:cubicBezTo>
                      <a:pt x="1091" y="161"/>
                      <a:pt x="2081" y="388"/>
                      <a:pt x="2842" y="1241"/>
                    </a:cubicBezTo>
                    <a:cubicBezTo>
                      <a:pt x="3411" y="1957"/>
                      <a:pt x="3559" y="2855"/>
                      <a:pt x="3559" y="3753"/>
                    </a:cubicBezTo>
                    <a:cubicBezTo>
                      <a:pt x="3581" y="3776"/>
                      <a:pt x="3604" y="3787"/>
                      <a:pt x="3621" y="3787"/>
                    </a:cubicBezTo>
                    <a:cubicBezTo>
                      <a:pt x="3638" y="3787"/>
                      <a:pt x="3650" y="3776"/>
                      <a:pt x="3650" y="3753"/>
                    </a:cubicBezTo>
                    <a:cubicBezTo>
                      <a:pt x="3650" y="2810"/>
                      <a:pt x="3502" y="1866"/>
                      <a:pt x="2888" y="1150"/>
                    </a:cubicBezTo>
                    <a:cubicBezTo>
                      <a:pt x="2299" y="476"/>
                      <a:pt x="1410" y="0"/>
                      <a:pt x="524" y="0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5">
                <a:extLst>
                  <a:ext uri="{FF2B5EF4-FFF2-40B4-BE49-F238E27FC236}">
                    <a16:creationId xmlns:a16="http://schemas.microsoft.com/office/drawing/2014/main" id="{BDABD6C7-7430-7C14-1089-6E7D08465050}"/>
                  </a:ext>
                </a:extLst>
              </p:cNvPr>
              <p:cNvSpPr/>
              <p:nvPr/>
            </p:nvSpPr>
            <p:spPr>
              <a:xfrm>
                <a:off x="7992668" y="3752010"/>
                <a:ext cx="327570" cy="171809"/>
              </a:xfrm>
              <a:custGeom>
                <a:avLst/>
                <a:gdLst/>
                <a:ahLst/>
                <a:cxnLst/>
                <a:rect l="l" t="t" r="r" b="b"/>
                <a:pathLst>
                  <a:path w="7766" h="4073" extrusionOk="0">
                    <a:moveTo>
                      <a:pt x="3992" y="0"/>
                    </a:moveTo>
                    <a:cubicBezTo>
                      <a:pt x="3828" y="0"/>
                      <a:pt x="3682" y="5"/>
                      <a:pt x="3559" y="11"/>
                    </a:cubicBezTo>
                    <a:cubicBezTo>
                      <a:pt x="2797" y="102"/>
                      <a:pt x="1990" y="250"/>
                      <a:pt x="1376" y="670"/>
                    </a:cubicBezTo>
                    <a:cubicBezTo>
                      <a:pt x="716" y="1102"/>
                      <a:pt x="0" y="1386"/>
                      <a:pt x="46" y="2614"/>
                    </a:cubicBezTo>
                    <a:cubicBezTo>
                      <a:pt x="46" y="3838"/>
                      <a:pt x="635" y="4072"/>
                      <a:pt x="1252" y="4072"/>
                    </a:cubicBezTo>
                    <a:cubicBezTo>
                      <a:pt x="1420" y="4072"/>
                      <a:pt x="1590" y="4055"/>
                      <a:pt x="1751" y="4035"/>
                    </a:cubicBezTo>
                    <a:cubicBezTo>
                      <a:pt x="2513" y="3990"/>
                      <a:pt x="2990" y="3274"/>
                      <a:pt x="3502" y="2751"/>
                    </a:cubicBezTo>
                    <a:cubicBezTo>
                      <a:pt x="4422" y="1792"/>
                      <a:pt x="5747" y="1173"/>
                      <a:pt x="7046" y="1173"/>
                    </a:cubicBezTo>
                    <a:cubicBezTo>
                      <a:pt x="7288" y="1173"/>
                      <a:pt x="7528" y="1194"/>
                      <a:pt x="7765" y="1239"/>
                    </a:cubicBezTo>
                    <a:cubicBezTo>
                      <a:pt x="6745" y="179"/>
                      <a:pt x="5022" y="0"/>
                      <a:pt x="3992" y="0"/>
                    </a:cubicBezTo>
                    <a:close/>
                  </a:path>
                </a:pathLst>
              </a:custGeom>
              <a:solidFill>
                <a:srgbClr val="E8EE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5">
                <a:extLst>
                  <a:ext uri="{FF2B5EF4-FFF2-40B4-BE49-F238E27FC236}">
                    <a16:creationId xmlns:a16="http://schemas.microsoft.com/office/drawing/2014/main" id="{93CE4154-C70B-86EB-2CDB-347DD79D4ABE}"/>
                  </a:ext>
                </a:extLst>
              </p:cNvPr>
              <p:cNvSpPr/>
              <p:nvPr/>
            </p:nvSpPr>
            <p:spPr>
              <a:xfrm>
                <a:off x="7932688" y="3760109"/>
                <a:ext cx="313693" cy="679138"/>
              </a:xfrm>
              <a:custGeom>
                <a:avLst/>
                <a:gdLst/>
                <a:ahLst/>
                <a:cxnLst/>
                <a:rect l="l" t="t" r="r" b="b"/>
                <a:pathLst>
                  <a:path w="7437" h="16100" extrusionOk="0">
                    <a:moveTo>
                      <a:pt x="7391" y="1"/>
                    </a:moveTo>
                    <a:cubicBezTo>
                      <a:pt x="4924" y="1"/>
                      <a:pt x="2843" y="1615"/>
                      <a:pt x="1797" y="3798"/>
                    </a:cubicBezTo>
                    <a:cubicBezTo>
                      <a:pt x="899" y="5640"/>
                      <a:pt x="615" y="7732"/>
                      <a:pt x="376" y="9721"/>
                    </a:cubicBezTo>
                    <a:cubicBezTo>
                      <a:pt x="149" y="11802"/>
                      <a:pt x="1" y="13928"/>
                      <a:pt x="46" y="16065"/>
                    </a:cubicBezTo>
                    <a:cubicBezTo>
                      <a:pt x="46" y="16088"/>
                      <a:pt x="58" y="16099"/>
                      <a:pt x="69" y="16099"/>
                    </a:cubicBezTo>
                    <a:cubicBezTo>
                      <a:pt x="81" y="16099"/>
                      <a:pt x="92" y="16088"/>
                      <a:pt x="92" y="16065"/>
                    </a:cubicBezTo>
                    <a:cubicBezTo>
                      <a:pt x="331" y="12984"/>
                      <a:pt x="331" y="9858"/>
                      <a:pt x="945" y="6822"/>
                    </a:cubicBezTo>
                    <a:cubicBezTo>
                      <a:pt x="1286" y="5174"/>
                      <a:pt x="1854" y="3605"/>
                      <a:pt x="2934" y="2274"/>
                    </a:cubicBezTo>
                    <a:cubicBezTo>
                      <a:pt x="4071" y="956"/>
                      <a:pt x="5640" y="103"/>
                      <a:pt x="7391" y="58"/>
                    </a:cubicBezTo>
                    <a:cubicBezTo>
                      <a:pt x="7436" y="58"/>
                      <a:pt x="7436" y="1"/>
                      <a:pt x="7391" y="1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35">
                <a:extLst>
                  <a:ext uri="{FF2B5EF4-FFF2-40B4-BE49-F238E27FC236}">
                    <a16:creationId xmlns:a16="http://schemas.microsoft.com/office/drawing/2014/main" id="{CC7CBCFE-6253-F154-F1C4-099EE25116D6}"/>
                  </a:ext>
                </a:extLst>
              </p:cNvPr>
              <p:cNvSpPr/>
              <p:nvPr/>
            </p:nvSpPr>
            <p:spPr>
              <a:xfrm>
                <a:off x="7864610" y="4059226"/>
                <a:ext cx="237895" cy="372345"/>
              </a:xfrm>
              <a:custGeom>
                <a:avLst/>
                <a:gdLst/>
                <a:ahLst/>
                <a:cxnLst/>
                <a:rect l="l" t="t" r="r" b="b"/>
                <a:pathLst>
                  <a:path w="5640" h="8827" extrusionOk="0">
                    <a:moveTo>
                      <a:pt x="4730" y="0"/>
                    </a:moveTo>
                    <a:cubicBezTo>
                      <a:pt x="4033" y="0"/>
                      <a:pt x="3346" y="142"/>
                      <a:pt x="2752" y="538"/>
                    </a:cubicBezTo>
                    <a:cubicBezTo>
                      <a:pt x="1990" y="1016"/>
                      <a:pt x="1479" y="1778"/>
                      <a:pt x="1092" y="2630"/>
                    </a:cubicBezTo>
                    <a:cubicBezTo>
                      <a:pt x="285" y="4472"/>
                      <a:pt x="1" y="6837"/>
                      <a:pt x="433" y="8826"/>
                    </a:cubicBezTo>
                    <a:cubicBezTo>
                      <a:pt x="433" y="8826"/>
                      <a:pt x="524" y="8826"/>
                      <a:pt x="478" y="8781"/>
                    </a:cubicBezTo>
                    <a:cubicBezTo>
                      <a:pt x="239" y="6894"/>
                      <a:pt x="387" y="4904"/>
                      <a:pt x="1047" y="3096"/>
                    </a:cubicBezTo>
                    <a:cubicBezTo>
                      <a:pt x="1331" y="2198"/>
                      <a:pt x="1854" y="1345"/>
                      <a:pt x="2559" y="777"/>
                    </a:cubicBezTo>
                    <a:cubicBezTo>
                      <a:pt x="3258" y="270"/>
                      <a:pt x="4059" y="65"/>
                      <a:pt x="4888" y="65"/>
                    </a:cubicBezTo>
                    <a:cubicBezTo>
                      <a:pt x="5137" y="65"/>
                      <a:pt x="5388" y="84"/>
                      <a:pt x="5640" y="118"/>
                    </a:cubicBezTo>
                    <a:lnTo>
                      <a:pt x="5640" y="72"/>
                    </a:lnTo>
                    <a:cubicBezTo>
                      <a:pt x="5339" y="27"/>
                      <a:pt x="5034" y="0"/>
                      <a:pt x="4730" y="0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35">
                <a:extLst>
                  <a:ext uri="{FF2B5EF4-FFF2-40B4-BE49-F238E27FC236}">
                    <a16:creationId xmlns:a16="http://schemas.microsoft.com/office/drawing/2014/main" id="{4FCFA27C-61A9-18CF-113A-10EB343EF16D}"/>
                  </a:ext>
                </a:extLst>
              </p:cNvPr>
              <p:cNvSpPr/>
              <p:nvPr/>
            </p:nvSpPr>
            <p:spPr>
              <a:xfrm>
                <a:off x="7517215" y="3435557"/>
                <a:ext cx="257762" cy="1079450"/>
              </a:xfrm>
              <a:custGeom>
                <a:avLst/>
                <a:gdLst/>
                <a:ahLst/>
                <a:cxnLst/>
                <a:rect l="l" t="t" r="r" b="b"/>
                <a:pathLst>
                  <a:path w="6111" h="25590" extrusionOk="0">
                    <a:moveTo>
                      <a:pt x="13" y="0"/>
                    </a:moveTo>
                    <a:cubicBezTo>
                      <a:pt x="0" y="0"/>
                      <a:pt x="13" y="21"/>
                      <a:pt x="51" y="21"/>
                    </a:cubicBezTo>
                    <a:cubicBezTo>
                      <a:pt x="32" y="5"/>
                      <a:pt x="19" y="0"/>
                      <a:pt x="13" y="0"/>
                    </a:cubicBezTo>
                    <a:close/>
                    <a:moveTo>
                      <a:pt x="51" y="21"/>
                    </a:moveTo>
                    <a:cubicBezTo>
                      <a:pt x="1472" y="828"/>
                      <a:pt x="2370" y="2397"/>
                      <a:pt x="3075" y="3818"/>
                    </a:cubicBezTo>
                    <a:cubicBezTo>
                      <a:pt x="3791" y="5284"/>
                      <a:pt x="4257" y="6842"/>
                      <a:pt x="4598" y="8411"/>
                    </a:cubicBezTo>
                    <a:cubicBezTo>
                      <a:pt x="5349" y="11958"/>
                      <a:pt x="5679" y="15653"/>
                      <a:pt x="5826" y="19302"/>
                    </a:cubicBezTo>
                    <a:cubicBezTo>
                      <a:pt x="5872" y="21394"/>
                      <a:pt x="5826" y="23475"/>
                      <a:pt x="5781" y="25555"/>
                    </a:cubicBezTo>
                    <a:cubicBezTo>
                      <a:pt x="5781" y="25578"/>
                      <a:pt x="5804" y="25590"/>
                      <a:pt x="5826" y="25590"/>
                    </a:cubicBezTo>
                    <a:cubicBezTo>
                      <a:pt x="5849" y="25590"/>
                      <a:pt x="5872" y="25578"/>
                      <a:pt x="5872" y="25555"/>
                    </a:cubicBezTo>
                    <a:cubicBezTo>
                      <a:pt x="6111" y="21679"/>
                      <a:pt x="5917" y="17745"/>
                      <a:pt x="5497" y="13902"/>
                    </a:cubicBezTo>
                    <a:cubicBezTo>
                      <a:pt x="5167" y="10537"/>
                      <a:pt x="4689" y="7081"/>
                      <a:pt x="3268" y="4000"/>
                    </a:cubicBezTo>
                    <a:cubicBezTo>
                      <a:pt x="2552" y="2488"/>
                      <a:pt x="1563" y="828"/>
                      <a:pt x="51" y="21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5">
                <a:extLst>
                  <a:ext uri="{FF2B5EF4-FFF2-40B4-BE49-F238E27FC236}">
                    <a16:creationId xmlns:a16="http://schemas.microsoft.com/office/drawing/2014/main" id="{321E17D7-FBBE-1C86-DCFB-2D9762CC8D41}"/>
                  </a:ext>
                </a:extLst>
              </p:cNvPr>
              <p:cNvSpPr/>
              <p:nvPr/>
            </p:nvSpPr>
            <p:spPr>
              <a:xfrm>
                <a:off x="7591283" y="4395547"/>
                <a:ext cx="451284" cy="470040"/>
              </a:xfrm>
              <a:custGeom>
                <a:avLst/>
                <a:gdLst/>
                <a:ahLst/>
                <a:cxnLst/>
                <a:rect l="l" t="t" r="r" b="b"/>
                <a:pathLst>
                  <a:path w="10699" h="11143" extrusionOk="0">
                    <a:moveTo>
                      <a:pt x="0" y="1"/>
                    </a:moveTo>
                    <a:lnTo>
                      <a:pt x="0" y="1808"/>
                    </a:lnTo>
                    <a:cubicBezTo>
                      <a:pt x="0" y="9050"/>
                      <a:pt x="2558" y="11142"/>
                      <a:pt x="2558" y="11142"/>
                    </a:cubicBezTo>
                    <a:lnTo>
                      <a:pt x="8140" y="11142"/>
                    </a:lnTo>
                    <a:cubicBezTo>
                      <a:pt x="8140" y="11142"/>
                      <a:pt x="10698" y="9050"/>
                      <a:pt x="10698" y="1808"/>
                    </a:cubicBezTo>
                    <a:lnTo>
                      <a:pt x="1069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" name="Google Shape;19075;p76">
            <a:extLst>
              <a:ext uri="{FF2B5EF4-FFF2-40B4-BE49-F238E27FC236}">
                <a16:creationId xmlns:a16="http://schemas.microsoft.com/office/drawing/2014/main" id="{09F30500-4C4D-C784-3BBF-717814F66146}"/>
              </a:ext>
            </a:extLst>
          </p:cNvPr>
          <p:cNvGrpSpPr/>
          <p:nvPr/>
        </p:nvGrpSpPr>
        <p:grpSpPr>
          <a:xfrm>
            <a:off x="3183341" y="944225"/>
            <a:ext cx="1353384" cy="1057574"/>
            <a:chOff x="5632602" y="2025510"/>
            <a:chExt cx="370130" cy="287264"/>
          </a:xfrm>
        </p:grpSpPr>
        <p:sp>
          <p:nvSpPr>
            <p:cNvPr id="5" name="Google Shape;19076;p76">
              <a:extLst>
                <a:ext uri="{FF2B5EF4-FFF2-40B4-BE49-F238E27FC236}">
                  <a16:creationId xmlns:a16="http://schemas.microsoft.com/office/drawing/2014/main" id="{A3ACF8D5-D536-7C0F-07D9-1FAB900A6FC1}"/>
                </a:ext>
              </a:extLst>
            </p:cNvPr>
            <p:cNvSpPr/>
            <p:nvPr/>
          </p:nvSpPr>
          <p:spPr>
            <a:xfrm>
              <a:off x="5695046" y="2050493"/>
              <a:ext cx="296701" cy="191501"/>
            </a:xfrm>
            <a:custGeom>
              <a:avLst/>
              <a:gdLst/>
              <a:ahLst/>
              <a:cxnLst/>
              <a:rect l="l" t="t" r="r" b="b"/>
              <a:pathLst>
                <a:path w="11318" h="7305" extrusionOk="0">
                  <a:moveTo>
                    <a:pt x="0" y="0"/>
                  </a:moveTo>
                  <a:lnTo>
                    <a:pt x="0" y="4649"/>
                  </a:lnTo>
                  <a:lnTo>
                    <a:pt x="780" y="4649"/>
                  </a:lnTo>
                  <a:lnTo>
                    <a:pt x="780" y="5168"/>
                  </a:lnTo>
                  <a:lnTo>
                    <a:pt x="996" y="5240"/>
                  </a:lnTo>
                  <a:cubicBezTo>
                    <a:pt x="1126" y="5284"/>
                    <a:pt x="1242" y="5327"/>
                    <a:pt x="1357" y="5399"/>
                  </a:cubicBezTo>
                  <a:lnTo>
                    <a:pt x="1559" y="5500"/>
                  </a:lnTo>
                  <a:lnTo>
                    <a:pt x="1920" y="5139"/>
                  </a:lnTo>
                  <a:lnTo>
                    <a:pt x="2498" y="5717"/>
                  </a:lnTo>
                  <a:lnTo>
                    <a:pt x="2137" y="6078"/>
                  </a:lnTo>
                  <a:lnTo>
                    <a:pt x="2238" y="6280"/>
                  </a:lnTo>
                  <a:cubicBezTo>
                    <a:pt x="2310" y="6395"/>
                    <a:pt x="2353" y="6511"/>
                    <a:pt x="2397" y="6641"/>
                  </a:cubicBezTo>
                  <a:lnTo>
                    <a:pt x="2454" y="6857"/>
                  </a:lnTo>
                  <a:lnTo>
                    <a:pt x="2974" y="6857"/>
                  </a:lnTo>
                  <a:lnTo>
                    <a:pt x="2974" y="7305"/>
                  </a:lnTo>
                  <a:lnTo>
                    <a:pt x="11318" y="7305"/>
                  </a:lnTo>
                  <a:lnTo>
                    <a:pt x="11318" y="0"/>
                  </a:lnTo>
                  <a:close/>
                </a:path>
              </a:pathLst>
            </a:custGeom>
            <a:solidFill>
              <a:srgbClr val="F2F5F7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077;p76">
              <a:extLst>
                <a:ext uri="{FF2B5EF4-FFF2-40B4-BE49-F238E27FC236}">
                  <a16:creationId xmlns:a16="http://schemas.microsoft.com/office/drawing/2014/main" id="{7C17E25C-376B-3673-7A95-7E6281177133}"/>
                </a:ext>
              </a:extLst>
            </p:cNvPr>
            <p:cNvSpPr/>
            <p:nvPr/>
          </p:nvSpPr>
          <p:spPr>
            <a:xfrm>
              <a:off x="5735522" y="2241967"/>
              <a:ext cx="50359" cy="23882"/>
            </a:xfrm>
            <a:custGeom>
              <a:avLst/>
              <a:gdLst/>
              <a:ahLst/>
              <a:cxnLst/>
              <a:rect l="l" t="t" r="r" b="b"/>
              <a:pathLst>
                <a:path w="1921" h="911" extrusionOk="0">
                  <a:moveTo>
                    <a:pt x="1098" y="1"/>
                  </a:moveTo>
                  <a:lnTo>
                    <a:pt x="1098" y="30"/>
                  </a:lnTo>
                  <a:lnTo>
                    <a:pt x="434" y="30"/>
                  </a:lnTo>
                  <a:lnTo>
                    <a:pt x="434" y="44"/>
                  </a:lnTo>
                  <a:cubicBezTo>
                    <a:pt x="405" y="376"/>
                    <a:pt x="261" y="679"/>
                    <a:pt x="1" y="910"/>
                  </a:cubicBezTo>
                  <a:lnTo>
                    <a:pt x="1228" y="910"/>
                  </a:lnTo>
                  <a:cubicBezTo>
                    <a:pt x="1271" y="780"/>
                    <a:pt x="1329" y="650"/>
                    <a:pt x="1358" y="520"/>
                  </a:cubicBezTo>
                  <a:lnTo>
                    <a:pt x="1921" y="520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B8C6D1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078;p76">
              <a:extLst>
                <a:ext uri="{FF2B5EF4-FFF2-40B4-BE49-F238E27FC236}">
                  <a16:creationId xmlns:a16="http://schemas.microsoft.com/office/drawing/2014/main" id="{7B607F66-41F4-0925-5E88-3B529F48857C}"/>
                </a:ext>
              </a:extLst>
            </p:cNvPr>
            <p:cNvSpPr/>
            <p:nvPr/>
          </p:nvSpPr>
          <p:spPr>
            <a:xfrm>
              <a:off x="5746899" y="2179156"/>
              <a:ext cx="38982" cy="62470"/>
            </a:xfrm>
            <a:custGeom>
              <a:avLst/>
              <a:gdLst/>
              <a:ahLst/>
              <a:cxnLst/>
              <a:rect l="l" t="t" r="r" b="b"/>
              <a:pathLst>
                <a:path w="1487" h="2383" extrusionOk="0">
                  <a:moveTo>
                    <a:pt x="274" y="0"/>
                  </a:moveTo>
                  <a:lnTo>
                    <a:pt x="0" y="275"/>
                  </a:lnTo>
                  <a:lnTo>
                    <a:pt x="534" y="809"/>
                  </a:lnTo>
                  <a:lnTo>
                    <a:pt x="173" y="1170"/>
                  </a:lnTo>
                  <a:lnTo>
                    <a:pt x="274" y="1357"/>
                  </a:lnTo>
                  <a:cubicBezTo>
                    <a:pt x="332" y="1473"/>
                    <a:pt x="390" y="1603"/>
                    <a:pt x="419" y="1718"/>
                  </a:cubicBezTo>
                  <a:lnTo>
                    <a:pt x="491" y="1935"/>
                  </a:lnTo>
                  <a:lnTo>
                    <a:pt x="1010" y="1935"/>
                  </a:lnTo>
                  <a:lnTo>
                    <a:pt x="1010" y="2382"/>
                  </a:lnTo>
                  <a:lnTo>
                    <a:pt x="1487" y="2382"/>
                  </a:lnTo>
                  <a:lnTo>
                    <a:pt x="1487" y="1790"/>
                  </a:lnTo>
                  <a:lnTo>
                    <a:pt x="924" y="1790"/>
                  </a:lnTo>
                  <a:cubicBezTo>
                    <a:pt x="881" y="1574"/>
                    <a:pt x="794" y="1386"/>
                    <a:pt x="678" y="1199"/>
                  </a:cubicBezTo>
                  <a:lnTo>
                    <a:pt x="1083" y="809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B3C2CE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079;p76">
              <a:extLst>
                <a:ext uri="{FF2B5EF4-FFF2-40B4-BE49-F238E27FC236}">
                  <a16:creationId xmlns:a16="http://schemas.microsoft.com/office/drawing/2014/main" id="{BC17B1F6-032B-6D29-2F44-E8034E9455A4}"/>
                </a:ext>
              </a:extLst>
            </p:cNvPr>
            <p:cNvSpPr/>
            <p:nvPr/>
          </p:nvSpPr>
          <p:spPr>
            <a:xfrm>
              <a:off x="5698821" y="2168565"/>
              <a:ext cx="42783" cy="26136"/>
            </a:xfrm>
            <a:custGeom>
              <a:avLst/>
              <a:gdLst/>
              <a:ahLst/>
              <a:cxnLst/>
              <a:rect l="l" t="t" r="r" b="b"/>
              <a:pathLst>
                <a:path w="1632" h="997" extrusionOk="0">
                  <a:moveTo>
                    <a:pt x="1" y="0"/>
                  </a:moveTo>
                  <a:lnTo>
                    <a:pt x="1" y="159"/>
                  </a:lnTo>
                  <a:lnTo>
                    <a:pt x="636" y="159"/>
                  </a:lnTo>
                  <a:lnTo>
                    <a:pt x="636" y="679"/>
                  </a:lnTo>
                  <a:lnTo>
                    <a:pt x="852" y="736"/>
                  </a:lnTo>
                  <a:cubicBezTo>
                    <a:pt x="982" y="780"/>
                    <a:pt x="1098" y="823"/>
                    <a:pt x="1213" y="895"/>
                  </a:cubicBezTo>
                  <a:lnTo>
                    <a:pt x="1415" y="996"/>
                  </a:lnTo>
                  <a:lnTo>
                    <a:pt x="1632" y="765"/>
                  </a:lnTo>
                  <a:cubicBezTo>
                    <a:pt x="1473" y="679"/>
                    <a:pt x="1300" y="607"/>
                    <a:pt x="1127" y="563"/>
                  </a:cubicBezTo>
                  <a:lnTo>
                    <a:pt x="1127" y="0"/>
                  </a:lnTo>
                  <a:close/>
                </a:path>
              </a:pathLst>
            </a:custGeom>
            <a:solidFill>
              <a:srgbClr val="B3C2CE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080;p76">
              <a:extLst>
                <a:ext uri="{FF2B5EF4-FFF2-40B4-BE49-F238E27FC236}">
                  <a16:creationId xmlns:a16="http://schemas.microsoft.com/office/drawing/2014/main" id="{9A0E3450-0411-1EE7-DFD8-B29B68B6DBD3}"/>
                </a:ext>
              </a:extLst>
            </p:cNvPr>
            <p:cNvSpPr/>
            <p:nvPr/>
          </p:nvSpPr>
          <p:spPr>
            <a:xfrm>
              <a:off x="5695046" y="2050493"/>
              <a:ext cx="9857" cy="118099"/>
            </a:xfrm>
            <a:custGeom>
              <a:avLst/>
              <a:gdLst/>
              <a:ahLst/>
              <a:cxnLst/>
              <a:rect l="l" t="t" r="r" b="b"/>
              <a:pathLst>
                <a:path w="376" h="4505" extrusionOk="0">
                  <a:moveTo>
                    <a:pt x="0" y="0"/>
                  </a:moveTo>
                  <a:lnTo>
                    <a:pt x="0" y="4504"/>
                  </a:lnTo>
                  <a:lnTo>
                    <a:pt x="376" y="4504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B3C2CE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081;p76">
              <a:extLst>
                <a:ext uri="{FF2B5EF4-FFF2-40B4-BE49-F238E27FC236}">
                  <a16:creationId xmlns:a16="http://schemas.microsoft.com/office/drawing/2014/main" id="{4D7B0CE8-6756-E8D3-E1FC-A962C981F2F8}"/>
                </a:ext>
              </a:extLst>
            </p:cNvPr>
            <p:cNvSpPr/>
            <p:nvPr/>
          </p:nvSpPr>
          <p:spPr>
            <a:xfrm>
              <a:off x="5695046" y="2049732"/>
              <a:ext cx="296701" cy="9857"/>
            </a:xfrm>
            <a:custGeom>
              <a:avLst/>
              <a:gdLst/>
              <a:ahLst/>
              <a:cxnLst/>
              <a:rect l="l" t="t" r="r" b="b"/>
              <a:pathLst>
                <a:path w="11318" h="376" extrusionOk="0">
                  <a:moveTo>
                    <a:pt x="0" y="1"/>
                  </a:moveTo>
                  <a:lnTo>
                    <a:pt x="0" y="376"/>
                  </a:lnTo>
                  <a:lnTo>
                    <a:pt x="11318" y="376"/>
                  </a:lnTo>
                  <a:lnTo>
                    <a:pt x="11318" y="1"/>
                  </a:lnTo>
                  <a:close/>
                </a:path>
              </a:pathLst>
            </a:custGeom>
            <a:solidFill>
              <a:srgbClr val="B3C2CE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082;p76">
              <a:extLst>
                <a:ext uri="{FF2B5EF4-FFF2-40B4-BE49-F238E27FC236}">
                  <a16:creationId xmlns:a16="http://schemas.microsoft.com/office/drawing/2014/main" id="{1E0EE261-0FF2-E786-0028-D690C0FF46BC}"/>
                </a:ext>
              </a:extLst>
            </p:cNvPr>
            <p:cNvSpPr/>
            <p:nvPr/>
          </p:nvSpPr>
          <p:spPr>
            <a:xfrm>
              <a:off x="5725324" y="2240473"/>
              <a:ext cx="277014" cy="26503"/>
            </a:xfrm>
            <a:custGeom>
              <a:avLst/>
              <a:gdLst/>
              <a:ahLst/>
              <a:cxnLst/>
              <a:rect l="l" t="t" r="r" b="b"/>
              <a:pathLst>
                <a:path w="10567" h="1011" extrusionOk="0">
                  <a:moveTo>
                    <a:pt x="1487" y="0"/>
                  </a:moveTo>
                  <a:cubicBezTo>
                    <a:pt x="1458" y="0"/>
                    <a:pt x="1444" y="14"/>
                    <a:pt x="1429" y="43"/>
                  </a:cubicBezTo>
                  <a:lnTo>
                    <a:pt x="477" y="43"/>
                  </a:lnTo>
                  <a:cubicBezTo>
                    <a:pt x="462" y="43"/>
                    <a:pt x="433" y="58"/>
                    <a:pt x="433" y="87"/>
                  </a:cubicBezTo>
                  <a:lnTo>
                    <a:pt x="433" y="159"/>
                  </a:lnTo>
                  <a:lnTo>
                    <a:pt x="433" y="188"/>
                  </a:lnTo>
                  <a:lnTo>
                    <a:pt x="433" y="202"/>
                  </a:lnTo>
                  <a:lnTo>
                    <a:pt x="433" y="217"/>
                  </a:lnTo>
                  <a:cubicBezTo>
                    <a:pt x="404" y="505"/>
                    <a:pt x="260" y="765"/>
                    <a:pt x="29" y="924"/>
                  </a:cubicBezTo>
                  <a:cubicBezTo>
                    <a:pt x="0" y="953"/>
                    <a:pt x="15" y="1010"/>
                    <a:pt x="58" y="1010"/>
                  </a:cubicBezTo>
                  <a:lnTo>
                    <a:pt x="10524" y="1010"/>
                  </a:lnTo>
                  <a:cubicBezTo>
                    <a:pt x="10553" y="1010"/>
                    <a:pt x="10567" y="996"/>
                    <a:pt x="10567" y="967"/>
                  </a:cubicBezTo>
                  <a:lnTo>
                    <a:pt x="10567" y="58"/>
                  </a:lnTo>
                  <a:cubicBezTo>
                    <a:pt x="10567" y="29"/>
                    <a:pt x="10553" y="14"/>
                    <a:pt x="10538" y="0"/>
                  </a:cubicBezTo>
                  <a:close/>
                </a:path>
              </a:pathLst>
            </a:custGeom>
            <a:solidFill>
              <a:srgbClr val="627789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083;p76">
              <a:extLst>
                <a:ext uri="{FF2B5EF4-FFF2-40B4-BE49-F238E27FC236}">
                  <a16:creationId xmlns:a16="http://schemas.microsoft.com/office/drawing/2014/main" id="{F1704408-1B61-1B77-EB9F-5483BC481DED}"/>
                </a:ext>
              </a:extLst>
            </p:cNvPr>
            <p:cNvSpPr/>
            <p:nvPr/>
          </p:nvSpPr>
          <p:spPr>
            <a:xfrm>
              <a:off x="5684062" y="2025510"/>
              <a:ext cx="318670" cy="26136"/>
            </a:xfrm>
            <a:custGeom>
              <a:avLst/>
              <a:gdLst/>
              <a:ahLst/>
              <a:cxnLst/>
              <a:rect l="l" t="t" r="r" b="b"/>
              <a:pathLst>
                <a:path w="12156" h="997" extrusionOk="0">
                  <a:moveTo>
                    <a:pt x="44" y="1"/>
                  </a:moveTo>
                  <a:cubicBezTo>
                    <a:pt x="15" y="1"/>
                    <a:pt x="1" y="15"/>
                    <a:pt x="1" y="44"/>
                  </a:cubicBezTo>
                  <a:lnTo>
                    <a:pt x="1" y="953"/>
                  </a:lnTo>
                  <a:cubicBezTo>
                    <a:pt x="1" y="982"/>
                    <a:pt x="15" y="997"/>
                    <a:pt x="44" y="997"/>
                  </a:cubicBezTo>
                  <a:lnTo>
                    <a:pt x="12112" y="997"/>
                  </a:lnTo>
                  <a:cubicBezTo>
                    <a:pt x="12127" y="997"/>
                    <a:pt x="12155" y="982"/>
                    <a:pt x="12155" y="953"/>
                  </a:cubicBezTo>
                  <a:lnTo>
                    <a:pt x="12155" y="44"/>
                  </a:lnTo>
                  <a:cubicBezTo>
                    <a:pt x="12155" y="15"/>
                    <a:pt x="12127" y="1"/>
                    <a:pt x="12112" y="1"/>
                  </a:cubicBezTo>
                  <a:close/>
                </a:path>
              </a:pathLst>
            </a:custGeom>
            <a:solidFill>
              <a:srgbClr val="627789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084;p76">
              <a:extLst>
                <a:ext uri="{FF2B5EF4-FFF2-40B4-BE49-F238E27FC236}">
                  <a16:creationId xmlns:a16="http://schemas.microsoft.com/office/drawing/2014/main" id="{8241BE2C-F445-C164-A338-FF594AAA8E75}"/>
                </a:ext>
              </a:extLst>
            </p:cNvPr>
            <p:cNvSpPr/>
            <p:nvPr/>
          </p:nvSpPr>
          <p:spPr>
            <a:xfrm>
              <a:off x="5804022" y="2150005"/>
              <a:ext cx="25009" cy="58328"/>
            </a:xfrm>
            <a:custGeom>
              <a:avLst/>
              <a:gdLst/>
              <a:ahLst/>
              <a:cxnLst/>
              <a:rect l="l" t="t" r="r" b="b"/>
              <a:pathLst>
                <a:path w="954" h="2225" extrusionOk="0">
                  <a:moveTo>
                    <a:pt x="1" y="1"/>
                  </a:moveTo>
                  <a:lnTo>
                    <a:pt x="1" y="2224"/>
                  </a:lnTo>
                  <a:lnTo>
                    <a:pt x="953" y="2224"/>
                  </a:lnTo>
                  <a:lnTo>
                    <a:pt x="953" y="1"/>
                  </a:lnTo>
                  <a:close/>
                </a:path>
              </a:pathLst>
            </a:custGeom>
            <a:solidFill>
              <a:srgbClr val="D5DEE4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085;p76">
              <a:extLst>
                <a:ext uri="{FF2B5EF4-FFF2-40B4-BE49-F238E27FC236}">
                  <a16:creationId xmlns:a16="http://schemas.microsoft.com/office/drawing/2014/main" id="{5F6618F1-ADCC-6A70-969E-A9AE2E94730A}"/>
                </a:ext>
              </a:extLst>
            </p:cNvPr>
            <p:cNvSpPr/>
            <p:nvPr/>
          </p:nvSpPr>
          <p:spPr>
            <a:xfrm>
              <a:off x="5846779" y="2125048"/>
              <a:ext cx="25009" cy="83285"/>
            </a:xfrm>
            <a:custGeom>
              <a:avLst/>
              <a:gdLst/>
              <a:ahLst/>
              <a:cxnLst/>
              <a:rect l="l" t="t" r="r" b="b"/>
              <a:pathLst>
                <a:path w="954" h="3177" extrusionOk="0">
                  <a:moveTo>
                    <a:pt x="1" y="0"/>
                  </a:moveTo>
                  <a:lnTo>
                    <a:pt x="1" y="3176"/>
                  </a:lnTo>
                  <a:lnTo>
                    <a:pt x="954" y="3176"/>
                  </a:lnTo>
                  <a:lnTo>
                    <a:pt x="954" y="0"/>
                  </a:lnTo>
                  <a:close/>
                </a:path>
              </a:pathLst>
            </a:custGeom>
            <a:solidFill>
              <a:srgbClr val="D5DEE4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086;p76">
              <a:extLst>
                <a:ext uri="{FF2B5EF4-FFF2-40B4-BE49-F238E27FC236}">
                  <a16:creationId xmlns:a16="http://schemas.microsoft.com/office/drawing/2014/main" id="{53F9C6DD-8DD9-3080-5028-28648516EF46}"/>
                </a:ext>
              </a:extLst>
            </p:cNvPr>
            <p:cNvSpPr/>
            <p:nvPr/>
          </p:nvSpPr>
          <p:spPr>
            <a:xfrm>
              <a:off x="5888408" y="2140174"/>
              <a:ext cx="25009" cy="68159"/>
            </a:xfrm>
            <a:custGeom>
              <a:avLst/>
              <a:gdLst/>
              <a:ahLst/>
              <a:cxnLst/>
              <a:rect l="l" t="t" r="r" b="b"/>
              <a:pathLst>
                <a:path w="954" h="2600" extrusionOk="0">
                  <a:moveTo>
                    <a:pt x="1" y="1"/>
                  </a:moveTo>
                  <a:lnTo>
                    <a:pt x="1" y="2599"/>
                  </a:lnTo>
                  <a:lnTo>
                    <a:pt x="954" y="2599"/>
                  </a:lnTo>
                  <a:lnTo>
                    <a:pt x="954" y="1"/>
                  </a:lnTo>
                  <a:close/>
                </a:path>
              </a:pathLst>
            </a:custGeom>
            <a:solidFill>
              <a:srgbClr val="91A8B8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087;p76">
              <a:extLst>
                <a:ext uri="{FF2B5EF4-FFF2-40B4-BE49-F238E27FC236}">
                  <a16:creationId xmlns:a16="http://schemas.microsoft.com/office/drawing/2014/main" id="{5EA52B8B-1B7B-CFA9-A423-567BE53226EC}"/>
                </a:ext>
              </a:extLst>
            </p:cNvPr>
            <p:cNvSpPr/>
            <p:nvPr/>
          </p:nvSpPr>
          <p:spPr>
            <a:xfrm>
              <a:off x="5932318" y="2090995"/>
              <a:ext cx="25009" cy="117338"/>
            </a:xfrm>
            <a:custGeom>
              <a:avLst/>
              <a:gdLst/>
              <a:ahLst/>
              <a:cxnLst/>
              <a:rect l="l" t="t" r="r" b="b"/>
              <a:pathLst>
                <a:path w="954" h="4476" extrusionOk="0">
                  <a:moveTo>
                    <a:pt x="0" y="0"/>
                  </a:moveTo>
                  <a:lnTo>
                    <a:pt x="0" y="4475"/>
                  </a:lnTo>
                  <a:lnTo>
                    <a:pt x="953" y="447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95A6B4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088;p76">
              <a:extLst>
                <a:ext uri="{FF2B5EF4-FFF2-40B4-BE49-F238E27FC236}">
                  <a16:creationId xmlns:a16="http://schemas.microsoft.com/office/drawing/2014/main" id="{8807B8A8-D44A-11DF-3F2C-A2539D62B208}"/>
                </a:ext>
              </a:extLst>
            </p:cNvPr>
            <p:cNvSpPr/>
            <p:nvPr/>
          </p:nvSpPr>
          <p:spPr>
            <a:xfrm>
              <a:off x="5719636" y="2082658"/>
              <a:ext cx="47711" cy="11744"/>
            </a:xfrm>
            <a:custGeom>
              <a:avLst/>
              <a:gdLst/>
              <a:ahLst/>
              <a:cxnLst/>
              <a:rect l="l" t="t" r="r" b="b"/>
              <a:pathLst>
                <a:path w="1820" h="448" extrusionOk="0">
                  <a:moveTo>
                    <a:pt x="304" y="0"/>
                  </a:moveTo>
                  <a:cubicBezTo>
                    <a:pt x="1" y="0"/>
                    <a:pt x="1" y="448"/>
                    <a:pt x="304" y="448"/>
                  </a:cubicBezTo>
                  <a:lnTo>
                    <a:pt x="1516" y="448"/>
                  </a:lnTo>
                  <a:cubicBezTo>
                    <a:pt x="1820" y="448"/>
                    <a:pt x="1820" y="0"/>
                    <a:pt x="15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089;p76">
              <a:extLst>
                <a:ext uri="{FF2B5EF4-FFF2-40B4-BE49-F238E27FC236}">
                  <a16:creationId xmlns:a16="http://schemas.microsoft.com/office/drawing/2014/main" id="{74C43EB9-D941-D382-98A4-FA83683D881D}"/>
                </a:ext>
              </a:extLst>
            </p:cNvPr>
            <p:cNvSpPr/>
            <p:nvPr/>
          </p:nvSpPr>
          <p:spPr>
            <a:xfrm>
              <a:off x="5719636" y="2102346"/>
              <a:ext cx="65118" cy="12138"/>
            </a:xfrm>
            <a:custGeom>
              <a:avLst/>
              <a:gdLst/>
              <a:ahLst/>
              <a:cxnLst/>
              <a:rect l="l" t="t" r="r" b="b"/>
              <a:pathLst>
                <a:path w="2484" h="463" extrusionOk="0">
                  <a:moveTo>
                    <a:pt x="304" y="0"/>
                  </a:moveTo>
                  <a:cubicBezTo>
                    <a:pt x="1" y="0"/>
                    <a:pt x="1" y="462"/>
                    <a:pt x="304" y="462"/>
                  </a:cubicBezTo>
                  <a:lnTo>
                    <a:pt x="2180" y="462"/>
                  </a:lnTo>
                  <a:cubicBezTo>
                    <a:pt x="2484" y="462"/>
                    <a:pt x="2484" y="0"/>
                    <a:pt x="2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090;p76">
              <a:extLst>
                <a:ext uri="{FF2B5EF4-FFF2-40B4-BE49-F238E27FC236}">
                  <a16:creationId xmlns:a16="http://schemas.microsoft.com/office/drawing/2014/main" id="{C53B1B4B-7D1C-8976-826D-624E2B6AA253}"/>
                </a:ext>
              </a:extLst>
            </p:cNvPr>
            <p:cNvSpPr/>
            <p:nvPr/>
          </p:nvSpPr>
          <p:spPr>
            <a:xfrm>
              <a:off x="5719636" y="2122374"/>
              <a:ext cx="65118" cy="11771"/>
            </a:xfrm>
            <a:custGeom>
              <a:avLst/>
              <a:gdLst/>
              <a:ahLst/>
              <a:cxnLst/>
              <a:rect l="l" t="t" r="r" b="b"/>
              <a:pathLst>
                <a:path w="2484" h="449" extrusionOk="0">
                  <a:moveTo>
                    <a:pt x="2194" y="1"/>
                  </a:moveTo>
                  <a:cubicBezTo>
                    <a:pt x="2190" y="1"/>
                    <a:pt x="2185" y="1"/>
                    <a:pt x="2180" y="1"/>
                  </a:cubicBezTo>
                  <a:lnTo>
                    <a:pt x="304" y="1"/>
                  </a:lnTo>
                  <a:cubicBezTo>
                    <a:pt x="1" y="1"/>
                    <a:pt x="1" y="449"/>
                    <a:pt x="304" y="449"/>
                  </a:cubicBezTo>
                  <a:lnTo>
                    <a:pt x="2180" y="449"/>
                  </a:lnTo>
                  <a:cubicBezTo>
                    <a:pt x="2479" y="449"/>
                    <a:pt x="2483" y="1"/>
                    <a:pt x="2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091;p76">
              <a:extLst>
                <a:ext uri="{FF2B5EF4-FFF2-40B4-BE49-F238E27FC236}">
                  <a16:creationId xmlns:a16="http://schemas.microsoft.com/office/drawing/2014/main" id="{959B7E6F-6158-4897-5B5A-C8A518052458}"/>
                </a:ext>
              </a:extLst>
            </p:cNvPr>
            <p:cNvSpPr/>
            <p:nvPr/>
          </p:nvSpPr>
          <p:spPr>
            <a:xfrm>
              <a:off x="5719636" y="2142062"/>
              <a:ext cx="65118" cy="12138"/>
            </a:xfrm>
            <a:custGeom>
              <a:avLst/>
              <a:gdLst/>
              <a:ahLst/>
              <a:cxnLst/>
              <a:rect l="l" t="t" r="r" b="b"/>
              <a:pathLst>
                <a:path w="2484" h="463" extrusionOk="0">
                  <a:moveTo>
                    <a:pt x="304" y="1"/>
                  </a:moveTo>
                  <a:cubicBezTo>
                    <a:pt x="1" y="1"/>
                    <a:pt x="1" y="463"/>
                    <a:pt x="304" y="463"/>
                  </a:cubicBezTo>
                  <a:lnTo>
                    <a:pt x="2180" y="463"/>
                  </a:lnTo>
                  <a:cubicBezTo>
                    <a:pt x="2484" y="448"/>
                    <a:pt x="2484" y="1"/>
                    <a:pt x="21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9092;p76">
              <a:extLst>
                <a:ext uri="{FF2B5EF4-FFF2-40B4-BE49-F238E27FC236}">
                  <a16:creationId xmlns:a16="http://schemas.microsoft.com/office/drawing/2014/main" id="{C244491E-453C-0B86-DB9D-B798FFA61989}"/>
                </a:ext>
              </a:extLst>
            </p:cNvPr>
            <p:cNvSpPr/>
            <p:nvPr/>
          </p:nvSpPr>
          <p:spPr>
            <a:xfrm>
              <a:off x="5632602" y="2168172"/>
              <a:ext cx="144576" cy="144602"/>
            </a:xfrm>
            <a:custGeom>
              <a:avLst/>
              <a:gdLst/>
              <a:ahLst/>
              <a:cxnLst/>
              <a:rect l="l" t="t" r="r" b="b"/>
              <a:pathLst>
                <a:path w="5515" h="5516" extrusionOk="0">
                  <a:moveTo>
                    <a:pt x="3133" y="1748"/>
                  </a:moveTo>
                  <a:lnTo>
                    <a:pt x="3162" y="1762"/>
                  </a:lnTo>
                  <a:lnTo>
                    <a:pt x="3191" y="1776"/>
                  </a:lnTo>
                  <a:lnTo>
                    <a:pt x="3220" y="1776"/>
                  </a:lnTo>
                  <a:lnTo>
                    <a:pt x="3248" y="1791"/>
                  </a:lnTo>
                  <a:lnTo>
                    <a:pt x="3263" y="1805"/>
                  </a:lnTo>
                  <a:lnTo>
                    <a:pt x="3292" y="1820"/>
                  </a:lnTo>
                  <a:lnTo>
                    <a:pt x="3321" y="1834"/>
                  </a:lnTo>
                  <a:lnTo>
                    <a:pt x="3335" y="1849"/>
                  </a:lnTo>
                  <a:lnTo>
                    <a:pt x="3364" y="1863"/>
                  </a:lnTo>
                  <a:lnTo>
                    <a:pt x="3378" y="1863"/>
                  </a:lnTo>
                  <a:lnTo>
                    <a:pt x="3407" y="1877"/>
                  </a:lnTo>
                  <a:lnTo>
                    <a:pt x="3422" y="1892"/>
                  </a:lnTo>
                  <a:lnTo>
                    <a:pt x="3451" y="1906"/>
                  </a:lnTo>
                  <a:lnTo>
                    <a:pt x="3465" y="1921"/>
                  </a:lnTo>
                  <a:lnTo>
                    <a:pt x="3479" y="1935"/>
                  </a:lnTo>
                  <a:lnTo>
                    <a:pt x="3494" y="1950"/>
                  </a:lnTo>
                  <a:lnTo>
                    <a:pt x="3523" y="1979"/>
                  </a:lnTo>
                  <a:lnTo>
                    <a:pt x="3552" y="1993"/>
                  </a:lnTo>
                  <a:lnTo>
                    <a:pt x="3580" y="2022"/>
                  </a:lnTo>
                  <a:lnTo>
                    <a:pt x="3580" y="2036"/>
                  </a:lnTo>
                  <a:lnTo>
                    <a:pt x="3609" y="2051"/>
                  </a:lnTo>
                  <a:lnTo>
                    <a:pt x="3609" y="2065"/>
                  </a:lnTo>
                  <a:lnTo>
                    <a:pt x="3638" y="2080"/>
                  </a:lnTo>
                  <a:lnTo>
                    <a:pt x="3638" y="2094"/>
                  </a:lnTo>
                  <a:lnTo>
                    <a:pt x="3653" y="2123"/>
                  </a:lnTo>
                  <a:lnTo>
                    <a:pt x="3667" y="2137"/>
                  </a:lnTo>
                  <a:lnTo>
                    <a:pt x="3696" y="2152"/>
                  </a:lnTo>
                  <a:lnTo>
                    <a:pt x="3710" y="2181"/>
                  </a:lnTo>
                  <a:lnTo>
                    <a:pt x="3725" y="2195"/>
                  </a:lnTo>
                  <a:lnTo>
                    <a:pt x="3739" y="2224"/>
                  </a:lnTo>
                  <a:lnTo>
                    <a:pt x="3754" y="2253"/>
                  </a:lnTo>
                  <a:lnTo>
                    <a:pt x="3768" y="2267"/>
                  </a:lnTo>
                  <a:lnTo>
                    <a:pt x="3768" y="2296"/>
                  </a:lnTo>
                  <a:lnTo>
                    <a:pt x="3783" y="2325"/>
                  </a:lnTo>
                  <a:lnTo>
                    <a:pt x="3797" y="2339"/>
                  </a:lnTo>
                  <a:lnTo>
                    <a:pt x="3811" y="2368"/>
                  </a:lnTo>
                  <a:lnTo>
                    <a:pt x="3811" y="2397"/>
                  </a:lnTo>
                  <a:lnTo>
                    <a:pt x="3826" y="2412"/>
                  </a:lnTo>
                  <a:lnTo>
                    <a:pt x="3826" y="2440"/>
                  </a:lnTo>
                  <a:lnTo>
                    <a:pt x="3826" y="2469"/>
                  </a:lnTo>
                  <a:lnTo>
                    <a:pt x="3826" y="2498"/>
                  </a:lnTo>
                  <a:lnTo>
                    <a:pt x="3826" y="2513"/>
                  </a:lnTo>
                  <a:lnTo>
                    <a:pt x="3826" y="2541"/>
                  </a:lnTo>
                  <a:lnTo>
                    <a:pt x="3826" y="2556"/>
                  </a:lnTo>
                  <a:lnTo>
                    <a:pt x="3826" y="2570"/>
                  </a:lnTo>
                  <a:lnTo>
                    <a:pt x="3826" y="2599"/>
                  </a:lnTo>
                  <a:lnTo>
                    <a:pt x="3826" y="2628"/>
                  </a:lnTo>
                  <a:lnTo>
                    <a:pt x="3826" y="2671"/>
                  </a:lnTo>
                  <a:lnTo>
                    <a:pt x="3826" y="2700"/>
                  </a:lnTo>
                  <a:cubicBezTo>
                    <a:pt x="3898" y="2715"/>
                    <a:pt x="3898" y="2744"/>
                    <a:pt x="3898" y="2758"/>
                  </a:cubicBezTo>
                  <a:lnTo>
                    <a:pt x="3898" y="2830"/>
                  </a:lnTo>
                  <a:lnTo>
                    <a:pt x="3898" y="2859"/>
                  </a:lnTo>
                  <a:lnTo>
                    <a:pt x="3898" y="2902"/>
                  </a:lnTo>
                  <a:lnTo>
                    <a:pt x="3898" y="2917"/>
                  </a:lnTo>
                  <a:lnTo>
                    <a:pt x="3898" y="2975"/>
                  </a:lnTo>
                  <a:lnTo>
                    <a:pt x="3898" y="2989"/>
                  </a:lnTo>
                  <a:cubicBezTo>
                    <a:pt x="3898" y="3018"/>
                    <a:pt x="3898" y="3032"/>
                    <a:pt x="3884" y="3061"/>
                  </a:cubicBezTo>
                  <a:lnTo>
                    <a:pt x="3869" y="3119"/>
                  </a:lnTo>
                  <a:lnTo>
                    <a:pt x="3869" y="3133"/>
                  </a:lnTo>
                  <a:lnTo>
                    <a:pt x="3855" y="3191"/>
                  </a:lnTo>
                  <a:lnTo>
                    <a:pt x="3855" y="3206"/>
                  </a:lnTo>
                  <a:cubicBezTo>
                    <a:pt x="3826" y="3234"/>
                    <a:pt x="3811" y="3278"/>
                    <a:pt x="3797" y="3321"/>
                  </a:cubicBezTo>
                  <a:lnTo>
                    <a:pt x="3754" y="3379"/>
                  </a:lnTo>
                  <a:cubicBezTo>
                    <a:pt x="3725" y="3436"/>
                    <a:pt x="3682" y="3494"/>
                    <a:pt x="3638" y="3538"/>
                  </a:cubicBezTo>
                  <a:cubicBezTo>
                    <a:pt x="3580" y="3595"/>
                    <a:pt x="3537" y="3639"/>
                    <a:pt x="3479" y="3682"/>
                  </a:cubicBezTo>
                  <a:lnTo>
                    <a:pt x="3451" y="3696"/>
                  </a:lnTo>
                  <a:lnTo>
                    <a:pt x="3422" y="3725"/>
                  </a:lnTo>
                  <a:lnTo>
                    <a:pt x="3407" y="3725"/>
                  </a:lnTo>
                  <a:lnTo>
                    <a:pt x="3378" y="3740"/>
                  </a:lnTo>
                  <a:lnTo>
                    <a:pt x="3364" y="3740"/>
                  </a:lnTo>
                  <a:lnTo>
                    <a:pt x="3350" y="3754"/>
                  </a:lnTo>
                  <a:lnTo>
                    <a:pt x="3292" y="3783"/>
                  </a:lnTo>
                  <a:lnTo>
                    <a:pt x="3263" y="3797"/>
                  </a:lnTo>
                  <a:lnTo>
                    <a:pt x="3234" y="3797"/>
                  </a:lnTo>
                  <a:lnTo>
                    <a:pt x="3191" y="3826"/>
                  </a:lnTo>
                  <a:lnTo>
                    <a:pt x="3075" y="3826"/>
                  </a:lnTo>
                  <a:lnTo>
                    <a:pt x="3003" y="3841"/>
                  </a:lnTo>
                  <a:lnTo>
                    <a:pt x="2657" y="3841"/>
                  </a:lnTo>
                  <a:lnTo>
                    <a:pt x="2599" y="3826"/>
                  </a:lnTo>
                  <a:lnTo>
                    <a:pt x="2527" y="3826"/>
                  </a:lnTo>
                  <a:lnTo>
                    <a:pt x="2498" y="3812"/>
                  </a:lnTo>
                  <a:lnTo>
                    <a:pt x="2455" y="3797"/>
                  </a:lnTo>
                  <a:lnTo>
                    <a:pt x="2411" y="3783"/>
                  </a:lnTo>
                  <a:lnTo>
                    <a:pt x="2382" y="3768"/>
                  </a:lnTo>
                  <a:lnTo>
                    <a:pt x="2325" y="3740"/>
                  </a:lnTo>
                  <a:lnTo>
                    <a:pt x="2310" y="3740"/>
                  </a:lnTo>
                  <a:lnTo>
                    <a:pt x="2267" y="3711"/>
                  </a:lnTo>
                  <a:cubicBezTo>
                    <a:pt x="1978" y="3538"/>
                    <a:pt x="1790" y="3234"/>
                    <a:pt x="1747" y="2902"/>
                  </a:cubicBezTo>
                  <a:lnTo>
                    <a:pt x="1747" y="2888"/>
                  </a:lnTo>
                  <a:lnTo>
                    <a:pt x="1747" y="2845"/>
                  </a:lnTo>
                  <a:lnTo>
                    <a:pt x="1747" y="2772"/>
                  </a:lnTo>
                  <a:lnTo>
                    <a:pt x="1747" y="2686"/>
                  </a:lnTo>
                  <a:lnTo>
                    <a:pt x="1747" y="2657"/>
                  </a:lnTo>
                  <a:lnTo>
                    <a:pt x="1747" y="2614"/>
                  </a:lnTo>
                  <a:lnTo>
                    <a:pt x="1747" y="2585"/>
                  </a:lnTo>
                  <a:lnTo>
                    <a:pt x="1747" y="2556"/>
                  </a:lnTo>
                  <a:lnTo>
                    <a:pt x="1747" y="2541"/>
                  </a:lnTo>
                  <a:lnTo>
                    <a:pt x="1747" y="2513"/>
                  </a:lnTo>
                  <a:lnTo>
                    <a:pt x="1747" y="2484"/>
                  </a:lnTo>
                  <a:lnTo>
                    <a:pt x="1747" y="2469"/>
                  </a:lnTo>
                  <a:lnTo>
                    <a:pt x="1747" y="2440"/>
                  </a:lnTo>
                  <a:lnTo>
                    <a:pt x="1747" y="2412"/>
                  </a:lnTo>
                  <a:lnTo>
                    <a:pt x="1762" y="2397"/>
                  </a:lnTo>
                  <a:lnTo>
                    <a:pt x="1776" y="2368"/>
                  </a:lnTo>
                  <a:lnTo>
                    <a:pt x="1776" y="2339"/>
                  </a:lnTo>
                  <a:lnTo>
                    <a:pt x="1790" y="2325"/>
                  </a:lnTo>
                  <a:lnTo>
                    <a:pt x="1805" y="2296"/>
                  </a:lnTo>
                  <a:lnTo>
                    <a:pt x="1819" y="2267"/>
                  </a:lnTo>
                  <a:lnTo>
                    <a:pt x="1834" y="2253"/>
                  </a:lnTo>
                  <a:lnTo>
                    <a:pt x="1848" y="2224"/>
                  </a:lnTo>
                  <a:lnTo>
                    <a:pt x="1863" y="2195"/>
                  </a:lnTo>
                  <a:lnTo>
                    <a:pt x="1877" y="2181"/>
                  </a:lnTo>
                  <a:lnTo>
                    <a:pt x="1892" y="2152"/>
                  </a:lnTo>
                  <a:lnTo>
                    <a:pt x="1906" y="2137"/>
                  </a:lnTo>
                  <a:lnTo>
                    <a:pt x="1920" y="2108"/>
                  </a:lnTo>
                  <a:lnTo>
                    <a:pt x="1935" y="2094"/>
                  </a:lnTo>
                  <a:lnTo>
                    <a:pt x="1949" y="2080"/>
                  </a:lnTo>
                  <a:lnTo>
                    <a:pt x="1964" y="2051"/>
                  </a:lnTo>
                  <a:lnTo>
                    <a:pt x="1978" y="2036"/>
                  </a:lnTo>
                  <a:lnTo>
                    <a:pt x="1993" y="2022"/>
                  </a:lnTo>
                  <a:lnTo>
                    <a:pt x="2007" y="2007"/>
                  </a:lnTo>
                  <a:lnTo>
                    <a:pt x="2050" y="1979"/>
                  </a:lnTo>
                  <a:lnTo>
                    <a:pt x="2079" y="1935"/>
                  </a:lnTo>
                  <a:lnTo>
                    <a:pt x="2094" y="1935"/>
                  </a:lnTo>
                  <a:lnTo>
                    <a:pt x="2123" y="1906"/>
                  </a:lnTo>
                  <a:lnTo>
                    <a:pt x="2137" y="1892"/>
                  </a:lnTo>
                  <a:lnTo>
                    <a:pt x="2166" y="1877"/>
                  </a:lnTo>
                  <a:lnTo>
                    <a:pt x="2180" y="1863"/>
                  </a:lnTo>
                  <a:lnTo>
                    <a:pt x="2209" y="1849"/>
                  </a:lnTo>
                  <a:lnTo>
                    <a:pt x="2224" y="1849"/>
                  </a:lnTo>
                  <a:lnTo>
                    <a:pt x="2252" y="1834"/>
                  </a:lnTo>
                  <a:lnTo>
                    <a:pt x="2267" y="1820"/>
                  </a:lnTo>
                  <a:lnTo>
                    <a:pt x="2296" y="1805"/>
                  </a:lnTo>
                  <a:lnTo>
                    <a:pt x="2310" y="1791"/>
                  </a:lnTo>
                  <a:lnTo>
                    <a:pt x="2339" y="1776"/>
                  </a:lnTo>
                  <a:lnTo>
                    <a:pt x="2368" y="1776"/>
                  </a:lnTo>
                  <a:lnTo>
                    <a:pt x="2397" y="1762"/>
                  </a:lnTo>
                  <a:lnTo>
                    <a:pt x="2411" y="1762"/>
                  </a:lnTo>
                  <a:lnTo>
                    <a:pt x="2440" y="1748"/>
                  </a:lnTo>
                  <a:close/>
                  <a:moveTo>
                    <a:pt x="2209" y="1"/>
                  </a:moveTo>
                  <a:cubicBezTo>
                    <a:pt x="2166" y="1"/>
                    <a:pt x="2137" y="44"/>
                    <a:pt x="2137" y="87"/>
                  </a:cubicBezTo>
                  <a:lnTo>
                    <a:pt x="2137" y="578"/>
                  </a:lnTo>
                  <a:cubicBezTo>
                    <a:pt x="1964" y="622"/>
                    <a:pt x="1805" y="679"/>
                    <a:pt x="1646" y="766"/>
                  </a:cubicBezTo>
                  <a:lnTo>
                    <a:pt x="1300" y="434"/>
                  </a:lnTo>
                  <a:cubicBezTo>
                    <a:pt x="1285" y="419"/>
                    <a:pt x="1267" y="412"/>
                    <a:pt x="1247" y="412"/>
                  </a:cubicBezTo>
                  <a:cubicBezTo>
                    <a:pt x="1228" y="412"/>
                    <a:pt x="1206" y="419"/>
                    <a:pt x="1184" y="434"/>
                  </a:cubicBezTo>
                  <a:lnTo>
                    <a:pt x="419" y="1199"/>
                  </a:lnTo>
                  <a:cubicBezTo>
                    <a:pt x="390" y="1228"/>
                    <a:pt x="390" y="1286"/>
                    <a:pt x="419" y="1314"/>
                  </a:cubicBezTo>
                  <a:lnTo>
                    <a:pt x="766" y="1661"/>
                  </a:lnTo>
                  <a:cubicBezTo>
                    <a:pt x="679" y="1805"/>
                    <a:pt x="607" y="1964"/>
                    <a:pt x="563" y="2137"/>
                  </a:cubicBezTo>
                  <a:lnTo>
                    <a:pt x="73" y="2137"/>
                  </a:lnTo>
                  <a:cubicBezTo>
                    <a:pt x="29" y="2137"/>
                    <a:pt x="0" y="2181"/>
                    <a:pt x="0" y="2224"/>
                  </a:cubicBezTo>
                  <a:lnTo>
                    <a:pt x="0" y="3307"/>
                  </a:lnTo>
                  <a:cubicBezTo>
                    <a:pt x="0" y="3350"/>
                    <a:pt x="29" y="3393"/>
                    <a:pt x="73" y="3393"/>
                  </a:cubicBezTo>
                  <a:lnTo>
                    <a:pt x="563" y="3393"/>
                  </a:lnTo>
                  <a:cubicBezTo>
                    <a:pt x="607" y="3552"/>
                    <a:pt x="679" y="3725"/>
                    <a:pt x="766" y="3870"/>
                  </a:cubicBezTo>
                  <a:lnTo>
                    <a:pt x="419" y="4216"/>
                  </a:lnTo>
                  <a:cubicBezTo>
                    <a:pt x="390" y="4245"/>
                    <a:pt x="390" y="4303"/>
                    <a:pt x="419" y="4331"/>
                  </a:cubicBezTo>
                  <a:lnTo>
                    <a:pt x="1184" y="5097"/>
                  </a:lnTo>
                  <a:cubicBezTo>
                    <a:pt x="1206" y="5111"/>
                    <a:pt x="1228" y="5118"/>
                    <a:pt x="1247" y="5118"/>
                  </a:cubicBezTo>
                  <a:cubicBezTo>
                    <a:pt x="1267" y="5118"/>
                    <a:pt x="1285" y="5111"/>
                    <a:pt x="1300" y="5097"/>
                  </a:cubicBezTo>
                  <a:lnTo>
                    <a:pt x="1646" y="4750"/>
                  </a:lnTo>
                  <a:cubicBezTo>
                    <a:pt x="1805" y="4837"/>
                    <a:pt x="1964" y="4909"/>
                    <a:pt x="2123" y="4952"/>
                  </a:cubicBezTo>
                  <a:lnTo>
                    <a:pt x="2123" y="5443"/>
                  </a:lnTo>
                  <a:cubicBezTo>
                    <a:pt x="2123" y="5486"/>
                    <a:pt x="2166" y="5515"/>
                    <a:pt x="2209" y="5515"/>
                  </a:cubicBezTo>
                  <a:lnTo>
                    <a:pt x="3292" y="5515"/>
                  </a:lnTo>
                  <a:cubicBezTo>
                    <a:pt x="3335" y="5515"/>
                    <a:pt x="3378" y="5486"/>
                    <a:pt x="3378" y="5443"/>
                  </a:cubicBezTo>
                  <a:lnTo>
                    <a:pt x="3378" y="4952"/>
                  </a:lnTo>
                  <a:cubicBezTo>
                    <a:pt x="3552" y="4909"/>
                    <a:pt x="3710" y="4837"/>
                    <a:pt x="3855" y="4750"/>
                  </a:cubicBezTo>
                  <a:lnTo>
                    <a:pt x="4201" y="5097"/>
                  </a:lnTo>
                  <a:cubicBezTo>
                    <a:pt x="4216" y="5111"/>
                    <a:pt x="4237" y="5118"/>
                    <a:pt x="4259" y="5118"/>
                  </a:cubicBezTo>
                  <a:cubicBezTo>
                    <a:pt x="4281" y="5118"/>
                    <a:pt x="4302" y="5111"/>
                    <a:pt x="4317" y="5097"/>
                  </a:cubicBezTo>
                  <a:lnTo>
                    <a:pt x="5082" y="4331"/>
                  </a:lnTo>
                  <a:cubicBezTo>
                    <a:pt x="5125" y="4303"/>
                    <a:pt x="5125" y="4245"/>
                    <a:pt x="5082" y="4216"/>
                  </a:cubicBezTo>
                  <a:lnTo>
                    <a:pt x="4750" y="3870"/>
                  </a:lnTo>
                  <a:cubicBezTo>
                    <a:pt x="4836" y="3725"/>
                    <a:pt x="4894" y="3552"/>
                    <a:pt x="4952" y="3393"/>
                  </a:cubicBezTo>
                  <a:lnTo>
                    <a:pt x="5428" y="3393"/>
                  </a:lnTo>
                  <a:cubicBezTo>
                    <a:pt x="5472" y="3393"/>
                    <a:pt x="5515" y="3350"/>
                    <a:pt x="5515" y="3307"/>
                  </a:cubicBezTo>
                  <a:lnTo>
                    <a:pt x="5515" y="2224"/>
                  </a:lnTo>
                  <a:cubicBezTo>
                    <a:pt x="5515" y="2181"/>
                    <a:pt x="5472" y="2137"/>
                    <a:pt x="5428" y="2137"/>
                  </a:cubicBezTo>
                  <a:lnTo>
                    <a:pt x="4952" y="2137"/>
                  </a:lnTo>
                  <a:cubicBezTo>
                    <a:pt x="4894" y="1964"/>
                    <a:pt x="4836" y="1805"/>
                    <a:pt x="4750" y="1661"/>
                  </a:cubicBezTo>
                  <a:lnTo>
                    <a:pt x="5096" y="1314"/>
                  </a:lnTo>
                  <a:cubicBezTo>
                    <a:pt x="5125" y="1286"/>
                    <a:pt x="5125" y="1228"/>
                    <a:pt x="5096" y="1199"/>
                  </a:cubicBezTo>
                  <a:lnTo>
                    <a:pt x="4317" y="434"/>
                  </a:lnTo>
                  <a:cubicBezTo>
                    <a:pt x="4302" y="412"/>
                    <a:pt x="4281" y="401"/>
                    <a:pt x="4259" y="401"/>
                  </a:cubicBezTo>
                  <a:cubicBezTo>
                    <a:pt x="4237" y="401"/>
                    <a:pt x="4216" y="412"/>
                    <a:pt x="4201" y="434"/>
                  </a:cubicBezTo>
                  <a:lnTo>
                    <a:pt x="3869" y="766"/>
                  </a:lnTo>
                  <a:cubicBezTo>
                    <a:pt x="3710" y="679"/>
                    <a:pt x="3552" y="622"/>
                    <a:pt x="3378" y="564"/>
                  </a:cubicBezTo>
                  <a:lnTo>
                    <a:pt x="3378" y="87"/>
                  </a:lnTo>
                  <a:cubicBezTo>
                    <a:pt x="3378" y="44"/>
                    <a:pt x="3350" y="1"/>
                    <a:pt x="3292" y="1"/>
                  </a:cubicBezTo>
                  <a:close/>
                </a:path>
              </a:pathLst>
            </a:custGeom>
            <a:solidFill>
              <a:srgbClr val="E9EEF1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093;p76">
              <a:extLst>
                <a:ext uri="{FF2B5EF4-FFF2-40B4-BE49-F238E27FC236}">
                  <a16:creationId xmlns:a16="http://schemas.microsoft.com/office/drawing/2014/main" id="{877B6B61-2C9D-84FF-3AF6-C5E90012B50E}"/>
                </a:ext>
              </a:extLst>
            </p:cNvPr>
            <p:cNvSpPr/>
            <p:nvPr/>
          </p:nvSpPr>
          <p:spPr>
            <a:xfrm>
              <a:off x="5669696" y="2213602"/>
              <a:ext cx="29151" cy="54894"/>
            </a:xfrm>
            <a:custGeom>
              <a:avLst/>
              <a:gdLst/>
              <a:ahLst/>
              <a:cxnLst/>
              <a:rect l="l" t="t" r="r" b="b"/>
              <a:pathLst>
                <a:path w="1112" h="2094" extrusionOk="0">
                  <a:moveTo>
                    <a:pt x="708" y="0"/>
                  </a:moveTo>
                  <a:lnTo>
                    <a:pt x="679" y="15"/>
                  </a:lnTo>
                  <a:lnTo>
                    <a:pt x="664" y="15"/>
                  </a:lnTo>
                  <a:lnTo>
                    <a:pt x="635" y="29"/>
                  </a:lnTo>
                  <a:lnTo>
                    <a:pt x="606" y="29"/>
                  </a:lnTo>
                  <a:lnTo>
                    <a:pt x="578" y="43"/>
                  </a:lnTo>
                  <a:lnTo>
                    <a:pt x="563" y="58"/>
                  </a:lnTo>
                  <a:lnTo>
                    <a:pt x="534" y="72"/>
                  </a:lnTo>
                  <a:lnTo>
                    <a:pt x="520" y="87"/>
                  </a:lnTo>
                  <a:lnTo>
                    <a:pt x="491" y="101"/>
                  </a:lnTo>
                  <a:lnTo>
                    <a:pt x="477" y="101"/>
                  </a:lnTo>
                  <a:lnTo>
                    <a:pt x="448" y="130"/>
                  </a:lnTo>
                  <a:lnTo>
                    <a:pt x="433" y="130"/>
                  </a:lnTo>
                  <a:lnTo>
                    <a:pt x="404" y="159"/>
                  </a:lnTo>
                  <a:lnTo>
                    <a:pt x="390" y="159"/>
                  </a:lnTo>
                  <a:lnTo>
                    <a:pt x="361" y="188"/>
                  </a:lnTo>
                  <a:lnTo>
                    <a:pt x="347" y="202"/>
                  </a:lnTo>
                  <a:lnTo>
                    <a:pt x="318" y="231"/>
                  </a:lnTo>
                  <a:lnTo>
                    <a:pt x="274" y="260"/>
                  </a:lnTo>
                  <a:lnTo>
                    <a:pt x="260" y="274"/>
                  </a:lnTo>
                  <a:lnTo>
                    <a:pt x="246" y="289"/>
                  </a:lnTo>
                  <a:lnTo>
                    <a:pt x="231" y="303"/>
                  </a:lnTo>
                  <a:lnTo>
                    <a:pt x="217" y="332"/>
                  </a:lnTo>
                  <a:lnTo>
                    <a:pt x="202" y="303"/>
                  </a:lnTo>
                  <a:lnTo>
                    <a:pt x="188" y="332"/>
                  </a:lnTo>
                  <a:lnTo>
                    <a:pt x="159" y="347"/>
                  </a:lnTo>
                  <a:lnTo>
                    <a:pt x="145" y="375"/>
                  </a:lnTo>
                  <a:lnTo>
                    <a:pt x="130" y="390"/>
                  </a:lnTo>
                  <a:lnTo>
                    <a:pt x="116" y="419"/>
                  </a:lnTo>
                  <a:lnTo>
                    <a:pt x="101" y="448"/>
                  </a:lnTo>
                  <a:lnTo>
                    <a:pt x="87" y="462"/>
                  </a:lnTo>
                  <a:lnTo>
                    <a:pt x="72" y="491"/>
                  </a:lnTo>
                  <a:lnTo>
                    <a:pt x="58" y="520"/>
                  </a:lnTo>
                  <a:lnTo>
                    <a:pt x="58" y="534"/>
                  </a:lnTo>
                  <a:lnTo>
                    <a:pt x="43" y="563"/>
                  </a:lnTo>
                  <a:lnTo>
                    <a:pt x="29" y="592"/>
                  </a:lnTo>
                  <a:lnTo>
                    <a:pt x="15" y="621"/>
                  </a:lnTo>
                  <a:lnTo>
                    <a:pt x="15" y="635"/>
                  </a:lnTo>
                  <a:lnTo>
                    <a:pt x="0" y="664"/>
                  </a:lnTo>
                  <a:lnTo>
                    <a:pt x="0" y="693"/>
                  </a:lnTo>
                  <a:lnTo>
                    <a:pt x="0" y="707"/>
                  </a:lnTo>
                  <a:lnTo>
                    <a:pt x="0" y="736"/>
                  </a:lnTo>
                  <a:lnTo>
                    <a:pt x="0" y="765"/>
                  </a:lnTo>
                  <a:lnTo>
                    <a:pt x="0" y="780"/>
                  </a:lnTo>
                  <a:lnTo>
                    <a:pt x="0" y="823"/>
                  </a:lnTo>
                  <a:lnTo>
                    <a:pt x="0" y="837"/>
                  </a:lnTo>
                  <a:lnTo>
                    <a:pt x="0" y="881"/>
                  </a:lnTo>
                  <a:lnTo>
                    <a:pt x="0" y="910"/>
                  </a:lnTo>
                  <a:lnTo>
                    <a:pt x="0" y="996"/>
                  </a:lnTo>
                  <a:lnTo>
                    <a:pt x="0" y="1068"/>
                  </a:lnTo>
                  <a:lnTo>
                    <a:pt x="0" y="1083"/>
                  </a:lnTo>
                  <a:lnTo>
                    <a:pt x="0" y="1140"/>
                  </a:lnTo>
                  <a:lnTo>
                    <a:pt x="0" y="1155"/>
                  </a:lnTo>
                  <a:cubicBezTo>
                    <a:pt x="43" y="1487"/>
                    <a:pt x="231" y="1790"/>
                    <a:pt x="520" y="1963"/>
                  </a:cubicBezTo>
                  <a:lnTo>
                    <a:pt x="549" y="1963"/>
                  </a:lnTo>
                  <a:lnTo>
                    <a:pt x="578" y="1992"/>
                  </a:lnTo>
                  <a:lnTo>
                    <a:pt x="606" y="1992"/>
                  </a:lnTo>
                  <a:lnTo>
                    <a:pt x="664" y="2021"/>
                  </a:lnTo>
                  <a:lnTo>
                    <a:pt x="693" y="2035"/>
                  </a:lnTo>
                  <a:lnTo>
                    <a:pt x="722" y="2050"/>
                  </a:lnTo>
                  <a:lnTo>
                    <a:pt x="736" y="2050"/>
                  </a:lnTo>
                  <a:lnTo>
                    <a:pt x="780" y="2064"/>
                  </a:lnTo>
                  <a:lnTo>
                    <a:pt x="809" y="2079"/>
                  </a:lnTo>
                  <a:lnTo>
                    <a:pt x="852" y="2093"/>
                  </a:lnTo>
                  <a:lnTo>
                    <a:pt x="1112" y="2093"/>
                  </a:lnTo>
                  <a:lnTo>
                    <a:pt x="1068" y="2079"/>
                  </a:lnTo>
                  <a:lnTo>
                    <a:pt x="1040" y="2064"/>
                  </a:lnTo>
                  <a:lnTo>
                    <a:pt x="996" y="2050"/>
                  </a:lnTo>
                  <a:lnTo>
                    <a:pt x="982" y="2050"/>
                  </a:lnTo>
                  <a:lnTo>
                    <a:pt x="953" y="2035"/>
                  </a:lnTo>
                  <a:lnTo>
                    <a:pt x="924" y="2021"/>
                  </a:lnTo>
                  <a:lnTo>
                    <a:pt x="852" y="1992"/>
                  </a:lnTo>
                  <a:lnTo>
                    <a:pt x="837" y="1992"/>
                  </a:lnTo>
                  <a:lnTo>
                    <a:pt x="809" y="1963"/>
                  </a:lnTo>
                  <a:lnTo>
                    <a:pt x="780" y="1963"/>
                  </a:lnTo>
                  <a:cubicBezTo>
                    <a:pt x="491" y="1790"/>
                    <a:pt x="303" y="1487"/>
                    <a:pt x="260" y="1155"/>
                  </a:cubicBezTo>
                  <a:lnTo>
                    <a:pt x="260" y="1140"/>
                  </a:lnTo>
                  <a:lnTo>
                    <a:pt x="260" y="1112"/>
                  </a:lnTo>
                  <a:lnTo>
                    <a:pt x="260" y="1039"/>
                  </a:lnTo>
                  <a:lnTo>
                    <a:pt x="260" y="953"/>
                  </a:lnTo>
                  <a:lnTo>
                    <a:pt x="260" y="924"/>
                  </a:lnTo>
                  <a:lnTo>
                    <a:pt x="260" y="866"/>
                  </a:lnTo>
                  <a:lnTo>
                    <a:pt x="260" y="852"/>
                  </a:lnTo>
                  <a:lnTo>
                    <a:pt x="260" y="823"/>
                  </a:lnTo>
                  <a:lnTo>
                    <a:pt x="260" y="794"/>
                  </a:lnTo>
                  <a:lnTo>
                    <a:pt x="260" y="765"/>
                  </a:lnTo>
                  <a:lnTo>
                    <a:pt x="260" y="751"/>
                  </a:lnTo>
                  <a:lnTo>
                    <a:pt x="260" y="722"/>
                  </a:lnTo>
                  <a:lnTo>
                    <a:pt x="260" y="707"/>
                  </a:lnTo>
                  <a:lnTo>
                    <a:pt x="260" y="679"/>
                  </a:lnTo>
                  <a:lnTo>
                    <a:pt x="274" y="650"/>
                  </a:lnTo>
                  <a:lnTo>
                    <a:pt x="289" y="621"/>
                  </a:lnTo>
                  <a:lnTo>
                    <a:pt x="303" y="606"/>
                  </a:lnTo>
                  <a:lnTo>
                    <a:pt x="303" y="578"/>
                  </a:lnTo>
                  <a:lnTo>
                    <a:pt x="318" y="549"/>
                  </a:lnTo>
                  <a:lnTo>
                    <a:pt x="332" y="520"/>
                  </a:lnTo>
                  <a:lnTo>
                    <a:pt x="347" y="505"/>
                  </a:lnTo>
                  <a:lnTo>
                    <a:pt x="361" y="476"/>
                  </a:lnTo>
                  <a:lnTo>
                    <a:pt x="375" y="462"/>
                  </a:lnTo>
                  <a:lnTo>
                    <a:pt x="390" y="433"/>
                  </a:lnTo>
                  <a:lnTo>
                    <a:pt x="404" y="419"/>
                  </a:lnTo>
                  <a:lnTo>
                    <a:pt x="419" y="390"/>
                  </a:lnTo>
                  <a:lnTo>
                    <a:pt x="433" y="375"/>
                  </a:lnTo>
                  <a:lnTo>
                    <a:pt x="462" y="347"/>
                  </a:lnTo>
                  <a:lnTo>
                    <a:pt x="477" y="332"/>
                  </a:lnTo>
                  <a:lnTo>
                    <a:pt x="491" y="303"/>
                  </a:lnTo>
                  <a:lnTo>
                    <a:pt x="505" y="289"/>
                  </a:lnTo>
                  <a:lnTo>
                    <a:pt x="520" y="274"/>
                  </a:lnTo>
                  <a:lnTo>
                    <a:pt x="534" y="260"/>
                  </a:lnTo>
                  <a:lnTo>
                    <a:pt x="563" y="231"/>
                  </a:lnTo>
                  <a:lnTo>
                    <a:pt x="606" y="202"/>
                  </a:lnTo>
                  <a:lnTo>
                    <a:pt x="621" y="188"/>
                  </a:lnTo>
                  <a:lnTo>
                    <a:pt x="650" y="159"/>
                  </a:lnTo>
                  <a:lnTo>
                    <a:pt x="664" y="159"/>
                  </a:lnTo>
                  <a:lnTo>
                    <a:pt x="693" y="130"/>
                  </a:lnTo>
                  <a:lnTo>
                    <a:pt x="708" y="130"/>
                  </a:lnTo>
                  <a:lnTo>
                    <a:pt x="736" y="101"/>
                  </a:lnTo>
                  <a:lnTo>
                    <a:pt x="751" y="101"/>
                  </a:lnTo>
                  <a:lnTo>
                    <a:pt x="780" y="87"/>
                  </a:lnTo>
                  <a:lnTo>
                    <a:pt x="794" y="72"/>
                  </a:lnTo>
                  <a:lnTo>
                    <a:pt x="823" y="58"/>
                  </a:lnTo>
                  <a:lnTo>
                    <a:pt x="837" y="43"/>
                  </a:lnTo>
                  <a:lnTo>
                    <a:pt x="866" y="29"/>
                  </a:lnTo>
                  <a:lnTo>
                    <a:pt x="895" y="29"/>
                  </a:lnTo>
                  <a:lnTo>
                    <a:pt x="924" y="15"/>
                  </a:lnTo>
                  <a:lnTo>
                    <a:pt x="938" y="15"/>
                  </a:lnTo>
                  <a:lnTo>
                    <a:pt x="967" y="0"/>
                  </a:lnTo>
                  <a:close/>
                </a:path>
              </a:pathLst>
            </a:custGeom>
            <a:solidFill>
              <a:srgbClr val="B8C6D1"/>
            </a:solidFill>
            <a:ln>
              <a:solidFill>
                <a:schemeClr val="accent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003;p40">
            <a:extLst>
              <a:ext uri="{FF2B5EF4-FFF2-40B4-BE49-F238E27FC236}">
                <a16:creationId xmlns:a16="http://schemas.microsoft.com/office/drawing/2014/main" id="{1FB35228-9C28-B9A5-B508-10A31196FB91}"/>
              </a:ext>
            </a:extLst>
          </p:cNvPr>
          <p:cNvSpPr/>
          <p:nvPr/>
        </p:nvSpPr>
        <p:spPr>
          <a:xfrm>
            <a:off x="2357876" y="2719525"/>
            <a:ext cx="2286958" cy="2383082"/>
          </a:xfrm>
          <a:custGeom>
            <a:avLst/>
            <a:gdLst/>
            <a:ahLst/>
            <a:cxnLst/>
            <a:rect l="l" t="t" r="r" b="b"/>
            <a:pathLst>
              <a:path w="57181" h="56619" extrusionOk="0">
                <a:moveTo>
                  <a:pt x="28646" y="17688"/>
                </a:moveTo>
                <a:cubicBezTo>
                  <a:pt x="30843" y="17688"/>
                  <a:pt x="33060" y="18369"/>
                  <a:pt x="34970" y="19784"/>
                </a:cubicBezTo>
                <a:cubicBezTo>
                  <a:pt x="39605" y="23305"/>
                  <a:pt x="40628" y="29956"/>
                  <a:pt x="37228" y="34711"/>
                </a:cubicBezTo>
                <a:cubicBezTo>
                  <a:pt x="35131" y="37495"/>
                  <a:pt x="31851" y="38965"/>
                  <a:pt x="28555" y="38965"/>
                </a:cubicBezTo>
                <a:cubicBezTo>
                  <a:pt x="26363" y="38965"/>
                  <a:pt x="24164" y="38314"/>
                  <a:pt x="22301" y="36968"/>
                </a:cubicBezTo>
                <a:cubicBezTo>
                  <a:pt x="17546" y="33447"/>
                  <a:pt x="16552" y="26676"/>
                  <a:pt x="20043" y="22041"/>
                </a:cubicBezTo>
                <a:cubicBezTo>
                  <a:pt x="22150" y="19197"/>
                  <a:pt x="25376" y="17688"/>
                  <a:pt x="28646" y="17688"/>
                </a:cubicBezTo>
                <a:close/>
                <a:moveTo>
                  <a:pt x="28672" y="1"/>
                </a:moveTo>
                <a:cubicBezTo>
                  <a:pt x="25051" y="1"/>
                  <a:pt x="21462" y="752"/>
                  <a:pt x="18057" y="2119"/>
                </a:cubicBezTo>
                <a:lnTo>
                  <a:pt x="19803" y="7867"/>
                </a:lnTo>
                <a:cubicBezTo>
                  <a:pt x="17937" y="8619"/>
                  <a:pt x="16282" y="9642"/>
                  <a:pt x="14657" y="10876"/>
                </a:cubicBezTo>
                <a:lnTo>
                  <a:pt x="10413" y="6753"/>
                </a:lnTo>
                <a:cubicBezTo>
                  <a:pt x="8758" y="8137"/>
                  <a:pt x="7253" y="9763"/>
                  <a:pt x="5899" y="11508"/>
                </a:cubicBezTo>
                <a:cubicBezTo>
                  <a:pt x="4515" y="13404"/>
                  <a:pt x="3371" y="15270"/>
                  <a:pt x="2619" y="17286"/>
                </a:cubicBezTo>
                <a:lnTo>
                  <a:pt x="7885" y="20175"/>
                </a:lnTo>
                <a:cubicBezTo>
                  <a:pt x="7133" y="22041"/>
                  <a:pt x="6651" y="23937"/>
                  <a:pt x="6501" y="25923"/>
                </a:cubicBezTo>
                <a:lnTo>
                  <a:pt x="361" y="25923"/>
                </a:lnTo>
                <a:cubicBezTo>
                  <a:pt x="0" y="30317"/>
                  <a:pt x="753" y="34831"/>
                  <a:pt x="2378" y="38984"/>
                </a:cubicBezTo>
                <a:lnTo>
                  <a:pt x="8156" y="37209"/>
                </a:lnTo>
                <a:cubicBezTo>
                  <a:pt x="8908" y="38984"/>
                  <a:pt x="9902" y="40730"/>
                  <a:pt x="11286" y="42235"/>
                </a:cubicBezTo>
                <a:lnTo>
                  <a:pt x="7012" y="46508"/>
                </a:lnTo>
                <a:cubicBezTo>
                  <a:pt x="8397" y="48254"/>
                  <a:pt x="10022" y="49758"/>
                  <a:pt x="11767" y="51143"/>
                </a:cubicBezTo>
                <a:cubicBezTo>
                  <a:pt x="13663" y="52377"/>
                  <a:pt x="15529" y="53520"/>
                  <a:pt x="17546" y="54393"/>
                </a:cubicBezTo>
                <a:lnTo>
                  <a:pt x="20435" y="49006"/>
                </a:lnTo>
                <a:cubicBezTo>
                  <a:pt x="22301" y="49758"/>
                  <a:pt x="24197" y="50270"/>
                  <a:pt x="26213" y="50511"/>
                </a:cubicBezTo>
                <a:lnTo>
                  <a:pt x="26213" y="56530"/>
                </a:lnTo>
                <a:cubicBezTo>
                  <a:pt x="26933" y="56589"/>
                  <a:pt x="27658" y="56619"/>
                  <a:pt x="28384" y="56619"/>
                </a:cubicBezTo>
                <a:cubicBezTo>
                  <a:pt x="32057" y="56619"/>
                  <a:pt x="35777" y="55870"/>
                  <a:pt x="39244" y="54513"/>
                </a:cubicBezTo>
                <a:lnTo>
                  <a:pt x="37498" y="48765"/>
                </a:lnTo>
                <a:cubicBezTo>
                  <a:pt x="39244" y="48013"/>
                  <a:pt x="40989" y="46990"/>
                  <a:pt x="42494" y="45756"/>
                </a:cubicBezTo>
                <a:lnTo>
                  <a:pt x="46768" y="49999"/>
                </a:lnTo>
                <a:cubicBezTo>
                  <a:pt x="48513" y="48494"/>
                  <a:pt x="50018" y="46990"/>
                  <a:pt x="51402" y="45124"/>
                </a:cubicBezTo>
                <a:cubicBezTo>
                  <a:pt x="52666" y="43348"/>
                  <a:pt x="53780" y="41362"/>
                  <a:pt x="54652" y="39346"/>
                </a:cubicBezTo>
                <a:lnTo>
                  <a:pt x="49266" y="36577"/>
                </a:lnTo>
                <a:cubicBezTo>
                  <a:pt x="50018" y="34711"/>
                  <a:pt x="50529" y="32695"/>
                  <a:pt x="50770" y="30829"/>
                </a:cubicBezTo>
                <a:lnTo>
                  <a:pt x="56789" y="30708"/>
                </a:lnTo>
                <a:cubicBezTo>
                  <a:pt x="57180" y="26315"/>
                  <a:pt x="56548" y="21800"/>
                  <a:pt x="54803" y="17768"/>
                </a:cubicBezTo>
                <a:lnTo>
                  <a:pt x="49025" y="19543"/>
                </a:lnTo>
                <a:cubicBezTo>
                  <a:pt x="48272" y="17647"/>
                  <a:pt x="47279" y="16022"/>
                  <a:pt x="46015" y="14397"/>
                </a:cubicBezTo>
                <a:lnTo>
                  <a:pt x="50289" y="10124"/>
                </a:lnTo>
                <a:cubicBezTo>
                  <a:pt x="48904" y="8499"/>
                  <a:pt x="47279" y="6873"/>
                  <a:pt x="45383" y="5609"/>
                </a:cubicBezTo>
                <a:cubicBezTo>
                  <a:pt x="43638" y="4225"/>
                  <a:pt x="41621" y="3112"/>
                  <a:pt x="39605" y="2359"/>
                </a:cubicBezTo>
                <a:lnTo>
                  <a:pt x="36866" y="7626"/>
                </a:lnTo>
                <a:cubicBezTo>
                  <a:pt x="34970" y="6873"/>
                  <a:pt x="32984" y="6362"/>
                  <a:pt x="31088" y="6241"/>
                </a:cubicBezTo>
                <a:lnTo>
                  <a:pt x="30968" y="102"/>
                </a:lnTo>
                <a:cubicBezTo>
                  <a:pt x="30202" y="34"/>
                  <a:pt x="29437" y="1"/>
                  <a:pt x="286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2966;p55">
            <a:extLst>
              <a:ext uri="{FF2B5EF4-FFF2-40B4-BE49-F238E27FC236}">
                <a16:creationId xmlns:a16="http://schemas.microsoft.com/office/drawing/2014/main" id="{313D6BFB-B904-55B8-943F-CE292AAE29FA}"/>
              </a:ext>
            </a:extLst>
          </p:cNvPr>
          <p:cNvSpPr txBox="1">
            <a:spLocks/>
          </p:cNvSpPr>
          <p:nvPr/>
        </p:nvSpPr>
        <p:spPr>
          <a:xfrm>
            <a:off x="3007758" y="3578480"/>
            <a:ext cx="990853" cy="52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lnSpc>
                <a:spcPct val="100000"/>
              </a:lnSpc>
              <a:buFont typeface="Montserrat"/>
              <a:buNone/>
            </a:pPr>
            <a:r>
              <a:rPr lang="en-US" sz="1400" dirty="0"/>
              <a:t>Key Metrics</a:t>
            </a:r>
          </a:p>
          <a:p>
            <a:pPr marL="0" indent="0" algn="ctr">
              <a:lnSpc>
                <a:spcPct val="100000"/>
              </a:lnSpc>
              <a:spcBef>
                <a:spcPts val="1600"/>
              </a:spcBef>
              <a:buFont typeface="Montserrat"/>
              <a:buNone/>
            </a:pPr>
            <a:endParaRPr lang="en-US" sz="1400" dirty="0"/>
          </a:p>
          <a:p>
            <a:pPr marL="0" indent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Montserrat"/>
              <a:buNone/>
            </a:pPr>
            <a:endParaRPr lang="en-US" sz="1400" dirty="0"/>
          </a:p>
        </p:txBody>
      </p:sp>
      <p:sp>
        <p:nvSpPr>
          <p:cNvPr id="33" name="Google Shape;2006;p40">
            <a:extLst>
              <a:ext uri="{FF2B5EF4-FFF2-40B4-BE49-F238E27FC236}">
                <a16:creationId xmlns:a16="http://schemas.microsoft.com/office/drawing/2014/main" id="{0150E3E2-09F3-0FC4-D7A0-4401A27314AA}"/>
              </a:ext>
            </a:extLst>
          </p:cNvPr>
          <p:cNvSpPr txBox="1">
            <a:spLocks/>
          </p:cNvSpPr>
          <p:nvPr/>
        </p:nvSpPr>
        <p:spPr>
          <a:xfrm>
            <a:off x="4486493" y="4276791"/>
            <a:ext cx="2286958" cy="335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1600"/>
              </a:spcAft>
              <a:buNone/>
            </a:pPr>
            <a:r>
              <a:rPr lang="en-US" sz="1200" dirty="0"/>
              <a:t>Department distribution</a:t>
            </a:r>
          </a:p>
        </p:txBody>
      </p:sp>
      <p:sp>
        <p:nvSpPr>
          <p:cNvPr id="34" name="Google Shape;2008;p40">
            <a:extLst>
              <a:ext uri="{FF2B5EF4-FFF2-40B4-BE49-F238E27FC236}">
                <a16:creationId xmlns:a16="http://schemas.microsoft.com/office/drawing/2014/main" id="{8976C66F-EEF9-CDFD-79E7-F5BFFBBF31A0}"/>
              </a:ext>
            </a:extLst>
          </p:cNvPr>
          <p:cNvSpPr txBox="1">
            <a:spLocks/>
          </p:cNvSpPr>
          <p:nvPr/>
        </p:nvSpPr>
        <p:spPr>
          <a:xfrm>
            <a:off x="103676" y="3660851"/>
            <a:ext cx="2232600" cy="54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1600"/>
              </a:spcAft>
              <a:buNone/>
            </a:pPr>
            <a:r>
              <a:rPr lang="en-US" sz="1200" dirty="0"/>
              <a:t>Employee demographics (age, gender, education)</a:t>
            </a:r>
          </a:p>
        </p:txBody>
      </p:sp>
      <p:sp>
        <p:nvSpPr>
          <p:cNvPr id="35" name="Google Shape;2010;p40">
            <a:extLst>
              <a:ext uri="{FF2B5EF4-FFF2-40B4-BE49-F238E27FC236}">
                <a16:creationId xmlns:a16="http://schemas.microsoft.com/office/drawing/2014/main" id="{1F10934B-76DC-557F-6476-72FACE240FC4}"/>
              </a:ext>
            </a:extLst>
          </p:cNvPr>
          <p:cNvSpPr txBox="1">
            <a:spLocks/>
          </p:cNvSpPr>
          <p:nvPr/>
        </p:nvSpPr>
        <p:spPr>
          <a:xfrm>
            <a:off x="4739196" y="3317980"/>
            <a:ext cx="1942995" cy="335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en-US" sz="1200" dirty="0"/>
              <a:t>Job satisfaction by role</a:t>
            </a:r>
          </a:p>
        </p:txBody>
      </p:sp>
      <p:cxnSp>
        <p:nvCxnSpPr>
          <p:cNvPr id="36" name="Google Shape;2012;p40">
            <a:extLst>
              <a:ext uri="{FF2B5EF4-FFF2-40B4-BE49-F238E27FC236}">
                <a16:creationId xmlns:a16="http://schemas.microsoft.com/office/drawing/2014/main" id="{F44D8099-2B27-A93C-46DE-830B4A0C7A48}"/>
              </a:ext>
            </a:extLst>
          </p:cNvPr>
          <p:cNvCxnSpPr>
            <a:cxnSpLocks/>
          </p:cNvCxnSpPr>
          <p:nvPr/>
        </p:nvCxnSpPr>
        <p:spPr>
          <a:xfrm flipH="1">
            <a:off x="3941221" y="4584375"/>
            <a:ext cx="999154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7" name="Google Shape;2013;p40">
            <a:extLst>
              <a:ext uri="{FF2B5EF4-FFF2-40B4-BE49-F238E27FC236}">
                <a16:creationId xmlns:a16="http://schemas.microsoft.com/office/drawing/2014/main" id="{4921B3B6-AC3E-4256-A4C3-8827E44762A3}"/>
              </a:ext>
            </a:extLst>
          </p:cNvPr>
          <p:cNvCxnSpPr>
            <a:cxnSpLocks/>
          </p:cNvCxnSpPr>
          <p:nvPr/>
        </p:nvCxnSpPr>
        <p:spPr>
          <a:xfrm>
            <a:off x="2200310" y="3293024"/>
            <a:ext cx="664624" cy="1"/>
          </a:xfrm>
          <a:prstGeom prst="bentConnector3">
            <a:avLst>
              <a:gd name="adj1" fmla="val 50000"/>
            </a:avLst>
          </a:prstGeom>
          <a:ln>
            <a:headEnd type="oval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8" name="Google Shape;2014;p40">
            <a:extLst>
              <a:ext uri="{FF2B5EF4-FFF2-40B4-BE49-F238E27FC236}">
                <a16:creationId xmlns:a16="http://schemas.microsoft.com/office/drawing/2014/main" id="{0E27F807-D471-1233-51F8-497905538491}"/>
              </a:ext>
            </a:extLst>
          </p:cNvPr>
          <p:cNvCxnSpPr/>
          <p:nvPr/>
        </p:nvCxnSpPr>
        <p:spPr>
          <a:xfrm>
            <a:off x="4069959" y="3350990"/>
            <a:ext cx="942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6" name="Google Shape;2013;p40">
            <a:extLst>
              <a:ext uri="{FF2B5EF4-FFF2-40B4-BE49-F238E27FC236}">
                <a16:creationId xmlns:a16="http://schemas.microsoft.com/office/drawing/2014/main" id="{CE0E875E-CA42-AB78-249E-858476F581AD}"/>
              </a:ext>
            </a:extLst>
          </p:cNvPr>
          <p:cNvCxnSpPr>
            <a:cxnSpLocks/>
          </p:cNvCxnSpPr>
          <p:nvPr/>
        </p:nvCxnSpPr>
        <p:spPr>
          <a:xfrm>
            <a:off x="1714814" y="3660662"/>
            <a:ext cx="1205400" cy="707033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2B0EFBF8-838F-1796-0034-47F486823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92713" y="2925387"/>
            <a:ext cx="3204887" cy="197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Google Shape;2008;p40">
            <a:extLst>
              <a:ext uri="{FF2B5EF4-FFF2-40B4-BE49-F238E27FC236}">
                <a16:creationId xmlns:a16="http://schemas.microsoft.com/office/drawing/2014/main" id="{92607BE9-14B3-1368-10CE-E74FCB124475}"/>
              </a:ext>
            </a:extLst>
          </p:cNvPr>
          <p:cNvSpPr txBox="1">
            <a:spLocks/>
          </p:cNvSpPr>
          <p:nvPr/>
        </p:nvSpPr>
        <p:spPr>
          <a:xfrm>
            <a:off x="226078" y="2827426"/>
            <a:ext cx="2040692" cy="631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en-US" sz="1200" dirty="0"/>
              <a:t>Attrition rates by department, education, gender, and age</a:t>
            </a:r>
          </a:p>
        </p:txBody>
      </p:sp>
    </p:spTree>
    <p:extLst>
      <p:ext uri="{BB962C8B-B14F-4D97-AF65-F5344CB8AC3E}">
        <p14:creationId xmlns:p14="http://schemas.microsoft.com/office/powerpoint/2010/main" val="4241578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7">
          <a:extLst>
            <a:ext uri="{FF2B5EF4-FFF2-40B4-BE49-F238E27FC236}">
              <a16:creationId xmlns:a16="http://schemas.microsoft.com/office/drawing/2014/main" id="{AECAD67E-4632-F5D6-1A69-CB8A8E76A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35">
            <a:extLst>
              <a:ext uri="{FF2B5EF4-FFF2-40B4-BE49-F238E27FC236}">
                <a16:creationId xmlns:a16="http://schemas.microsoft.com/office/drawing/2014/main" id="{05E650A7-815C-D98B-6CAF-BA1D0C28C56B}"/>
              </a:ext>
            </a:extLst>
          </p:cNvPr>
          <p:cNvSpPr/>
          <p:nvPr/>
        </p:nvSpPr>
        <p:spPr>
          <a:xfrm>
            <a:off x="8214661" y="3549550"/>
            <a:ext cx="60022" cy="62388"/>
          </a:xfrm>
          <a:custGeom>
            <a:avLst/>
            <a:gdLst/>
            <a:ahLst/>
            <a:cxnLst/>
            <a:rect l="l" t="t" r="r" b="b"/>
            <a:pathLst>
              <a:path w="1423" h="1479" fill="none" extrusionOk="0">
                <a:moveTo>
                  <a:pt x="1422" y="717"/>
                </a:moveTo>
                <a:cubicBezTo>
                  <a:pt x="1422" y="1138"/>
                  <a:pt x="1081" y="1479"/>
                  <a:pt x="706" y="1479"/>
                </a:cubicBezTo>
                <a:cubicBezTo>
                  <a:pt x="285" y="1479"/>
                  <a:pt x="1" y="1138"/>
                  <a:pt x="1" y="717"/>
                </a:cubicBezTo>
                <a:cubicBezTo>
                  <a:pt x="1" y="342"/>
                  <a:pt x="285" y="1"/>
                  <a:pt x="706" y="1"/>
                </a:cubicBezTo>
                <a:cubicBezTo>
                  <a:pt x="1081" y="1"/>
                  <a:pt x="1422" y="342"/>
                  <a:pt x="1422" y="717"/>
                </a:cubicBezTo>
                <a:close/>
              </a:path>
            </a:pathLst>
          </a:custGeom>
          <a:noFill/>
          <a:ln w="48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2" name="Google Shape;1602;p35">
            <a:extLst>
              <a:ext uri="{FF2B5EF4-FFF2-40B4-BE49-F238E27FC236}">
                <a16:creationId xmlns:a16="http://schemas.microsoft.com/office/drawing/2014/main" id="{0FED82E8-C6A4-8999-903E-824DA6053E42}"/>
              </a:ext>
            </a:extLst>
          </p:cNvPr>
          <p:cNvSpPr/>
          <p:nvPr/>
        </p:nvSpPr>
        <p:spPr>
          <a:xfrm>
            <a:off x="8646289" y="3456073"/>
            <a:ext cx="253713" cy="0"/>
          </a:xfrm>
          <a:custGeom>
            <a:avLst/>
            <a:gdLst/>
            <a:ahLst/>
            <a:cxnLst/>
            <a:rect l="l" t="t" r="r" b="b"/>
            <a:pathLst>
              <a:path w="6015" fill="none" extrusionOk="0">
                <a:moveTo>
                  <a:pt x="0" y="0"/>
                </a:moveTo>
                <a:lnTo>
                  <a:pt x="6014" y="0"/>
                </a:lnTo>
              </a:path>
            </a:pathLst>
          </a:custGeom>
          <a:noFill/>
          <a:ln w="48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C135F5E-E8FA-AB0B-7018-A98CB6A0B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06" y="-638"/>
            <a:ext cx="9150306" cy="5136300"/>
          </a:xfrm>
          <a:prstGeom prst="rect">
            <a:avLst/>
          </a:prstGeom>
        </p:spPr>
      </p:pic>
      <p:grpSp>
        <p:nvGrpSpPr>
          <p:cNvPr id="26" name="Google Shape;1603;p35">
            <a:extLst>
              <a:ext uri="{FF2B5EF4-FFF2-40B4-BE49-F238E27FC236}">
                <a16:creationId xmlns:a16="http://schemas.microsoft.com/office/drawing/2014/main" id="{5086350D-5128-30E7-B0DB-4FA0C009F328}"/>
              </a:ext>
            </a:extLst>
          </p:cNvPr>
          <p:cNvGrpSpPr/>
          <p:nvPr/>
        </p:nvGrpSpPr>
        <p:grpSpPr>
          <a:xfrm>
            <a:off x="1419981" y="2421532"/>
            <a:ext cx="927219" cy="1128018"/>
            <a:chOff x="5734124" y="1799349"/>
            <a:chExt cx="2652295" cy="3070257"/>
          </a:xfrm>
        </p:grpSpPr>
        <p:grpSp>
          <p:nvGrpSpPr>
            <p:cNvPr id="27" name="Google Shape;1604;p35">
              <a:extLst>
                <a:ext uri="{FF2B5EF4-FFF2-40B4-BE49-F238E27FC236}">
                  <a16:creationId xmlns:a16="http://schemas.microsoft.com/office/drawing/2014/main" id="{F44C23BF-7F39-1CA1-5715-E08CE7827F7A}"/>
                </a:ext>
              </a:extLst>
            </p:cNvPr>
            <p:cNvGrpSpPr/>
            <p:nvPr/>
          </p:nvGrpSpPr>
          <p:grpSpPr>
            <a:xfrm>
              <a:off x="5734124" y="1799349"/>
              <a:ext cx="1879568" cy="3070257"/>
              <a:chOff x="5734124" y="1799349"/>
              <a:chExt cx="1879568" cy="3070257"/>
            </a:xfrm>
          </p:grpSpPr>
          <p:sp>
            <p:nvSpPr>
              <p:cNvPr id="49" name="Google Shape;1605;p35">
                <a:extLst>
                  <a:ext uri="{FF2B5EF4-FFF2-40B4-BE49-F238E27FC236}">
                    <a16:creationId xmlns:a16="http://schemas.microsoft.com/office/drawing/2014/main" id="{7480EDED-AE8D-2357-4F5B-4A2DBA1B5FD9}"/>
                  </a:ext>
                </a:extLst>
              </p:cNvPr>
              <p:cNvSpPr/>
              <p:nvPr/>
            </p:nvSpPr>
            <p:spPr>
              <a:xfrm>
                <a:off x="6382914" y="4499425"/>
                <a:ext cx="147674" cy="339436"/>
              </a:xfrm>
              <a:custGeom>
                <a:avLst/>
                <a:gdLst/>
                <a:ahLst/>
                <a:cxnLst/>
                <a:rect l="l" t="t" r="r" b="b"/>
                <a:pathLst>
                  <a:path w="10005" h="22997" extrusionOk="0">
                    <a:moveTo>
                      <a:pt x="0" y="0"/>
                    </a:moveTo>
                    <a:lnTo>
                      <a:pt x="0" y="15844"/>
                    </a:lnTo>
                    <a:lnTo>
                      <a:pt x="8103" y="22997"/>
                    </a:lnTo>
                    <a:lnTo>
                      <a:pt x="8465" y="16387"/>
                    </a:lnTo>
                    <a:lnTo>
                      <a:pt x="10005" y="16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606;p35">
                <a:extLst>
                  <a:ext uri="{FF2B5EF4-FFF2-40B4-BE49-F238E27FC236}">
                    <a16:creationId xmlns:a16="http://schemas.microsoft.com/office/drawing/2014/main" id="{B335C34D-7DF1-8D6B-E909-D3B1770918B0}"/>
                  </a:ext>
                </a:extLst>
              </p:cNvPr>
              <p:cNvSpPr/>
              <p:nvPr/>
            </p:nvSpPr>
            <p:spPr>
              <a:xfrm>
                <a:off x="6207182" y="4733282"/>
                <a:ext cx="314727" cy="110921"/>
              </a:xfrm>
              <a:custGeom>
                <a:avLst/>
                <a:gdLst/>
                <a:ahLst/>
                <a:cxnLst/>
                <a:rect l="l" t="t" r="r" b="b"/>
                <a:pathLst>
                  <a:path w="21323" h="7515" extrusionOk="0">
                    <a:moveTo>
                      <a:pt x="11906" y="0"/>
                    </a:moveTo>
                    <a:cubicBezTo>
                      <a:pt x="11906" y="0"/>
                      <a:pt x="1359" y="4120"/>
                      <a:pt x="589" y="5251"/>
                    </a:cubicBezTo>
                    <a:cubicBezTo>
                      <a:pt x="1" y="6383"/>
                      <a:pt x="227" y="7515"/>
                      <a:pt x="227" y="7515"/>
                    </a:cubicBezTo>
                    <a:lnTo>
                      <a:pt x="20598" y="7515"/>
                    </a:lnTo>
                    <a:cubicBezTo>
                      <a:pt x="21322" y="5840"/>
                      <a:pt x="20371" y="0"/>
                      <a:pt x="20371" y="0"/>
                    </a:cubicBezTo>
                    <a:cubicBezTo>
                      <a:pt x="20371" y="0"/>
                      <a:pt x="18038" y="242"/>
                      <a:pt x="15529" y="242"/>
                    </a:cubicBezTo>
                    <a:cubicBezTo>
                      <a:pt x="14275" y="242"/>
                      <a:pt x="12978" y="181"/>
                      <a:pt x="11906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607;p35">
                <a:extLst>
                  <a:ext uri="{FF2B5EF4-FFF2-40B4-BE49-F238E27FC236}">
                    <a16:creationId xmlns:a16="http://schemas.microsoft.com/office/drawing/2014/main" id="{290E8FC8-C6A7-BB21-2C87-0198DE313563}"/>
                  </a:ext>
                </a:extLst>
              </p:cNvPr>
              <p:cNvSpPr/>
              <p:nvPr/>
            </p:nvSpPr>
            <p:spPr>
              <a:xfrm>
                <a:off x="6210517" y="4833503"/>
                <a:ext cx="303362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20553" h="2446" extrusionOk="0">
                    <a:moveTo>
                      <a:pt x="1" y="1"/>
                    </a:moveTo>
                    <a:lnTo>
                      <a:pt x="1" y="2445"/>
                    </a:lnTo>
                    <a:lnTo>
                      <a:pt x="20553" y="2445"/>
                    </a:lnTo>
                    <a:lnTo>
                      <a:pt x="20553" y="1"/>
                    </a:lnTo>
                    <a:close/>
                  </a:path>
                </a:pathLst>
              </a:custGeom>
              <a:solidFill>
                <a:srgbClr val="2122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608;p35">
                <a:extLst>
                  <a:ext uri="{FF2B5EF4-FFF2-40B4-BE49-F238E27FC236}">
                    <a16:creationId xmlns:a16="http://schemas.microsoft.com/office/drawing/2014/main" id="{2E957EA0-6156-011C-5DC2-319EF918F383}"/>
                  </a:ext>
                </a:extLst>
              </p:cNvPr>
              <p:cNvSpPr/>
              <p:nvPr/>
            </p:nvSpPr>
            <p:spPr>
              <a:xfrm>
                <a:off x="6304730" y="4769356"/>
                <a:ext cx="30760" cy="33431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265" fill="none" extrusionOk="0">
                    <a:moveTo>
                      <a:pt x="1" y="1"/>
                    </a:moveTo>
                    <a:cubicBezTo>
                      <a:pt x="1" y="1"/>
                      <a:pt x="1540" y="951"/>
                      <a:pt x="2083" y="2264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609;p35">
                <a:extLst>
                  <a:ext uri="{FF2B5EF4-FFF2-40B4-BE49-F238E27FC236}">
                    <a16:creationId xmlns:a16="http://schemas.microsoft.com/office/drawing/2014/main" id="{C45B949E-01E6-2936-2DEE-F8CEB4E3DC69}"/>
                  </a:ext>
                </a:extLst>
              </p:cNvPr>
              <p:cNvSpPr/>
              <p:nvPr/>
            </p:nvSpPr>
            <p:spPr>
              <a:xfrm>
                <a:off x="6324110" y="4758005"/>
                <a:ext cx="30745" cy="36088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2445" fill="none" extrusionOk="0">
                    <a:moveTo>
                      <a:pt x="1" y="0"/>
                    </a:moveTo>
                    <a:cubicBezTo>
                      <a:pt x="1" y="0"/>
                      <a:pt x="1540" y="1132"/>
                      <a:pt x="2083" y="2445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610;p35">
                <a:extLst>
                  <a:ext uri="{FF2B5EF4-FFF2-40B4-BE49-F238E27FC236}">
                    <a16:creationId xmlns:a16="http://schemas.microsoft.com/office/drawing/2014/main" id="{49C9C6C9-A588-2331-0F80-65062A0C72D8}"/>
                  </a:ext>
                </a:extLst>
              </p:cNvPr>
              <p:cNvSpPr/>
              <p:nvPr/>
            </p:nvSpPr>
            <p:spPr>
              <a:xfrm>
                <a:off x="6344154" y="4749976"/>
                <a:ext cx="27409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2446" fill="none" extrusionOk="0">
                    <a:moveTo>
                      <a:pt x="1" y="1"/>
                    </a:moveTo>
                    <a:cubicBezTo>
                      <a:pt x="1" y="1"/>
                      <a:pt x="1495" y="1133"/>
                      <a:pt x="1857" y="2445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611;p35">
                <a:extLst>
                  <a:ext uri="{FF2B5EF4-FFF2-40B4-BE49-F238E27FC236}">
                    <a16:creationId xmlns:a16="http://schemas.microsoft.com/office/drawing/2014/main" id="{E415CB26-B9AD-AD5B-53D5-267B9DD9042D}"/>
                  </a:ext>
                </a:extLst>
              </p:cNvPr>
              <p:cNvSpPr/>
              <p:nvPr/>
            </p:nvSpPr>
            <p:spPr>
              <a:xfrm>
                <a:off x="6934141" y="4499425"/>
                <a:ext cx="150360" cy="339436"/>
              </a:xfrm>
              <a:custGeom>
                <a:avLst/>
                <a:gdLst/>
                <a:ahLst/>
                <a:cxnLst/>
                <a:rect l="l" t="t" r="r" b="b"/>
                <a:pathLst>
                  <a:path w="10187" h="22997" extrusionOk="0">
                    <a:moveTo>
                      <a:pt x="1" y="0"/>
                    </a:moveTo>
                    <a:lnTo>
                      <a:pt x="2445" y="15844"/>
                    </a:lnTo>
                    <a:lnTo>
                      <a:pt x="9824" y="22997"/>
                    </a:lnTo>
                    <a:lnTo>
                      <a:pt x="10186" y="16387"/>
                    </a:lnTo>
                    <a:lnTo>
                      <a:pt x="10005" y="16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612;p35">
                <a:extLst>
                  <a:ext uri="{FF2B5EF4-FFF2-40B4-BE49-F238E27FC236}">
                    <a16:creationId xmlns:a16="http://schemas.microsoft.com/office/drawing/2014/main" id="{108171B8-6844-F0C5-92C8-42DCD02F0601}"/>
                  </a:ext>
                </a:extLst>
              </p:cNvPr>
              <p:cNvSpPr/>
              <p:nvPr/>
            </p:nvSpPr>
            <p:spPr>
              <a:xfrm>
                <a:off x="6917448" y="4733282"/>
                <a:ext cx="203127" cy="110921"/>
              </a:xfrm>
              <a:custGeom>
                <a:avLst/>
                <a:gdLst/>
                <a:ahLst/>
                <a:cxnLst/>
                <a:rect l="l" t="t" r="r" b="b"/>
                <a:pathLst>
                  <a:path w="13762" h="7515" extrusionOk="0">
                    <a:moveTo>
                      <a:pt x="3576" y="0"/>
                    </a:moveTo>
                    <a:cubicBezTo>
                      <a:pt x="3576" y="0"/>
                      <a:pt x="1313" y="4120"/>
                      <a:pt x="770" y="5251"/>
                    </a:cubicBezTo>
                    <a:cubicBezTo>
                      <a:pt x="0" y="6383"/>
                      <a:pt x="181" y="7515"/>
                      <a:pt x="181" y="7515"/>
                    </a:cubicBezTo>
                    <a:lnTo>
                      <a:pt x="12992" y="7515"/>
                    </a:lnTo>
                    <a:cubicBezTo>
                      <a:pt x="13762" y="5840"/>
                      <a:pt x="11317" y="0"/>
                      <a:pt x="11317" y="0"/>
                    </a:cubicBezTo>
                    <a:cubicBezTo>
                      <a:pt x="11317" y="0"/>
                      <a:pt x="9305" y="242"/>
                      <a:pt x="7012" y="242"/>
                    </a:cubicBezTo>
                    <a:cubicBezTo>
                      <a:pt x="5865" y="242"/>
                      <a:pt x="4648" y="181"/>
                      <a:pt x="3576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613;p35">
                <a:extLst>
                  <a:ext uri="{FF2B5EF4-FFF2-40B4-BE49-F238E27FC236}">
                    <a16:creationId xmlns:a16="http://schemas.microsoft.com/office/drawing/2014/main" id="{7D841F59-8797-46BC-9038-DF66DAD256DE}"/>
                  </a:ext>
                </a:extLst>
              </p:cNvPr>
              <p:cNvSpPr/>
              <p:nvPr/>
            </p:nvSpPr>
            <p:spPr>
              <a:xfrm>
                <a:off x="6920119" y="4833503"/>
                <a:ext cx="192441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13038" h="2446" extrusionOk="0">
                    <a:moveTo>
                      <a:pt x="0" y="1"/>
                    </a:moveTo>
                    <a:lnTo>
                      <a:pt x="0" y="2445"/>
                    </a:lnTo>
                    <a:lnTo>
                      <a:pt x="13038" y="2445"/>
                    </a:lnTo>
                    <a:lnTo>
                      <a:pt x="13038" y="1"/>
                    </a:lnTo>
                    <a:close/>
                  </a:path>
                </a:pathLst>
              </a:custGeom>
              <a:solidFill>
                <a:srgbClr val="2122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614;p35">
                <a:extLst>
                  <a:ext uri="{FF2B5EF4-FFF2-40B4-BE49-F238E27FC236}">
                    <a16:creationId xmlns:a16="http://schemas.microsoft.com/office/drawing/2014/main" id="{1B1B2D0D-320F-4DB7-F9A6-E195E96B38F8}"/>
                  </a:ext>
                </a:extLst>
              </p:cNvPr>
              <p:cNvSpPr/>
              <p:nvPr/>
            </p:nvSpPr>
            <p:spPr>
              <a:xfrm>
                <a:off x="6998288" y="4769356"/>
                <a:ext cx="55483" cy="8029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544" fill="none" extrusionOk="0">
                    <a:moveTo>
                      <a:pt x="1" y="544"/>
                    </a:moveTo>
                    <a:cubicBezTo>
                      <a:pt x="1132" y="1"/>
                      <a:pt x="2626" y="1"/>
                      <a:pt x="3758" y="544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615;p35">
                <a:extLst>
                  <a:ext uri="{FF2B5EF4-FFF2-40B4-BE49-F238E27FC236}">
                    <a16:creationId xmlns:a16="http://schemas.microsoft.com/office/drawing/2014/main" id="{BB68D4B1-CAF1-43B8-F2FE-A49F1704B06D}"/>
                  </a:ext>
                </a:extLst>
              </p:cNvPr>
              <p:cNvSpPr/>
              <p:nvPr/>
            </p:nvSpPr>
            <p:spPr>
              <a:xfrm>
                <a:off x="6998288" y="4788736"/>
                <a:ext cx="55483" cy="5358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363" fill="none" extrusionOk="0">
                    <a:moveTo>
                      <a:pt x="1" y="363"/>
                    </a:moveTo>
                    <a:cubicBezTo>
                      <a:pt x="1132" y="1"/>
                      <a:pt x="2626" y="1"/>
                      <a:pt x="3758" y="363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616;p35">
                <a:extLst>
                  <a:ext uri="{FF2B5EF4-FFF2-40B4-BE49-F238E27FC236}">
                    <a16:creationId xmlns:a16="http://schemas.microsoft.com/office/drawing/2014/main" id="{2CFE741E-5FAB-4857-25B4-2379FFA5742E}"/>
                  </a:ext>
                </a:extLst>
              </p:cNvPr>
              <p:cNvSpPr/>
              <p:nvPr/>
            </p:nvSpPr>
            <p:spPr>
              <a:xfrm>
                <a:off x="7000960" y="4752647"/>
                <a:ext cx="50125" cy="8044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545" fill="none" extrusionOk="0">
                    <a:moveTo>
                      <a:pt x="1" y="544"/>
                    </a:moveTo>
                    <a:cubicBezTo>
                      <a:pt x="770" y="182"/>
                      <a:pt x="2445" y="1"/>
                      <a:pt x="3396" y="544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617;p35">
                <a:extLst>
                  <a:ext uri="{FF2B5EF4-FFF2-40B4-BE49-F238E27FC236}">
                    <a16:creationId xmlns:a16="http://schemas.microsoft.com/office/drawing/2014/main" id="{67676404-A22F-F66E-30A9-F13055C6231A}"/>
                  </a:ext>
                </a:extLst>
              </p:cNvPr>
              <p:cNvSpPr/>
              <p:nvPr/>
            </p:nvSpPr>
            <p:spPr>
              <a:xfrm>
                <a:off x="6307402" y="2945920"/>
                <a:ext cx="498475" cy="1731245"/>
              </a:xfrm>
              <a:custGeom>
                <a:avLst/>
                <a:gdLst/>
                <a:ahLst/>
                <a:cxnLst/>
                <a:rect l="l" t="t" r="r" b="b"/>
                <a:pathLst>
                  <a:path w="33772" h="117293" extrusionOk="0">
                    <a:moveTo>
                      <a:pt x="28882" y="1"/>
                    </a:moveTo>
                    <a:lnTo>
                      <a:pt x="8692" y="6021"/>
                    </a:lnTo>
                    <a:cubicBezTo>
                      <a:pt x="7923" y="7153"/>
                      <a:pt x="2672" y="45043"/>
                      <a:pt x="1902" y="64690"/>
                    </a:cubicBezTo>
                    <a:cubicBezTo>
                      <a:pt x="952" y="88456"/>
                      <a:pt x="1" y="117293"/>
                      <a:pt x="1" y="117293"/>
                    </a:cubicBezTo>
                    <a:lnTo>
                      <a:pt x="19240" y="117293"/>
                    </a:lnTo>
                    <a:lnTo>
                      <a:pt x="25125" y="65641"/>
                    </a:lnTo>
                    <a:lnTo>
                      <a:pt x="31915" y="34315"/>
                    </a:lnTo>
                    <a:cubicBezTo>
                      <a:pt x="31915" y="34315"/>
                      <a:pt x="33771" y="16026"/>
                      <a:pt x="28882" y="1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618;p35">
                <a:extLst>
                  <a:ext uri="{FF2B5EF4-FFF2-40B4-BE49-F238E27FC236}">
                    <a16:creationId xmlns:a16="http://schemas.microsoft.com/office/drawing/2014/main" id="{75F4666B-C553-1A22-6726-294F88DC21B5}"/>
                  </a:ext>
                </a:extLst>
              </p:cNvPr>
              <p:cNvSpPr/>
              <p:nvPr/>
            </p:nvSpPr>
            <p:spPr>
              <a:xfrm>
                <a:off x="6686262" y="2945920"/>
                <a:ext cx="479080" cy="1731245"/>
              </a:xfrm>
              <a:custGeom>
                <a:avLst/>
                <a:gdLst/>
                <a:ahLst/>
                <a:cxnLst/>
                <a:rect l="l" t="t" r="r" b="b"/>
                <a:pathLst>
                  <a:path w="32458" h="117293" extrusionOk="0">
                    <a:moveTo>
                      <a:pt x="4889" y="1"/>
                    </a:moveTo>
                    <a:cubicBezTo>
                      <a:pt x="0" y="16026"/>
                      <a:pt x="2083" y="34315"/>
                      <a:pt x="2083" y="34315"/>
                    </a:cubicBezTo>
                    <a:lnTo>
                      <a:pt x="13219" y="117293"/>
                    </a:lnTo>
                    <a:lnTo>
                      <a:pt x="32458" y="117293"/>
                    </a:lnTo>
                    <a:cubicBezTo>
                      <a:pt x="32458" y="117293"/>
                      <a:pt x="26799" y="8285"/>
                      <a:pt x="25260" y="6021"/>
                    </a:cubicBezTo>
                    <a:lnTo>
                      <a:pt x="4889" y="1"/>
                    </a:ln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619;p35">
                <a:extLst>
                  <a:ext uri="{FF2B5EF4-FFF2-40B4-BE49-F238E27FC236}">
                    <a16:creationId xmlns:a16="http://schemas.microsoft.com/office/drawing/2014/main" id="{836FDED7-936B-6892-5757-FB42265ED1E1}"/>
                  </a:ext>
                </a:extLst>
              </p:cNvPr>
              <p:cNvSpPr/>
              <p:nvPr/>
            </p:nvSpPr>
            <p:spPr>
              <a:xfrm>
                <a:off x="6711649" y="3173770"/>
                <a:ext cx="27409" cy="453708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30739" fill="none" extrusionOk="0">
                    <a:moveTo>
                      <a:pt x="1856" y="30738"/>
                    </a:moveTo>
                    <a:cubicBezTo>
                      <a:pt x="1856" y="30738"/>
                      <a:pt x="0" y="9235"/>
                      <a:pt x="0" y="0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620;p35">
                <a:extLst>
                  <a:ext uri="{FF2B5EF4-FFF2-40B4-BE49-F238E27FC236}">
                    <a16:creationId xmlns:a16="http://schemas.microsoft.com/office/drawing/2014/main" id="{46ED3675-A9CF-9A4F-5A87-E1802330ECC9}"/>
                  </a:ext>
                </a:extLst>
              </p:cNvPr>
              <p:cNvSpPr/>
              <p:nvPr/>
            </p:nvSpPr>
            <p:spPr>
              <a:xfrm>
                <a:off x="6655517" y="3179778"/>
                <a:ext cx="64162" cy="203142"/>
              </a:xfrm>
              <a:custGeom>
                <a:avLst/>
                <a:gdLst/>
                <a:ahLst/>
                <a:cxnLst/>
                <a:rect l="l" t="t" r="r" b="b"/>
                <a:pathLst>
                  <a:path w="4347" h="13763" fill="none" extrusionOk="0">
                    <a:moveTo>
                      <a:pt x="1" y="1"/>
                    </a:moveTo>
                    <a:cubicBezTo>
                      <a:pt x="1" y="1"/>
                      <a:pt x="589" y="9417"/>
                      <a:pt x="1133" y="12450"/>
                    </a:cubicBezTo>
                    <a:cubicBezTo>
                      <a:pt x="1540" y="13763"/>
                      <a:pt x="4347" y="13582"/>
                      <a:pt x="4347" y="13582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621;p35">
                <a:extLst>
                  <a:ext uri="{FF2B5EF4-FFF2-40B4-BE49-F238E27FC236}">
                    <a16:creationId xmlns:a16="http://schemas.microsoft.com/office/drawing/2014/main" id="{3292DA07-11F0-6772-6EC0-EB95FCD8D4A4}"/>
                  </a:ext>
                </a:extLst>
              </p:cNvPr>
              <p:cNvSpPr/>
              <p:nvPr/>
            </p:nvSpPr>
            <p:spPr>
              <a:xfrm>
                <a:off x="7003631" y="3118317"/>
                <a:ext cx="130980" cy="1558848"/>
              </a:xfrm>
              <a:custGeom>
                <a:avLst/>
                <a:gdLst/>
                <a:ahLst/>
                <a:cxnLst/>
                <a:rect l="l" t="t" r="r" b="b"/>
                <a:pathLst>
                  <a:path w="8874" h="105613" fill="none" extrusionOk="0">
                    <a:moveTo>
                      <a:pt x="8874" y="105613"/>
                    </a:moveTo>
                    <a:cubicBezTo>
                      <a:pt x="8874" y="105613"/>
                      <a:pt x="3215" y="9597"/>
                      <a:pt x="1" y="0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622;p35">
                <a:extLst>
                  <a:ext uri="{FF2B5EF4-FFF2-40B4-BE49-F238E27FC236}">
                    <a16:creationId xmlns:a16="http://schemas.microsoft.com/office/drawing/2014/main" id="{61159EA6-F4E4-989B-231B-C03A777FB6A8}"/>
                  </a:ext>
                </a:extLst>
              </p:cNvPr>
              <p:cNvSpPr/>
              <p:nvPr/>
            </p:nvSpPr>
            <p:spPr>
              <a:xfrm>
                <a:off x="6886702" y="3159733"/>
                <a:ext cx="136323" cy="111600"/>
              </a:xfrm>
              <a:custGeom>
                <a:avLst/>
                <a:gdLst/>
                <a:ahLst/>
                <a:cxnLst/>
                <a:rect l="l" t="t" r="r" b="b"/>
                <a:pathLst>
                  <a:path w="9236" h="7561" fill="none" extrusionOk="0">
                    <a:moveTo>
                      <a:pt x="1" y="1"/>
                    </a:moveTo>
                    <a:cubicBezTo>
                      <a:pt x="1" y="1"/>
                      <a:pt x="1721" y="4754"/>
                      <a:pt x="3215" y="6248"/>
                    </a:cubicBezTo>
                    <a:cubicBezTo>
                      <a:pt x="4528" y="7561"/>
                      <a:pt x="9236" y="7199"/>
                      <a:pt x="9236" y="7199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623;p35">
                <a:extLst>
                  <a:ext uri="{FF2B5EF4-FFF2-40B4-BE49-F238E27FC236}">
                    <a16:creationId xmlns:a16="http://schemas.microsoft.com/office/drawing/2014/main" id="{4D9A79D0-54F9-7F7F-9BBD-8F7C1258DBA5}"/>
                  </a:ext>
                </a:extLst>
              </p:cNvPr>
              <p:cNvSpPr/>
              <p:nvPr/>
            </p:nvSpPr>
            <p:spPr>
              <a:xfrm>
                <a:off x="6557968" y="3560645"/>
                <a:ext cx="175747" cy="1116520"/>
              </a:xfrm>
              <a:custGeom>
                <a:avLst/>
                <a:gdLst/>
                <a:ahLst/>
                <a:cxnLst/>
                <a:rect l="l" t="t" r="r" b="b"/>
                <a:pathLst>
                  <a:path w="11907" h="75645" fill="none" extrusionOk="0">
                    <a:moveTo>
                      <a:pt x="1" y="75645"/>
                    </a:moveTo>
                    <a:cubicBezTo>
                      <a:pt x="1" y="75645"/>
                      <a:pt x="4528" y="27569"/>
                      <a:pt x="5116" y="24174"/>
                    </a:cubicBezTo>
                    <a:cubicBezTo>
                      <a:pt x="5478" y="21910"/>
                      <a:pt x="11906" y="0"/>
                      <a:pt x="11906" y="0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624;p35">
                <a:extLst>
                  <a:ext uri="{FF2B5EF4-FFF2-40B4-BE49-F238E27FC236}">
                    <a16:creationId xmlns:a16="http://schemas.microsoft.com/office/drawing/2014/main" id="{5B8ED791-7EF7-6393-5FEF-7606CEBAE827}"/>
                  </a:ext>
                </a:extLst>
              </p:cNvPr>
              <p:cNvSpPr/>
              <p:nvPr/>
            </p:nvSpPr>
            <p:spPr>
              <a:xfrm>
                <a:off x="6402294" y="3173770"/>
                <a:ext cx="128294" cy="92220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6248" fill="none" extrusionOk="0">
                    <a:moveTo>
                      <a:pt x="0" y="5116"/>
                    </a:moveTo>
                    <a:cubicBezTo>
                      <a:pt x="0" y="5116"/>
                      <a:pt x="3576" y="6248"/>
                      <a:pt x="4708" y="5297"/>
                    </a:cubicBezTo>
                    <a:cubicBezTo>
                      <a:pt x="6021" y="4165"/>
                      <a:pt x="8692" y="0"/>
                      <a:pt x="8692" y="0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625;p35">
                <a:extLst>
                  <a:ext uri="{FF2B5EF4-FFF2-40B4-BE49-F238E27FC236}">
                    <a16:creationId xmlns:a16="http://schemas.microsoft.com/office/drawing/2014/main" id="{37306444-26ED-C6C2-25E1-DCDA89C8D5D0}"/>
                  </a:ext>
                </a:extLst>
              </p:cNvPr>
              <p:cNvSpPr/>
              <p:nvPr/>
            </p:nvSpPr>
            <p:spPr>
              <a:xfrm>
                <a:off x="5965309" y="2349911"/>
                <a:ext cx="551242" cy="409531"/>
              </a:xfrm>
              <a:custGeom>
                <a:avLst/>
                <a:gdLst/>
                <a:ahLst/>
                <a:cxnLst/>
                <a:rect l="l" t="t" r="r" b="b"/>
                <a:pathLst>
                  <a:path w="37347" h="27746" extrusionOk="0">
                    <a:moveTo>
                      <a:pt x="5297" y="1"/>
                    </a:moveTo>
                    <a:cubicBezTo>
                      <a:pt x="5297" y="1"/>
                      <a:pt x="181" y="1495"/>
                      <a:pt x="0" y="3939"/>
                    </a:cubicBezTo>
                    <a:cubicBezTo>
                      <a:pt x="5145" y="12382"/>
                      <a:pt x="12042" y="27746"/>
                      <a:pt x="19362" y="27746"/>
                    </a:cubicBezTo>
                    <a:cubicBezTo>
                      <a:pt x="19577" y="27746"/>
                      <a:pt x="19793" y="27733"/>
                      <a:pt x="20009" y="27705"/>
                    </a:cubicBezTo>
                    <a:cubicBezTo>
                      <a:pt x="26392" y="26981"/>
                      <a:pt x="37347" y="11137"/>
                      <a:pt x="37347" y="11137"/>
                    </a:cubicBezTo>
                    <a:lnTo>
                      <a:pt x="23404" y="6429"/>
                    </a:lnTo>
                    <a:lnTo>
                      <a:pt x="17927" y="13219"/>
                    </a:lnTo>
                    <a:lnTo>
                      <a:pt x="5297" y="1"/>
                    </a:ln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626;p35">
                <a:extLst>
                  <a:ext uri="{FF2B5EF4-FFF2-40B4-BE49-F238E27FC236}">
                    <a16:creationId xmlns:a16="http://schemas.microsoft.com/office/drawing/2014/main" id="{A3EAB1E7-EC07-67DB-1AE9-B5F843772DA6}"/>
                  </a:ext>
                </a:extLst>
              </p:cNvPr>
              <p:cNvSpPr/>
              <p:nvPr/>
            </p:nvSpPr>
            <p:spPr>
              <a:xfrm>
                <a:off x="6229897" y="2545024"/>
                <a:ext cx="66833" cy="91556"/>
              </a:xfrm>
              <a:custGeom>
                <a:avLst/>
                <a:gdLst/>
                <a:ahLst/>
                <a:cxnLst/>
                <a:rect l="l" t="t" r="r" b="b"/>
                <a:pathLst>
                  <a:path w="4528" h="6203" fill="none" extrusionOk="0">
                    <a:moveTo>
                      <a:pt x="1" y="0"/>
                    </a:moveTo>
                    <a:cubicBezTo>
                      <a:pt x="1" y="0"/>
                      <a:pt x="2445" y="2445"/>
                      <a:pt x="4528" y="6202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627;p35">
                <a:extLst>
                  <a:ext uri="{FF2B5EF4-FFF2-40B4-BE49-F238E27FC236}">
                    <a16:creationId xmlns:a16="http://schemas.microsoft.com/office/drawing/2014/main" id="{ED97C76D-66BA-5B07-F08D-95E80BA0AB22}"/>
                  </a:ext>
                </a:extLst>
              </p:cNvPr>
              <p:cNvSpPr/>
              <p:nvPr/>
            </p:nvSpPr>
            <p:spPr>
              <a:xfrm>
                <a:off x="6257292" y="2193322"/>
                <a:ext cx="414948" cy="451936"/>
              </a:xfrm>
              <a:custGeom>
                <a:avLst/>
                <a:gdLst/>
                <a:ahLst/>
                <a:cxnLst/>
                <a:rect l="l" t="t" r="r" b="b"/>
                <a:pathLst>
                  <a:path w="28113" h="30619" extrusionOk="0">
                    <a:moveTo>
                      <a:pt x="22190" y="0"/>
                    </a:moveTo>
                    <a:cubicBezTo>
                      <a:pt x="19547" y="0"/>
                      <a:pt x="16297" y="555"/>
                      <a:pt x="13038" y="2507"/>
                    </a:cubicBezTo>
                    <a:cubicBezTo>
                      <a:pt x="8330" y="5313"/>
                      <a:pt x="4528" y="12692"/>
                      <a:pt x="1" y="20433"/>
                    </a:cubicBezTo>
                    <a:cubicBezTo>
                      <a:pt x="1721" y="23421"/>
                      <a:pt x="11906" y="30392"/>
                      <a:pt x="14713" y="30619"/>
                    </a:cubicBezTo>
                    <a:cubicBezTo>
                      <a:pt x="18335" y="26092"/>
                      <a:pt x="21911" y="14548"/>
                      <a:pt x="21911" y="14548"/>
                    </a:cubicBezTo>
                    <a:lnTo>
                      <a:pt x="28113" y="968"/>
                    </a:lnTo>
                    <a:cubicBezTo>
                      <a:pt x="28113" y="968"/>
                      <a:pt x="25680" y="0"/>
                      <a:pt x="22190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628;p35">
                <a:extLst>
                  <a:ext uri="{FF2B5EF4-FFF2-40B4-BE49-F238E27FC236}">
                    <a16:creationId xmlns:a16="http://schemas.microsoft.com/office/drawing/2014/main" id="{55C5DFC5-EB5F-66B3-1217-43744B57651F}"/>
                  </a:ext>
                </a:extLst>
              </p:cNvPr>
              <p:cNvSpPr/>
              <p:nvPr/>
            </p:nvSpPr>
            <p:spPr>
              <a:xfrm>
                <a:off x="5912528" y="2279713"/>
                <a:ext cx="102907" cy="139703"/>
              </a:xfrm>
              <a:custGeom>
                <a:avLst/>
                <a:gdLst/>
                <a:ahLst/>
                <a:cxnLst/>
                <a:rect l="l" t="t" r="r" b="b"/>
                <a:pathLst>
                  <a:path w="6972" h="9465" extrusionOk="0">
                    <a:moveTo>
                      <a:pt x="2776" y="1"/>
                    </a:moveTo>
                    <a:cubicBezTo>
                      <a:pt x="2109" y="1"/>
                      <a:pt x="1394" y="296"/>
                      <a:pt x="951" y="592"/>
                    </a:cubicBezTo>
                    <a:cubicBezTo>
                      <a:pt x="181" y="1181"/>
                      <a:pt x="0" y="2131"/>
                      <a:pt x="0" y="2856"/>
                    </a:cubicBezTo>
                    <a:cubicBezTo>
                      <a:pt x="0" y="3263"/>
                      <a:pt x="0" y="3806"/>
                      <a:pt x="181" y="4168"/>
                    </a:cubicBezTo>
                    <a:cubicBezTo>
                      <a:pt x="951" y="6251"/>
                      <a:pt x="2445" y="8333"/>
                      <a:pt x="4346" y="9465"/>
                    </a:cubicBezTo>
                    <a:lnTo>
                      <a:pt x="6790" y="4757"/>
                    </a:lnTo>
                    <a:cubicBezTo>
                      <a:pt x="6971" y="3625"/>
                      <a:pt x="6383" y="2674"/>
                      <a:pt x="5840" y="1905"/>
                    </a:cubicBezTo>
                    <a:cubicBezTo>
                      <a:pt x="5070" y="1181"/>
                      <a:pt x="4346" y="230"/>
                      <a:pt x="3214" y="49"/>
                    </a:cubicBezTo>
                    <a:cubicBezTo>
                      <a:pt x="3073" y="16"/>
                      <a:pt x="2926" y="1"/>
                      <a:pt x="2776" y="1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629;p35">
                <a:extLst>
                  <a:ext uri="{FF2B5EF4-FFF2-40B4-BE49-F238E27FC236}">
                    <a16:creationId xmlns:a16="http://schemas.microsoft.com/office/drawing/2014/main" id="{07517BD0-6527-FDB6-23CB-51D68C4DF774}"/>
                  </a:ext>
                </a:extLst>
              </p:cNvPr>
              <p:cNvSpPr/>
              <p:nvPr/>
            </p:nvSpPr>
            <p:spPr>
              <a:xfrm>
                <a:off x="5873104" y="2196909"/>
                <a:ext cx="192441" cy="158360"/>
              </a:xfrm>
              <a:custGeom>
                <a:avLst/>
                <a:gdLst/>
                <a:ahLst/>
                <a:cxnLst/>
                <a:rect l="l" t="t" r="r" b="b"/>
                <a:pathLst>
                  <a:path w="13038" h="10729" extrusionOk="0">
                    <a:moveTo>
                      <a:pt x="9054" y="0"/>
                    </a:moveTo>
                    <a:cubicBezTo>
                      <a:pt x="7922" y="1313"/>
                      <a:pt x="5116" y="3939"/>
                      <a:pt x="3803" y="5070"/>
                    </a:cubicBezTo>
                    <a:cubicBezTo>
                      <a:pt x="2852" y="5840"/>
                      <a:pt x="1539" y="6383"/>
                      <a:pt x="770" y="7334"/>
                    </a:cubicBezTo>
                    <a:cubicBezTo>
                      <a:pt x="0" y="8103"/>
                      <a:pt x="227" y="8284"/>
                      <a:pt x="951" y="8873"/>
                    </a:cubicBezTo>
                    <a:cubicBezTo>
                      <a:pt x="1901" y="9416"/>
                      <a:pt x="3033" y="10186"/>
                      <a:pt x="4165" y="10548"/>
                    </a:cubicBezTo>
                    <a:cubicBezTo>
                      <a:pt x="4346" y="10548"/>
                      <a:pt x="4527" y="10729"/>
                      <a:pt x="4753" y="10729"/>
                    </a:cubicBezTo>
                    <a:cubicBezTo>
                      <a:pt x="4934" y="10548"/>
                      <a:pt x="5116" y="10548"/>
                      <a:pt x="5297" y="10367"/>
                    </a:cubicBezTo>
                    <a:cubicBezTo>
                      <a:pt x="6066" y="9778"/>
                      <a:pt x="6609" y="9054"/>
                      <a:pt x="7198" y="8466"/>
                    </a:cubicBezTo>
                    <a:cubicBezTo>
                      <a:pt x="8873" y="6609"/>
                      <a:pt x="11725" y="3395"/>
                      <a:pt x="13038" y="1313"/>
                    </a:cubicBezTo>
                    <a:lnTo>
                      <a:pt x="9054" y="0"/>
                    </a:lnTo>
                    <a:close/>
                  </a:path>
                </a:pathLst>
              </a:custGeom>
              <a:solidFill>
                <a:srgbClr val="4A73B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630;p35">
                <a:extLst>
                  <a:ext uri="{FF2B5EF4-FFF2-40B4-BE49-F238E27FC236}">
                    <a16:creationId xmlns:a16="http://schemas.microsoft.com/office/drawing/2014/main" id="{C19217A1-5A9D-8B07-37BE-3924691643F6}"/>
                  </a:ext>
                </a:extLst>
              </p:cNvPr>
              <p:cNvSpPr/>
              <p:nvPr/>
            </p:nvSpPr>
            <p:spPr>
              <a:xfrm>
                <a:off x="6026770" y="2171360"/>
                <a:ext cx="100250" cy="90995"/>
              </a:xfrm>
              <a:custGeom>
                <a:avLst/>
                <a:gdLst/>
                <a:ahLst/>
                <a:cxnLst/>
                <a:rect l="l" t="t" r="r" b="b"/>
                <a:pathLst>
                  <a:path w="6792" h="6165" extrusionOk="0">
                    <a:moveTo>
                      <a:pt x="3586" y="1"/>
                    </a:moveTo>
                    <a:cubicBezTo>
                      <a:pt x="2689" y="1"/>
                      <a:pt x="1789" y="381"/>
                      <a:pt x="1133" y="1143"/>
                    </a:cubicBezTo>
                    <a:cubicBezTo>
                      <a:pt x="1" y="2682"/>
                      <a:pt x="182" y="4538"/>
                      <a:pt x="1314" y="5489"/>
                    </a:cubicBezTo>
                    <a:cubicBezTo>
                      <a:pt x="1851" y="5952"/>
                      <a:pt x="2487" y="6165"/>
                      <a:pt x="3128" y="6165"/>
                    </a:cubicBezTo>
                    <a:cubicBezTo>
                      <a:pt x="4054" y="6165"/>
                      <a:pt x="4991" y="5721"/>
                      <a:pt x="5660" y="4945"/>
                    </a:cubicBezTo>
                    <a:cubicBezTo>
                      <a:pt x="6791" y="3587"/>
                      <a:pt x="6791" y="1731"/>
                      <a:pt x="5433" y="600"/>
                    </a:cubicBezTo>
                    <a:cubicBezTo>
                      <a:pt x="4882" y="200"/>
                      <a:pt x="4235" y="1"/>
                      <a:pt x="3586" y="1"/>
                    </a:cubicBezTo>
                    <a:close/>
                  </a:path>
                </a:pathLst>
              </a:custGeom>
              <a:solidFill>
                <a:srgbClr val="EC64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631;p35">
                <a:extLst>
                  <a:ext uri="{FF2B5EF4-FFF2-40B4-BE49-F238E27FC236}">
                    <a16:creationId xmlns:a16="http://schemas.microsoft.com/office/drawing/2014/main" id="{285F85B2-26A6-5F5E-D2C9-401F32B41611}"/>
                  </a:ext>
                </a:extLst>
              </p:cNvPr>
              <p:cNvSpPr/>
              <p:nvPr/>
            </p:nvSpPr>
            <p:spPr>
              <a:xfrm>
                <a:off x="5979331" y="2113382"/>
                <a:ext cx="138995" cy="146582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9931" extrusionOk="0">
                    <a:moveTo>
                      <a:pt x="5478" y="1"/>
                    </a:moveTo>
                    <a:lnTo>
                      <a:pt x="1" y="7153"/>
                    </a:lnTo>
                    <a:lnTo>
                      <a:pt x="3396" y="9779"/>
                    </a:lnTo>
                    <a:cubicBezTo>
                      <a:pt x="3551" y="9875"/>
                      <a:pt x="3705" y="9931"/>
                      <a:pt x="3878" y="9931"/>
                    </a:cubicBezTo>
                    <a:cubicBezTo>
                      <a:pt x="4109" y="9931"/>
                      <a:pt x="4372" y="9831"/>
                      <a:pt x="4709" y="9598"/>
                    </a:cubicBezTo>
                    <a:cubicBezTo>
                      <a:pt x="6610" y="8466"/>
                      <a:pt x="7923" y="6610"/>
                      <a:pt x="9236" y="4528"/>
                    </a:cubicBezTo>
                    <a:cubicBezTo>
                      <a:pt x="9417" y="4120"/>
                      <a:pt x="9417" y="3577"/>
                      <a:pt x="9055" y="3215"/>
                    </a:cubicBezTo>
                    <a:lnTo>
                      <a:pt x="5478" y="1"/>
                    </a:lnTo>
                    <a:close/>
                  </a:path>
                </a:pathLst>
              </a:custGeom>
              <a:solidFill>
                <a:srgbClr val="6F9C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632;p35">
                <a:extLst>
                  <a:ext uri="{FF2B5EF4-FFF2-40B4-BE49-F238E27FC236}">
                    <a16:creationId xmlns:a16="http://schemas.microsoft.com/office/drawing/2014/main" id="{F4BA789E-5263-98A3-5F90-82DE556675F8}"/>
                  </a:ext>
                </a:extLst>
              </p:cNvPr>
              <p:cNvSpPr/>
              <p:nvPr/>
            </p:nvSpPr>
            <p:spPr>
              <a:xfrm>
                <a:off x="5965309" y="2113500"/>
                <a:ext cx="105578" cy="106390"/>
              </a:xfrm>
              <a:custGeom>
                <a:avLst/>
                <a:gdLst/>
                <a:ahLst/>
                <a:cxnLst/>
                <a:rect l="l" t="t" r="r" b="b"/>
                <a:pathLst>
                  <a:path w="7153" h="7208" extrusionOk="0">
                    <a:moveTo>
                      <a:pt x="5848" y="1"/>
                    </a:moveTo>
                    <a:cubicBezTo>
                      <a:pt x="4919" y="1"/>
                      <a:pt x="3461" y="914"/>
                      <a:pt x="2264" y="2437"/>
                    </a:cubicBezTo>
                    <a:cubicBezTo>
                      <a:pt x="770" y="4338"/>
                      <a:pt x="0" y="6376"/>
                      <a:pt x="770" y="6964"/>
                    </a:cubicBezTo>
                    <a:cubicBezTo>
                      <a:pt x="927" y="7130"/>
                      <a:pt x="1138" y="7208"/>
                      <a:pt x="1389" y="7208"/>
                    </a:cubicBezTo>
                    <a:cubicBezTo>
                      <a:pt x="2298" y="7208"/>
                      <a:pt x="3719" y="6191"/>
                      <a:pt x="4889" y="4701"/>
                    </a:cubicBezTo>
                    <a:cubicBezTo>
                      <a:pt x="6610" y="2799"/>
                      <a:pt x="7153" y="717"/>
                      <a:pt x="6428" y="174"/>
                    </a:cubicBezTo>
                    <a:cubicBezTo>
                      <a:pt x="6276" y="57"/>
                      <a:pt x="6078" y="1"/>
                      <a:pt x="5848" y="1"/>
                    </a:cubicBezTo>
                    <a:close/>
                  </a:path>
                </a:pathLst>
              </a:custGeom>
              <a:solidFill>
                <a:srgbClr val="4A73B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633;p35">
                <a:extLst>
                  <a:ext uri="{FF2B5EF4-FFF2-40B4-BE49-F238E27FC236}">
                    <a16:creationId xmlns:a16="http://schemas.microsoft.com/office/drawing/2014/main" id="{8F596FFA-A38C-ECE2-E355-85767D7B6ACA}"/>
                  </a:ext>
                </a:extLst>
              </p:cNvPr>
              <p:cNvSpPr/>
              <p:nvPr/>
            </p:nvSpPr>
            <p:spPr>
              <a:xfrm>
                <a:off x="5812293" y="1963052"/>
                <a:ext cx="247909" cy="245459"/>
              </a:xfrm>
              <a:custGeom>
                <a:avLst/>
                <a:gdLst/>
                <a:ahLst/>
                <a:cxnLst/>
                <a:rect l="l" t="t" r="r" b="b"/>
                <a:pathLst>
                  <a:path w="16796" h="16630" extrusionOk="0">
                    <a:moveTo>
                      <a:pt x="11137" y="0"/>
                    </a:moveTo>
                    <a:lnTo>
                      <a:pt x="1" y="13581"/>
                    </a:lnTo>
                    <a:cubicBezTo>
                      <a:pt x="1" y="13581"/>
                      <a:pt x="7515" y="15075"/>
                      <a:pt x="11137" y="16569"/>
                    </a:cubicBezTo>
                    <a:cubicBezTo>
                      <a:pt x="11291" y="16610"/>
                      <a:pt x="11444" y="16630"/>
                      <a:pt x="11597" y="16630"/>
                    </a:cubicBezTo>
                    <a:cubicBezTo>
                      <a:pt x="12931" y="16630"/>
                      <a:pt x="14204" y="15158"/>
                      <a:pt x="14894" y="14305"/>
                    </a:cubicBezTo>
                    <a:cubicBezTo>
                      <a:pt x="16795" y="11861"/>
                      <a:pt x="16569" y="10729"/>
                      <a:pt x="16569" y="10729"/>
                    </a:cubicBezTo>
                    <a:cubicBezTo>
                      <a:pt x="13581" y="7153"/>
                      <a:pt x="11137" y="0"/>
                      <a:pt x="11137" y="0"/>
                    </a:cubicBezTo>
                    <a:close/>
                  </a:path>
                </a:pathLst>
              </a:custGeom>
              <a:solidFill>
                <a:srgbClr val="EC64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634;p35">
                <a:extLst>
                  <a:ext uri="{FF2B5EF4-FFF2-40B4-BE49-F238E27FC236}">
                    <a16:creationId xmlns:a16="http://schemas.microsoft.com/office/drawing/2014/main" id="{9BB7C2AC-CD35-FE9B-12D1-D297D89496CD}"/>
                  </a:ext>
                </a:extLst>
              </p:cNvPr>
              <p:cNvSpPr/>
              <p:nvPr/>
            </p:nvSpPr>
            <p:spPr>
              <a:xfrm>
                <a:off x="5734124" y="1911908"/>
                <a:ext cx="267274" cy="259451"/>
              </a:xfrm>
              <a:custGeom>
                <a:avLst/>
                <a:gdLst/>
                <a:ahLst/>
                <a:cxnLst/>
                <a:rect l="l" t="t" r="r" b="b"/>
                <a:pathLst>
                  <a:path w="18108" h="17578" extrusionOk="0">
                    <a:moveTo>
                      <a:pt x="13264" y="0"/>
                    </a:moveTo>
                    <a:cubicBezTo>
                      <a:pt x="10697" y="0"/>
                      <a:pt x="7336" y="1947"/>
                      <a:pt x="4708" y="5140"/>
                    </a:cubicBezTo>
                    <a:cubicBezTo>
                      <a:pt x="1132" y="9667"/>
                      <a:pt x="0" y="14782"/>
                      <a:pt x="2445" y="16865"/>
                    </a:cubicBezTo>
                    <a:cubicBezTo>
                      <a:pt x="3079" y="17346"/>
                      <a:pt x="3881" y="17578"/>
                      <a:pt x="4783" y="17578"/>
                    </a:cubicBezTo>
                    <a:cubicBezTo>
                      <a:pt x="7358" y="17578"/>
                      <a:pt x="10751" y="15690"/>
                      <a:pt x="13400" y="12338"/>
                    </a:cubicBezTo>
                    <a:cubicBezTo>
                      <a:pt x="17157" y="7992"/>
                      <a:pt x="18108" y="2696"/>
                      <a:pt x="15663" y="794"/>
                    </a:cubicBezTo>
                    <a:cubicBezTo>
                      <a:pt x="15015" y="254"/>
                      <a:pt x="14191" y="0"/>
                      <a:pt x="13264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635;p35">
                <a:extLst>
                  <a:ext uri="{FF2B5EF4-FFF2-40B4-BE49-F238E27FC236}">
                    <a16:creationId xmlns:a16="http://schemas.microsoft.com/office/drawing/2014/main" id="{7C0A0DBF-64C8-445B-5828-A1EFA73632FD}"/>
                  </a:ext>
                </a:extLst>
              </p:cNvPr>
              <p:cNvSpPr/>
              <p:nvPr/>
            </p:nvSpPr>
            <p:spPr>
              <a:xfrm>
                <a:off x="5756175" y="1931288"/>
                <a:ext cx="220500" cy="217813"/>
              </a:xfrm>
              <a:custGeom>
                <a:avLst/>
                <a:gdLst/>
                <a:ahLst/>
                <a:cxnLst/>
                <a:rect l="l" t="t" r="r" b="b"/>
                <a:pathLst>
                  <a:path w="14939" h="14757" extrusionOk="0">
                    <a:moveTo>
                      <a:pt x="11255" y="0"/>
                    </a:moveTo>
                    <a:cubicBezTo>
                      <a:pt x="9151" y="0"/>
                      <a:pt x="6261" y="1775"/>
                      <a:pt x="3984" y="4597"/>
                    </a:cubicBezTo>
                    <a:cubicBezTo>
                      <a:pt x="951" y="8354"/>
                      <a:pt x="0" y="12700"/>
                      <a:pt x="1901" y="14194"/>
                    </a:cubicBezTo>
                    <a:cubicBezTo>
                      <a:pt x="2372" y="14575"/>
                      <a:pt x="2968" y="14756"/>
                      <a:pt x="3647" y="14756"/>
                    </a:cubicBezTo>
                    <a:cubicBezTo>
                      <a:pt x="5709" y="14756"/>
                      <a:pt x="8537" y="13082"/>
                      <a:pt x="10955" y="10255"/>
                    </a:cubicBezTo>
                    <a:cubicBezTo>
                      <a:pt x="13988" y="6498"/>
                      <a:pt x="14939" y="2152"/>
                      <a:pt x="13038" y="613"/>
                    </a:cubicBezTo>
                    <a:cubicBezTo>
                      <a:pt x="12564" y="196"/>
                      <a:pt x="11953" y="0"/>
                      <a:pt x="11255" y="0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636;p35">
                <a:extLst>
                  <a:ext uri="{FF2B5EF4-FFF2-40B4-BE49-F238E27FC236}">
                    <a16:creationId xmlns:a16="http://schemas.microsoft.com/office/drawing/2014/main" id="{D4E18D40-1ADB-07A2-0B77-0ECDC066E151}"/>
                  </a:ext>
                </a:extLst>
              </p:cNvPr>
              <p:cNvSpPr/>
              <p:nvPr/>
            </p:nvSpPr>
            <p:spPr>
              <a:xfrm>
                <a:off x="5837016" y="2007140"/>
                <a:ext cx="102921" cy="103586"/>
              </a:xfrm>
              <a:custGeom>
                <a:avLst/>
                <a:gdLst/>
                <a:ahLst/>
                <a:cxnLst/>
                <a:rect l="l" t="t" r="r" b="b"/>
                <a:pathLst>
                  <a:path w="6973" h="7018" extrusionOk="0">
                    <a:moveTo>
                      <a:pt x="2672" y="1"/>
                    </a:moveTo>
                    <a:lnTo>
                      <a:pt x="1" y="3215"/>
                    </a:lnTo>
                    <a:cubicBezTo>
                      <a:pt x="1721" y="4754"/>
                      <a:pt x="2853" y="6067"/>
                      <a:pt x="3577" y="7018"/>
                    </a:cubicBezTo>
                    <a:cubicBezTo>
                      <a:pt x="4165" y="6429"/>
                      <a:pt x="4935" y="5886"/>
                      <a:pt x="5478" y="5116"/>
                    </a:cubicBezTo>
                    <a:cubicBezTo>
                      <a:pt x="6067" y="4347"/>
                      <a:pt x="6610" y="3622"/>
                      <a:pt x="6972" y="2853"/>
                    </a:cubicBezTo>
                    <a:cubicBezTo>
                      <a:pt x="5840" y="2264"/>
                      <a:pt x="4346" y="1540"/>
                      <a:pt x="2672" y="1"/>
                    </a:cubicBezTo>
                    <a:close/>
                  </a:path>
                </a:pathLst>
              </a:custGeom>
              <a:solidFill>
                <a:srgbClr val="2122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637;p35">
                <a:extLst>
                  <a:ext uri="{FF2B5EF4-FFF2-40B4-BE49-F238E27FC236}">
                    <a16:creationId xmlns:a16="http://schemas.microsoft.com/office/drawing/2014/main" id="{A1C348E3-5BC1-EE43-BDCD-040229967766}"/>
                  </a:ext>
                </a:extLst>
              </p:cNvPr>
              <p:cNvSpPr/>
              <p:nvPr/>
            </p:nvSpPr>
            <p:spPr>
              <a:xfrm>
                <a:off x="5829001" y="2005103"/>
                <a:ext cx="52797" cy="51822"/>
              </a:xfrm>
              <a:custGeom>
                <a:avLst/>
                <a:gdLst/>
                <a:ahLst/>
                <a:cxnLst/>
                <a:rect l="l" t="t" r="r" b="b"/>
                <a:pathLst>
                  <a:path w="3577" h="3511" extrusionOk="0">
                    <a:moveTo>
                      <a:pt x="2701" y="1"/>
                    </a:moveTo>
                    <a:cubicBezTo>
                      <a:pt x="2154" y="1"/>
                      <a:pt x="1490" y="382"/>
                      <a:pt x="951" y="1089"/>
                    </a:cubicBezTo>
                    <a:cubicBezTo>
                      <a:pt x="182" y="2040"/>
                      <a:pt x="0" y="2991"/>
                      <a:pt x="544" y="3353"/>
                    </a:cubicBezTo>
                    <a:cubicBezTo>
                      <a:pt x="650" y="3459"/>
                      <a:pt x="791" y="3510"/>
                      <a:pt x="954" y="3510"/>
                    </a:cubicBezTo>
                    <a:cubicBezTo>
                      <a:pt x="1415" y="3510"/>
                      <a:pt x="2058" y="3104"/>
                      <a:pt x="2626" y="2402"/>
                    </a:cubicBezTo>
                    <a:cubicBezTo>
                      <a:pt x="3396" y="1678"/>
                      <a:pt x="3577" y="546"/>
                      <a:pt x="3215" y="139"/>
                    </a:cubicBezTo>
                    <a:cubicBezTo>
                      <a:pt x="3064" y="46"/>
                      <a:pt x="2889" y="1"/>
                      <a:pt x="27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638;p35">
                <a:extLst>
                  <a:ext uri="{FF2B5EF4-FFF2-40B4-BE49-F238E27FC236}">
                    <a16:creationId xmlns:a16="http://schemas.microsoft.com/office/drawing/2014/main" id="{D48B307B-2027-66BD-9C41-39851D0C4443}"/>
                  </a:ext>
                </a:extLst>
              </p:cNvPr>
              <p:cNvSpPr/>
              <p:nvPr/>
            </p:nvSpPr>
            <p:spPr>
              <a:xfrm>
                <a:off x="5943258" y="2243979"/>
                <a:ext cx="105578" cy="130670"/>
              </a:xfrm>
              <a:custGeom>
                <a:avLst/>
                <a:gdLst/>
                <a:ahLst/>
                <a:cxnLst/>
                <a:rect l="l" t="t" r="r" b="b"/>
                <a:pathLst>
                  <a:path w="7153" h="8853" extrusionOk="0">
                    <a:moveTo>
                      <a:pt x="955" y="0"/>
                    </a:moveTo>
                    <a:cubicBezTo>
                      <a:pt x="822" y="0"/>
                      <a:pt x="685" y="9"/>
                      <a:pt x="544" y="25"/>
                    </a:cubicBezTo>
                    <a:cubicBezTo>
                      <a:pt x="363" y="25"/>
                      <a:pt x="0" y="206"/>
                      <a:pt x="0" y="387"/>
                    </a:cubicBezTo>
                    <a:cubicBezTo>
                      <a:pt x="0" y="569"/>
                      <a:pt x="181" y="750"/>
                      <a:pt x="181" y="750"/>
                    </a:cubicBezTo>
                    <a:cubicBezTo>
                      <a:pt x="1132" y="1519"/>
                      <a:pt x="1856" y="2289"/>
                      <a:pt x="2264" y="3420"/>
                    </a:cubicBezTo>
                    <a:lnTo>
                      <a:pt x="2264" y="5095"/>
                    </a:lnTo>
                    <a:cubicBezTo>
                      <a:pt x="2445" y="6589"/>
                      <a:pt x="3169" y="7947"/>
                      <a:pt x="4301" y="8853"/>
                    </a:cubicBezTo>
                    <a:lnTo>
                      <a:pt x="7153" y="8310"/>
                    </a:lnTo>
                    <a:cubicBezTo>
                      <a:pt x="6791" y="6227"/>
                      <a:pt x="6202" y="3964"/>
                      <a:pt x="4708" y="2470"/>
                    </a:cubicBezTo>
                    <a:cubicBezTo>
                      <a:pt x="3661" y="1255"/>
                      <a:pt x="2613" y="0"/>
                      <a:pt x="955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639;p35">
                <a:extLst>
                  <a:ext uri="{FF2B5EF4-FFF2-40B4-BE49-F238E27FC236}">
                    <a16:creationId xmlns:a16="http://schemas.microsoft.com/office/drawing/2014/main" id="{6F42EB2B-48A8-FFE1-681D-D2CE37DA3D30}"/>
                  </a:ext>
                </a:extLst>
              </p:cNvPr>
              <p:cNvSpPr/>
              <p:nvPr/>
            </p:nvSpPr>
            <p:spPr>
              <a:xfrm>
                <a:off x="5898491" y="2269071"/>
                <a:ext cx="38760" cy="33417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2264" extrusionOk="0">
                    <a:moveTo>
                      <a:pt x="363" y="0"/>
                    </a:moveTo>
                    <a:cubicBezTo>
                      <a:pt x="363" y="181"/>
                      <a:pt x="181" y="362"/>
                      <a:pt x="0" y="589"/>
                    </a:cubicBezTo>
                    <a:lnTo>
                      <a:pt x="0" y="1494"/>
                    </a:lnTo>
                    <a:lnTo>
                      <a:pt x="363" y="1313"/>
                    </a:lnTo>
                    <a:cubicBezTo>
                      <a:pt x="544" y="1313"/>
                      <a:pt x="1313" y="2264"/>
                      <a:pt x="1902" y="2264"/>
                    </a:cubicBezTo>
                    <a:cubicBezTo>
                      <a:pt x="2083" y="2264"/>
                      <a:pt x="2264" y="2264"/>
                      <a:pt x="2445" y="2083"/>
                    </a:cubicBezTo>
                    <a:lnTo>
                      <a:pt x="2626" y="2083"/>
                    </a:lnTo>
                    <a:lnTo>
                      <a:pt x="2626" y="1902"/>
                    </a:lnTo>
                    <a:cubicBezTo>
                      <a:pt x="2445" y="1132"/>
                      <a:pt x="1902" y="589"/>
                      <a:pt x="1313" y="181"/>
                    </a:cubicBezTo>
                    <a:cubicBezTo>
                      <a:pt x="1132" y="0"/>
                      <a:pt x="1132" y="0"/>
                      <a:pt x="951" y="0"/>
                    </a:cubicBez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640;p35">
                <a:extLst>
                  <a:ext uri="{FF2B5EF4-FFF2-40B4-BE49-F238E27FC236}">
                    <a16:creationId xmlns:a16="http://schemas.microsoft.com/office/drawing/2014/main" id="{7321DBE8-C28E-A8C5-F36B-84A5C1B0653C}"/>
                  </a:ext>
                </a:extLst>
              </p:cNvPr>
              <p:cNvSpPr/>
              <p:nvPr/>
            </p:nvSpPr>
            <p:spPr>
              <a:xfrm>
                <a:off x="5909841" y="2255034"/>
                <a:ext cx="38775" cy="33431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2265" extrusionOk="0">
                    <a:moveTo>
                      <a:pt x="906" y="1"/>
                    </a:moveTo>
                    <a:cubicBezTo>
                      <a:pt x="725" y="1"/>
                      <a:pt x="544" y="1"/>
                      <a:pt x="544" y="182"/>
                    </a:cubicBezTo>
                    <a:cubicBezTo>
                      <a:pt x="363" y="182"/>
                      <a:pt x="363" y="408"/>
                      <a:pt x="182" y="589"/>
                    </a:cubicBezTo>
                    <a:cubicBezTo>
                      <a:pt x="182" y="951"/>
                      <a:pt x="1" y="1132"/>
                      <a:pt x="182" y="1540"/>
                    </a:cubicBezTo>
                    <a:lnTo>
                      <a:pt x="363" y="1132"/>
                    </a:lnTo>
                    <a:lnTo>
                      <a:pt x="725" y="1540"/>
                    </a:lnTo>
                    <a:cubicBezTo>
                      <a:pt x="906" y="1721"/>
                      <a:pt x="1133" y="1721"/>
                      <a:pt x="1314" y="1902"/>
                    </a:cubicBezTo>
                    <a:cubicBezTo>
                      <a:pt x="1495" y="2083"/>
                      <a:pt x="1676" y="2083"/>
                      <a:pt x="1857" y="2264"/>
                    </a:cubicBezTo>
                    <a:cubicBezTo>
                      <a:pt x="2264" y="2264"/>
                      <a:pt x="2445" y="2264"/>
                      <a:pt x="2627" y="2083"/>
                    </a:cubicBezTo>
                    <a:lnTo>
                      <a:pt x="2627" y="1902"/>
                    </a:lnTo>
                    <a:cubicBezTo>
                      <a:pt x="2627" y="1132"/>
                      <a:pt x="2038" y="589"/>
                      <a:pt x="1495" y="182"/>
                    </a:cubicBezTo>
                    <a:cubicBezTo>
                      <a:pt x="1314" y="182"/>
                      <a:pt x="1133" y="1"/>
                      <a:pt x="906" y="1"/>
                    </a:cubicBez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641;p35">
                <a:extLst>
                  <a:ext uri="{FF2B5EF4-FFF2-40B4-BE49-F238E27FC236}">
                    <a16:creationId xmlns:a16="http://schemas.microsoft.com/office/drawing/2014/main" id="{7C6C20E9-6EFA-6815-8F5D-5ADDC169062A}"/>
                  </a:ext>
                </a:extLst>
              </p:cNvPr>
              <p:cNvSpPr/>
              <p:nvPr/>
            </p:nvSpPr>
            <p:spPr>
              <a:xfrm>
                <a:off x="5923214" y="2240997"/>
                <a:ext cx="39439" cy="33431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2265" extrusionOk="0">
                    <a:moveTo>
                      <a:pt x="951" y="1"/>
                    </a:moveTo>
                    <a:cubicBezTo>
                      <a:pt x="770" y="1"/>
                      <a:pt x="589" y="1"/>
                      <a:pt x="408" y="227"/>
                    </a:cubicBezTo>
                    <a:cubicBezTo>
                      <a:pt x="227" y="227"/>
                      <a:pt x="227" y="408"/>
                      <a:pt x="227" y="589"/>
                    </a:cubicBezTo>
                    <a:cubicBezTo>
                      <a:pt x="0" y="952"/>
                      <a:pt x="0" y="1359"/>
                      <a:pt x="0" y="1721"/>
                    </a:cubicBezTo>
                    <a:lnTo>
                      <a:pt x="408" y="1359"/>
                    </a:lnTo>
                    <a:lnTo>
                      <a:pt x="589" y="1540"/>
                    </a:lnTo>
                    <a:cubicBezTo>
                      <a:pt x="951" y="1721"/>
                      <a:pt x="1132" y="1902"/>
                      <a:pt x="1358" y="1902"/>
                    </a:cubicBezTo>
                    <a:cubicBezTo>
                      <a:pt x="1539" y="2083"/>
                      <a:pt x="1721" y="2264"/>
                      <a:pt x="1902" y="2264"/>
                    </a:cubicBezTo>
                    <a:lnTo>
                      <a:pt x="2490" y="2264"/>
                    </a:lnTo>
                    <a:cubicBezTo>
                      <a:pt x="2490" y="2083"/>
                      <a:pt x="2671" y="2083"/>
                      <a:pt x="2671" y="2083"/>
                    </a:cubicBezTo>
                    <a:lnTo>
                      <a:pt x="2671" y="1902"/>
                    </a:lnTo>
                    <a:cubicBezTo>
                      <a:pt x="2490" y="1359"/>
                      <a:pt x="1902" y="589"/>
                      <a:pt x="1358" y="227"/>
                    </a:cubicBezTo>
                    <a:cubicBezTo>
                      <a:pt x="1132" y="227"/>
                      <a:pt x="951" y="227"/>
                      <a:pt x="951" y="1"/>
                    </a:cubicBez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642;p35">
                <a:extLst>
                  <a:ext uri="{FF2B5EF4-FFF2-40B4-BE49-F238E27FC236}">
                    <a16:creationId xmlns:a16="http://schemas.microsoft.com/office/drawing/2014/main" id="{E3DC5A7D-6E8F-842F-47D1-A347B3DDC74D}"/>
                  </a:ext>
                </a:extLst>
              </p:cNvPr>
              <p:cNvSpPr/>
              <p:nvPr/>
            </p:nvSpPr>
            <p:spPr>
              <a:xfrm>
                <a:off x="5934564" y="2230311"/>
                <a:ext cx="38775" cy="32752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2219" extrusionOk="0">
                    <a:moveTo>
                      <a:pt x="589" y="1"/>
                    </a:moveTo>
                    <a:lnTo>
                      <a:pt x="182" y="363"/>
                    </a:lnTo>
                    <a:cubicBezTo>
                      <a:pt x="182" y="725"/>
                      <a:pt x="1" y="1132"/>
                      <a:pt x="1" y="1495"/>
                    </a:cubicBezTo>
                    <a:lnTo>
                      <a:pt x="363" y="1132"/>
                    </a:lnTo>
                    <a:cubicBezTo>
                      <a:pt x="589" y="1313"/>
                      <a:pt x="589" y="1313"/>
                      <a:pt x="770" y="1313"/>
                    </a:cubicBezTo>
                    <a:lnTo>
                      <a:pt x="1314" y="1857"/>
                    </a:lnTo>
                    <a:cubicBezTo>
                      <a:pt x="1495" y="1857"/>
                      <a:pt x="1721" y="2083"/>
                      <a:pt x="1902" y="2083"/>
                    </a:cubicBezTo>
                    <a:cubicBezTo>
                      <a:pt x="1993" y="2174"/>
                      <a:pt x="2129" y="2219"/>
                      <a:pt x="2264" y="2219"/>
                    </a:cubicBezTo>
                    <a:cubicBezTo>
                      <a:pt x="2400" y="2219"/>
                      <a:pt x="2536" y="2174"/>
                      <a:pt x="2626" y="2083"/>
                    </a:cubicBezTo>
                    <a:lnTo>
                      <a:pt x="2626" y="1857"/>
                    </a:lnTo>
                    <a:cubicBezTo>
                      <a:pt x="2626" y="1132"/>
                      <a:pt x="2083" y="544"/>
                      <a:pt x="1314" y="182"/>
                    </a:cubicBezTo>
                    <a:cubicBezTo>
                      <a:pt x="1314" y="1"/>
                      <a:pt x="1133" y="1"/>
                      <a:pt x="952" y="1"/>
                    </a:cubicBez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643;p35">
                <a:extLst>
                  <a:ext uri="{FF2B5EF4-FFF2-40B4-BE49-F238E27FC236}">
                    <a16:creationId xmlns:a16="http://schemas.microsoft.com/office/drawing/2014/main" id="{7DCF29D0-0890-C3FC-2E72-8147BB0AD373}"/>
                  </a:ext>
                </a:extLst>
              </p:cNvPr>
              <p:cNvSpPr/>
              <p:nvPr/>
            </p:nvSpPr>
            <p:spPr>
              <a:xfrm>
                <a:off x="5979331" y="2305144"/>
                <a:ext cx="16723" cy="69505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4709" fill="none" extrusionOk="0">
                    <a:moveTo>
                      <a:pt x="1" y="1"/>
                    </a:moveTo>
                    <a:cubicBezTo>
                      <a:pt x="1" y="1"/>
                      <a:pt x="1" y="3577"/>
                      <a:pt x="1133" y="4709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644;p35">
                <a:extLst>
                  <a:ext uri="{FF2B5EF4-FFF2-40B4-BE49-F238E27FC236}">
                    <a16:creationId xmlns:a16="http://schemas.microsoft.com/office/drawing/2014/main" id="{9FD74C01-3B09-6531-E67B-23F5A3E0B312}"/>
                  </a:ext>
                </a:extLst>
              </p:cNvPr>
              <p:cNvSpPr/>
              <p:nvPr/>
            </p:nvSpPr>
            <p:spPr>
              <a:xfrm>
                <a:off x="6377571" y="2171492"/>
                <a:ext cx="731653" cy="1046794"/>
              </a:xfrm>
              <a:custGeom>
                <a:avLst/>
                <a:gdLst/>
                <a:ahLst/>
                <a:cxnLst/>
                <a:rect l="l" t="t" r="r" b="b"/>
                <a:pathLst>
                  <a:path w="49570" h="70921" extrusionOk="0">
                    <a:moveTo>
                      <a:pt x="21169" y="1"/>
                    </a:moveTo>
                    <a:cubicBezTo>
                      <a:pt x="21120" y="1"/>
                      <a:pt x="21095" y="2"/>
                      <a:pt x="21095" y="2"/>
                    </a:cubicBezTo>
                    <a:lnTo>
                      <a:pt x="12042" y="5661"/>
                    </a:lnTo>
                    <a:lnTo>
                      <a:pt x="2264" y="13764"/>
                    </a:lnTo>
                    <a:lnTo>
                      <a:pt x="0" y="67905"/>
                    </a:lnTo>
                    <a:cubicBezTo>
                      <a:pt x="0" y="67905"/>
                      <a:pt x="11394" y="70920"/>
                      <a:pt x="25279" y="70920"/>
                    </a:cubicBezTo>
                    <a:cubicBezTo>
                      <a:pt x="33116" y="70920"/>
                      <a:pt x="41746" y="69960"/>
                      <a:pt x="49569" y="66955"/>
                    </a:cubicBezTo>
                    <a:cubicBezTo>
                      <a:pt x="49207" y="55094"/>
                      <a:pt x="47306" y="22818"/>
                      <a:pt x="38479" y="11727"/>
                    </a:cubicBezTo>
                    <a:cubicBezTo>
                      <a:pt x="29381" y="323"/>
                      <a:pt x="21977" y="1"/>
                      <a:pt x="21169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645;p35">
                <a:extLst>
                  <a:ext uri="{FF2B5EF4-FFF2-40B4-BE49-F238E27FC236}">
                    <a16:creationId xmlns:a16="http://schemas.microsoft.com/office/drawing/2014/main" id="{DFD2BF80-1038-3EDF-D793-CB1E132D71DC}"/>
                  </a:ext>
                </a:extLst>
              </p:cNvPr>
              <p:cNvSpPr/>
              <p:nvPr/>
            </p:nvSpPr>
            <p:spPr>
              <a:xfrm>
                <a:off x="6402294" y="2374634"/>
                <a:ext cx="8694" cy="217179"/>
              </a:xfrm>
              <a:custGeom>
                <a:avLst/>
                <a:gdLst/>
                <a:ahLst/>
                <a:cxnLst/>
                <a:rect l="l" t="t" r="r" b="b"/>
                <a:pathLst>
                  <a:path w="589" h="14714" fill="none" extrusionOk="0">
                    <a:moveTo>
                      <a:pt x="0" y="14713"/>
                    </a:moveTo>
                    <a:cubicBezTo>
                      <a:pt x="0" y="14713"/>
                      <a:pt x="589" y="6067"/>
                      <a:pt x="589" y="1"/>
                    </a:cubicBezTo>
                  </a:path>
                </a:pathLst>
              </a:custGeom>
              <a:noFill/>
              <a:ln w="14700" cap="flat" cmpd="sng">
                <a:solidFill>
                  <a:srgbClr val="28316B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646;p35">
                <a:extLst>
                  <a:ext uri="{FF2B5EF4-FFF2-40B4-BE49-F238E27FC236}">
                    <a16:creationId xmlns:a16="http://schemas.microsoft.com/office/drawing/2014/main" id="{CAF2DCD6-FF4C-F0FA-2DA5-369CACD77487}"/>
                  </a:ext>
                </a:extLst>
              </p:cNvPr>
              <p:cNvSpPr/>
              <p:nvPr/>
            </p:nvSpPr>
            <p:spPr>
              <a:xfrm>
                <a:off x="7440616" y="2269026"/>
                <a:ext cx="161711" cy="205858"/>
              </a:xfrm>
              <a:custGeom>
                <a:avLst/>
                <a:gdLst/>
                <a:ahLst/>
                <a:cxnLst/>
                <a:rect l="l" t="t" r="r" b="b"/>
                <a:pathLst>
                  <a:path w="10956" h="13947" extrusionOk="0">
                    <a:moveTo>
                      <a:pt x="7909" y="0"/>
                    </a:moveTo>
                    <a:cubicBezTo>
                      <a:pt x="7401" y="0"/>
                      <a:pt x="1" y="8287"/>
                      <a:pt x="1" y="8287"/>
                    </a:cubicBezTo>
                    <a:lnTo>
                      <a:pt x="2672" y="13946"/>
                    </a:lnTo>
                    <a:lnTo>
                      <a:pt x="6248" y="9057"/>
                    </a:lnTo>
                    <a:cubicBezTo>
                      <a:pt x="6248" y="9057"/>
                      <a:pt x="10956" y="3217"/>
                      <a:pt x="10775" y="2448"/>
                    </a:cubicBezTo>
                    <a:cubicBezTo>
                      <a:pt x="10747" y="2411"/>
                      <a:pt x="10705" y="2394"/>
                      <a:pt x="10651" y="2394"/>
                    </a:cubicBezTo>
                    <a:cubicBezTo>
                      <a:pt x="9901" y="2394"/>
                      <a:pt x="6791" y="5662"/>
                      <a:pt x="6791" y="5662"/>
                    </a:cubicBezTo>
                    <a:cubicBezTo>
                      <a:pt x="6791" y="5662"/>
                      <a:pt x="10186" y="1723"/>
                      <a:pt x="9824" y="954"/>
                    </a:cubicBezTo>
                    <a:cubicBezTo>
                      <a:pt x="9811" y="912"/>
                      <a:pt x="9778" y="892"/>
                      <a:pt x="9729" y="892"/>
                    </a:cubicBezTo>
                    <a:cubicBezTo>
                      <a:pt x="9091" y="892"/>
                      <a:pt x="5659" y="4168"/>
                      <a:pt x="5659" y="4168"/>
                    </a:cubicBezTo>
                    <a:cubicBezTo>
                      <a:pt x="5659" y="4168"/>
                      <a:pt x="8692" y="592"/>
                      <a:pt x="7923" y="3"/>
                    </a:cubicBezTo>
                    <a:cubicBezTo>
                      <a:pt x="7919" y="1"/>
                      <a:pt x="7914" y="0"/>
                      <a:pt x="7909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647;p35">
                <a:extLst>
                  <a:ext uri="{FF2B5EF4-FFF2-40B4-BE49-F238E27FC236}">
                    <a16:creationId xmlns:a16="http://schemas.microsoft.com/office/drawing/2014/main" id="{C5B66ABC-8949-5171-DD5F-DAD67564E253}"/>
                  </a:ext>
                </a:extLst>
              </p:cNvPr>
              <p:cNvSpPr/>
              <p:nvPr/>
            </p:nvSpPr>
            <p:spPr>
              <a:xfrm>
                <a:off x="7426594" y="2282606"/>
                <a:ext cx="94892" cy="112087"/>
              </a:xfrm>
              <a:custGeom>
                <a:avLst/>
                <a:gdLst/>
                <a:ahLst/>
                <a:cxnLst/>
                <a:rect l="l" t="t" r="r" b="b"/>
                <a:pathLst>
                  <a:path w="6429" h="7594" extrusionOk="0">
                    <a:moveTo>
                      <a:pt x="5912" y="1"/>
                    </a:moveTo>
                    <a:cubicBezTo>
                      <a:pt x="5517" y="1"/>
                      <a:pt x="4957" y="603"/>
                      <a:pt x="3803" y="2116"/>
                    </a:cubicBezTo>
                    <a:cubicBezTo>
                      <a:pt x="2490" y="3791"/>
                      <a:pt x="1358" y="6236"/>
                      <a:pt x="1358" y="6236"/>
                    </a:cubicBezTo>
                    <a:lnTo>
                      <a:pt x="0" y="7594"/>
                    </a:lnTo>
                    <a:lnTo>
                      <a:pt x="3395" y="6824"/>
                    </a:lnTo>
                    <a:cubicBezTo>
                      <a:pt x="4934" y="5511"/>
                      <a:pt x="5296" y="2660"/>
                      <a:pt x="5296" y="2660"/>
                    </a:cubicBezTo>
                    <a:cubicBezTo>
                      <a:pt x="5296" y="2660"/>
                      <a:pt x="6428" y="215"/>
                      <a:pt x="6066" y="34"/>
                    </a:cubicBezTo>
                    <a:cubicBezTo>
                      <a:pt x="6017" y="12"/>
                      <a:pt x="5966" y="1"/>
                      <a:pt x="5912" y="1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648;p35">
                <a:extLst>
                  <a:ext uri="{FF2B5EF4-FFF2-40B4-BE49-F238E27FC236}">
                    <a16:creationId xmlns:a16="http://schemas.microsoft.com/office/drawing/2014/main" id="{1E2DB93A-2A23-3B9E-F9A6-1CADE38A6495}"/>
                  </a:ext>
                </a:extLst>
              </p:cNvPr>
              <p:cNvSpPr/>
              <p:nvPr/>
            </p:nvSpPr>
            <p:spPr>
              <a:xfrm>
                <a:off x="6939499" y="2380656"/>
                <a:ext cx="567950" cy="378963"/>
              </a:xfrm>
              <a:custGeom>
                <a:avLst/>
                <a:gdLst/>
                <a:ahLst/>
                <a:cxnLst/>
                <a:rect l="l" t="t" r="r" b="b"/>
                <a:pathLst>
                  <a:path w="38479" h="25675" extrusionOk="0">
                    <a:moveTo>
                      <a:pt x="33952" y="0"/>
                    </a:moveTo>
                    <a:lnTo>
                      <a:pt x="19420" y="11136"/>
                    </a:lnTo>
                    <a:lnTo>
                      <a:pt x="13988" y="4346"/>
                    </a:lnTo>
                    <a:lnTo>
                      <a:pt x="0" y="9054"/>
                    </a:lnTo>
                    <a:cubicBezTo>
                      <a:pt x="0" y="9054"/>
                      <a:pt x="11136" y="24898"/>
                      <a:pt x="17564" y="25622"/>
                    </a:cubicBezTo>
                    <a:cubicBezTo>
                      <a:pt x="17834" y="25657"/>
                      <a:pt x="18106" y="25675"/>
                      <a:pt x="18377" y="25675"/>
                    </a:cubicBezTo>
                    <a:cubicBezTo>
                      <a:pt x="25491" y="25675"/>
                      <a:pt x="33203" y="13987"/>
                      <a:pt x="38479" y="5659"/>
                    </a:cubicBezTo>
                    <a:cubicBezTo>
                      <a:pt x="38297" y="3214"/>
                      <a:pt x="33952" y="0"/>
                      <a:pt x="33952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649;p35">
                <a:extLst>
                  <a:ext uri="{FF2B5EF4-FFF2-40B4-BE49-F238E27FC236}">
                    <a16:creationId xmlns:a16="http://schemas.microsoft.com/office/drawing/2014/main" id="{8D9D4042-24F3-D291-F679-52C69A92D3C7}"/>
                  </a:ext>
                </a:extLst>
              </p:cNvPr>
              <p:cNvSpPr/>
              <p:nvPr/>
            </p:nvSpPr>
            <p:spPr>
              <a:xfrm>
                <a:off x="7159320" y="2545024"/>
                <a:ext cx="66833" cy="91556"/>
              </a:xfrm>
              <a:custGeom>
                <a:avLst/>
                <a:gdLst/>
                <a:ahLst/>
                <a:cxnLst/>
                <a:rect l="l" t="t" r="r" b="b"/>
                <a:pathLst>
                  <a:path w="4528" h="6203" fill="none" extrusionOk="0">
                    <a:moveTo>
                      <a:pt x="4527" y="0"/>
                    </a:moveTo>
                    <a:cubicBezTo>
                      <a:pt x="4527" y="0"/>
                      <a:pt x="2083" y="2445"/>
                      <a:pt x="1" y="6202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650;p35">
                <a:extLst>
                  <a:ext uri="{FF2B5EF4-FFF2-40B4-BE49-F238E27FC236}">
                    <a16:creationId xmlns:a16="http://schemas.microsoft.com/office/drawing/2014/main" id="{E55A6283-6A77-BDB2-B519-16FA99027F1D}"/>
                  </a:ext>
                </a:extLst>
              </p:cNvPr>
              <p:cNvSpPr/>
              <p:nvPr/>
            </p:nvSpPr>
            <p:spPr>
              <a:xfrm>
                <a:off x="7488054" y="2330384"/>
                <a:ext cx="125637" cy="153179"/>
              </a:xfrm>
              <a:custGeom>
                <a:avLst/>
                <a:gdLst/>
                <a:ahLst/>
                <a:cxnLst/>
                <a:rect l="l" t="t" r="r" b="b"/>
                <a:pathLst>
                  <a:path w="8512" h="10378" extrusionOk="0">
                    <a:moveTo>
                      <a:pt x="7853" y="1"/>
                    </a:moveTo>
                    <a:cubicBezTo>
                      <a:pt x="7209" y="1"/>
                      <a:pt x="5101" y="2114"/>
                      <a:pt x="4709" y="2637"/>
                    </a:cubicBezTo>
                    <a:cubicBezTo>
                      <a:pt x="3396" y="2818"/>
                      <a:pt x="770" y="4130"/>
                      <a:pt x="182" y="6032"/>
                    </a:cubicBezTo>
                    <a:lnTo>
                      <a:pt x="1" y="10378"/>
                    </a:lnTo>
                    <a:cubicBezTo>
                      <a:pt x="1" y="10378"/>
                      <a:pt x="4890" y="4900"/>
                      <a:pt x="5659" y="3949"/>
                    </a:cubicBezTo>
                    <a:cubicBezTo>
                      <a:pt x="6429" y="2818"/>
                      <a:pt x="8511" y="192"/>
                      <a:pt x="7923" y="11"/>
                    </a:cubicBezTo>
                    <a:cubicBezTo>
                      <a:pt x="7902" y="4"/>
                      <a:pt x="7879" y="1"/>
                      <a:pt x="7853" y="1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651;p35">
                <a:extLst>
                  <a:ext uri="{FF2B5EF4-FFF2-40B4-BE49-F238E27FC236}">
                    <a16:creationId xmlns:a16="http://schemas.microsoft.com/office/drawing/2014/main" id="{5FCDC567-0044-234C-A9A4-3F549A6FCDCC}"/>
                  </a:ext>
                </a:extLst>
              </p:cNvPr>
              <p:cNvSpPr/>
              <p:nvPr/>
            </p:nvSpPr>
            <p:spPr>
              <a:xfrm>
                <a:off x="6736372" y="2185337"/>
                <a:ext cx="465058" cy="459922"/>
              </a:xfrm>
              <a:custGeom>
                <a:avLst/>
                <a:gdLst/>
                <a:ahLst/>
                <a:cxnLst/>
                <a:rect l="l" t="t" r="r" b="b"/>
                <a:pathLst>
                  <a:path w="31508" h="31160" extrusionOk="0">
                    <a:moveTo>
                      <a:pt x="5339" y="0"/>
                    </a:moveTo>
                    <a:cubicBezTo>
                      <a:pt x="2224" y="0"/>
                      <a:pt x="0" y="377"/>
                      <a:pt x="0" y="377"/>
                    </a:cubicBezTo>
                    <a:lnTo>
                      <a:pt x="9416" y="15089"/>
                    </a:lnTo>
                    <a:cubicBezTo>
                      <a:pt x="9416" y="15089"/>
                      <a:pt x="13219" y="26633"/>
                      <a:pt x="16614" y="31160"/>
                    </a:cubicBezTo>
                    <a:cubicBezTo>
                      <a:pt x="19421" y="30933"/>
                      <a:pt x="29606" y="23962"/>
                      <a:pt x="31507" y="20974"/>
                    </a:cubicBezTo>
                    <a:cubicBezTo>
                      <a:pt x="26981" y="13233"/>
                      <a:pt x="22997" y="5854"/>
                      <a:pt x="18289" y="3048"/>
                    </a:cubicBezTo>
                    <a:cubicBezTo>
                      <a:pt x="14260" y="560"/>
                      <a:pt x="9137" y="0"/>
                      <a:pt x="5339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652;p35">
                <a:extLst>
                  <a:ext uri="{FF2B5EF4-FFF2-40B4-BE49-F238E27FC236}">
                    <a16:creationId xmlns:a16="http://schemas.microsoft.com/office/drawing/2014/main" id="{C7A04D69-F0B7-5C78-45DE-9527185E36BE}"/>
                  </a:ext>
                </a:extLst>
              </p:cNvPr>
              <p:cNvSpPr/>
              <p:nvPr/>
            </p:nvSpPr>
            <p:spPr>
              <a:xfrm>
                <a:off x="6886702" y="2436110"/>
                <a:ext cx="94907" cy="209149"/>
              </a:xfrm>
              <a:custGeom>
                <a:avLst/>
                <a:gdLst/>
                <a:ahLst/>
                <a:cxnLst/>
                <a:rect l="l" t="t" r="r" b="b"/>
                <a:pathLst>
                  <a:path w="6430" h="14170" fill="none" extrusionOk="0">
                    <a:moveTo>
                      <a:pt x="6429" y="14170"/>
                    </a:moveTo>
                    <a:lnTo>
                      <a:pt x="1" y="1"/>
                    </a:lnTo>
                  </a:path>
                </a:pathLst>
              </a:custGeom>
              <a:noFill/>
              <a:ln w="14700" cap="flat" cmpd="sng">
                <a:solidFill>
                  <a:srgbClr val="28316B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653;p35">
                <a:extLst>
                  <a:ext uri="{FF2B5EF4-FFF2-40B4-BE49-F238E27FC236}">
                    <a16:creationId xmlns:a16="http://schemas.microsoft.com/office/drawing/2014/main" id="{F2DC0643-E96C-89B0-0B0C-8959A7C4F156}"/>
                  </a:ext>
                </a:extLst>
              </p:cNvPr>
              <p:cNvSpPr/>
              <p:nvPr/>
            </p:nvSpPr>
            <p:spPr>
              <a:xfrm>
                <a:off x="7499420" y="2335889"/>
                <a:ext cx="14037" cy="55468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758" fill="none" extrusionOk="0">
                    <a:moveTo>
                      <a:pt x="181" y="0"/>
                    </a:moveTo>
                    <a:cubicBezTo>
                      <a:pt x="181" y="0"/>
                      <a:pt x="951" y="1901"/>
                      <a:pt x="0" y="3757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654;p35">
                <a:extLst>
                  <a:ext uri="{FF2B5EF4-FFF2-40B4-BE49-F238E27FC236}">
                    <a16:creationId xmlns:a16="http://schemas.microsoft.com/office/drawing/2014/main" id="{78F124F5-DA1E-5AD6-E9C9-4517ADD47136}"/>
                  </a:ext>
                </a:extLst>
              </p:cNvPr>
              <p:cNvSpPr/>
              <p:nvPr/>
            </p:nvSpPr>
            <p:spPr>
              <a:xfrm>
                <a:off x="6555296" y="1834758"/>
                <a:ext cx="283982" cy="296307"/>
              </a:xfrm>
              <a:custGeom>
                <a:avLst/>
                <a:gdLst/>
                <a:ahLst/>
                <a:cxnLst/>
                <a:rect l="l" t="t" r="r" b="b"/>
                <a:pathLst>
                  <a:path w="19240" h="20075" extrusionOk="0">
                    <a:moveTo>
                      <a:pt x="7198" y="0"/>
                    </a:moveTo>
                    <a:cubicBezTo>
                      <a:pt x="1313" y="363"/>
                      <a:pt x="1" y="6972"/>
                      <a:pt x="589" y="11906"/>
                    </a:cubicBezTo>
                    <a:cubicBezTo>
                      <a:pt x="770" y="15075"/>
                      <a:pt x="2445" y="18108"/>
                      <a:pt x="4935" y="19240"/>
                    </a:cubicBezTo>
                    <a:cubicBezTo>
                      <a:pt x="6497" y="19830"/>
                      <a:pt x="8326" y="20074"/>
                      <a:pt x="10012" y="20074"/>
                    </a:cubicBezTo>
                    <a:cubicBezTo>
                      <a:pt x="10525" y="20074"/>
                      <a:pt x="11024" y="20052"/>
                      <a:pt x="11499" y="20009"/>
                    </a:cubicBezTo>
                    <a:cubicBezTo>
                      <a:pt x="12268" y="19828"/>
                      <a:pt x="13219" y="18878"/>
                      <a:pt x="13762" y="18697"/>
                    </a:cubicBezTo>
                    <a:cubicBezTo>
                      <a:pt x="16614" y="17338"/>
                      <a:pt x="18515" y="13943"/>
                      <a:pt x="18697" y="11680"/>
                    </a:cubicBezTo>
                    <a:cubicBezTo>
                      <a:pt x="19059" y="9054"/>
                      <a:pt x="19240" y="5659"/>
                      <a:pt x="17927" y="3215"/>
                    </a:cubicBezTo>
                    <a:cubicBezTo>
                      <a:pt x="16795" y="1494"/>
                      <a:pt x="13038" y="1902"/>
                      <a:pt x="11137" y="1132"/>
                    </a:cubicBezTo>
                    <a:lnTo>
                      <a:pt x="7198" y="0"/>
                    </a:lnTo>
                    <a:close/>
                  </a:path>
                </a:pathLst>
              </a:custGeom>
              <a:solidFill>
                <a:srgbClr val="EC64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655;p35">
                <a:extLst>
                  <a:ext uri="{FF2B5EF4-FFF2-40B4-BE49-F238E27FC236}">
                    <a16:creationId xmlns:a16="http://schemas.microsoft.com/office/drawing/2014/main" id="{F516CCAF-013D-330A-5A17-A7D025FE62B9}"/>
                  </a:ext>
                </a:extLst>
              </p:cNvPr>
              <p:cNvSpPr/>
              <p:nvPr/>
            </p:nvSpPr>
            <p:spPr>
              <a:xfrm>
                <a:off x="6555296" y="1990904"/>
                <a:ext cx="50125" cy="62036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4203" extrusionOk="0">
                    <a:moveTo>
                      <a:pt x="1592" y="0"/>
                    </a:moveTo>
                    <a:cubicBezTo>
                      <a:pt x="1285" y="0"/>
                      <a:pt x="967" y="155"/>
                      <a:pt x="770" y="377"/>
                    </a:cubicBezTo>
                    <a:cubicBezTo>
                      <a:pt x="182" y="739"/>
                      <a:pt x="1" y="1689"/>
                      <a:pt x="182" y="2233"/>
                    </a:cubicBezTo>
                    <a:cubicBezTo>
                      <a:pt x="379" y="3218"/>
                      <a:pt x="1090" y="4203"/>
                      <a:pt x="2017" y="4203"/>
                    </a:cubicBezTo>
                    <a:cubicBezTo>
                      <a:pt x="2156" y="4203"/>
                      <a:pt x="2298" y="4181"/>
                      <a:pt x="2445" y="4134"/>
                    </a:cubicBezTo>
                    <a:cubicBezTo>
                      <a:pt x="2853" y="3953"/>
                      <a:pt x="3215" y="3591"/>
                      <a:pt x="3396" y="3183"/>
                    </a:cubicBezTo>
                    <a:lnTo>
                      <a:pt x="2264" y="377"/>
                    </a:lnTo>
                    <a:cubicBezTo>
                      <a:pt x="2099" y="108"/>
                      <a:pt x="1849" y="0"/>
                      <a:pt x="1592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656;p35">
                <a:extLst>
                  <a:ext uri="{FF2B5EF4-FFF2-40B4-BE49-F238E27FC236}">
                    <a16:creationId xmlns:a16="http://schemas.microsoft.com/office/drawing/2014/main" id="{0CE58008-58AC-2CA3-77E9-2A49B9D3EB31}"/>
                  </a:ext>
                </a:extLst>
              </p:cNvPr>
              <p:cNvSpPr/>
              <p:nvPr/>
            </p:nvSpPr>
            <p:spPr>
              <a:xfrm>
                <a:off x="6758423" y="1996217"/>
                <a:ext cx="50125" cy="56752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3845" extrusionOk="0">
                    <a:moveTo>
                      <a:pt x="2087" y="0"/>
                    </a:moveTo>
                    <a:cubicBezTo>
                      <a:pt x="1876" y="0"/>
                      <a:pt x="1678" y="59"/>
                      <a:pt x="1539" y="198"/>
                    </a:cubicBezTo>
                    <a:lnTo>
                      <a:pt x="0" y="2823"/>
                    </a:lnTo>
                    <a:cubicBezTo>
                      <a:pt x="227" y="3231"/>
                      <a:pt x="589" y="3593"/>
                      <a:pt x="951" y="3774"/>
                    </a:cubicBezTo>
                    <a:cubicBezTo>
                      <a:pt x="1109" y="3822"/>
                      <a:pt x="1263" y="3845"/>
                      <a:pt x="1416" y="3845"/>
                    </a:cubicBezTo>
                    <a:cubicBezTo>
                      <a:pt x="1834" y="3845"/>
                      <a:pt x="2240" y="3677"/>
                      <a:pt x="2671" y="3412"/>
                    </a:cubicBezTo>
                    <a:cubicBezTo>
                      <a:pt x="3033" y="2823"/>
                      <a:pt x="3214" y="2280"/>
                      <a:pt x="3214" y="1873"/>
                    </a:cubicBezTo>
                    <a:cubicBezTo>
                      <a:pt x="3395" y="1329"/>
                      <a:pt x="3214" y="741"/>
                      <a:pt x="3033" y="379"/>
                    </a:cubicBezTo>
                    <a:cubicBezTo>
                      <a:pt x="2809" y="155"/>
                      <a:pt x="2430" y="0"/>
                      <a:pt x="2087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657;p35">
                <a:extLst>
                  <a:ext uri="{FF2B5EF4-FFF2-40B4-BE49-F238E27FC236}">
                    <a16:creationId xmlns:a16="http://schemas.microsoft.com/office/drawing/2014/main" id="{32A65D2D-978B-F76B-15CC-BDD794BC6FC0}"/>
                  </a:ext>
                </a:extLst>
              </p:cNvPr>
              <p:cNvSpPr/>
              <p:nvPr/>
            </p:nvSpPr>
            <p:spPr>
              <a:xfrm>
                <a:off x="6616772" y="1979745"/>
                <a:ext cx="138995" cy="261370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7708" extrusionOk="0">
                    <a:moveTo>
                      <a:pt x="5840" y="1"/>
                    </a:moveTo>
                    <a:lnTo>
                      <a:pt x="0" y="7923"/>
                    </a:lnTo>
                    <a:lnTo>
                      <a:pt x="181" y="15438"/>
                    </a:lnTo>
                    <a:cubicBezTo>
                      <a:pt x="664" y="16794"/>
                      <a:pt x="2561" y="17707"/>
                      <a:pt x="4554" y="17707"/>
                    </a:cubicBezTo>
                    <a:cubicBezTo>
                      <a:pt x="6483" y="17707"/>
                      <a:pt x="8503" y="16851"/>
                      <a:pt x="9416" y="14713"/>
                    </a:cubicBezTo>
                    <a:lnTo>
                      <a:pt x="9054" y="7153"/>
                    </a:lnTo>
                    <a:lnTo>
                      <a:pt x="5840" y="1"/>
                    </a:ln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658;p35">
                <a:extLst>
                  <a:ext uri="{FF2B5EF4-FFF2-40B4-BE49-F238E27FC236}">
                    <a16:creationId xmlns:a16="http://schemas.microsoft.com/office/drawing/2014/main" id="{6D5977A4-1B64-2E13-D4DA-CA1265B2A5DA}"/>
                  </a:ext>
                </a:extLst>
              </p:cNvPr>
              <p:cNvSpPr/>
              <p:nvPr/>
            </p:nvSpPr>
            <p:spPr>
              <a:xfrm>
                <a:off x="6574676" y="1891599"/>
                <a:ext cx="225858" cy="258448"/>
              </a:xfrm>
              <a:custGeom>
                <a:avLst/>
                <a:gdLst/>
                <a:ahLst/>
                <a:cxnLst/>
                <a:rect l="l" t="t" r="r" b="b"/>
                <a:pathLst>
                  <a:path w="15302" h="17510" extrusionOk="0">
                    <a:moveTo>
                      <a:pt x="4764" y="1"/>
                    </a:moveTo>
                    <a:cubicBezTo>
                      <a:pt x="3074" y="1"/>
                      <a:pt x="1670" y="550"/>
                      <a:pt x="1132" y="1989"/>
                    </a:cubicBezTo>
                    <a:cubicBezTo>
                      <a:pt x="0" y="4841"/>
                      <a:pt x="408" y="15389"/>
                      <a:pt x="2671" y="16702"/>
                    </a:cubicBezTo>
                    <a:cubicBezTo>
                      <a:pt x="3623" y="17254"/>
                      <a:pt x="5072" y="17510"/>
                      <a:pt x="6558" y="17510"/>
                    </a:cubicBezTo>
                    <a:cubicBezTo>
                      <a:pt x="8607" y="17510"/>
                      <a:pt x="10728" y="17024"/>
                      <a:pt x="11725" y="16158"/>
                    </a:cubicBezTo>
                    <a:cubicBezTo>
                      <a:pt x="13219" y="14619"/>
                      <a:pt x="15301" y="5792"/>
                      <a:pt x="13400" y="3528"/>
                    </a:cubicBezTo>
                    <a:cubicBezTo>
                      <a:pt x="12045" y="1908"/>
                      <a:pt x="7911" y="1"/>
                      <a:pt x="4764" y="1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659;p35">
                <a:extLst>
                  <a:ext uri="{FF2B5EF4-FFF2-40B4-BE49-F238E27FC236}">
                    <a16:creationId xmlns:a16="http://schemas.microsoft.com/office/drawing/2014/main" id="{79E73C44-1A7B-A015-02C4-BED0B3EC2B24}"/>
                  </a:ext>
                </a:extLst>
              </p:cNvPr>
              <p:cNvSpPr/>
              <p:nvPr/>
            </p:nvSpPr>
            <p:spPr>
              <a:xfrm>
                <a:off x="6535916" y="1799349"/>
                <a:ext cx="314727" cy="224514"/>
              </a:xfrm>
              <a:custGeom>
                <a:avLst/>
                <a:gdLst/>
                <a:ahLst/>
                <a:cxnLst/>
                <a:rect l="l" t="t" r="r" b="b"/>
                <a:pathLst>
                  <a:path w="21323" h="15211" extrusionOk="0">
                    <a:moveTo>
                      <a:pt x="8839" y="1"/>
                    </a:moveTo>
                    <a:cubicBezTo>
                      <a:pt x="7094" y="1"/>
                      <a:pt x="5324" y="417"/>
                      <a:pt x="3758" y="1268"/>
                    </a:cubicBezTo>
                    <a:cubicBezTo>
                      <a:pt x="951" y="2988"/>
                      <a:pt x="182" y="5976"/>
                      <a:pt x="1" y="9190"/>
                    </a:cubicBezTo>
                    <a:cubicBezTo>
                      <a:pt x="1267" y="9492"/>
                      <a:pt x="2564" y="9639"/>
                      <a:pt x="3862" y="9639"/>
                    </a:cubicBezTo>
                    <a:cubicBezTo>
                      <a:pt x="6649" y="9639"/>
                      <a:pt x="9436" y="8962"/>
                      <a:pt x="11906" y="7696"/>
                    </a:cubicBezTo>
                    <a:cubicBezTo>
                      <a:pt x="11906" y="9009"/>
                      <a:pt x="16977" y="13717"/>
                      <a:pt x="18470" y="15211"/>
                    </a:cubicBezTo>
                    <a:cubicBezTo>
                      <a:pt x="21322" y="11815"/>
                      <a:pt x="20553" y="6745"/>
                      <a:pt x="18878" y="4301"/>
                    </a:cubicBezTo>
                    <a:cubicBezTo>
                      <a:pt x="17904" y="2976"/>
                      <a:pt x="16629" y="1954"/>
                      <a:pt x="14994" y="1954"/>
                    </a:cubicBezTo>
                    <a:cubicBezTo>
                      <a:pt x="14729" y="1954"/>
                      <a:pt x="14454" y="1980"/>
                      <a:pt x="14170" y="2037"/>
                    </a:cubicBezTo>
                    <a:cubicBezTo>
                      <a:pt x="13038" y="724"/>
                      <a:pt x="12450" y="498"/>
                      <a:pt x="10548" y="136"/>
                    </a:cubicBezTo>
                    <a:cubicBezTo>
                      <a:pt x="9987" y="46"/>
                      <a:pt x="9414" y="1"/>
                      <a:pt x="8839" y="1"/>
                    </a:cubicBezTo>
                    <a:close/>
                  </a:path>
                </a:pathLst>
              </a:custGeom>
              <a:solidFill>
                <a:srgbClr val="EC64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660;p35">
                <a:extLst>
                  <a:ext uri="{FF2B5EF4-FFF2-40B4-BE49-F238E27FC236}">
                    <a16:creationId xmlns:a16="http://schemas.microsoft.com/office/drawing/2014/main" id="{6DF946E6-5A83-EF4A-B02C-9C5460C107F9}"/>
                  </a:ext>
                </a:extLst>
              </p:cNvPr>
              <p:cNvSpPr/>
              <p:nvPr/>
            </p:nvSpPr>
            <p:spPr>
              <a:xfrm>
                <a:off x="6636151" y="2135434"/>
                <a:ext cx="100235" cy="25402"/>
              </a:xfrm>
              <a:custGeom>
                <a:avLst/>
                <a:gdLst/>
                <a:ahLst/>
                <a:cxnLst/>
                <a:rect l="l" t="t" r="r" b="b"/>
                <a:pathLst>
                  <a:path w="6791" h="1721" fill="none" extrusionOk="0">
                    <a:moveTo>
                      <a:pt x="0" y="951"/>
                    </a:moveTo>
                    <a:cubicBezTo>
                      <a:pt x="0" y="951"/>
                      <a:pt x="4708" y="1721"/>
                      <a:pt x="6790" y="0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661;p35">
                <a:extLst>
                  <a:ext uri="{FF2B5EF4-FFF2-40B4-BE49-F238E27FC236}">
                    <a16:creationId xmlns:a16="http://schemas.microsoft.com/office/drawing/2014/main" id="{905C8A6F-B152-9995-6EFD-4403B55D4EC6}"/>
                  </a:ext>
                </a:extLst>
              </p:cNvPr>
              <p:cNvSpPr/>
              <p:nvPr/>
            </p:nvSpPr>
            <p:spPr>
              <a:xfrm>
                <a:off x="6650173" y="2004468"/>
                <a:ext cx="33431" cy="66833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4528" fill="none" extrusionOk="0">
                    <a:moveTo>
                      <a:pt x="1314" y="1"/>
                    </a:moveTo>
                    <a:cubicBezTo>
                      <a:pt x="1314" y="1"/>
                      <a:pt x="1" y="3034"/>
                      <a:pt x="544" y="3803"/>
                    </a:cubicBezTo>
                    <a:cubicBezTo>
                      <a:pt x="951" y="4528"/>
                      <a:pt x="2264" y="4166"/>
                      <a:pt x="2264" y="4166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662;p35">
                <a:extLst>
                  <a:ext uri="{FF2B5EF4-FFF2-40B4-BE49-F238E27FC236}">
                    <a16:creationId xmlns:a16="http://schemas.microsoft.com/office/drawing/2014/main" id="{B682B9A5-E12E-0D37-48D7-64F703912905}"/>
                  </a:ext>
                </a:extLst>
              </p:cNvPr>
              <p:cNvSpPr/>
              <p:nvPr/>
            </p:nvSpPr>
            <p:spPr>
              <a:xfrm>
                <a:off x="6706350" y="2001797"/>
                <a:ext cx="16000" cy="17771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204" extrusionOk="0">
                    <a:moveTo>
                      <a:pt x="541" y="1"/>
                    </a:moveTo>
                    <a:cubicBezTo>
                      <a:pt x="359" y="1"/>
                      <a:pt x="359" y="1"/>
                      <a:pt x="133" y="182"/>
                    </a:cubicBezTo>
                    <a:lnTo>
                      <a:pt x="133" y="770"/>
                    </a:lnTo>
                    <a:cubicBezTo>
                      <a:pt x="1" y="1035"/>
                      <a:pt x="183" y="1203"/>
                      <a:pt x="362" y="1203"/>
                    </a:cubicBezTo>
                    <a:cubicBezTo>
                      <a:pt x="427" y="1203"/>
                      <a:pt x="492" y="1181"/>
                      <a:pt x="541" y="1132"/>
                    </a:cubicBezTo>
                    <a:cubicBezTo>
                      <a:pt x="1084" y="1132"/>
                      <a:pt x="1084" y="1"/>
                      <a:pt x="541" y="1"/>
                    </a:cubicBezTo>
                    <a:close/>
                  </a:path>
                </a:pathLst>
              </a:custGeom>
              <a:solidFill>
                <a:srgbClr val="3E1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663;p35">
                <a:extLst>
                  <a:ext uri="{FF2B5EF4-FFF2-40B4-BE49-F238E27FC236}">
                    <a16:creationId xmlns:a16="http://schemas.microsoft.com/office/drawing/2014/main" id="{EFB7854D-A11E-4AA3-F772-7D354508943D}"/>
                  </a:ext>
                </a:extLst>
              </p:cNvPr>
              <p:cNvSpPr/>
              <p:nvPr/>
            </p:nvSpPr>
            <p:spPr>
              <a:xfrm>
                <a:off x="6608078" y="1996454"/>
                <a:ext cx="16723" cy="19395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1314" extrusionOk="0">
                    <a:moveTo>
                      <a:pt x="589" y="1"/>
                    </a:moveTo>
                    <a:cubicBezTo>
                      <a:pt x="408" y="1"/>
                      <a:pt x="227" y="182"/>
                      <a:pt x="227" y="363"/>
                    </a:cubicBezTo>
                    <a:cubicBezTo>
                      <a:pt x="227" y="544"/>
                      <a:pt x="227" y="725"/>
                      <a:pt x="1" y="951"/>
                    </a:cubicBezTo>
                    <a:cubicBezTo>
                      <a:pt x="1" y="1132"/>
                      <a:pt x="408" y="1313"/>
                      <a:pt x="589" y="1313"/>
                    </a:cubicBezTo>
                    <a:cubicBezTo>
                      <a:pt x="1133" y="1132"/>
                      <a:pt x="1133" y="1"/>
                      <a:pt x="589" y="1"/>
                    </a:cubicBezTo>
                    <a:close/>
                  </a:path>
                </a:pathLst>
              </a:custGeom>
              <a:solidFill>
                <a:srgbClr val="3E1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664;p35">
                <a:extLst>
                  <a:ext uri="{FF2B5EF4-FFF2-40B4-BE49-F238E27FC236}">
                    <a16:creationId xmlns:a16="http://schemas.microsoft.com/office/drawing/2014/main" id="{70A0815A-3C62-98EB-0402-CF1B82283A6E}"/>
                  </a:ext>
                </a:extLst>
              </p:cNvPr>
              <p:cNvSpPr/>
              <p:nvPr/>
            </p:nvSpPr>
            <p:spPr>
              <a:xfrm>
                <a:off x="6636151" y="2085324"/>
                <a:ext cx="69121" cy="33564"/>
              </a:xfrm>
              <a:custGeom>
                <a:avLst/>
                <a:gdLst/>
                <a:ahLst/>
                <a:cxnLst/>
                <a:rect l="l" t="t" r="r" b="b"/>
                <a:pathLst>
                  <a:path w="4683" h="2274" extrusionOk="0">
                    <a:moveTo>
                      <a:pt x="181" y="0"/>
                    </a:moveTo>
                    <a:cubicBezTo>
                      <a:pt x="181" y="0"/>
                      <a:pt x="0" y="2264"/>
                      <a:pt x="2264" y="2264"/>
                    </a:cubicBezTo>
                    <a:cubicBezTo>
                      <a:pt x="2351" y="2270"/>
                      <a:pt x="2435" y="2273"/>
                      <a:pt x="2515" y="2273"/>
                    </a:cubicBezTo>
                    <a:cubicBezTo>
                      <a:pt x="4683" y="2273"/>
                      <a:pt x="4346" y="0"/>
                      <a:pt x="43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665;p35">
                <a:extLst>
                  <a:ext uri="{FF2B5EF4-FFF2-40B4-BE49-F238E27FC236}">
                    <a16:creationId xmlns:a16="http://schemas.microsoft.com/office/drawing/2014/main" id="{48C75805-150F-85A9-951B-F40395AC8D5B}"/>
                  </a:ext>
                </a:extLst>
              </p:cNvPr>
              <p:cNvSpPr/>
              <p:nvPr/>
            </p:nvSpPr>
            <p:spPr>
              <a:xfrm>
                <a:off x="6700284" y="1971066"/>
                <a:ext cx="38775" cy="22730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1540" extrusionOk="0">
                    <a:moveTo>
                      <a:pt x="182" y="0"/>
                    </a:moveTo>
                    <a:cubicBezTo>
                      <a:pt x="182" y="0"/>
                      <a:pt x="1" y="589"/>
                      <a:pt x="182" y="770"/>
                    </a:cubicBezTo>
                    <a:cubicBezTo>
                      <a:pt x="952" y="770"/>
                      <a:pt x="1676" y="1132"/>
                      <a:pt x="2264" y="1539"/>
                    </a:cubicBezTo>
                    <a:cubicBezTo>
                      <a:pt x="2445" y="1313"/>
                      <a:pt x="2626" y="1132"/>
                      <a:pt x="2626" y="770"/>
                    </a:cubicBezTo>
                    <a:cubicBezTo>
                      <a:pt x="2445" y="589"/>
                      <a:pt x="1314" y="181"/>
                      <a:pt x="182" y="0"/>
                    </a:cubicBezTo>
                    <a:close/>
                  </a:path>
                </a:pathLst>
              </a:custGeom>
              <a:solidFill>
                <a:srgbClr val="3E1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666;p35">
                <a:extLst>
                  <a:ext uri="{FF2B5EF4-FFF2-40B4-BE49-F238E27FC236}">
                    <a16:creationId xmlns:a16="http://schemas.microsoft.com/office/drawing/2014/main" id="{140209DD-2812-D59D-F5ED-0319B491A310}"/>
                  </a:ext>
                </a:extLst>
              </p:cNvPr>
              <p:cNvSpPr/>
              <p:nvPr/>
            </p:nvSpPr>
            <p:spPr>
              <a:xfrm>
                <a:off x="6602735" y="1970343"/>
                <a:ext cx="28074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1000" extrusionOk="0">
                    <a:moveTo>
                      <a:pt x="1273" y="0"/>
                    </a:moveTo>
                    <a:cubicBezTo>
                      <a:pt x="626" y="0"/>
                      <a:pt x="1" y="273"/>
                      <a:pt x="1" y="457"/>
                    </a:cubicBezTo>
                    <a:lnTo>
                      <a:pt x="1" y="1000"/>
                    </a:lnTo>
                    <a:cubicBezTo>
                      <a:pt x="589" y="819"/>
                      <a:pt x="1132" y="638"/>
                      <a:pt x="1721" y="638"/>
                    </a:cubicBezTo>
                    <a:cubicBezTo>
                      <a:pt x="1902" y="638"/>
                      <a:pt x="1721" y="49"/>
                      <a:pt x="1721" y="49"/>
                    </a:cubicBezTo>
                    <a:cubicBezTo>
                      <a:pt x="1575" y="15"/>
                      <a:pt x="1424" y="0"/>
                      <a:pt x="1273" y="0"/>
                    </a:cubicBezTo>
                    <a:close/>
                  </a:path>
                </a:pathLst>
              </a:custGeom>
              <a:solidFill>
                <a:srgbClr val="3E1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" name="Google Shape;1667;p35">
              <a:extLst>
                <a:ext uri="{FF2B5EF4-FFF2-40B4-BE49-F238E27FC236}">
                  <a16:creationId xmlns:a16="http://schemas.microsoft.com/office/drawing/2014/main" id="{D820647A-5FAB-0BB3-3B5F-AE21945ECF8B}"/>
                </a:ext>
              </a:extLst>
            </p:cNvPr>
            <p:cNvGrpSpPr/>
            <p:nvPr/>
          </p:nvGrpSpPr>
          <p:grpSpPr>
            <a:xfrm>
              <a:off x="7285310" y="3333307"/>
              <a:ext cx="1101109" cy="1532279"/>
              <a:chOff x="7285310" y="3333307"/>
              <a:chExt cx="1101109" cy="1532279"/>
            </a:xfrm>
          </p:grpSpPr>
          <p:sp>
            <p:nvSpPr>
              <p:cNvPr id="29" name="Google Shape;1668;p35">
                <a:extLst>
                  <a:ext uri="{FF2B5EF4-FFF2-40B4-BE49-F238E27FC236}">
                    <a16:creationId xmlns:a16="http://schemas.microsoft.com/office/drawing/2014/main" id="{EFB36288-8152-4F8C-C5AD-D57690FF8313}"/>
                  </a:ext>
                </a:extLst>
              </p:cNvPr>
              <p:cNvSpPr/>
              <p:nvPr/>
            </p:nvSpPr>
            <p:spPr>
              <a:xfrm>
                <a:off x="7768692" y="4483792"/>
                <a:ext cx="254219" cy="42"/>
              </a:xfrm>
              <a:custGeom>
                <a:avLst/>
                <a:gdLst/>
                <a:ahLst/>
                <a:cxnLst/>
                <a:rect l="l" t="t" r="r" b="b"/>
                <a:pathLst>
                  <a:path w="6027" h="1" fill="none" extrusionOk="0">
                    <a:moveTo>
                      <a:pt x="1" y="1"/>
                    </a:moveTo>
                    <a:lnTo>
                      <a:pt x="6026" y="1"/>
                    </a:lnTo>
                  </a:path>
                </a:pathLst>
              </a:custGeom>
              <a:noFill/>
              <a:ln w="48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669;p35">
                <a:extLst>
                  <a:ext uri="{FF2B5EF4-FFF2-40B4-BE49-F238E27FC236}">
                    <a16:creationId xmlns:a16="http://schemas.microsoft.com/office/drawing/2014/main" id="{D8E867EB-5C3D-C259-9F2E-2079659FED7C}"/>
                  </a:ext>
                </a:extLst>
              </p:cNvPr>
              <p:cNvSpPr/>
              <p:nvPr/>
            </p:nvSpPr>
            <p:spPr>
              <a:xfrm>
                <a:off x="8004647" y="4369647"/>
                <a:ext cx="165936" cy="42"/>
              </a:xfrm>
              <a:custGeom>
                <a:avLst/>
                <a:gdLst/>
                <a:ahLst/>
                <a:cxnLst/>
                <a:rect l="l" t="t" r="r" b="b"/>
                <a:pathLst>
                  <a:path w="3934" h="1" fill="none" extrusionOk="0">
                    <a:moveTo>
                      <a:pt x="0" y="1"/>
                    </a:moveTo>
                    <a:lnTo>
                      <a:pt x="3934" y="1"/>
                    </a:lnTo>
                  </a:path>
                </a:pathLst>
              </a:custGeom>
              <a:noFill/>
              <a:ln w="48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670;p35">
                <a:extLst>
                  <a:ext uri="{FF2B5EF4-FFF2-40B4-BE49-F238E27FC236}">
                    <a16:creationId xmlns:a16="http://schemas.microsoft.com/office/drawing/2014/main" id="{C1EAC0BD-045B-44C7-49E3-C6B818804450}"/>
                  </a:ext>
                </a:extLst>
              </p:cNvPr>
              <p:cNvSpPr/>
              <p:nvPr/>
            </p:nvSpPr>
            <p:spPr>
              <a:xfrm>
                <a:off x="7984485" y="4397951"/>
                <a:ext cx="42" cy="638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3" fill="none" extrusionOk="0">
                    <a:moveTo>
                      <a:pt x="1" y="0"/>
                    </a:moveTo>
                    <a:lnTo>
                      <a:pt x="1" y="1513"/>
                    </a:lnTo>
                  </a:path>
                </a:pathLst>
              </a:custGeom>
              <a:noFill/>
              <a:ln w="48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671;p35">
                <a:extLst>
                  <a:ext uri="{FF2B5EF4-FFF2-40B4-BE49-F238E27FC236}">
                    <a16:creationId xmlns:a16="http://schemas.microsoft.com/office/drawing/2014/main" id="{4F28BA32-B72F-06F9-F80B-48DA4CF855D7}"/>
                  </a:ext>
                </a:extLst>
              </p:cNvPr>
              <p:cNvSpPr/>
              <p:nvPr/>
            </p:nvSpPr>
            <p:spPr>
              <a:xfrm>
                <a:off x="7952850" y="4429588"/>
                <a:ext cx="63818" cy="42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" fill="none" extrusionOk="0">
                    <a:moveTo>
                      <a:pt x="0" y="1"/>
                    </a:moveTo>
                    <a:lnTo>
                      <a:pt x="1513" y="1"/>
                    </a:lnTo>
                  </a:path>
                </a:pathLst>
              </a:custGeom>
              <a:noFill/>
              <a:ln w="48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672;p35">
                <a:extLst>
                  <a:ext uri="{FF2B5EF4-FFF2-40B4-BE49-F238E27FC236}">
                    <a16:creationId xmlns:a16="http://schemas.microsoft.com/office/drawing/2014/main" id="{415A3BAE-7AAB-920C-9657-E83BBAA682E8}"/>
                  </a:ext>
                </a:extLst>
              </p:cNvPr>
              <p:cNvSpPr/>
              <p:nvPr/>
            </p:nvSpPr>
            <p:spPr>
              <a:xfrm>
                <a:off x="7690997" y="3544304"/>
                <a:ext cx="153999" cy="42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1" fill="none" extrusionOk="0">
                    <a:moveTo>
                      <a:pt x="3650" y="1"/>
                    </a:moveTo>
                    <a:lnTo>
                      <a:pt x="1" y="1"/>
                    </a:lnTo>
                  </a:path>
                </a:pathLst>
              </a:custGeom>
              <a:noFill/>
              <a:ln w="4825" cap="flat" cmpd="sng">
                <a:solidFill>
                  <a:srgbClr val="B9C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673;p35">
                <a:extLst>
                  <a:ext uri="{FF2B5EF4-FFF2-40B4-BE49-F238E27FC236}">
                    <a16:creationId xmlns:a16="http://schemas.microsoft.com/office/drawing/2014/main" id="{5719B917-7C5C-37B9-9008-39FA3DF6ED9C}"/>
                  </a:ext>
                </a:extLst>
              </p:cNvPr>
              <p:cNvSpPr/>
              <p:nvPr/>
            </p:nvSpPr>
            <p:spPr>
              <a:xfrm>
                <a:off x="8010890" y="4093900"/>
                <a:ext cx="221572" cy="136587"/>
              </a:xfrm>
              <a:custGeom>
                <a:avLst/>
                <a:gdLst/>
                <a:ahLst/>
                <a:cxnLst/>
                <a:rect l="l" t="t" r="r" b="b"/>
                <a:pathLst>
                  <a:path w="5253" h="3238" extrusionOk="0">
                    <a:moveTo>
                      <a:pt x="0" y="1"/>
                    </a:moveTo>
                    <a:lnTo>
                      <a:pt x="155" y="8"/>
                    </a:lnTo>
                    <a:lnTo>
                      <a:pt x="155" y="8"/>
                    </a:lnTo>
                    <a:cubicBezTo>
                      <a:pt x="104" y="3"/>
                      <a:pt x="52" y="1"/>
                      <a:pt x="0" y="1"/>
                    </a:cubicBezTo>
                    <a:close/>
                    <a:moveTo>
                      <a:pt x="155" y="8"/>
                    </a:moveTo>
                    <a:cubicBezTo>
                      <a:pt x="948" y="83"/>
                      <a:pt x="1663" y="723"/>
                      <a:pt x="1887" y="1524"/>
                    </a:cubicBezTo>
                    <a:cubicBezTo>
                      <a:pt x="1990" y="1808"/>
                      <a:pt x="1990" y="2092"/>
                      <a:pt x="2126" y="2377"/>
                    </a:cubicBezTo>
                    <a:cubicBezTo>
                      <a:pt x="2319" y="2843"/>
                      <a:pt x="2786" y="3127"/>
                      <a:pt x="3263" y="3229"/>
                    </a:cubicBezTo>
                    <a:cubicBezTo>
                      <a:pt x="3319" y="3235"/>
                      <a:pt x="3376" y="3237"/>
                      <a:pt x="3434" y="3237"/>
                    </a:cubicBezTo>
                    <a:cubicBezTo>
                      <a:pt x="3863" y="3237"/>
                      <a:pt x="4313" y="3088"/>
                      <a:pt x="4684" y="2797"/>
                    </a:cubicBezTo>
                    <a:cubicBezTo>
                      <a:pt x="4775" y="2706"/>
                      <a:pt x="4923" y="2604"/>
                      <a:pt x="4968" y="2468"/>
                    </a:cubicBezTo>
                    <a:cubicBezTo>
                      <a:pt x="5253" y="2092"/>
                      <a:pt x="5162" y="1615"/>
                      <a:pt x="4968" y="1183"/>
                    </a:cubicBezTo>
                    <a:cubicBezTo>
                      <a:pt x="4775" y="808"/>
                      <a:pt x="4400" y="523"/>
                      <a:pt x="4070" y="194"/>
                    </a:cubicBezTo>
                    <a:lnTo>
                      <a:pt x="155" y="8"/>
                    </a:ln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674;p35">
                <a:extLst>
                  <a:ext uri="{FF2B5EF4-FFF2-40B4-BE49-F238E27FC236}">
                    <a16:creationId xmlns:a16="http://schemas.microsoft.com/office/drawing/2014/main" id="{4186D364-F009-67BC-18A6-ACC9962C580B}"/>
                  </a:ext>
                </a:extLst>
              </p:cNvPr>
              <p:cNvSpPr/>
              <p:nvPr/>
            </p:nvSpPr>
            <p:spPr>
              <a:xfrm>
                <a:off x="7858873" y="4030120"/>
                <a:ext cx="367852" cy="212979"/>
              </a:xfrm>
              <a:custGeom>
                <a:avLst/>
                <a:gdLst/>
                <a:ahLst/>
                <a:cxnLst/>
                <a:rect l="l" t="t" r="r" b="b"/>
                <a:pathLst>
                  <a:path w="8721" h="5049" extrusionOk="0">
                    <a:moveTo>
                      <a:pt x="4502" y="0"/>
                    </a:moveTo>
                    <a:cubicBezTo>
                      <a:pt x="2751" y="0"/>
                      <a:pt x="1046" y="1183"/>
                      <a:pt x="330" y="2888"/>
                    </a:cubicBezTo>
                    <a:cubicBezTo>
                      <a:pt x="91" y="3457"/>
                      <a:pt x="0" y="4218"/>
                      <a:pt x="478" y="4594"/>
                    </a:cubicBezTo>
                    <a:cubicBezTo>
                      <a:pt x="837" y="4907"/>
                      <a:pt x="1348" y="5048"/>
                      <a:pt x="1862" y="5048"/>
                    </a:cubicBezTo>
                    <a:cubicBezTo>
                      <a:pt x="2355" y="5048"/>
                      <a:pt x="2850" y="4918"/>
                      <a:pt x="3218" y="4684"/>
                    </a:cubicBezTo>
                    <a:cubicBezTo>
                      <a:pt x="4264" y="4025"/>
                      <a:pt x="4832" y="2843"/>
                      <a:pt x="6014" y="2274"/>
                    </a:cubicBezTo>
                    <a:cubicBezTo>
                      <a:pt x="6304" y="2145"/>
                      <a:pt x="6629" y="2061"/>
                      <a:pt x="6956" y="2061"/>
                    </a:cubicBezTo>
                    <a:cubicBezTo>
                      <a:pt x="7117" y="2061"/>
                      <a:pt x="7278" y="2081"/>
                      <a:pt x="7435" y="2126"/>
                    </a:cubicBezTo>
                    <a:cubicBezTo>
                      <a:pt x="7913" y="2274"/>
                      <a:pt x="8288" y="2604"/>
                      <a:pt x="8720" y="2843"/>
                    </a:cubicBezTo>
                    <a:cubicBezTo>
                      <a:pt x="7811" y="853"/>
                      <a:pt x="5446" y="0"/>
                      <a:pt x="4502" y="0"/>
                    </a:cubicBezTo>
                    <a:close/>
                  </a:path>
                </a:pathLst>
              </a:custGeom>
              <a:solidFill>
                <a:srgbClr val="E8EE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675;p35">
                <a:extLst>
                  <a:ext uri="{FF2B5EF4-FFF2-40B4-BE49-F238E27FC236}">
                    <a16:creationId xmlns:a16="http://schemas.microsoft.com/office/drawing/2014/main" id="{7B6DA9FC-A9BA-4E3F-6601-64373935B070}"/>
                  </a:ext>
                </a:extLst>
              </p:cNvPr>
              <p:cNvSpPr/>
              <p:nvPr/>
            </p:nvSpPr>
            <p:spPr>
              <a:xfrm>
                <a:off x="7285310" y="3847765"/>
                <a:ext cx="243674" cy="134731"/>
              </a:xfrm>
              <a:custGeom>
                <a:avLst/>
                <a:gdLst/>
                <a:ahLst/>
                <a:cxnLst/>
                <a:rect l="l" t="t" r="r" b="b"/>
                <a:pathLst>
                  <a:path w="5777" h="3194" extrusionOk="0">
                    <a:moveTo>
                      <a:pt x="2549" y="0"/>
                    </a:moveTo>
                    <a:cubicBezTo>
                      <a:pt x="2168" y="0"/>
                      <a:pt x="1800" y="44"/>
                      <a:pt x="1467" y="151"/>
                    </a:cubicBezTo>
                    <a:cubicBezTo>
                      <a:pt x="853" y="390"/>
                      <a:pt x="330" y="867"/>
                      <a:pt x="194" y="1481"/>
                    </a:cubicBezTo>
                    <a:cubicBezTo>
                      <a:pt x="1" y="2095"/>
                      <a:pt x="330" y="2857"/>
                      <a:pt x="899" y="3096"/>
                    </a:cubicBezTo>
                    <a:cubicBezTo>
                      <a:pt x="1059" y="3164"/>
                      <a:pt x="1221" y="3193"/>
                      <a:pt x="1383" y="3193"/>
                    </a:cubicBezTo>
                    <a:cubicBezTo>
                      <a:pt x="1899" y="3193"/>
                      <a:pt x="2410" y="2893"/>
                      <a:pt x="2843" y="2573"/>
                    </a:cubicBezTo>
                    <a:cubicBezTo>
                      <a:pt x="3127" y="2334"/>
                      <a:pt x="3411" y="2095"/>
                      <a:pt x="3741" y="1902"/>
                    </a:cubicBezTo>
                    <a:cubicBezTo>
                      <a:pt x="4058" y="1768"/>
                      <a:pt x="4383" y="1709"/>
                      <a:pt x="4706" y="1709"/>
                    </a:cubicBezTo>
                    <a:cubicBezTo>
                      <a:pt x="5068" y="1709"/>
                      <a:pt x="5428" y="1782"/>
                      <a:pt x="5776" y="1902"/>
                    </a:cubicBezTo>
                    <a:lnTo>
                      <a:pt x="3366" y="60"/>
                    </a:lnTo>
                    <a:cubicBezTo>
                      <a:pt x="3093" y="22"/>
                      <a:pt x="2818" y="0"/>
                      <a:pt x="2549" y="0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676;p35">
                <a:extLst>
                  <a:ext uri="{FF2B5EF4-FFF2-40B4-BE49-F238E27FC236}">
                    <a16:creationId xmlns:a16="http://schemas.microsoft.com/office/drawing/2014/main" id="{E3D0ADA6-39B1-8300-0FDF-F80388A8360A}"/>
                  </a:ext>
                </a:extLst>
              </p:cNvPr>
              <p:cNvSpPr/>
              <p:nvPr/>
            </p:nvSpPr>
            <p:spPr>
              <a:xfrm>
                <a:off x="7381227" y="3383715"/>
                <a:ext cx="417709" cy="624385"/>
              </a:xfrm>
              <a:custGeom>
                <a:avLst/>
                <a:gdLst/>
                <a:ahLst/>
                <a:cxnLst/>
                <a:rect l="l" t="t" r="r" b="b"/>
                <a:pathLst>
                  <a:path w="9903" h="14802" extrusionOk="0">
                    <a:moveTo>
                      <a:pt x="2871" y="0"/>
                    </a:moveTo>
                    <a:cubicBezTo>
                      <a:pt x="2457" y="0"/>
                      <a:pt x="2047" y="48"/>
                      <a:pt x="1660" y="170"/>
                    </a:cubicBezTo>
                    <a:cubicBezTo>
                      <a:pt x="853" y="397"/>
                      <a:pt x="148" y="1022"/>
                      <a:pt x="46" y="1773"/>
                    </a:cubicBezTo>
                    <a:cubicBezTo>
                      <a:pt x="1" y="1966"/>
                      <a:pt x="46" y="2159"/>
                      <a:pt x="148" y="2296"/>
                    </a:cubicBezTo>
                    <a:cubicBezTo>
                      <a:pt x="239" y="2489"/>
                      <a:pt x="478" y="2580"/>
                      <a:pt x="660" y="2671"/>
                    </a:cubicBezTo>
                    <a:cubicBezTo>
                      <a:pt x="2706" y="3580"/>
                      <a:pt x="4218" y="5331"/>
                      <a:pt x="4787" y="7321"/>
                    </a:cubicBezTo>
                    <a:cubicBezTo>
                      <a:pt x="5208" y="8742"/>
                      <a:pt x="5117" y="10254"/>
                      <a:pt x="5549" y="11720"/>
                    </a:cubicBezTo>
                    <a:cubicBezTo>
                      <a:pt x="5924" y="13142"/>
                      <a:pt x="6913" y="14563"/>
                      <a:pt x="8527" y="14801"/>
                    </a:cubicBezTo>
                    <a:cubicBezTo>
                      <a:pt x="9903" y="14142"/>
                      <a:pt x="9755" y="12243"/>
                      <a:pt x="9664" y="11061"/>
                    </a:cubicBezTo>
                    <a:cubicBezTo>
                      <a:pt x="9573" y="9162"/>
                      <a:pt x="9528" y="7275"/>
                      <a:pt x="9050" y="5422"/>
                    </a:cubicBezTo>
                    <a:cubicBezTo>
                      <a:pt x="8482" y="2955"/>
                      <a:pt x="6867" y="545"/>
                      <a:pt x="4071" y="113"/>
                    </a:cubicBezTo>
                    <a:cubicBezTo>
                      <a:pt x="3679" y="46"/>
                      <a:pt x="3273" y="0"/>
                      <a:pt x="2871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677;p35">
                <a:extLst>
                  <a:ext uri="{FF2B5EF4-FFF2-40B4-BE49-F238E27FC236}">
                    <a16:creationId xmlns:a16="http://schemas.microsoft.com/office/drawing/2014/main" id="{1B3EAE58-6F6C-C781-52FD-C4EAE5C3DF7E}"/>
                  </a:ext>
                </a:extLst>
              </p:cNvPr>
              <p:cNvSpPr/>
              <p:nvPr/>
            </p:nvSpPr>
            <p:spPr>
              <a:xfrm>
                <a:off x="7363469" y="3829373"/>
                <a:ext cx="397589" cy="372514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8831" extrusionOk="0">
                    <a:moveTo>
                      <a:pt x="3467" y="1"/>
                    </a:moveTo>
                    <a:cubicBezTo>
                      <a:pt x="2050" y="1"/>
                      <a:pt x="302" y="238"/>
                      <a:pt x="1" y="451"/>
                    </a:cubicBezTo>
                    <a:cubicBezTo>
                      <a:pt x="41" y="449"/>
                      <a:pt x="81" y="448"/>
                      <a:pt x="121" y="448"/>
                    </a:cubicBezTo>
                    <a:cubicBezTo>
                      <a:pt x="1141" y="448"/>
                      <a:pt x="1913" y="1007"/>
                      <a:pt x="2559" y="1872"/>
                    </a:cubicBezTo>
                    <a:cubicBezTo>
                      <a:pt x="3457" y="3145"/>
                      <a:pt x="3548" y="4850"/>
                      <a:pt x="4492" y="6135"/>
                    </a:cubicBezTo>
                    <a:cubicBezTo>
                      <a:pt x="5054" y="6787"/>
                      <a:pt x="5060" y="8830"/>
                      <a:pt x="7217" y="8830"/>
                    </a:cubicBezTo>
                    <a:cubicBezTo>
                      <a:pt x="7241" y="8830"/>
                      <a:pt x="7264" y="8830"/>
                      <a:pt x="7288" y="8830"/>
                    </a:cubicBezTo>
                    <a:cubicBezTo>
                      <a:pt x="9426" y="7693"/>
                      <a:pt x="7573" y="3577"/>
                      <a:pt x="7107" y="2440"/>
                    </a:cubicBezTo>
                    <a:cubicBezTo>
                      <a:pt x="6629" y="1485"/>
                      <a:pt x="6152" y="780"/>
                      <a:pt x="5208" y="257"/>
                    </a:cubicBezTo>
                    <a:cubicBezTo>
                      <a:pt x="4922" y="72"/>
                      <a:pt x="4244" y="1"/>
                      <a:pt x="3467" y="1"/>
                    </a:cubicBezTo>
                    <a:close/>
                  </a:path>
                </a:pathLst>
              </a:custGeom>
              <a:solidFill>
                <a:srgbClr val="E8EE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678;p35">
                <a:extLst>
                  <a:ext uri="{FF2B5EF4-FFF2-40B4-BE49-F238E27FC236}">
                    <a16:creationId xmlns:a16="http://schemas.microsoft.com/office/drawing/2014/main" id="{C5E39B7C-C286-95F5-04DE-866A5DF90770}"/>
                  </a:ext>
                </a:extLst>
              </p:cNvPr>
              <p:cNvSpPr/>
              <p:nvPr/>
            </p:nvSpPr>
            <p:spPr>
              <a:xfrm>
                <a:off x="7403287" y="3839497"/>
                <a:ext cx="309812" cy="645772"/>
              </a:xfrm>
              <a:custGeom>
                <a:avLst/>
                <a:gdLst/>
                <a:ahLst/>
                <a:cxnLst/>
                <a:rect l="l" t="t" r="r" b="b"/>
                <a:pathLst>
                  <a:path w="7345" h="15309" extrusionOk="0">
                    <a:moveTo>
                      <a:pt x="440" y="1"/>
                    </a:moveTo>
                    <a:cubicBezTo>
                      <a:pt x="309" y="1"/>
                      <a:pt x="177" y="6"/>
                      <a:pt x="46" y="17"/>
                    </a:cubicBezTo>
                    <a:cubicBezTo>
                      <a:pt x="1" y="17"/>
                      <a:pt x="1" y="63"/>
                      <a:pt x="46" y="63"/>
                    </a:cubicBezTo>
                    <a:cubicBezTo>
                      <a:pt x="121" y="59"/>
                      <a:pt x="196" y="58"/>
                      <a:pt x="269" y="58"/>
                    </a:cubicBezTo>
                    <a:cubicBezTo>
                      <a:pt x="3207" y="58"/>
                      <a:pt x="4805" y="2684"/>
                      <a:pt x="5537" y="5224"/>
                    </a:cubicBezTo>
                    <a:cubicBezTo>
                      <a:pt x="6538" y="8499"/>
                      <a:pt x="6629" y="11909"/>
                      <a:pt x="7243" y="15275"/>
                    </a:cubicBezTo>
                    <a:cubicBezTo>
                      <a:pt x="7243" y="15297"/>
                      <a:pt x="7268" y="15309"/>
                      <a:pt x="7294" y="15309"/>
                    </a:cubicBezTo>
                    <a:cubicBezTo>
                      <a:pt x="7319" y="15309"/>
                      <a:pt x="7345" y="15297"/>
                      <a:pt x="7345" y="15275"/>
                    </a:cubicBezTo>
                    <a:cubicBezTo>
                      <a:pt x="6958" y="12432"/>
                      <a:pt x="6674" y="9590"/>
                      <a:pt x="6060" y="6793"/>
                    </a:cubicBezTo>
                    <a:cubicBezTo>
                      <a:pt x="5640" y="4656"/>
                      <a:pt x="4878" y="2291"/>
                      <a:pt x="3082" y="915"/>
                    </a:cubicBezTo>
                    <a:cubicBezTo>
                      <a:pt x="2331" y="295"/>
                      <a:pt x="1397" y="1"/>
                      <a:pt x="440" y="1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679;p35">
                <a:extLst>
                  <a:ext uri="{FF2B5EF4-FFF2-40B4-BE49-F238E27FC236}">
                    <a16:creationId xmlns:a16="http://schemas.microsoft.com/office/drawing/2014/main" id="{C85E7886-C6E5-4432-DFBC-4061A248E421}"/>
                  </a:ext>
                </a:extLst>
              </p:cNvPr>
              <p:cNvSpPr/>
              <p:nvPr/>
            </p:nvSpPr>
            <p:spPr>
              <a:xfrm>
                <a:off x="7749036" y="3333307"/>
                <a:ext cx="423487" cy="642650"/>
              </a:xfrm>
              <a:custGeom>
                <a:avLst/>
                <a:gdLst/>
                <a:ahLst/>
                <a:cxnLst/>
                <a:rect l="l" t="t" r="r" b="b"/>
                <a:pathLst>
                  <a:path w="10040" h="15235" extrusionOk="0">
                    <a:moveTo>
                      <a:pt x="7472" y="1"/>
                    </a:moveTo>
                    <a:cubicBezTo>
                      <a:pt x="6498" y="1"/>
                      <a:pt x="5423" y="608"/>
                      <a:pt x="4639" y="1308"/>
                    </a:cubicBezTo>
                    <a:cubicBezTo>
                      <a:pt x="2741" y="3013"/>
                      <a:pt x="1138" y="5526"/>
                      <a:pt x="705" y="7993"/>
                    </a:cubicBezTo>
                    <a:cubicBezTo>
                      <a:pt x="421" y="9550"/>
                      <a:pt x="1" y="13586"/>
                      <a:pt x="2843" y="15235"/>
                    </a:cubicBezTo>
                    <a:cubicBezTo>
                      <a:pt x="3696" y="15189"/>
                      <a:pt x="4400" y="14484"/>
                      <a:pt x="4730" y="13677"/>
                    </a:cubicBezTo>
                    <a:cubicBezTo>
                      <a:pt x="5583" y="11824"/>
                      <a:pt x="5401" y="9744"/>
                      <a:pt x="6583" y="8038"/>
                    </a:cubicBezTo>
                    <a:cubicBezTo>
                      <a:pt x="7197" y="7140"/>
                      <a:pt x="8004" y="6424"/>
                      <a:pt x="8664" y="5571"/>
                    </a:cubicBezTo>
                    <a:cubicBezTo>
                      <a:pt x="9619" y="4343"/>
                      <a:pt x="10039" y="2638"/>
                      <a:pt x="9335" y="1262"/>
                    </a:cubicBezTo>
                    <a:cubicBezTo>
                      <a:pt x="8885" y="347"/>
                      <a:pt x="8207" y="1"/>
                      <a:pt x="7472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680;p35">
                <a:extLst>
                  <a:ext uri="{FF2B5EF4-FFF2-40B4-BE49-F238E27FC236}">
                    <a16:creationId xmlns:a16="http://schemas.microsoft.com/office/drawing/2014/main" id="{324F9DCB-2E8B-A10E-97BF-3E741483FC5B}"/>
                  </a:ext>
                </a:extLst>
              </p:cNvPr>
              <p:cNvSpPr/>
              <p:nvPr/>
            </p:nvSpPr>
            <p:spPr>
              <a:xfrm>
                <a:off x="7846852" y="3412441"/>
                <a:ext cx="235997" cy="1002341"/>
              </a:xfrm>
              <a:custGeom>
                <a:avLst/>
                <a:gdLst/>
                <a:ahLst/>
                <a:cxnLst/>
                <a:rect l="l" t="t" r="r" b="b"/>
                <a:pathLst>
                  <a:path w="5595" h="23762" extrusionOk="0">
                    <a:moveTo>
                      <a:pt x="5538" y="0"/>
                    </a:moveTo>
                    <a:cubicBezTo>
                      <a:pt x="4458" y="57"/>
                      <a:pt x="3605" y="1137"/>
                      <a:pt x="3036" y="1944"/>
                    </a:cubicBezTo>
                    <a:cubicBezTo>
                      <a:pt x="2184" y="3183"/>
                      <a:pt x="1752" y="4741"/>
                      <a:pt x="1377" y="6208"/>
                    </a:cubicBezTo>
                    <a:cubicBezTo>
                      <a:pt x="524" y="9812"/>
                      <a:pt x="376" y="13507"/>
                      <a:pt x="194" y="17156"/>
                    </a:cubicBezTo>
                    <a:cubicBezTo>
                      <a:pt x="46" y="19327"/>
                      <a:pt x="1" y="21510"/>
                      <a:pt x="1" y="23693"/>
                    </a:cubicBezTo>
                    <a:cubicBezTo>
                      <a:pt x="1" y="23739"/>
                      <a:pt x="24" y="23761"/>
                      <a:pt x="46" y="23761"/>
                    </a:cubicBezTo>
                    <a:cubicBezTo>
                      <a:pt x="69" y="23761"/>
                      <a:pt x="92" y="23739"/>
                      <a:pt x="92" y="23693"/>
                    </a:cubicBezTo>
                    <a:cubicBezTo>
                      <a:pt x="137" y="20135"/>
                      <a:pt x="285" y="16588"/>
                      <a:pt x="569" y="13029"/>
                    </a:cubicBezTo>
                    <a:cubicBezTo>
                      <a:pt x="706" y="11278"/>
                      <a:pt x="899" y="9527"/>
                      <a:pt x="1183" y="7822"/>
                    </a:cubicBezTo>
                    <a:cubicBezTo>
                      <a:pt x="1468" y="6208"/>
                      <a:pt x="1843" y="4548"/>
                      <a:pt x="2513" y="3081"/>
                    </a:cubicBezTo>
                    <a:cubicBezTo>
                      <a:pt x="2843" y="2376"/>
                      <a:pt x="3264" y="1762"/>
                      <a:pt x="3741" y="1194"/>
                    </a:cubicBezTo>
                    <a:cubicBezTo>
                      <a:pt x="4219" y="671"/>
                      <a:pt x="4833" y="102"/>
                      <a:pt x="5538" y="102"/>
                    </a:cubicBezTo>
                    <a:cubicBezTo>
                      <a:pt x="5594" y="102"/>
                      <a:pt x="5594" y="0"/>
                      <a:pt x="5538" y="0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681;p35">
                <a:extLst>
                  <a:ext uri="{FF2B5EF4-FFF2-40B4-BE49-F238E27FC236}">
                    <a16:creationId xmlns:a16="http://schemas.microsoft.com/office/drawing/2014/main" id="{F8ED8FEA-C815-0612-CDEF-A2509267127B}"/>
                  </a:ext>
                </a:extLst>
              </p:cNvPr>
              <p:cNvSpPr/>
              <p:nvPr/>
            </p:nvSpPr>
            <p:spPr>
              <a:xfrm>
                <a:off x="8068423" y="3786094"/>
                <a:ext cx="317995" cy="208466"/>
              </a:xfrm>
              <a:custGeom>
                <a:avLst/>
                <a:gdLst/>
                <a:ahLst/>
                <a:cxnLst/>
                <a:rect l="l" t="t" r="r" b="b"/>
                <a:pathLst>
                  <a:path w="7539" h="4942" extrusionOk="0">
                    <a:moveTo>
                      <a:pt x="3256" y="0"/>
                    </a:moveTo>
                    <a:cubicBezTo>
                      <a:pt x="3145" y="0"/>
                      <a:pt x="3040" y="3"/>
                      <a:pt x="2945" y="10"/>
                    </a:cubicBezTo>
                    <a:lnTo>
                      <a:pt x="0" y="999"/>
                    </a:lnTo>
                    <a:cubicBezTo>
                      <a:pt x="37" y="998"/>
                      <a:pt x="74" y="997"/>
                      <a:pt x="111" y="997"/>
                    </a:cubicBezTo>
                    <a:cubicBezTo>
                      <a:pt x="1208" y="997"/>
                      <a:pt x="2246" y="1646"/>
                      <a:pt x="2752" y="2613"/>
                    </a:cubicBezTo>
                    <a:cubicBezTo>
                      <a:pt x="3127" y="3318"/>
                      <a:pt x="3320" y="4273"/>
                      <a:pt x="3980" y="4694"/>
                    </a:cubicBezTo>
                    <a:cubicBezTo>
                      <a:pt x="4264" y="4887"/>
                      <a:pt x="4605" y="4933"/>
                      <a:pt x="4935" y="4933"/>
                    </a:cubicBezTo>
                    <a:cubicBezTo>
                      <a:pt x="5009" y="4938"/>
                      <a:pt x="5084" y="4941"/>
                      <a:pt x="5160" y="4941"/>
                    </a:cubicBezTo>
                    <a:cubicBezTo>
                      <a:pt x="5715" y="4941"/>
                      <a:pt x="6311" y="4790"/>
                      <a:pt x="6731" y="4410"/>
                    </a:cubicBezTo>
                    <a:cubicBezTo>
                      <a:pt x="7390" y="3841"/>
                      <a:pt x="7538" y="2852"/>
                      <a:pt x="7208" y="2045"/>
                    </a:cubicBezTo>
                    <a:cubicBezTo>
                      <a:pt x="6924" y="1238"/>
                      <a:pt x="6310" y="715"/>
                      <a:pt x="5969" y="431"/>
                    </a:cubicBezTo>
                    <a:cubicBezTo>
                      <a:pt x="5307" y="180"/>
                      <a:pt x="4089" y="0"/>
                      <a:pt x="3256" y="0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682;p35">
                <a:extLst>
                  <a:ext uri="{FF2B5EF4-FFF2-40B4-BE49-F238E27FC236}">
                    <a16:creationId xmlns:a16="http://schemas.microsoft.com/office/drawing/2014/main" id="{22CCAB5A-4F47-A840-0D06-2CF2D5CDB54A}"/>
                  </a:ext>
                </a:extLst>
              </p:cNvPr>
              <p:cNvSpPr/>
              <p:nvPr/>
            </p:nvSpPr>
            <p:spPr>
              <a:xfrm>
                <a:off x="8148523" y="3767744"/>
                <a:ext cx="153957" cy="159787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3788" extrusionOk="0">
                    <a:moveTo>
                      <a:pt x="524" y="0"/>
                    </a:moveTo>
                    <a:cubicBezTo>
                      <a:pt x="348" y="0"/>
                      <a:pt x="173" y="19"/>
                      <a:pt x="0" y="58"/>
                    </a:cubicBezTo>
                    <a:cubicBezTo>
                      <a:pt x="1091" y="161"/>
                      <a:pt x="2081" y="388"/>
                      <a:pt x="2842" y="1241"/>
                    </a:cubicBezTo>
                    <a:cubicBezTo>
                      <a:pt x="3411" y="1957"/>
                      <a:pt x="3559" y="2855"/>
                      <a:pt x="3559" y="3753"/>
                    </a:cubicBezTo>
                    <a:cubicBezTo>
                      <a:pt x="3581" y="3776"/>
                      <a:pt x="3604" y="3787"/>
                      <a:pt x="3621" y="3787"/>
                    </a:cubicBezTo>
                    <a:cubicBezTo>
                      <a:pt x="3638" y="3787"/>
                      <a:pt x="3650" y="3776"/>
                      <a:pt x="3650" y="3753"/>
                    </a:cubicBezTo>
                    <a:cubicBezTo>
                      <a:pt x="3650" y="2810"/>
                      <a:pt x="3502" y="1866"/>
                      <a:pt x="2888" y="1150"/>
                    </a:cubicBezTo>
                    <a:cubicBezTo>
                      <a:pt x="2299" y="476"/>
                      <a:pt x="1410" y="0"/>
                      <a:pt x="524" y="0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683;p35">
                <a:extLst>
                  <a:ext uri="{FF2B5EF4-FFF2-40B4-BE49-F238E27FC236}">
                    <a16:creationId xmlns:a16="http://schemas.microsoft.com/office/drawing/2014/main" id="{7661EB85-95AD-BE01-0CA6-205C7E0CB529}"/>
                  </a:ext>
                </a:extLst>
              </p:cNvPr>
              <p:cNvSpPr/>
              <p:nvPr/>
            </p:nvSpPr>
            <p:spPr>
              <a:xfrm>
                <a:off x="7992668" y="3752010"/>
                <a:ext cx="327570" cy="171809"/>
              </a:xfrm>
              <a:custGeom>
                <a:avLst/>
                <a:gdLst/>
                <a:ahLst/>
                <a:cxnLst/>
                <a:rect l="l" t="t" r="r" b="b"/>
                <a:pathLst>
                  <a:path w="7766" h="4073" extrusionOk="0">
                    <a:moveTo>
                      <a:pt x="3992" y="0"/>
                    </a:moveTo>
                    <a:cubicBezTo>
                      <a:pt x="3828" y="0"/>
                      <a:pt x="3682" y="5"/>
                      <a:pt x="3559" y="11"/>
                    </a:cubicBezTo>
                    <a:cubicBezTo>
                      <a:pt x="2797" y="102"/>
                      <a:pt x="1990" y="250"/>
                      <a:pt x="1376" y="670"/>
                    </a:cubicBezTo>
                    <a:cubicBezTo>
                      <a:pt x="716" y="1102"/>
                      <a:pt x="0" y="1386"/>
                      <a:pt x="46" y="2614"/>
                    </a:cubicBezTo>
                    <a:cubicBezTo>
                      <a:pt x="46" y="3838"/>
                      <a:pt x="635" y="4072"/>
                      <a:pt x="1252" y="4072"/>
                    </a:cubicBezTo>
                    <a:cubicBezTo>
                      <a:pt x="1420" y="4072"/>
                      <a:pt x="1590" y="4055"/>
                      <a:pt x="1751" y="4035"/>
                    </a:cubicBezTo>
                    <a:cubicBezTo>
                      <a:pt x="2513" y="3990"/>
                      <a:pt x="2990" y="3274"/>
                      <a:pt x="3502" y="2751"/>
                    </a:cubicBezTo>
                    <a:cubicBezTo>
                      <a:pt x="4422" y="1792"/>
                      <a:pt x="5747" y="1173"/>
                      <a:pt x="7046" y="1173"/>
                    </a:cubicBezTo>
                    <a:cubicBezTo>
                      <a:pt x="7288" y="1173"/>
                      <a:pt x="7528" y="1194"/>
                      <a:pt x="7765" y="1239"/>
                    </a:cubicBezTo>
                    <a:cubicBezTo>
                      <a:pt x="6745" y="179"/>
                      <a:pt x="5022" y="0"/>
                      <a:pt x="3992" y="0"/>
                    </a:cubicBezTo>
                    <a:close/>
                  </a:path>
                </a:pathLst>
              </a:custGeom>
              <a:solidFill>
                <a:srgbClr val="E8EE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684;p35">
                <a:extLst>
                  <a:ext uri="{FF2B5EF4-FFF2-40B4-BE49-F238E27FC236}">
                    <a16:creationId xmlns:a16="http://schemas.microsoft.com/office/drawing/2014/main" id="{C1E14FC4-C03C-BB09-0C03-6A555B975E27}"/>
                  </a:ext>
                </a:extLst>
              </p:cNvPr>
              <p:cNvSpPr/>
              <p:nvPr/>
            </p:nvSpPr>
            <p:spPr>
              <a:xfrm>
                <a:off x="7932688" y="3760109"/>
                <a:ext cx="313693" cy="679138"/>
              </a:xfrm>
              <a:custGeom>
                <a:avLst/>
                <a:gdLst/>
                <a:ahLst/>
                <a:cxnLst/>
                <a:rect l="l" t="t" r="r" b="b"/>
                <a:pathLst>
                  <a:path w="7437" h="16100" extrusionOk="0">
                    <a:moveTo>
                      <a:pt x="7391" y="1"/>
                    </a:moveTo>
                    <a:cubicBezTo>
                      <a:pt x="4924" y="1"/>
                      <a:pt x="2843" y="1615"/>
                      <a:pt x="1797" y="3798"/>
                    </a:cubicBezTo>
                    <a:cubicBezTo>
                      <a:pt x="899" y="5640"/>
                      <a:pt x="615" y="7732"/>
                      <a:pt x="376" y="9721"/>
                    </a:cubicBezTo>
                    <a:cubicBezTo>
                      <a:pt x="149" y="11802"/>
                      <a:pt x="1" y="13928"/>
                      <a:pt x="46" y="16065"/>
                    </a:cubicBezTo>
                    <a:cubicBezTo>
                      <a:pt x="46" y="16088"/>
                      <a:pt x="58" y="16099"/>
                      <a:pt x="69" y="16099"/>
                    </a:cubicBezTo>
                    <a:cubicBezTo>
                      <a:pt x="81" y="16099"/>
                      <a:pt x="92" y="16088"/>
                      <a:pt x="92" y="16065"/>
                    </a:cubicBezTo>
                    <a:cubicBezTo>
                      <a:pt x="331" y="12984"/>
                      <a:pt x="331" y="9858"/>
                      <a:pt x="945" y="6822"/>
                    </a:cubicBezTo>
                    <a:cubicBezTo>
                      <a:pt x="1286" y="5174"/>
                      <a:pt x="1854" y="3605"/>
                      <a:pt x="2934" y="2274"/>
                    </a:cubicBezTo>
                    <a:cubicBezTo>
                      <a:pt x="4071" y="956"/>
                      <a:pt x="5640" y="103"/>
                      <a:pt x="7391" y="58"/>
                    </a:cubicBezTo>
                    <a:cubicBezTo>
                      <a:pt x="7436" y="58"/>
                      <a:pt x="7436" y="1"/>
                      <a:pt x="7391" y="1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685;p35">
                <a:extLst>
                  <a:ext uri="{FF2B5EF4-FFF2-40B4-BE49-F238E27FC236}">
                    <a16:creationId xmlns:a16="http://schemas.microsoft.com/office/drawing/2014/main" id="{A6A90E1E-46F7-4519-244E-AED5DC4F4A43}"/>
                  </a:ext>
                </a:extLst>
              </p:cNvPr>
              <p:cNvSpPr/>
              <p:nvPr/>
            </p:nvSpPr>
            <p:spPr>
              <a:xfrm>
                <a:off x="7864610" y="4059226"/>
                <a:ext cx="237895" cy="372345"/>
              </a:xfrm>
              <a:custGeom>
                <a:avLst/>
                <a:gdLst/>
                <a:ahLst/>
                <a:cxnLst/>
                <a:rect l="l" t="t" r="r" b="b"/>
                <a:pathLst>
                  <a:path w="5640" h="8827" extrusionOk="0">
                    <a:moveTo>
                      <a:pt x="4730" y="0"/>
                    </a:moveTo>
                    <a:cubicBezTo>
                      <a:pt x="4033" y="0"/>
                      <a:pt x="3346" y="142"/>
                      <a:pt x="2752" y="538"/>
                    </a:cubicBezTo>
                    <a:cubicBezTo>
                      <a:pt x="1990" y="1016"/>
                      <a:pt x="1479" y="1778"/>
                      <a:pt x="1092" y="2630"/>
                    </a:cubicBezTo>
                    <a:cubicBezTo>
                      <a:pt x="285" y="4472"/>
                      <a:pt x="1" y="6837"/>
                      <a:pt x="433" y="8826"/>
                    </a:cubicBezTo>
                    <a:cubicBezTo>
                      <a:pt x="433" y="8826"/>
                      <a:pt x="524" y="8826"/>
                      <a:pt x="478" y="8781"/>
                    </a:cubicBezTo>
                    <a:cubicBezTo>
                      <a:pt x="239" y="6894"/>
                      <a:pt x="387" y="4904"/>
                      <a:pt x="1047" y="3096"/>
                    </a:cubicBezTo>
                    <a:cubicBezTo>
                      <a:pt x="1331" y="2198"/>
                      <a:pt x="1854" y="1345"/>
                      <a:pt x="2559" y="777"/>
                    </a:cubicBezTo>
                    <a:cubicBezTo>
                      <a:pt x="3258" y="270"/>
                      <a:pt x="4059" y="65"/>
                      <a:pt x="4888" y="65"/>
                    </a:cubicBezTo>
                    <a:cubicBezTo>
                      <a:pt x="5137" y="65"/>
                      <a:pt x="5388" y="84"/>
                      <a:pt x="5640" y="118"/>
                    </a:cubicBezTo>
                    <a:lnTo>
                      <a:pt x="5640" y="72"/>
                    </a:lnTo>
                    <a:cubicBezTo>
                      <a:pt x="5339" y="27"/>
                      <a:pt x="5034" y="0"/>
                      <a:pt x="4730" y="0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686;p35">
                <a:extLst>
                  <a:ext uri="{FF2B5EF4-FFF2-40B4-BE49-F238E27FC236}">
                    <a16:creationId xmlns:a16="http://schemas.microsoft.com/office/drawing/2014/main" id="{D38541C2-62A6-8009-E1A1-DCE37352D7BA}"/>
                  </a:ext>
                </a:extLst>
              </p:cNvPr>
              <p:cNvSpPr/>
              <p:nvPr/>
            </p:nvSpPr>
            <p:spPr>
              <a:xfrm>
                <a:off x="7517215" y="3435557"/>
                <a:ext cx="257762" cy="1079450"/>
              </a:xfrm>
              <a:custGeom>
                <a:avLst/>
                <a:gdLst/>
                <a:ahLst/>
                <a:cxnLst/>
                <a:rect l="l" t="t" r="r" b="b"/>
                <a:pathLst>
                  <a:path w="6111" h="25590" extrusionOk="0">
                    <a:moveTo>
                      <a:pt x="13" y="0"/>
                    </a:moveTo>
                    <a:cubicBezTo>
                      <a:pt x="0" y="0"/>
                      <a:pt x="13" y="21"/>
                      <a:pt x="51" y="21"/>
                    </a:cubicBezTo>
                    <a:cubicBezTo>
                      <a:pt x="32" y="5"/>
                      <a:pt x="19" y="0"/>
                      <a:pt x="13" y="0"/>
                    </a:cubicBezTo>
                    <a:close/>
                    <a:moveTo>
                      <a:pt x="51" y="21"/>
                    </a:moveTo>
                    <a:cubicBezTo>
                      <a:pt x="1472" y="828"/>
                      <a:pt x="2370" y="2397"/>
                      <a:pt x="3075" y="3818"/>
                    </a:cubicBezTo>
                    <a:cubicBezTo>
                      <a:pt x="3791" y="5284"/>
                      <a:pt x="4257" y="6842"/>
                      <a:pt x="4598" y="8411"/>
                    </a:cubicBezTo>
                    <a:cubicBezTo>
                      <a:pt x="5349" y="11958"/>
                      <a:pt x="5679" y="15653"/>
                      <a:pt x="5826" y="19302"/>
                    </a:cubicBezTo>
                    <a:cubicBezTo>
                      <a:pt x="5872" y="21394"/>
                      <a:pt x="5826" y="23475"/>
                      <a:pt x="5781" y="25555"/>
                    </a:cubicBezTo>
                    <a:cubicBezTo>
                      <a:pt x="5781" y="25578"/>
                      <a:pt x="5804" y="25590"/>
                      <a:pt x="5826" y="25590"/>
                    </a:cubicBezTo>
                    <a:cubicBezTo>
                      <a:pt x="5849" y="25590"/>
                      <a:pt x="5872" y="25578"/>
                      <a:pt x="5872" y="25555"/>
                    </a:cubicBezTo>
                    <a:cubicBezTo>
                      <a:pt x="6111" y="21679"/>
                      <a:pt x="5917" y="17745"/>
                      <a:pt x="5497" y="13902"/>
                    </a:cubicBezTo>
                    <a:cubicBezTo>
                      <a:pt x="5167" y="10537"/>
                      <a:pt x="4689" y="7081"/>
                      <a:pt x="3268" y="4000"/>
                    </a:cubicBezTo>
                    <a:cubicBezTo>
                      <a:pt x="2552" y="2488"/>
                      <a:pt x="1563" y="828"/>
                      <a:pt x="51" y="21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687;p35">
                <a:extLst>
                  <a:ext uri="{FF2B5EF4-FFF2-40B4-BE49-F238E27FC236}">
                    <a16:creationId xmlns:a16="http://schemas.microsoft.com/office/drawing/2014/main" id="{4D2A11A9-F76A-F8E6-3D7A-89F6CBBC0426}"/>
                  </a:ext>
                </a:extLst>
              </p:cNvPr>
              <p:cNvSpPr/>
              <p:nvPr/>
            </p:nvSpPr>
            <p:spPr>
              <a:xfrm>
                <a:off x="7591283" y="4395547"/>
                <a:ext cx="451284" cy="470040"/>
              </a:xfrm>
              <a:custGeom>
                <a:avLst/>
                <a:gdLst/>
                <a:ahLst/>
                <a:cxnLst/>
                <a:rect l="l" t="t" r="r" b="b"/>
                <a:pathLst>
                  <a:path w="10699" h="11143" extrusionOk="0">
                    <a:moveTo>
                      <a:pt x="0" y="1"/>
                    </a:moveTo>
                    <a:lnTo>
                      <a:pt x="0" y="1808"/>
                    </a:lnTo>
                    <a:cubicBezTo>
                      <a:pt x="0" y="9050"/>
                      <a:pt x="2558" y="11142"/>
                      <a:pt x="2558" y="11142"/>
                    </a:cubicBezTo>
                    <a:lnTo>
                      <a:pt x="8140" y="11142"/>
                    </a:lnTo>
                    <a:cubicBezTo>
                      <a:pt x="8140" y="11142"/>
                      <a:pt x="10698" y="9050"/>
                      <a:pt x="10698" y="1808"/>
                    </a:cubicBezTo>
                    <a:lnTo>
                      <a:pt x="1069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83" name="Google Shape;2956;p55">
            <a:extLst>
              <a:ext uri="{FF2B5EF4-FFF2-40B4-BE49-F238E27FC236}">
                <a16:creationId xmlns:a16="http://schemas.microsoft.com/office/drawing/2014/main" id="{BE9513FC-68B1-C4A9-E502-4641AC199AE5}"/>
              </a:ext>
            </a:extLst>
          </p:cNvPr>
          <p:cNvSpPr/>
          <p:nvPr/>
        </p:nvSpPr>
        <p:spPr>
          <a:xfrm>
            <a:off x="6833780" y="15038"/>
            <a:ext cx="985422" cy="48895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84" name="Google Shape;2960;p55">
            <a:extLst>
              <a:ext uri="{FF2B5EF4-FFF2-40B4-BE49-F238E27FC236}">
                <a16:creationId xmlns:a16="http://schemas.microsoft.com/office/drawing/2014/main" id="{3E7A0E9C-459B-C156-05C1-07BAABDE8390}"/>
              </a:ext>
            </a:extLst>
          </p:cNvPr>
          <p:cNvCxnSpPr>
            <a:cxnSpLocks/>
          </p:cNvCxnSpPr>
          <p:nvPr/>
        </p:nvCxnSpPr>
        <p:spPr>
          <a:xfrm>
            <a:off x="6176987" y="267750"/>
            <a:ext cx="619813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87" name="Google Shape;2965;p55">
            <a:extLst>
              <a:ext uri="{FF2B5EF4-FFF2-40B4-BE49-F238E27FC236}">
                <a16:creationId xmlns:a16="http://schemas.microsoft.com/office/drawing/2014/main" id="{59C9E4DD-5B04-A169-8B38-293E8B87F4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3729" y="161020"/>
            <a:ext cx="905472" cy="3285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Education filter</a:t>
            </a:r>
            <a:endParaRPr sz="900" dirty="0"/>
          </a:p>
        </p:txBody>
      </p:sp>
      <p:sp>
        <p:nvSpPr>
          <p:cNvPr id="1596" name="Google Shape;2956;p55">
            <a:extLst>
              <a:ext uri="{FF2B5EF4-FFF2-40B4-BE49-F238E27FC236}">
                <a16:creationId xmlns:a16="http://schemas.microsoft.com/office/drawing/2014/main" id="{871C5859-9527-DA7C-DF4D-4D4EBE0A6AC6}"/>
              </a:ext>
            </a:extLst>
          </p:cNvPr>
          <p:cNvSpPr/>
          <p:nvPr/>
        </p:nvSpPr>
        <p:spPr>
          <a:xfrm>
            <a:off x="8102180" y="2089838"/>
            <a:ext cx="985422" cy="48895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97" name="Google Shape;2960;p55">
            <a:extLst>
              <a:ext uri="{FF2B5EF4-FFF2-40B4-BE49-F238E27FC236}">
                <a16:creationId xmlns:a16="http://schemas.microsoft.com/office/drawing/2014/main" id="{72493DAC-2475-D331-BDAA-5FC13723FB73}"/>
              </a:ext>
            </a:extLst>
          </p:cNvPr>
          <p:cNvCxnSpPr>
            <a:cxnSpLocks/>
          </p:cNvCxnSpPr>
          <p:nvPr/>
        </p:nvCxnSpPr>
        <p:spPr>
          <a:xfrm>
            <a:off x="8619600" y="1735200"/>
            <a:ext cx="0" cy="34815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600" name="Google Shape;2965;p55">
            <a:extLst>
              <a:ext uri="{FF2B5EF4-FFF2-40B4-BE49-F238E27FC236}">
                <a16:creationId xmlns:a16="http://schemas.microsoft.com/office/drawing/2014/main" id="{144212B9-FB37-3966-D02F-496C506974C9}"/>
              </a:ext>
            </a:extLst>
          </p:cNvPr>
          <p:cNvSpPr txBox="1">
            <a:spLocks/>
          </p:cNvSpPr>
          <p:nvPr/>
        </p:nvSpPr>
        <p:spPr>
          <a:xfrm>
            <a:off x="8182129" y="2145600"/>
            <a:ext cx="832271" cy="42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Comfortaa"/>
              <a:buNone/>
              <a:defRPr sz="28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900" dirty="0"/>
              <a:t>Age range parameter</a:t>
            </a:r>
          </a:p>
        </p:txBody>
      </p:sp>
      <p:sp>
        <p:nvSpPr>
          <p:cNvPr id="1691" name="Google Shape;2956;p55">
            <a:extLst>
              <a:ext uri="{FF2B5EF4-FFF2-40B4-BE49-F238E27FC236}">
                <a16:creationId xmlns:a16="http://schemas.microsoft.com/office/drawing/2014/main" id="{346A0EED-45FA-5613-ED60-16C93F557BDB}"/>
              </a:ext>
            </a:extLst>
          </p:cNvPr>
          <p:cNvSpPr/>
          <p:nvPr/>
        </p:nvSpPr>
        <p:spPr>
          <a:xfrm>
            <a:off x="5900180" y="3754238"/>
            <a:ext cx="985422" cy="48895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92" name="Google Shape;2960;p55">
            <a:extLst>
              <a:ext uri="{FF2B5EF4-FFF2-40B4-BE49-F238E27FC236}">
                <a16:creationId xmlns:a16="http://schemas.microsoft.com/office/drawing/2014/main" id="{A49F9D43-60E5-7344-B1C1-B2283CA2EC3C}"/>
              </a:ext>
            </a:extLst>
          </p:cNvPr>
          <p:cNvCxnSpPr>
            <a:cxnSpLocks/>
          </p:cNvCxnSpPr>
          <p:nvPr/>
        </p:nvCxnSpPr>
        <p:spPr>
          <a:xfrm flipH="1">
            <a:off x="6885602" y="3967200"/>
            <a:ext cx="559198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693" name="Google Shape;2965;p55">
            <a:extLst>
              <a:ext uri="{FF2B5EF4-FFF2-40B4-BE49-F238E27FC236}">
                <a16:creationId xmlns:a16="http://schemas.microsoft.com/office/drawing/2014/main" id="{C8598F79-FF4B-547A-E40E-F82B8BC7C121}"/>
              </a:ext>
            </a:extLst>
          </p:cNvPr>
          <p:cNvSpPr txBox="1">
            <a:spLocks/>
          </p:cNvSpPr>
          <p:nvPr/>
        </p:nvSpPr>
        <p:spPr>
          <a:xfrm>
            <a:off x="5936929" y="3802243"/>
            <a:ext cx="905473" cy="48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Comfortaa"/>
              <a:buNone/>
              <a:defRPr sz="28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900" dirty="0"/>
              <a:t>Gender distribution indicator</a:t>
            </a:r>
          </a:p>
        </p:txBody>
      </p:sp>
      <p:sp>
        <p:nvSpPr>
          <p:cNvPr id="1697" name="Google Shape;2956;p55">
            <a:extLst>
              <a:ext uri="{FF2B5EF4-FFF2-40B4-BE49-F238E27FC236}">
                <a16:creationId xmlns:a16="http://schemas.microsoft.com/office/drawing/2014/main" id="{E4438EDA-27D2-B38F-549C-E59E8F6BE410}"/>
              </a:ext>
            </a:extLst>
          </p:cNvPr>
          <p:cNvSpPr/>
          <p:nvPr/>
        </p:nvSpPr>
        <p:spPr>
          <a:xfrm>
            <a:off x="2788580" y="16238"/>
            <a:ext cx="985422" cy="48895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98" name="Google Shape;2960;p55">
            <a:extLst>
              <a:ext uri="{FF2B5EF4-FFF2-40B4-BE49-F238E27FC236}">
                <a16:creationId xmlns:a16="http://schemas.microsoft.com/office/drawing/2014/main" id="{2456C9B3-EC5E-20ED-BE1D-353DE69FD696}"/>
              </a:ext>
            </a:extLst>
          </p:cNvPr>
          <p:cNvCxnSpPr>
            <a:cxnSpLocks/>
          </p:cNvCxnSpPr>
          <p:nvPr/>
        </p:nvCxnSpPr>
        <p:spPr>
          <a:xfrm flipH="1">
            <a:off x="3774001" y="229043"/>
            <a:ext cx="573306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699" name="Google Shape;2965;p55">
            <a:extLst>
              <a:ext uri="{FF2B5EF4-FFF2-40B4-BE49-F238E27FC236}">
                <a16:creationId xmlns:a16="http://schemas.microsoft.com/office/drawing/2014/main" id="{4BA2ABC7-2664-FEEE-3837-4E12080EDA35}"/>
              </a:ext>
            </a:extLst>
          </p:cNvPr>
          <p:cNvSpPr txBox="1">
            <a:spLocks/>
          </p:cNvSpPr>
          <p:nvPr/>
        </p:nvSpPr>
        <p:spPr>
          <a:xfrm>
            <a:off x="2788579" y="108000"/>
            <a:ext cx="985422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Comfortaa"/>
              <a:buNone/>
              <a:defRPr sz="28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900" dirty="0"/>
              <a:t>PDF Export</a:t>
            </a:r>
          </a:p>
        </p:txBody>
      </p:sp>
    </p:spTree>
    <p:extLst>
      <p:ext uri="{BB962C8B-B14F-4D97-AF65-F5344CB8AC3E}">
        <p14:creationId xmlns:p14="http://schemas.microsoft.com/office/powerpoint/2010/main" val="2261714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7">
          <a:extLst>
            <a:ext uri="{FF2B5EF4-FFF2-40B4-BE49-F238E27FC236}">
              <a16:creationId xmlns:a16="http://schemas.microsoft.com/office/drawing/2014/main" id="{325E5CC0-7FBA-D7D3-E3DC-3698C2DFD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35">
            <a:extLst>
              <a:ext uri="{FF2B5EF4-FFF2-40B4-BE49-F238E27FC236}">
                <a16:creationId xmlns:a16="http://schemas.microsoft.com/office/drawing/2014/main" id="{EDF8C184-C0E0-1E28-2858-DB1BEE6A2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22" y="3030542"/>
            <a:ext cx="3377371" cy="7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-US" dirty="0"/>
              <a:t>Data for Analysis</a:t>
            </a:r>
          </a:p>
        </p:txBody>
      </p:sp>
      <p:sp>
        <p:nvSpPr>
          <p:cNvPr id="1599" name="Google Shape;1599;p35">
            <a:extLst>
              <a:ext uri="{FF2B5EF4-FFF2-40B4-BE49-F238E27FC236}">
                <a16:creationId xmlns:a16="http://schemas.microsoft.com/office/drawing/2014/main" id="{0A634C0C-8DFD-15C4-06A4-F77C57E1E8D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70722" y="2037042"/>
            <a:ext cx="1907700" cy="9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601" name="Google Shape;1601;p35">
            <a:extLst>
              <a:ext uri="{FF2B5EF4-FFF2-40B4-BE49-F238E27FC236}">
                <a16:creationId xmlns:a16="http://schemas.microsoft.com/office/drawing/2014/main" id="{ADA553ED-8FD0-B90E-25F1-5037122B971B}"/>
              </a:ext>
            </a:extLst>
          </p:cNvPr>
          <p:cNvSpPr/>
          <p:nvPr/>
        </p:nvSpPr>
        <p:spPr>
          <a:xfrm>
            <a:off x="8214661" y="3549550"/>
            <a:ext cx="60022" cy="62388"/>
          </a:xfrm>
          <a:custGeom>
            <a:avLst/>
            <a:gdLst/>
            <a:ahLst/>
            <a:cxnLst/>
            <a:rect l="l" t="t" r="r" b="b"/>
            <a:pathLst>
              <a:path w="1423" h="1479" fill="none" extrusionOk="0">
                <a:moveTo>
                  <a:pt x="1422" y="717"/>
                </a:moveTo>
                <a:cubicBezTo>
                  <a:pt x="1422" y="1138"/>
                  <a:pt x="1081" y="1479"/>
                  <a:pt x="706" y="1479"/>
                </a:cubicBezTo>
                <a:cubicBezTo>
                  <a:pt x="285" y="1479"/>
                  <a:pt x="1" y="1138"/>
                  <a:pt x="1" y="717"/>
                </a:cubicBezTo>
                <a:cubicBezTo>
                  <a:pt x="1" y="342"/>
                  <a:pt x="285" y="1"/>
                  <a:pt x="706" y="1"/>
                </a:cubicBezTo>
                <a:cubicBezTo>
                  <a:pt x="1081" y="1"/>
                  <a:pt x="1422" y="342"/>
                  <a:pt x="1422" y="717"/>
                </a:cubicBezTo>
                <a:close/>
              </a:path>
            </a:pathLst>
          </a:custGeom>
          <a:noFill/>
          <a:ln w="48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2" name="Google Shape;1602;p35">
            <a:extLst>
              <a:ext uri="{FF2B5EF4-FFF2-40B4-BE49-F238E27FC236}">
                <a16:creationId xmlns:a16="http://schemas.microsoft.com/office/drawing/2014/main" id="{7CD0A99B-1BC1-62FC-F7C5-CD916C337DCE}"/>
              </a:ext>
            </a:extLst>
          </p:cNvPr>
          <p:cNvSpPr/>
          <p:nvPr/>
        </p:nvSpPr>
        <p:spPr>
          <a:xfrm>
            <a:off x="8646289" y="3456073"/>
            <a:ext cx="253713" cy="0"/>
          </a:xfrm>
          <a:custGeom>
            <a:avLst/>
            <a:gdLst/>
            <a:ahLst/>
            <a:cxnLst/>
            <a:rect l="l" t="t" r="r" b="b"/>
            <a:pathLst>
              <a:path w="6015" fill="none" extrusionOk="0">
                <a:moveTo>
                  <a:pt x="0" y="0"/>
                </a:moveTo>
                <a:lnTo>
                  <a:pt x="6014" y="0"/>
                </a:lnTo>
              </a:path>
            </a:pathLst>
          </a:custGeom>
          <a:noFill/>
          <a:ln w="48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947;p59">
            <a:extLst>
              <a:ext uri="{FF2B5EF4-FFF2-40B4-BE49-F238E27FC236}">
                <a16:creationId xmlns:a16="http://schemas.microsoft.com/office/drawing/2014/main" id="{04380CC4-DF48-0EF3-19E7-62721140341F}"/>
              </a:ext>
            </a:extLst>
          </p:cNvPr>
          <p:cNvSpPr/>
          <p:nvPr/>
        </p:nvSpPr>
        <p:spPr>
          <a:xfrm>
            <a:off x="6786866" y="2211397"/>
            <a:ext cx="1218395" cy="685107"/>
          </a:xfrm>
          <a:custGeom>
            <a:avLst/>
            <a:gdLst/>
            <a:ahLst/>
            <a:cxnLst/>
            <a:rect l="l" t="t" r="r" b="b"/>
            <a:pathLst>
              <a:path w="7127" h="3953" extrusionOk="0">
                <a:moveTo>
                  <a:pt x="1564" y="1"/>
                </a:moveTo>
                <a:cubicBezTo>
                  <a:pt x="1370" y="1"/>
                  <a:pt x="1201" y="124"/>
                  <a:pt x="1125" y="323"/>
                </a:cubicBezTo>
                <a:lnTo>
                  <a:pt x="0" y="3953"/>
                </a:lnTo>
                <a:lnTo>
                  <a:pt x="5932" y="3953"/>
                </a:lnTo>
                <a:lnTo>
                  <a:pt x="7103" y="223"/>
                </a:lnTo>
                <a:cubicBezTo>
                  <a:pt x="7126" y="124"/>
                  <a:pt x="7056" y="1"/>
                  <a:pt x="693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948;p59">
            <a:extLst>
              <a:ext uri="{FF2B5EF4-FFF2-40B4-BE49-F238E27FC236}">
                <a16:creationId xmlns:a16="http://schemas.microsoft.com/office/drawing/2014/main" id="{BFB56A36-03B9-7B33-6704-25C43FAB9B12}"/>
              </a:ext>
            </a:extLst>
          </p:cNvPr>
          <p:cNvSpPr/>
          <p:nvPr/>
        </p:nvSpPr>
        <p:spPr>
          <a:xfrm>
            <a:off x="6798595" y="2208030"/>
            <a:ext cx="1218395" cy="685107"/>
          </a:xfrm>
          <a:custGeom>
            <a:avLst/>
            <a:gdLst/>
            <a:ahLst/>
            <a:cxnLst/>
            <a:rect l="l" t="t" r="r" b="b"/>
            <a:pathLst>
              <a:path w="7127" h="3953" extrusionOk="0">
                <a:moveTo>
                  <a:pt x="1564" y="1"/>
                </a:moveTo>
                <a:cubicBezTo>
                  <a:pt x="1371" y="1"/>
                  <a:pt x="1195" y="124"/>
                  <a:pt x="1125" y="323"/>
                </a:cubicBezTo>
                <a:lnTo>
                  <a:pt x="1" y="3953"/>
                </a:lnTo>
                <a:lnTo>
                  <a:pt x="5932" y="3953"/>
                </a:lnTo>
                <a:lnTo>
                  <a:pt x="7080" y="223"/>
                </a:lnTo>
                <a:cubicBezTo>
                  <a:pt x="7126" y="124"/>
                  <a:pt x="7027" y="1"/>
                  <a:pt x="693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949;p59">
            <a:extLst>
              <a:ext uri="{FF2B5EF4-FFF2-40B4-BE49-F238E27FC236}">
                <a16:creationId xmlns:a16="http://schemas.microsoft.com/office/drawing/2014/main" id="{1E097884-C7DF-9442-9CE1-929BE0BDC728}"/>
              </a:ext>
            </a:extLst>
          </p:cNvPr>
          <p:cNvSpPr/>
          <p:nvPr/>
        </p:nvSpPr>
        <p:spPr>
          <a:xfrm>
            <a:off x="7332690" y="2553574"/>
            <a:ext cx="150269" cy="105721"/>
          </a:xfrm>
          <a:custGeom>
            <a:avLst/>
            <a:gdLst/>
            <a:ahLst/>
            <a:cxnLst/>
            <a:rect l="l" t="t" r="r" b="b"/>
            <a:pathLst>
              <a:path w="879" h="610" extrusionOk="0">
                <a:moveTo>
                  <a:pt x="515" y="1"/>
                </a:moveTo>
                <a:cubicBezTo>
                  <a:pt x="293" y="1"/>
                  <a:pt x="76" y="124"/>
                  <a:pt x="47" y="294"/>
                </a:cubicBezTo>
                <a:cubicBezTo>
                  <a:pt x="0" y="463"/>
                  <a:pt x="146" y="610"/>
                  <a:pt x="369" y="610"/>
                </a:cubicBezTo>
                <a:cubicBezTo>
                  <a:pt x="586" y="610"/>
                  <a:pt x="808" y="463"/>
                  <a:pt x="831" y="294"/>
                </a:cubicBezTo>
                <a:cubicBezTo>
                  <a:pt x="878" y="124"/>
                  <a:pt x="732" y="1"/>
                  <a:pt x="51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946;p59">
            <a:extLst>
              <a:ext uri="{FF2B5EF4-FFF2-40B4-BE49-F238E27FC236}">
                <a16:creationId xmlns:a16="http://schemas.microsoft.com/office/drawing/2014/main" id="{19BA9864-ECE8-CC14-362B-BA34AA9D2D9B}"/>
              </a:ext>
            </a:extLst>
          </p:cNvPr>
          <p:cNvSpPr/>
          <p:nvPr/>
        </p:nvSpPr>
        <p:spPr>
          <a:xfrm>
            <a:off x="6454531" y="2850790"/>
            <a:ext cx="759894" cy="45719"/>
          </a:xfrm>
          <a:custGeom>
            <a:avLst/>
            <a:gdLst/>
            <a:ahLst/>
            <a:cxnLst/>
            <a:rect l="l" t="t" r="r" b="b"/>
            <a:pathLst>
              <a:path w="4445" h="241" extrusionOk="0">
                <a:moveTo>
                  <a:pt x="223" y="1"/>
                </a:moveTo>
                <a:cubicBezTo>
                  <a:pt x="100" y="1"/>
                  <a:pt x="1" y="124"/>
                  <a:pt x="1" y="241"/>
                </a:cubicBezTo>
                <a:lnTo>
                  <a:pt x="4445" y="241"/>
                </a:lnTo>
                <a:lnTo>
                  <a:pt x="444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1908;p39">
            <a:extLst>
              <a:ext uri="{FF2B5EF4-FFF2-40B4-BE49-F238E27FC236}">
                <a16:creationId xmlns:a16="http://schemas.microsoft.com/office/drawing/2014/main" id="{6A28F45F-B4D5-5FEB-30AF-0D3010D82E9E}"/>
              </a:ext>
            </a:extLst>
          </p:cNvPr>
          <p:cNvGrpSpPr/>
          <p:nvPr/>
        </p:nvGrpSpPr>
        <p:grpSpPr>
          <a:xfrm>
            <a:off x="474988" y="885395"/>
            <a:ext cx="3742489" cy="3442078"/>
            <a:chOff x="648775" y="1605959"/>
            <a:chExt cx="3742489" cy="3442078"/>
          </a:xfrm>
        </p:grpSpPr>
        <p:sp>
          <p:nvSpPr>
            <p:cNvPr id="26" name="Google Shape;1909;p39">
              <a:extLst>
                <a:ext uri="{FF2B5EF4-FFF2-40B4-BE49-F238E27FC236}">
                  <a16:creationId xmlns:a16="http://schemas.microsoft.com/office/drawing/2014/main" id="{7BA8BE05-4B61-F2D1-DA13-8996D526449E}"/>
                </a:ext>
              </a:extLst>
            </p:cNvPr>
            <p:cNvSpPr/>
            <p:nvPr/>
          </p:nvSpPr>
          <p:spPr>
            <a:xfrm>
              <a:off x="2109808" y="1605959"/>
              <a:ext cx="15209" cy="66485"/>
            </a:xfrm>
            <a:custGeom>
              <a:avLst/>
              <a:gdLst/>
              <a:ahLst/>
              <a:cxnLst/>
              <a:rect l="l" t="t" r="r" b="b"/>
              <a:pathLst>
                <a:path w="132" h="577" extrusionOk="0">
                  <a:moveTo>
                    <a:pt x="1" y="0"/>
                  </a:moveTo>
                  <a:lnTo>
                    <a:pt x="1" y="577"/>
                  </a:lnTo>
                  <a:lnTo>
                    <a:pt x="132" y="577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910;p39">
              <a:extLst>
                <a:ext uri="{FF2B5EF4-FFF2-40B4-BE49-F238E27FC236}">
                  <a16:creationId xmlns:a16="http://schemas.microsoft.com/office/drawing/2014/main" id="{6DC47327-1F28-CA6A-5D7D-F6E1A7600E85}"/>
                </a:ext>
              </a:extLst>
            </p:cNvPr>
            <p:cNvSpPr/>
            <p:nvPr/>
          </p:nvSpPr>
          <p:spPr>
            <a:xfrm>
              <a:off x="2080656" y="1631654"/>
              <a:ext cx="70055" cy="14288"/>
            </a:xfrm>
            <a:custGeom>
              <a:avLst/>
              <a:gdLst/>
              <a:ahLst/>
              <a:cxnLst/>
              <a:rect l="l" t="t" r="r" b="b"/>
              <a:pathLst>
                <a:path w="608" h="124" extrusionOk="0">
                  <a:moveTo>
                    <a:pt x="0" y="0"/>
                  </a:moveTo>
                  <a:lnTo>
                    <a:pt x="0" y="123"/>
                  </a:lnTo>
                  <a:lnTo>
                    <a:pt x="607" y="123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911;p39">
              <a:extLst>
                <a:ext uri="{FF2B5EF4-FFF2-40B4-BE49-F238E27FC236}">
                  <a16:creationId xmlns:a16="http://schemas.microsoft.com/office/drawing/2014/main" id="{BC6581C4-FB6D-B0BD-6EFC-0D346FD7A9C6}"/>
                </a:ext>
              </a:extLst>
            </p:cNvPr>
            <p:cNvSpPr/>
            <p:nvPr/>
          </p:nvSpPr>
          <p:spPr>
            <a:xfrm>
              <a:off x="4076373" y="2164550"/>
              <a:ext cx="128532" cy="96993"/>
            </a:xfrm>
            <a:custGeom>
              <a:avLst/>
              <a:gdLst/>
              <a:ahLst/>
              <a:cxnLst/>
              <a:rect l="l" t="t" r="r" b="b"/>
              <a:pathLst>
                <a:path w="1569" h="1184" extrusionOk="0">
                  <a:moveTo>
                    <a:pt x="700" y="0"/>
                  </a:moveTo>
                  <a:cubicBezTo>
                    <a:pt x="385" y="0"/>
                    <a:pt x="155" y="162"/>
                    <a:pt x="62" y="415"/>
                  </a:cubicBezTo>
                  <a:cubicBezTo>
                    <a:pt x="1" y="707"/>
                    <a:pt x="224" y="1061"/>
                    <a:pt x="639" y="1153"/>
                  </a:cubicBezTo>
                  <a:cubicBezTo>
                    <a:pt x="700" y="1184"/>
                    <a:pt x="800" y="1184"/>
                    <a:pt x="862" y="1184"/>
                  </a:cubicBezTo>
                  <a:cubicBezTo>
                    <a:pt x="1154" y="1184"/>
                    <a:pt x="1407" y="1061"/>
                    <a:pt x="1499" y="799"/>
                  </a:cubicBezTo>
                  <a:cubicBezTo>
                    <a:pt x="1569" y="484"/>
                    <a:pt x="1346" y="162"/>
                    <a:pt x="923" y="31"/>
                  </a:cubicBezTo>
                  <a:cubicBezTo>
                    <a:pt x="862" y="31"/>
                    <a:pt x="769" y="0"/>
                    <a:pt x="7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912;p39">
              <a:extLst>
                <a:ext uri="{FF2B5EF4-FFF2-40B4-BE49-F238E27FC236}">
                  <a16:creationId xmlns:a16="http://schemas.microsoft.com/office/drawing/2014/main" id="{3EA67ED4-71A1-AB19-B6ED-696103D50352}"/>
                </a:ext>
              </a:extLst>
            </p:cNvPr>
            <p:cNvSpPr/>
            <p:nvPr/>
          </p:nvSpPr>
          <p:spPr>
            <a:xfrm>
              <a:off x="2641218" y="4852250"/>
              <a:ext cx="325043" cy="15210"/>
            </a:xfrm>
            <a:custGeom>
              <a:avLst/>
              <a:gdLst/>
              <a:ahLst/>
              <a:cxnLst/>
              <a:rect l="l" t="t" r="r" b="b"/>
              <a:pathLst>
                <a:path w="2821" h="132" extrusionOk="0">
                  <a:moveTo>
                    <a:pt x="0" y="1"/>
                  </a:moveTo>
                  <a:lnTo>
                    <a:pt x="0" y="131"/>
                  </a:lnTo>
                  <a:lnTo>
                    <a:pt x="2821" y="131"/>
                  </a:lnTo>
                  <a:lnTo>
                    <a:pt x="28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913;p39">
              <a:extLst>
                <a:ext uri="{FF2B5EF4-FFF2-40B4-BE49-F238E27FC236}">
                  <a16:creationId xmlns:a16="http://schemas.microsoft.com/office/drawing/2014/main" id="{C736AABA-6850-0CE5-D720-DC46259A927D}"/>
                </a:ext>
              </a:extLst>
            </p:cNvPr>
            <p:cNvSpPr/>
            <p:nvPr/>
          </p:nvSpPr>
          <p:spPr>
            <a:xfrm>
              <a:off x="912002" y="3118766"/>
              <a:ext cx="10813" cy="47350"/>
            </a:xfrm>
            <a:custGeom>
              <a:avLst/>
              <a:gdLst/>
              <a:ahLst/>
              <a:cxnLst/>
              <a:rect l="l" t="t" r="r" b="b"/>
              <a:pathLst>
                <a:path w="132" h="578" extrusionOk="0">
                  <a:moveTo>
                    <a:pt x="1" y="1"/>
                  </a:moveTo>
                  <a:lnTo>
                    <a:pt x="1" y="577"/>
                  </a:lnTo>
                  <a:lnTo>
                    <a:pt x="132" y="577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914;p39">
              <a:extLst>
                <a:ext uri="{FF2B5EF4-FFF2-40B4-BE49-F238E27FC236}">
                  <a16:creationId xmlns:a16="http://schemas.microsoft.com/office/drawing/2014/main" id="{77AC529A-8CB5-017B-6749-7AD6FA71751D}"/>
                </a:ext>
              </a:extLst>
            </p:cNvPr>
            <p:cNvSpPr/>
            <p:nvPr/>
          </p:nvSpPr>
          <p:spPr>
            <a:xfrm>
              <a:off x="893815" y="3137690"/>
              <a:ext cx="47268" cy="10158"/>
            </a:xfrm>
            <a:custGeom>
              <a:avLst/>
              <a:gdLst/>
              <a:ahLst/>
              <a:cxnLst/>
              <a:rect l="l" t="t" r="r" b="b"/>
              <a:pathLst>
                <a:path w="577" h="124" extrusionOk="0">
                  <a:moveTo>
                    <a:pt x="0" y="0"/>
                  </a:moveTo>
                  <a:lnTo>
                    <a:pt x="0" y="123"/>
                  </a:lnTo>
                  <a:lnTo>
                    <a:pt x="577" y="123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915;p39">
              <a:extLst>
                <a:ext uri="{FF2B5EF4-FFF2-40B4-BE49-F238E27FC236}">
                  <a16:creationId xmlns:a16="http://schemas.microsoft.com/office/drawing/2014/main" id="{01858C38-1DB3-F8F5-35AC-E50CB1DC2FCA}"/>
                </a:ext>
              </a:extLst>
            </p:cNvPr>
            <p:cNvSpPr/>
            <p:nvPr/>
          </p:nvSpPr>
          <p:spPr>
            <a:xfrm>
              <a:off x="3199960" y="2524179"/>
              <a:ext cx="57426" cy="54886"/>
            </a:xfrm>
            <a:custGeom>
              <a:avLst/>
              <a:gdLst/>
              <a:ahLst/>
              <a:cxnLst/>
              <a:rect l="l" t="t" r="r" b="b"/>
              <a:pathLst>
                <a:path w="701" h="670" extrusionOk="0">
                  <a:moveTo>
                    <a:pt x="346" y="124"/>
                  </a:moveTo>
                  <a:cubicBezTo>
                    <a:pt x="477" y="124"/>
                    <a:pt x="577" y="224"/>
                    <a:pt x="577" y="354"/>
                  </a:cubicBezTo>
                  <a:cubicBezTo>
                    <a:pt x="577" y="447"/>
                    <a:pt x="477" y="546"/>
                    <a:pt x="346" y="546"/>
                  </a:cubicBezTo>
                  <a:cubicBezTo>
                    <a:pt x="224" y="546"/>
                    <a:pt x="124" y="447"/>
                    <a:pt x="124" y="354"/>
                  </a:cubicBezTo>
                  <a:cubicBezTo>
                    <a:pt x="124" y="224"/>
                    <a:pt x="224" y="124"/>
                    <a:pt x="346" y="124"/>
                  </a:cubicBezTo>
                  <a:close/>
                  <a:moveTo>
                    <a:pt x="346" y="1"/>
                  </a:moveTo>
                  <a:cubicBezTo>
                    <a:pt x="154" y="1"/>
                    <a:pt x="1" y="162"/>
                    <a:pt x="1" y="354"/>
                  </a:cubicBezTo>
                  <a:cubicBezTo>
                    <a:pt x="1" y="546"/>
                    <a:pt x="154" y="669"/>
                    <a:pt x="346" y="669"/>
                  </a:cubicBezTo>
                  <a:cubicBezTo>
                    <a:pt x="539" y="669"/>
                    <a:pt x="700" y="546"/>
                    <a:pt x="700" y="354"/>
                  </a:cubicBezTo>
                  <a:cubicBezTo>
                    <a:pt x="700" y="162"/>
                    <a:pt x="539" y="1"/>
                    <a:pt x="346" y="1"/>
                  </a:cubicBezTo>
                  <a:close/>
                </a:path>
              </a:pathLst>
            </a:custGeom>
            <a:solidFill>
              <a:srgbClr val="9DD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916;p39">
              <a:extLst>
                <a:ext uri="{FF2B5EF4-FFF2-40B4-BE49-F238E27FC236}">
                  <a16:creationId xmlns:a16="http://schemas.microsoft.com/office/drawing/2014/main" id="{D81355C5-E02C-7DF6-4854-178DF5D8EB23}"/>
                </a:ext>
              </a:extLst>
            </p:cNvPr>
            <p:cNvSpPr/>
            <p:nvPr/>
          </p:nvSpPr>
          <p:spPr>
            <a:xfrm>
              <a:off x="1162326" y="2561387"/>
              <a:ext cx="77199" cy="80773"/>
            </a:xfrm>
            <a:custGeom>
              <a:avLst/>
              <a:gdLst/>
              <a:ahLst/>
              <a:cxnLst/>
              <a:rect l="l" t="t" r="r" b="b"/>
              <a:pathLst>
                <a:path w="670" h="701" extrusionOk="0">
                  <a:moveTo>
                    <a:pt x="346" y="124"/>
                  </a:moveTo>
                  <a:cubicBezTo>
                    <a:pt x="446" y="124"/>
                    <a:pt x="539" y="224"/>
                    <a:pt x="539" y="354"/>
                  </a:cubicBezTo>
                  <a:cubicBezTo>
                    <a:pt x="539" y="477"/>
                    <a:pt x="446" y="577"/>
                    <a:pt x="346" y="577"/>
                  </a:cubicBezTo>
                  <a:cubicBezTo>
                    <a:pt x="223" y="577"/>
                    <a:pt x="123" y="477"/>
                    <a:pt x="123" y="354"/>
                  </a:cubicBezTo>
                  <a:cubicBezTo>
                    <a:pt x="123" y="224"/>
                    <a:pt x="223" y="124"/>
                    <a:pt x="346" y="124"/>
                  </a:cubicBezTo>
                  <a:close/>
                  <a:moveTo>
                    <a:pt x="346" y="1"/>
                  </a:moveTo>
                  <a:cubicBezTo>
                    <a:pt x="154" y="1"/>
                    <a:pt x="1" y="162"/>
                    <a:pt x="1" y="354"/>
                  </a:cubicBezTo>
                  <a:cubicBezTo>
                    <a:pt x="1" y="546"/>
                    <a:pt x="154" y="700"/>
                    <a:pt x="346" y="700"/>
                  </a:cubicBezTo>
                  <a:cubicBezTo>
                    <a:pt x="539" y="700"/>
                    <a:pt x="669" y="546"/>
                    <a:pt x="669" y="354"/>
                  </a:cubicBezTo>
                  <a:cubicBezTo>
                    <a:pt x="669" y="162"/>
                    <a:pt x="539" y="1"/>
                    <a:pt x="3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917;p39">
              <a:extLst>
                <a:ext uri="{FF2B5EF4-FFF2-40B4-BE49-F238E27FC236}">
                  <a16:creationId xmlns:a16="http://schemas.microsoft.com/office/drawing/2014/main" id="{DE54DF5D-2303-DEFC-BB54-27D1E6366160}"/>
                </a:ext>
              </a:extLst>
            </p:cNvPr>
            <p:cNvSpPr/>
            <p:nvPr/>
          </p:nvSpPr>
          <p:spPr>
            <a:xfrm>
              <a:off x="772063" y="1962631"/>
              <a:ext cx="365831" cy="14288"/>
            </a:xfrm>
            <a:custGeom>
              <a:avLst/>
              <a:gdLst/>
              <a:ahLst/>
              <a:cxnLst/>
              <a:rect l="l" t="t" r="r" b="b"/>
              <a:pathLst>
                <a:path w="3175" h="124" extrusionOk="0">
                  <a:moveTo>
                    <a:pt x="0" y="0"/>
                  </a:moveTo>
                  <a:lnTo>
                    <a:pt x="0" y="123"/>
                  </a:lnTo>
                  <a:lnTo>
                    <a:pt x="3174" y="123"/>
                  </a:lnTo>
                  <a:lnTo>
                    <a:pt x="31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918;p39">
              <a:extLst>
                <a:ext uri="{FF2B5EF4-FFF2-40B4-BE49-F238E27FC236}">
                  <a16:creationId xmlns:a16="http://schemas.microsoft.com/office/drawing/2014/main" id="{9725407C-C3F4-D6B5-F2C9-7B57FEA63E88}"/>
                </a:ext>
              </a:extLst>
            </p:cNvPr>
            <p:cNvSpPr/>
            <p:nvPr/>
          </p:nvSpPr>
          <p:spPr>
            <a:xfrm>
              <a:off x="1210143" y="2247981"/>
              <a:ext cx="162118" cy="14288"/>
            </a:xfrm>
            <a:custGeom>
              <a:avLst/>
              <a:gdLst/>
              <a:ahLst/>
              <a:cxnLst/>
              <a:rect l="l" t="t" r="r" b="b"/>
              <a:pathLst>
                <a:path w="1407" h="124" extrusionOk="0">
                  <a:moveTo>
                    <a:pt x="1" y="0"/>
                  </a:moveTo>
                  <a:lnTo>
                    <a:pt x="1" y="123"/>
                  </a:lnTo>
                  <a:lnTo>
                    <a:pt x="1407" y="123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919;p39">
              <a:extLst>
                <a:ext uri="{FF2B5EF4-FFF2-40B4-BE49-F238E27FC236}">
                  <a16:creationId xmlns:a16="http://schemas.microsoft.com/office/drawing/2014/main" id="{317403B9-6BD5-B36D-6AC3-A15DDB3AE153}"/>
                </a:ext>
              </a:extLst>
            </p:cNvPr>
            <p:cNvSpPr/>
            <p:nvPr/>
          </p:nvSpPr>
          <p:spPr>
            <a:xfrm>
              <a:off x="3409594" y="2162174"/>
              <a:ext cx="94536" cy="10158"/>
            </a:xfrm>
            <a:custGeom>
              <a:avLst/>
              <a:gdLst/>
              <a:ahLst/>
              <a:cxnLst/>
              <a:rect l="l" t="t" r="r" b="b"/>
              <a:pathLst>
                <a:path w="1154" h="124" extrusionOk="0">
                  <a:moveTo>
                    <a:pt x="1" y="1"/>
                  </a:moveTo>
                  <a:lnTo>
                    <a:pt x="1" y="124"/>
                  </a:lnTo>
                  <a:lnTo>
                    <a:pt x="1154" y="124"/>
                  </a:lnTo>
                  <a:lnTo>
                    <a:pt x="1154" y="1"/>
                  </a:lnTo>
                  <a:close/>
                </a:path>
              </a:pathLst>
            </a:custGeom>
            <a:solidFill>
              <a:srgbClr val="9DD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920;p39">
              <a:extLst>
                <a:ext uri="{FF2B5EF4-FFF2-40B4-BE49-F238E27FC236}">
                  <a16:creationId xmlns:a16="http://schemas.microsoft.com/office/drawing/2014/main" id="{F75A7581-C1D1-C60E-5A7D-AF317D12834E}"/>
                </a:ext>
              </a:extLst>
            </p:cNvPr>
            <p:cNvSpPr/>
            <p:nvPr/>
          </p:nvSpPr>
          <p:spPr>
            <a:xfrm>
              <a:off x="1612158" y="2137252"/>
              <a:ext cx="1151303" cy="2246657"/>
            </a:xfrm>
            <a:custGeom>
              <a:avLst/>
              <a:gdLst/>
              <a:ahLst/>
              <a:cxnLst/>
              <a:rect l="l" t="t" r="r" b="b"/>
              <a:pathLst>
                <a:path w="9992" h="19498" extrusionOk="0">
                  <a:moveTo>
                    <a:pt x="2014" y="0"/>
                  </a:moveTo>
                  <a:cubicBezTo>
                    <a:pt x="1" y="11682"/>
                    <a:pt x="4258" y="17031"/>
                    <a:pt x="6403" y="19498"/>
                  </a:cubicBezTo>
                  <a:lnTo>
                    <a:pt x="9992" y="18061"/>
                  </a:lnTo>
                  <a:cubicBezTo>
                    <a:pt x="9700" y="10276"/>
                    <a:pt x="8931" y="6210"/>
                    <a:pt x="20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921;p39">
              <a:extLst>
                <a:ext uri="{FF2B5EF4-FFF2-40B4-BE49-F238E27FC236}">
                  <a16:creationId xmlns:a16="http://schemas.microsoft.com/office/drawing/2014/main" id="{3B234364-AFD1-308B-744B-01C80C02149F}"/>
                </a:ext>
              </a:extLst>
            </p:cNvPr>
            <p:cNvSpPr/>
            <p:nvPr/>
          </p:nvSpPr>
          <p:spPr>
            <a:xfrm>
              <a:off x="1774277" y="2127688"/>
              <a:ext cx="996329" cy="2259793"/>
            </a:xfrm>
            <a:custGeom>
              <a:avLst/>
              <a:gdLst/>
              <a:ahLst/>
              <a:cxnLst/>
              <a:rect l="l" t="t" r="r" b="b"/>
              <a:pathLst>
                <a:path w="8647" h="19612" extrusionOk="0">
                  <a:moveTo>
                    <a:pt x="608" y="1"/>
                  </a:moveTo>
                  <a:cubicBezTo>
                    <a:pt x="598" y="1"/>
                    <a:pt x="587" y="4"/>
                    <a:pt x="577" y="14"/>
                  </a:cubicBezTo>
                  <a:cubicBezTo>
                    <a:pt x="577" y="14"/>
                    <a:pt x="546" y="14"/>
                    <a:pt x="546" y="45"/>
                  </a:cubicBezTo>
                  <a:cubicBezTo>
                    <a:pt x="162" y="2197"/>
                    <a:pt x="0" y="4149"/>
                    <a:pt x="0" y="5909"/>
                  </a:cubicBezTo>
                  <a:cubicBezTo>
                    <a:pt x="0" y="13656"/>
                    <a:pt x="3174" y="17598"/>
                    <a:pt x="4965" y="19612"/>
                  </a:cubicBezTo>
                  <a:lnTo>
                    <a:pt x="5065" y="19520"/>
                  </a:lnTo>
                  <a:cubicBezTo>
                    <a:pt x="3297" y="17529"/>
                    <a:pt x="131" y="13594"/>
                    <a:pt x="131" y="5909"/>
                  </a:cubicBezTo>
                  <a:cubicBezTo>
                    <a:pt x="131" y="4178"/>
                    <a:pt x="287" y="2290"/>
                    <a:pt x="658" y="188"/>
                  </a:cubicBezTo>
                  <a:lnTo>
                    <a:pt x="658" y="188"/>
                  </a:lnTo>
                  <a:cubicBezTo>
                    <a:pt x="4035" y="3260"/>
                    <a:pt x="5934" y="5800"/>
                    <a:pt x="7017" y="8537"/>
                  </a:cubicBezTo>
                  <a:cubicBezTo>
                    <a:pt x="8101" y="11289"/>
                    <a:pt x="8362" y="14232"/>
                    <a:pt x="8523" y="18144"/>
                  </a:cubicBezTo>
                  <a:lnTo>
                    <a:pt x="8646" y="18144"/>
                  </a:lnTo>
                  <a:cubicBezTo>
                    <a:pt x="8485" y="14232"/>
                    <a:pt x="8231" y="11258"/>
                    <a:pt x="7140" y="8499"/>
                  </a:cubicBezTo>
                  <a:cubicBezTo>
                    <a:pt x="6025" y="5717"/>
                    <a:pt x="4104" y="3119"/>
                    <a:pt x="646" y="14"/>
                  </a:cubicBezTo>
                  <a:cubicBezTo>
                    <a:pt x="646" y="14"/>
                    <a:pt x="629" y="1"/>
                    <a:pt x="6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922;p39">
              <a:extLst>
                <a:ext uri="{FF2B5EF4-FFF2-40B4-BE49-F238E27FC236}">
                  <a16:creationId xmlns:a16="http://schemas.microsoft.com/office/drawing/2014/main" id="{01B05CD8-F95F-A6CC-87DE-A54EAC887232}"/>
                </a:ext>
              </a:extLst>
            </p:cNvPr>
            <p:cNvSpPr/>
            <p:nvPr/>
          </p:nvSpPr>
          <p:spPr>
            <a:xfrm>
              <a:off x="1837074" y="2132873"/>
              <a:ext cx="720025" cy="2136848"/>
            </a:xfrm>
            <a:custGeom>
              <a:avLst/>
              <a:gdLst/>
              <a:ahLst/>
              <a:cxnLst/>
              <a:rect l="l" t="t" r="r" b="b"/>
              <a:pathLst>
                <a:path w="6249" h="18545" extrusionOk="0">
                  <a:moveTo>
                    <a:pt x="131" y="0"/>
                  </a:moveTo>
                  <a:lnTo>
                    <a:pt x="1" y="38"/>
                  </a:lnTo>
                  <a:cubicBezTo>
                    <a:pt x="1" y="38"/>
                    <a:pt x="1215" y="9484"/>
                    <a:pt x="6118" y="18545"/>
                  </a:cubicBezTo>
                  <a:lnTo>
                    <a:pt x="6249" y="18483"/>
                  </a:lnTo>
                  <a:cubicBezTo>
                    <a:pt x="3782" y="13964"/>
                    <a:pt x="2245" y="9353"/>
                    <a:pt x="1346" y="5864"/>
                  </a:cubicBezTo>
                  <a:cubicBezTo>
                    <a:pt x="900" y="4104"/>
                    <a:pt x="577" y="2659"/>
                    <a:pt x="385" y="1637"/>
                  </a:cubicBezTo>
                  <a:cubicBezTo>
                    <a:pt x="293" y="1122"/>
                    <a:pt x="224" y="707"/>
                    <a:pt x="193" y="423"/>
                  </a:cubicBezTo>
                  <a:cubicBezTo>
                    <a:pt x="162" y="292"/>
                    <a:pt x="162" y="192"/>
                    <a:pt x="131" y="131"/>
                  </a:cubicBezTo>
                  <a:lnTo>
                    <a:pt x="1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923;p39">
              <a:extLst>
                <a:ext uri="{FF2B5EF4-FFF2-40B4-BE49-F238E27FC236}">
                  <a16:creationId xmlns:a16="http://schemas.microsoft.com/office/drawing/2014/main" id="{1DA1A34B-896D-C74E-4AED-ACE41439E151}"/>
                </a:ext>
              </a:extLst>
            </p:cNvPr>
            <p:cNvSpPr/>
            <p:nvPr/>
          </p:nvSpPr>
          <p:spPr>
            <a:xfrm>
              <a:off x="1833617" y="2132873"/>
              <a:ext cx="634991" cy="2221884"/>
            </a:xfrm>
            <a:custGeom>
              <a:avLst/>
              <a:gdLst/>
              <a:ahLst/>
              <a:cxnLst/>
              <a:rect l="l" t="t" r="r" b="b"/>
              <a:pathLst>
                <a:path w="5511" h="19283" extrusionOk="0">
                  <a:moveTo>
                    <a:pt x="31" y="0"/>
                  </a:moveTo>
                  <a:cubicBezTo>
                    <a:pt x="31" y="0"/>
                    <a:pt x="0" y="423"/>
                    <a:pt x="0" y="1091"/>
                  </a:cubicBezTo>
                  <a:cubicBezTo>
                    <a:pt x="0" y="3943"/>
                    <a:pt x="477" y="11912"/>
                    <a:pt x="5411" y="19282"/>
                  </a:cubicBezTo>
                  <a:lnTo>
                    <a:pt x="5510" y="19213"/>
                  </a:lnTo>
                  <a:cubicBezTo>
                    <a:pt x="607" y="11881"/>
                    <a:pt x="131" y="3912"/>
                    <a:pt x="131" y="1091"/>
                  </a:cubicBezTo>
                  <a:cubicBezTo>
                    <a:pt x="131" y="738"/>
                    <a:pt x="131" y="484"/>
                    <a:pt x="161" y="292"/>
                  </a:cubicBezTo>
                  <a:lnTo>
                    <a:pt x="161" y="100"/>
                  </a:lnTo>
                  <a:lnTo>
                    <a:pt x="161" y="38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924;p39">
              <a:extLst>
                <a:ext uri="{FF2B5EF4-FFF2-40B4-BE49-F238E27FC236}">
                  <a16:creationId xmlns:a16="http://schemas.microsoft.com/office/drawing/2014/main" id="{048BD6A2-14E8-DC77-8DF6-068C77D7CE47}"/>
                </a:ext>
              </a:extLst>
            </p:cNvPr>
            <p:cNvSpPr/>
            <p:nvPr/>
          </p:nvSpPr>
          <p:spPr>
            <a:xfrm>
              <a:off x="1837074" y="2132873"/>
              <a:ext cx="774987" cy="2092601"/>
            </a:xfrm>
            <a:custGeom>
              <a:avLst/>
              <a:gdLst/>
              <a:ahLst/>
              <a:cxnLst/>
              <a:rect l="l" t="t" r="r" b="b"/>
              <a:pathLst>
                <a:path w="6726" h="18161" extrusionOk="0">
                  <a:moveTo>
                    <a:pt x="131" y="0"/>
                  </a:moveTo>
                  <a:lnTo>
                    <a:pt x="1" y="38"/>
                  </a:lnTo>
                  <a:cubicBezTo>
                    <a:pt x="1215" y="2536"/>
                    <a:pt x="2791" y="6502"/>
                    <a:pt x="4097" y="10122"/>
                  </a:cubicBezTo>
                  <a:cubicBezTo>
                    <a:pt x="4773" y="11951"/>
                    <a:pt x="5350" y="13680"/>
                    <a:pt x="5796" y="15086"/>
                  </a:cubicBezTo>
                  <a:cubicBezTo>
                    <a:pt x="6211" y="16493"/>
                    <a:pt x="6533" y="17615"/>
                    <a:pt x="6595" y="18160"/>
                  </a:cubicBezTo>
                  <a:lnTo>
                    <a:pt x="6725" y="18130"/>
                  </a:lnTo>
                  <a:cubicBezTo>
                    <a:pt x="6664" y="17584"/>
                    <a:pt x="6341" y="16462"/>
                    <a:pt x="5926" y="15055"/>
                  </a:cubicBezTo>
                  <a:cubicBezTo>
                    <a:pt x="4581" y="10798"/>
                    <a:pt x="1953" y="3720"/>
                    <a:pt x="1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925;p39">
              <a:extLst>
                <a:ext uri="{FF2B5EF4-FFF2-40B4-BE49-F238E27FC236}">
                  <a16:creationId xmlns:a16="http://schemas.microsoft.com/office/drawing/2014/main" id="{05A718F0-12D6-41DC-2F0F-CD5A13E2C9F0}"/>
                </a:ext>
              </a:extLst>
            </p:cNvPr>
            <p:cNvSpPr/>
            <p:nvPr/>
          </p:nvSpPr>
          <p:spPr>
            <a:xfrm>
              <a:off x="1837074" y="2129301"/>
              <a:ext cx="856449" cy="2036832"/>
            </a:xfrm>
            <a:custGeom>
              <a:avLst/>
              <a:gdLst/>
              <a:ahLst/>
              <a:cxnLst/>
              <a:rect l="l" t="t" r="r" b="b"/>
              <a:pathLst>
                <a:path w="7433" h="17677" extrusionOk="0">
                  <a:moveTo>
                    <a:pt x="101" y="0"/>
                  </a:moveTo>
                  <a:lnTo>
                    <a:pt x="1" y="100"/>
                  </a:lnTo>
                  <a:cubicBezTo>
                    <a:pt x="5511" y="6502"/>
                    <a:pt x="6310" y="12043"/>
                    <a:pt x="7302" y="17676"/>
                  </a:cubicBezTo>
                  <a:lnTo>
                    <a:pt x="7433" y="17646"/>
                  </a:lnTo>
                  <a:cubicBezTo>
                    <a:pt x="6441" y="12043"/>
                    <a:pt x="5603" y="6441"/>
                    <a:pt x="1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926;p39">
              <a:extLst>
                <a:ext uri="{FF2B5EF4-FFF2-40B4-BE49-F238E27FC236}">
                  <a16:creationId xmlns:a16="http://schemas.microsoft.com/office/drawing/2014/main" id="{7C9EB7C2-0D11-E801-2C61-E8A4600F0F17}"/>
                </a:ext>
              </a:extLst>
            </p:cNvPr>
            <p:cNvSpPr/>
            <p:nvPr/>
          </p:nvSpPr>
          <p:spPr>
            <a:xfrm>
              <a:off x="1118080" y="2934249"/>
              <a:ext cx="1335429" cy="1674680"/>
            </a:xfrm>
            <a:custGeom>
              <a:avLst/>
              <a:gdLst/>
              <a:ahLst/>
              <a:cxnLst/>
              <a:rect l="l" t="t" r="r" b="b"/>
              <a:pathLst>
                <a:path w="11590" h="14534" extrusionOk="0">
                  <a:moveTo>
                    <a:pt x="0" y="0"/>
                  </a:moveTo>
                  <a:cubicBezTo>
                    <a:pt x="1691" y="10053"/>
                    <a:pt x="6656" y="13157"/>
                    <a:pt x="9123" y="14533"/>
                  </a:cubicBezTo>
                  <a:lnTo>
                    <a:pt x="11590" y="12358"/>
                  </a:lnTo>
                  <a:cubicBezTo>
                    <a:pt x="9123" y="6110"/>
                    <a:pt x="7363" y="303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927;p39">
              <a:extLst>
                <a:ext uri="{FF2B5EF4-FFF2-40B4-BE49-F238E27FC236}">
                  <a16:creationId xmlns:a16="http://schemas.microsoft.com/office/drawing/2014/main" id="{3305148C-B5AD-095D-372A-139E2FB36677}"/>
                </a:ext>
              </a:extLst>
            </p:cNvPr>
            <p:cNvSpPr/>
            <p:nvPr/>
          </p:nvSpPr>
          <p:spPr>
            <a:xfrm>
              <a:off x="1110129" y="2926298"/>
              <a:ext cx="1350523" cy="1690581"/>
            </a:xfrm>
            <a:custGeom>
              <a:avLst/>
              <a:gdLst/>
              <a:ahLst/>
              <a:cxnLst/>
              <a:rect l="l" t="t" r="r" b="b"/>
              <a:pathLst>
                <a:path w="11721" h="14672" extrusionOk="0">
                  <a:moveTo>
                    <a:pt x="31" y="0"/>
                  </a:moveTo>
                  <a:cubicBezTo>
                    <a:pt x="0" y="31"/>
                    <a:pt x="0" y="31"/>
                    <a:pt x="0" y="69"/>
                  </a:cubicBezTo>
                  <a:cubicBezTo>
                    <a:pt x="838" y="5095"/>
                    <a:pt x="2529" y="8392"/>
                    <a:pt x="4296" y="10636"/>
                  </a:cubicBezTo>
                  <a:cubicBezTo>
                    <a:pt x="6056" y="12842"/>
                    <a:pt x="7908" y="13964"/>
                    <a:pt x="9161" y="14671"/>
                  </a:cubicBezTo>
                  <a:lnTo>
                    <a:pt x="9223" y="14541"/>
                  </a:lnTo>
                  <a:cubicBezTo>
                    <a:pt x="8008" y="13864"/>
                    <a:pt x="6148" y="12750"/>
                    <a:pt x="4388" y="10537"/>
                  </a:cubicBezTo>
                  <a:cubicBezTo>
                    <a:pt x="2641" y="8347"/>
                    <a:pt x="985" y="5113"/>
                    <a:pt x="149" y="179"/>
                  </a:cubicBezTo>
                  <a:lnTo>
                    <a:pt x="149" y="179"/>
                  </a:lnTo>
                  <a:cubicBezTo>
                    <a:pt x="3768" y="1670"/>
                    <a:pt x="6005" y="3195"/>
                    <a:pt x="7655" y="5095"/>
                  </a:cubicBezTo>
                  <a:cubicBezTo>
                    <a:pt x="9322" y="7017"/>
                    <a:pt x="10375" y="9322"/>
                    <a:pt x="11597" y="12427"/>
                  </a:cubicBezTo>
                  <a:lnTo>
                    <a:pt x="11720" y="12396"/>
                  </a:lnTo>
                  <a:cubicBezTo>
                    <a:pt x="10506" y="9292"/>
                    <a:pt x="9445" y="6948"/>
                    <a:pt x="7755" y="4995"/>
                  </a:cubicBezTo>
                  <a:cubicBezTo>
                    <a:pt x="6087" y="3074"/>
                    <a:pt x="3781" y="1537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928;p39">
              <a:extLst>
                <a:ext uri="{FF2B5EF4-FFF2-40B4-BE49-F238E27FC236}">
                  <a16:creationId xmlns:a16="http://schemas.microsoft.com/office/drawing/2014/main" id="{AA2827D6-D1A9-830B-66FB-F8851411885F}"/>
                </a:ext>
              </a:extLst>
            </p:cNvPr>
            <p:cNvSpPr/>
            <p:nvPr/>
          </p:nvSpPr>
          <p:spPr>
            <a:xfrm>
              <a:off x="1110129" y="2929755"/>
              <a:ext cx="1191977" cy="1532147"/>
            </a:xfrm>
            <a:custGeom>
              <a:avLst/>
              <a:gdLst/>
              <a:ahLst/>
              <a:cxnLst/>
              <a:rect l="l" t="t" r="r" b="b"/>
              <a:pathLst>
                <a:path w="10345" h="13297" extrusionOk="0">
                  <a:moveTo>
                    <a:pt x="131" y="1"/>
                  </a:moveTo>
                  <a:lnTo>
                    <a:pt x="0" y="70"/>
                  </a:lnTo>
                  <a:cubicBezTo>
                    <a:pt x="0" y="70"/>
                    <a:pt x="3681" y="7371"/>
                    <a:pt x="10252" y="13296"/>
                  </a:cubicBezTo>
                  <a:lnTo>
                    <a:pt x="10345" y="13196"/>
                  </a:lnTo>
                  <a:cubicBezTo>
                    <a:pt x="7048" y="10253"/>
                    <a:pt x="4519" y="6956"/>
                    <a:pt x="2759" y="4389"/>
                  </a:cubicBezTo>
                  <a:cubicBezTo>
                    <a:pt x="1891" y="3113"/>
                    <a:pt x="1253" y="2022"/>
                    <a:pt x="799" y="1223"/>
                  </a:cubicBezTo>
                  <a:cubicBezTo>
                    <a:pt x="576" y="838"/>
                    <a:pt x="415" y="546"/>
                    <a:pt x="292" y="324"/>
                  </a:cubicBezTo>
                  <a:cubicBezTo>
                    <a:pt x="223" y="231"/>
                    <a:pt x="192" y="131"/>
                    <a:pt x="161" y="101"/>
                  </a:cubicBezTo>
                  <a:cubicBezTo>
                    <a:pt x="131" y="39"/>
                    <a:pt x="131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929;p39">
              <a:extLst>
                <a:ext uri="{FF2B5EF4-FFF2-40B4-BE49-F238E27FC236}">
                  <a16:creationId xmlns:a16="http://schemas.microsoft.com/office/drawing/2014/main" id="{5207DDB4-2235-0D0B-028E-72768F6C21CE}"/>
                </a:ext>
              </a:extLst>
            </p:cNvPr>
            <p:cNvSpPr/>
            <p:nvPr/>
          </p:nvSpPr>
          <p:spPr>
            <a:xfrm>
              <a:off x="1110129" y="2929755"/>
              <a:ext cx="1144159" cy="1627784"/>
            </a:xfrm>
            <a:custGeom>
              <a:avLst/>
              <a:gdLst/>
              <a:ahLst/>
              <a:cxnLst/>
              <a:rect l="l" t="t" r="r" b="b"/>
              <a:pathLst>
                <a:path w="9930" h="14127" extrusionOk="0">
                  <a:moveTo>
                    <a:pt x="131" y="1"/>
                  </a:moveTo>
                  <a:lnTo>
                    <a:pt x="0" y="39"/>
                  </a:lnTo>
                  <a:cubicBezTo>
                    <a:pt x="0" y="70"/>
                    <a:pt x="2275" y="8424"/>
                    <a:pt x="9868" y="14126"/>
                  </a:cubicBezTo>
                  <a:lnTo>
                    <a:pt x="9930" y="14026"/>
                  </a:lnTo>
                  <a:cubicBezTo>
                    <a:pt x="6179" y="11183"/>
                    <a:pt x="3720" y="7686"/>
                    <a:pt x="2213" y="4904"/>
                  </a:cubicBezTo>
                  <a:cubicBezTo>
                    <a:pt x="1445" y="3498"/>
                    <a:pt x="930" y="2276"/>
                    <a:pt x="607" y="1415"/>
                  </a:cubicBezTo>
                  <a:cubicBezTo>
                    <a:pt x="415" y="961"/>
                    <a:pt x="323" y="616"/>
                    <a:pt x="223" y="385"/>
                  </a:cubicBezTo>
                  <a:cubicBezTo>
                    <a:pt x="192" y="262"/>
                    <a:pt x="161" y="162"/>
                    <a:pt x="161" y="101"/>
                  </a:cubicBezTo>
                  <a:cubicBezTo>
                    <a:pt x="131" y="39"/>
                    <a:pt x="131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930;p39">
              <a:extLst>
                <a:ext uri="{FF2B5EF4-FFF2-40B4-BE49-F238E27FC236}">
                  <a16:creationId xmlns:a16="http://schemas.microsoft.com/office/drawing/2014/main" id="{E543BBB8-B039-BC4F-0BAE-DC619CF94697}"/>
                </a:ext>
              </a:extLst>
            </p:cNvPr>
            <p:cNvSpPr/>
            <p:nvPr/>
          </p:nvSpPr>
          <p:spPr>
            <a:xfrm>
              <a:off x="1110129" y="2926298"/>
              <a:ext cx="1225622" cy="1483291"/>
            </a:xfrm>
            <a:custGeom>
              <a:avLst/>
              <a:gdLst/>
              <a:ahLst/>
              <a:cxnLst/>
              <a:rect l="l" t="t" r="r" b="b"/>
              <a:pathLst>
                <a:path w="10637" h="12873" extrusionOk="0">
                  <a:moveTo>
                    <a:pt x="100" y="0"/>
                  </a:moveTo>
                  <a:lnTo>
                    <a:pt x="0" y="100"/>
                  </a:lnTo>
                  <a:cubicBezTo>
                    <a:pt x="1699" y="1760"/>
                    <a:pt x="4135" y="4550"/>
                    <a:pt x="6218" y="7109"/>
                  </a:cubicBezTo>
                  <a:cubicBezTo>
                    <a:pt x="7270" y="8392"/>
                    <a:pt x="8231" y="9607"/>
                    <a:pt x="9000" y="10636"/>
                  </a:cubicBezTo>
                  <a:cubicBezTo>
                    <a:pt x="9737" y="11659"/>
                    <a:pt x="10314" y="12458"/>
                    <a:pt x="10506" y="12873"/>
                  </a:cubicBezTo>
                  <a:lnTo>
                    <a:pt x="10637" y="12811"/>
                  </a:lnTo>
                  <a:cubicBezTo>
                    <a:pt x="10406" y="12396"/>
                    <a:pt x="9868" y="11597"/>
                    <a:pt x="9100" y="10567"/>
                  </a:cubicBezTo>
                  <a:cubicBezTo>
                    <a:pt x="6825" y="7493"/>
                    <a:pt x="2659" y="2498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931;p39">
              <a:extLst>
                <a:ext uri="{FF2B5EF4-FFF2-40B4-BE49-F238E27FC236}">
                  <a16:creationId xmlns:a16="http://schemas.microsoft.com/office/drawing/2014/main" id="{0E172C64-FE8A-A20F-8B23-2A4F542A3563}"/>
                </a:ext>
              </a:extLst>
            </p:cNvPr>
            <p:cNvSpPr/>
            <p:nvPr/>
          </p:nvSpPr>
          <p:spPr>
            <a:xfrm>
              <a:off x="1113586" y="2926298"/>
              <a:ext cx="1269982" cy="1413350"/>
            </a:xfrm>
            <a:custGeom>
              <a:avLst/>
              <a:gdLst/>
              <a:ahLst/>
              <a:cxnLst/>
              <a:rect l="l" t="t" r="r" b="b"/>
              <a:pathLst>
                <a:path w="11022" h="12266" extrusionOk="0">
                  <a:moveTo>
                    <a:pt x="70" y="0"/>
                  </a:moveTo>
                  <a:lnTo>
                    <a:pt x="1" y="131"/>
                  </a:lnTo>
                  <a:cubicBezTo>
                    <a:pt x="6280" y="3750"/>
                    <a:pt x="8493" y="8008"/>
                    <a:pt x="10922" y="12266"/>
                  </a:cubicBezTo>
                  <a:lnTo>
                    <a:pt x="11022" y="12204"/>
                  </a:lnTo>
                  <a:cubicBezTo>
                    <a:pt x="8616" y="7947"/>
                    <a:pt x="6380" y="3651"/>
                    <a:pt x="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932;p39">
              <a:extLst>
                <a:ext uri="{FF2B5EF4-FFF2-40B4-BE49-F238E27FC236}">
                  <a16:creationId xmlns:a16="http://schemas.microsoft.com/office/drawing/2014/main" id="{A0F3FB48-E06A-6CD2-1A50-58DCE7D95510}"/>
                </a:ext>
              </a:extLst>
            </p:cNvPr>
            <p:cNvSpPr/>
            <p:nvPr/>
          </p:nvSpPr>
          <p:spPr>
            <a:xfrm>
              <a:off x="977277" y="3760397"/>
              <a:ext cx="904266" cy="1287639"/>
            </a:xfrm>
            <a:custGeom>
              <a:avLst/>
              <a:gdLst/>
              <a:ahLst/>
              <a:cxnLst/>
              <a:rect l="l" t="t" r="r" b="b"/>
              <a:pathLst>
                <a:path w="7848" h="11175" extrusionOk="0">
                  <a:moveTo>
                    <a:pt x="69" y="1"/>
                  </a:moveTo>
                  <a:lnTo>
                    <a:pt x="0" y="93"/>
                  </a:lnTo>
                  <a:cubicBezTo>
                    <a:pt x="0" y="93"/>
                    <a:pt x="0" y="131"/>
                    <a:pt x="69" y="162"/>
                  </a:cubicBezTo>
                  <a:cubicBezTo>
                    <a:pt x="738" y="608"/>
                    <a:pt x="6279" y="4358"/>
                    <a:pt x="7716" y="11175"/>
                  </a:cubicBezTo>
                  <a:lnTo>
                    <a:pt x="7847" y="11144"/>
                  </a:lnTo>
                  <a:cubicBezTo>
                    <a:pt x="6310" y="3812"/>
                    <a:pt x="69" y="1"/>
                    <a:pt x="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933;p39">
              <a:extLst>
                <a:ext uri="{FF2B5EF4-FFF2-40B4-BE49-F238E27FC236}">
                  <a16:creationId xmlns:a16="http://schemas.microsoft.com/office/drawing/2014/main" id="{C461CE52-F71A-62EA-1416-A8E849A2DC3A}"/>
                </a:ext>
              </a:extLst>
            </p:cNvPr>
            <p:cNvSpPr/>
            <p:nvPr/>
          </p:nvSpPr>
          <p:spPr>
            <a:xfrm>
              <a:off x="648775" y="3583876"/>
              <a:ext cx="354309" cy="198763"/>
            </a:xfrm>
            <a:custGeom>
              <a:avLst/>
              <a:gdLst/>
              <a:ahLst/>
              <a:cxnLst/>
              <a:rect l="l" t="t" r="r" b="b"/>
              <a:pathLst>
                <a:path w="3075" h="1725" extrusionOk="0">
                  <a:moveTo>
                    <a:pt x="1273" y="1"/>
                  </a:moveTo>
                  <a:cubicBezTo>
                    <a:pt x="1145" y="1"/>
                    <a:pt x="1020" y="39"/>
                    <a:pt x="899" y="126"/>
                  </a:cubicBezTo>
                  <a:cubicBezTo>
                    <a:pt x="0" y="795"/>
                    <a:pt x="3074" y="1725"/>
                    <a:pt x="3074" y="1725"/>
                  </a:cubicBezTo>
                  <a:cubicBezTo>
                    <a:pt x="3074" y="1725"/>
                    <a:pt x="2131" y="1"/>
                    <a:pt x="12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934;p39">
              <a:extLst>
                <a:ext uri="{FF2B5EF4-FFF2-40B4-BE49-F238E27FC236}">
                  <a16:creationId xmlns:a16="http://schemas.microsoft.com/office/drawing/2014/main" id="{A587A91E-9A48-454E-EA7D-DC65174FD1FA}"/>
                </a:ext>
              </a:extLst>
            </p:cNvPr>
            <p:cNvSpPr/>
            <p:nvPr/>
          </p:nvSpPr>
          <p:spPr>
            <a:xfrm>
              <a:off x="921624" y="3553803"/>
              <a:ext cx="270082" cy="317445"/>
            </a:xfrm>
            <a:custGeom>
              <a:avLst/>
              <a:gdLst/>
              <a:ahLst/>
              <a:cxnLst/>
              <a:rect l="l" t="t" r="r" b="b"/>
              <a:pathLst>
                <a:path w="2344" h="2755" extrusionOk="0">
                  <a:moveTo>
                    <a:pt x="1099" y="0"/>
                  </a:moveTo>
                  <a:cubicBezTo>
                    <a:pt x="0" y="0"/>
                    <a:pt x="1767" y="2754"/>
                    <a:pt x="1767" y="2754"/>
                  </a:cubicBezTo>
                  <a:cubicBezTo>
                    <a:pt x="1767" y="2754"/>
                    <a:pt x="2343" y="95"/>
                    <a:pt x="1160" y="3"/>
                  </a:cubicBezTo>
                  <a:cubicBezTo>
                    <a:pt x="1139" y="1"/>
                    <a:pt x="1118" y="0"/>
                    <a:pt x="10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935;p39">
              <a:extLst>
                <a:ext uri="{FF2B5EF4-FFF2-40B4-BE49-F238E27FC236}">
                  <a16:creationId xmlns:a16="http://schemas.microsoft.com/office/drawing/2014/main" id="{602F0B1C-6406-504B-61F3-7B336961DAD1}"/>
                </a:ext>
              </a:extLst>
            </p:cNvPr>
            <p:cNvSpPr/>
            <p:nvPr/>
          </p:nvSpPr>
          <p:spPr>
            <a:xfrm>
              <a:off x="1186638" y="3645520"/>
              <a:ext cx="237013" cy="324819"/>
            </a:xfrm>
            <a:custGeom>
              <a:avLst/>
              <a:gdLst/>
              <a:ahLst/>
              <a:cxnLst/>
              <a:rect l="l" t="t" r="r" b="b"/>
              <a:pathLst>
                <a:path w="2057" h="2819" extrusionOk="0">
                  <a:moveTo>
                    <a:pt x="774" y="1"/>
                  </a:moveTo>
                  <a:cubicBezTo>
                    <a:pt x="1" y="1"/>
                    <a:pt x="489" y="2819"/>
                    <a:pt x="489" y="2819"/>
                  </a:cubicBezTo>
                  <a:cubicBezTo>
                    <a:pt x="489" y="2819"/>
                    <a:pt x="2057" y="613"/>
                    <a:pt x="1004" y="68"/>
                  </a:cubicBezTo>
                  <a:cubicBezTo>
                    <a:pt x="917" y="22"/>
                    <a:pt x="840" y="1"/>
                    <a:pt x="7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936;p39">
              <a:extLst>
                <a:ext uri="{FF2B5EF4-FFF2-40B4-BE49-F238E27FC236}">
                  <a16:creationId xmlns:a16="http://schemas.microsoft.com/office/drawing/2014/main" id="{63A8CB21-CC43-2F38-35F6-4B8AF39918D0}"/>
                </a:ext>
              </a:extLst>
            </p:cNvPr>
            <p:cNvSpPr/>
            <p:nvPr/>
          </p:nvSpPr>
          <p:spPr>
            <a:xfrm>
              <a:off x="1344609" y="3816050"/>
              <a:ext cx="223416" cy="309264"/>
            </a:xfrm>
            <a:custGeom>
              <a:avLst/>
              <a:gdLst/>
              <a:ahLst/>
              <a:cxnLst/>
              <a:rect l="l" t="t" r="r" b="b"/>
              <a:pathLst>
                <a:path w="1939" h="2684" extrusionOk="0">
                  <a:moveTo>
                    <a:pt x="731" y="0"/>
                  </a:moveTo>
                  <a:cubicBezTo>
                    <a:pt x="0" y="0"/>
                    <a:pt x="463" y="2684"/>
                    <a:pt x="463" y="2684"/>
                  </a:cubicBezTo>
                  <a:cubicBezTo>
                    <a:pt x="463" y="2684"/>
                    <a:pt x="1938" y="570"/>
                    <a:pt x="947" y="63"/>
                  </a:cubicBezTo>
                  <a:cubicBezTo>
                    <a:pt x="865" y="20"/>
                    <a:pt x="794" y="0"/>
                    <a:pt x="7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937;p39">
              <a:extLst>
                <a:ext uri="{FF2B5EF4-FFF2-40B4-BE49-F238E27FC236}">
                  <a16:creationId xmlns:a16="http://schemas.microsoft.com/office/drawing/2014/main" id="{47CECCA4-AB94-ECBE-CD31-8BA38A491A25}"/>
                </a:ext>
              </a:extLst>
            </p:cNvPr>
            <p:cNvSpPr/>
            <p:nvPr/>
          </p:nvSpPr>
          <p:spPr>
            <a:xfrm>
              <a:off x="1094229" y="4081984"/>
              <a:ext cx="311792" cy="114188"/>
            </a:xfrm>
            <a:custGeom>
              <a:avLst/>
              <a:gdLst/>
              <a:ahLst/>
              <a:cxnLst/>
              <a:rect l="l" t="t" r="r" b="b"/>
              <a:pathLst>
                <a:path w="2706" h="991" extrusionOk="0">
                  <a:moveTo>
                    <a:pt x="1031" y="0"/>
                  </a:moveTo>
                  <a:cubicBezTo>
                    <a:pt x="571" y="0"/>
                    <a:pt x="172" y="128"/>
                    <a:pt x="77" y="537"/>
                  </a:cubicBezTo>
                  <a:cubicBezTo>
                    <a:pt x="1" y="873"/>
                    <a:pt x="206" y="991"/>
                    <a:pt x="530" y="991"/>
                  </a:cubicBezTo>
                  <a:cubicBezTo>
                    <a:pt x="1290" y="991"/>
                    <a:pt x="2705" y="345"/>
                    <a:pt x="2705" y="345"/>
                  </a:cubicBezTo>
                  <a:cubicBezTo>
                    <a:pt x="2705" y="345"/>
                    <a:pt x="1786" y="0"/>
                    <a:pt x="10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938;p39">
              <a:extLst>
                <a:ext uri="{FF2B5EF4-FFF2-40B4-BE49-F238E27FC236}">
                  <a16:creationId xmlns:a16="http://schemas.microsoft.com/office/drawing/2014/main" id="{6A5CE34A-A870-C02B-FB50-355EAC233DBB}"/>
                </a:ext>
              </a:extLst>
            </p:cNvPr>
            <p:cNvSpPr/>
            <p:nvPr/>
          </p:nvSpPr>
          <p:spPr>
            <a:xfrm>
              <a:off x="1469742" y="3963074"/>
              <a:ext cx="223993" cy="306614"/>
            </a:xfrm>
            <a:custGeom>
              <a:avLst/>
              <a:gdLst/>
              <a:ahLst/>
              <a:cxnLst/>
              <a:rect l="l" t="t" r="r" b="b"/>
              <a:pathLst>
                <a:path w="1944" h="2661" extrusionOk="0">
                  <a:moveTo>
                    <a:pt x="706" y="1"/>
                  </a:moveTo>
                  <a:cubicBezTo>
                    <a:pt x="1" y="1"/>
                    <a:pt x="437" y="2661"/>
                    <a:pt x="437" y="2661"/>
                  </a:cubicBezTo>
                  <a:cubicBezTo>
                    <a:pt x="437" y="2661"/>
                    <a:pt x="1944" y="578"/>
                    <a:pt x="914" y="63"/>
                  </a:cubicBezTo>
                  <a:cubicBezTo>
                    <a:pt x="836" y="20"/>
                    <a:pt x="767" y="1"/>
                    <a:pt x="7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939;p39">
              <a:extLst>
                <a:ext uri="{FF2B5EF4-FFF2-40B4-BE49-F238E27FC236}">
                  <a16:creationId xmlns:a16="http://schemas.microsoft.com/office/drawing/2014/main" id="{1D9AD626-D1B4-BFA2-C27D-FF003072E648}"/>
                </a:ext>
              </a:extLst>
            </p:cNvPr>
            <p:cNvSpPr/>
            <p:nvPr/>
          </p:nvSpPr>
          <p:spPr>
            <a:xfrm>
              <a:off x="1215559" y="4227857"/>
              <a:ext cx="315249" cy="114649"/>
            </a:xfrm>
            <a:custGeom>
              <a:avLst/>
              <a:gdLst/>
              <a:ahLst/>
              <a:cxnLst/>
              <a:rect l="l" t="t" r="r" b="b"/>
              <a:pathLst>
                <a:path w="2736" h="995" extrusionOk="0">
                  <a:moveTo>
                    <a:pt x="1037" y="1"/>
                  </a:moveTo>
                  <a:cubicBezTo>
                    <a:pt x="576" y="1"/>
                    <a:pt x="175" y="133"/>
                    <a:pt x="77" y="555"/>
                  </a:cubicBezTo>
                  <a:cubicBezTo>
                    <a:pt x="1" y="880"/>
                    <a:pt x="207" y="995"/>
                    <a:pt x="534" y="995"/>
                  </a:cubicBezTo>
                  <a:cubicBezTo>
                    <a:pt x="1302" y="995"/>
                    <a:pt x="2736" y="363"/>
                    <a:pt x="2736" y="363"/>
                  </a:cubicBezTo>
                  <a:cubicBezTo>
                    <a:pt x="2736" y="363"/>
                    <a:pt x="1803" y="1"/>
                    <a:pt x="10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940;p39">
              <a:extLst>
                <a:ext uri="{FF2B5EF4-FFF2-40B4-BE49-F238E27FC236}">
                  <a16:creationId xmlns:a16="http://schemas.microsoft.com/office/drawing/2014/main" id="{3AFCFFDA-AFFB-D714-F4F8-69CD06EA7961}"/>
                </a:ext>
              </a:extLst>
            </p:cNvPr>
            <p:cNvSpPr/>
            <p:nvPr/>
          </p:nvSpPr>
          <p:spPr>
            <a:xfrm>
              <a:off x="1611236" y="4140979"/>
              <a:ext cx="215351" cy="302235"/>
            </a:xfrm>
            <a:custGeom>
              <a:avLst/>
              <a:gdLst/>
              <a:ahLst/>
              <a:cxnLst/>
              <a:rect l="l" t="t" r="r" b="b"/>
              <a:pathLst>
                <a:path w="1869" h="2623" extrusionOk="0">
                  <a:moveTo>
                    <a:pt x="669" y="1"/>
                  </a:moveTo>
                  <a:cubicBezTo>
                    <a:pt x="0" y="1"/>
                    <a:pt x="101" y="2623"/>
                    <a:pt x="101" y="2623"/>
                  </a:cubicBezTo>
                  <a:cubicBezTo>
                    <a:pt x="101" y="2623"/>
                    <a:pt x="1869" y="732"/>
                    <a:pt x="908" y="94"/>
                  </a:cubicBezTo>
                  <a:cubicBezTo>
                    <a:pt x="819" y="30"/>
                    <a:pt x="740" y="1"/>
                    <a:pt x="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941;p39">
              <a:extLst>
                <a:ext uri="{FF2B5EF4-FFF2-40B4-BE49-F238E27FC236}">
                  <a16:creationId xmlns:a16="http://schemas.microsoft.com/office/drawing/2014/main" id="{65763767-8659-16CB-34ED-9CC545E11863}"/>
                </a:ext>
              </a:extLst>
            </p:cNvPr>
            <p:cNvSpPr/>
            <p:nvPr/>
          </p:nvSpPr>
          <p:spPr>
            <a:xfrm>
              <a:off x="1310503" y="4373844"/>
              <a:ext cx="323890" cy="108888"/>
            </a:xfrm>
            <a:custGeom>
              <a:avLst/>
              <a:gdLst/>
              <a:ahLst/>
              <a:cxnLst/>
              <a:rect l="l" t="t" r="r" b="b"/>
              <a:pathLst>
                <a:path w="2811" h="945" extrusionOk="0">
                  <a:moveTo>
                    <a:pt x="923" y="1"/>
                  </a:moveTo>
                  <a:cubicBezTo>
                    <a:pt x="568" y="1"/>
                    <a:pt x="270" y="114"/>
                    <a:pt x="152" y="441"/>
                  </a:cubicBezTo>
                  <a:cubicBezTo>
                    <a:pt x="1" y="823"/>
                    <a:pt x="311" y="945"/>
                    <a:pt x="767" y="945"/>
                  </a:cubicBezTo>
                  <a:cubicBezTo>
                    <a:pt x="1565" y="945"/>
                    <a:pt x="2811" y="571"/>
                    <a:pt x="2811" y="571"/>
                  </a:cubicBezTo>
                  <a:cubicBezTo>
                    <a:pt x="2811" y="571"/>
                    <a:pt x="1722" y="1"/>
                    <a:pt x="9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942;p39">
              <a:extLst>
                <a:ext uri="{FF2B5EF4-FFF2-40B4-BE49-F238E27FC236}">
                  <a16:creationId xmlns:a16="http://schemas.microsoft.com/office/drawing/2014/main" id="{F8D03EF8-F5D5-137A-1152-1F4F4820B9C7}"/>
                </a:ext>
              </a:extLst>
            </p:cNvPr>
            <p:cNvSpPr/>
            <p:nvPr/>
          </p:nvSpPr>
          <p:spPr>
            <a:xfrm>
              <a:off x="1710443" y="4292612"/>
              <a:ext cx="211779" cy="302120"/>
            </a:xfrm>
            <a:custGeom>
              <a:avLst/>
              <a:gdLst/>
              <a:ahLst/>
              <a:cxnLst/>
              <a:rect l="l" t="t" r="r" b="b"/>
              <a:pathLst>
                <a:path w="1838" h="2622" extrusionOk="0">
                  <a:moveTo>
                    <a:pt x="679" y="0"/>
                  </a:moveTo>
                  <a:cubicBezTo>
                    <a:pt x="0" y="0"/>
                    <a:pt x="108" y="2621"/>
                    <a:pt x="108" y="2621"/>
                  </a:cubicBezTo>
                  <a:cubicBezTo>
                    <a:pt x="108" y="2621"/>
                    <a:pt x="1838" y="761"/>
                    <a:pt x="908" y="85"/>
                  </a:cubicBezTo>
                  <a:cubicBezTo>
                    <a:pt x="823" y="27"/>
                    <a:pt x="747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943;p39">
              <a:extLst>
                <a:ext uri="{FF2B5EF4-FFF2-40B4-BE49-F238E27FC236}">
                  <a16:creationId xmlns:a16="http://schemas.microsoft.com/office/drawing/2014/main" id="{ED9B61BF-0740-B7C1-0164-F82E1C7E5445}"/>
                </a:ext>
              </a:extLst>
            </p:cNvPr>
            <p:cNvSpPr/>
            <p:nvPr/>
          </p:nvSpPr>
          <p:spPr>
            <a:xfrm>
              <a:off x="1407521" y="4527321"/>
              <a:ext cx="322508" cy="110386"/>
            </a:xfrm>
            <a:custGeom>
              <a:avLst/>
              <a:gdLst/>
              <a:ahLst/>
              <a:cxnLst/>
              <a:rect l="l" t="t" r="r" b="b"/>
              <a:pathLst>
                <a:path w="2799" h="958" extrusionOk="0">
                  <a:moveTo>
                    <a:pt x="931" y="0"/>
                  </a:moveTo>
                  <a:cubicBezTo>
                    <a:pt x="574" y="0"/>
                    <a:pt x="270" y="117"/>
                    <a:pt x="140" y="453"/>
                  </a:cubicBezTo>
                  <a:cubicBezTo>
                    <a:pt x="0" y="836"/>
                    <a:pt x="313" y="958"/>
                    <a:pt x="768" y="958"/>
                  </a:cubicBezTo>
                  <a:cubicBezTo>
                    <a:pt x="1565" y="958"/>
                    <a:pt x="2799" y="584"/>
                    <a:pt x="2799" y="584"/>
                  </a:cubicBezTo>
                  <a:cubicBezTo>
                    <a:pt x="2799" y="584"/>
                    <a:pt x="1730" y="0"/>
                    <a:pt x="9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944;p39">
              <a:extLst>
                <a:ext uri="{FF2B5EF4-FFF2-40B4-BE49-F238E27FC236}">
                  <a16:creationId xmlns:a16="http://schemas.microsoft.com/office/drawing/2014/main" id="{DAB73664-2A07-A2A6-6342-A9D695D424FF}"/>
                </a:ext>
              </a:extLst>
            </p:cNvPr>
            <p:cNvSpPr/>
            <p:nvPr/>
          </p:nvSpPr>
          <p:spPr>
            <a:xfrm>
              <a:off x="1788334" y="4502318"/>
              <a:ext cx="215351" cy="302235"/>
            </a:xfrm>
            <a:custGeom>
              <a:avLst/>
              <a:gdLst/>
              <a:ahLst/>
              <a:cxnLst/>
              <a:rect l="l" t="t" r="r" b="b"/>
              <a:pathLst>
                <a:path w="1869" h="2623" extrusionOk="0">
                  <a:moveTo>
                    <a:pt x="669" y="0"/>
                  </a:moveTo>
                  <a:cubicBezTo>
                    <a:pt x="0" y="0"/>
                    <a:pt x="101" y="2623"/>
                    <a:pt x="101" y="2623"/>
                  </a:cubicBezTo>
                  <a:cubicBezTo>
                    <a:pt x="101" y="2623"/>
                    <a:pt x="1869" y="732"/>
                    <a:pt x="908" y="94"/>
                  </a:cubicBezTo>
                  <a:cubicBezTo>
                    <a:pt x="819" y="30"/>
                    <a:pt x="740" y="0"/>
                    <a:pt x="6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945;p39">
              <a:extLst>
                <a:ext uri="{FF2B5EF4-FFF2-40B4-BE49-F238E27FC236}">
                  <a16:creationId xmlns:a16="http://schemas.microsoft.com/office/drawing/2014/main" id="{1E209BE5-7DE8-83C4-2129-C63E28673395}"/>
                </a:ext>
              </a:extLst>
            </p:cNvPr>
            <p:cNvSpPr/>
            <p:nvPr/>
          </p:nvSpPr>
          <p:spPr>
            <a:xfrm>
              <a:off x="1487256" y="4736335"/>
              <a:ext cx="324236" cy="109233"/>
            </a:xfrm>
            <a:custGeom>
              <a:avLst/>
              <a:gdLst/>
              <a:ahLst/>
              <a:cxnLst/>
              <a:rect l="l" t="t" r="r" b="b"/>
              <a:pathLst>
                <a:path w="2814" h="948" extrusionOk="0">
                  <a:moveTo>
                    <a:pt x="907" y="1"/>
                  </a:moveTo>
                  <a:cubicBezTo>
                    <a:pt x="560" y="1"/>
                    <a:pt x="271" y="112"/>
                    <a:pt x="155" y="430"/>
                  </a:cubicBezTo>
                  <a:cubicBezTo>
                    <a:pt x="1" y="824"/>
                    <a:pt x="327" y="947"/>
                    <a:pt x="798" y="947"/>
                  </a:cubicBezTo>
                  <a:cubicBezTo>
                    <a:pt x="1598" y="947"/>
                    <a:pt x="2814" y="592"/>
                    <a:pt x="2814" y="592"/>
                  </a:cubicBezTo>
                  <a:cubicBezTo>
                    <a:pt x="2814" y="592"/>
                    <a:pt x="1707" y="1"/>
                    <a:pt x="9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946;p39">
              <a:extLst>
                <a:ext uri="{FF2B5EF4-FFF2-40B4-BE49-F238E27FC236}">
                  <a16:creationId xmlns:a16="http://schemas.microsoft.com/office/drawing/2014/main" id="{F25C9796-F246-60FA-1D78-7E480746D703}"/>
                </a:ext>
              </a:extLst>
            </p:cNvPr>
            <p:cNvSpPr/>
            <p:nvPr/>
          </p:nvSpPr>
          <p:spPr>
            <a:xfrm>
              <a:off x="927731" y="3969872"/>
              <a:ext cx="311792" cy="163850"/>
            </a:xfrm>
            <a:custGeom>
              <a:avLst/>
              <a:gdLst/>
              <a:ahLst/>
              <a:cxnLst/>
              <a:rect l="l" t="t" r="r" b="b"/>
              <a:pathLst>
                <a:path w="2706" h="1422" extrusionOk="0">
                  <a:moveTo>
                    <a:pt x="2492" y="0"/>
                  </a:moveTo>
                  <a:cubicBezTo>
                    <a:pt x="1852" y="0"/>
                    <a:pt x="0" y="85"/>
                    <a:pt x="77" y="1065"/>
                  </a:cubicBezTo>
                  <a:cubicBezTo>
                    <a:pt x="98" y="1320"/>
                    <a:pt x="227" y="1421"/>
                    <a:pt x="417" y="1421"/>
                  </a:cubicBezTo>
                  <a:cubicBezTo>
                    <a:pt x="1130" y="1421"/>
                    <a:pt x="2705" y="4"/>
                    <a:pt x="2705" y="4"/>
                  </a:cubicBezTo>
                  <a:cubicBezTo>
                    <a:pt x="2705" y="4"/>
                    <a:pt x="2625" y="0"/>
                    <a:pt x="24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947;p39">
              <a:extLst>
                <a:ext uri="{FF2B5EF4-FFF2-40B4-BE49-F238E27FC236}">
                  <a16:creationId xmlns:a16="http://schemas.microsoft.com/office/drawing/2014/main" id="{FA8C173C-A4BF-8E57-4488-A197ACC3E15D}"/>
                </a:ext>
              </a:extLst>
            </p:cNvPr>
            <p:cNvSpPr/>
            <p:nvPr/>
          </p:nvSpPr>
          <p:spPr>
            <a:xfrm>
              <a:off x="788195" y="3822502"/>
              <a:ext cx="333569" cy="123867"/>
            </a:xfrm>
            <a:custGeom>
              <a:avLst/>
              <a:gdLst/>
              <a:ahLst/>
              <a:cxnLst/>
              <a:rect l="l" t="t" r="r" b="b"/>
              <a:pathLst>
                <a:path w="2895" h="1075" extrusionOk="0">
                  <a:moveTo>
                    <a:pt x="1172" y="0"/>
                  </a:moveTo>
                  <a:cubicBezTo>
                    <a:pt x="644" y="0"/>
                    <a:pt x="175" y="142"/>
                    <a:pt x="73" y="614"/>
                  </a:cubicBezTo>
                  <a:cubicBezTo>
                    <a:pt x="1" y="953"/>
                    <a:pt x="201" y="1074"/>
                    <a:pt x="524" y="1074"/>
                  </a:cubicBezTo>
                  <a:cubicBezTo>
                    <a:pt x="1328" y="1074"/>
                    <a:pt x="2894" y="322"/>
                    <a:pt x="2894" y="322"/>
                  </a:cubicBezTo>
                  <a:cubicBezTo>
                    <a:pt x="2894" y="322"/>
                    <a:pt x="1967" y="0"/>
                    <a:pt x="1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948;p39">
              <a:extLst>
                <a:ext uri="{FF2B5EF4-FFF2-40B4-BE49-F238E27FC236}">
                  <a16:creationId xmlns:a16="http://schemas.microsoft.com/office/drawing/2014/main" id="{60652FBA-54D3-0639-A392-06568C35546A}"/>
                </a:ext>
              </a:extLst>
            </p:cNvPr>
            <p:cNvSpPr/>
            <p:nvPr/>
          </p:nvSpPr>
          <p:spPr>
            <a:xfrm>
              <a:off x="2523242" y="1959913"/>
              <a:ext cx="1862369" cy="2678292"/>
            </a:xfrm>
            <a:custGeom>
              <a:avLst/>
              <a:gdLst/>
              <a:ahLst/>
              <a:cxnLst/>
              <a:rect l="l" t="t" r="r" b="b"/>
              <a:pathLst>
                <a:path w="22734" h="32694" extrusionOk="0">
                  <a:moveTo>
                    <a:pt x="0" y="0"/>
                  </a:moveTo>
                  <a:lnTo>
                    <a:pt x="0" y="32694"/>
                  </a:lnTo>
                  <a:lnTo>
                    <a:pt x="22733" y="32694"/>
                  </a:lnTo>
                  <a:lnTo>
                    <a:pt x="22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949;p39">
              <a:extLst>
                <a:ext uri="{FF2B5EF4-FFF2-40B4-BE49-F238E27FC236}">
                  <a16:creationId xmlns:a16="http://schemas.microsoft.com/office/drawing/2014/main" id="{C8654FC3-B1A7-AA0C-D2DB-531273935E21}"/>
                </a:ext>
              </a:extLst>
            </p:cNvPr>
            <p:cNvSpPr/>
            <p:nvPr/>
          </p:nvSpPr>
          <p:spPr>
            <a:xfrm>
              <a:off x="2567889" y="1837115"/>
              <a:ext cx="1817723" cy="2796093"/>
            </a:xfrm>
            <a:custGeom>
              <a:avLst/>
              <a:gdLst/>
              <a:ahLst/>
              <a:cxnLst/>
              <a:rect l="l" t="t" r="r" b="b"/>
              <a:pathLst>
                <a:path w="22189" h="34132" extrusionOk="0">
                  <a:moveTo>
                    <a:pt x="12637" y="0"/>
                  </a:moveTo>
                  <a:cubicBezTo>
                    <a:pt x="9422" y="0"/>
                    <a:pt x="5270" y="318"/>
                    <a:pt x="1" y="1246"/>
                  </a:cubicBezTo>
                  <a:lnTo>
                    <a:pt x="1" y="33877"/>
                  </a:lnTo>
                  <a:cubicBezTo>
                    <a:pt x="5267" y="32960"/>
                    <a:pt x="9417" y="32646"/>
                    <a:pt x="12632" y="32646"/>
                  </a:cubicBezTo>
                  <a:cubicBezTo>
                    <a:pt x="19621" y="32646"/>
                    <a:pt x="22188" y="34131"/>
                    <a:pt x="22188" y="34131"/>
                  </a:cubicBezTo>
                  <a:lnTo>
                    <a:pt x="22188" y="1499"/>
                  </a:lnTo>
                  <a:cubicBezTo>
                    <a:pt x="22188" y="1499"/>
                    <a:pt x="19622" y="0"/>
                    <a:pt x="126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950;p39">
              <a:extLst>
                <a:ext uri="{FF2B5EF4-FFF2-40B4-BE49-F238E27FC236}">
                  <a16:creationId xmlns:a16="http://schemas.microsoft.com/office/drawing/2014/main" id="{B7D7DFA4-B03D-7CB9-8D22-8E94860538CB}"/>
                </a:ext>
              </a:extLst>
            </p:cNvPr>
            <p:cNvSpPr/>
            <p:nvPr/>
          </p:nvSpPr>
          <p:spPr>
            <a:xfrm>
              <a:off x="2562236" y="1831462"/>
              <a:ext cx="1829028" cy="2806743"/>
            </a:xfrm>
            <a:custGeom>
              <a:avLst/>
              <a:gdLst/>
              <a:ahLst/>
              <a:cxnLst/>
              <a:rect l="l" t="t" r="r" b="b"/>
              <a:pathLst>
                <a:path w="22327" h="34262" extrusionOk="0">
                  <a:moveTo>
                    <a:pt x="12720" y="131"/>
                  </a:moveTo>
                  <a:cubicBezTo>
                    <a:pt x="16178" y="131"/>
                    <a:pt x="18576" y="516"/>
                    <a:pt x="20082" y="869"/>
                  </a:cubicBezTo>
                  <a:cubicBezTo>
                    <a:pt x="20851" y="1061"/>
                    <a:pt x="21366" y="1253"/>
                    <a:pt x="21712" y="1376"/>
                  </a:cubicBezTo>
                  <a:cubicBezTo>
                    <a:pt x="21904" y="1476"/>
                    <a:pt x="22034" y="1507"/>
                    <a:pt x="22096" y="1568"/>
                  </a:cubicBezTo>
                  <a:cubicBezTo>
                    <a:pt x="22165" y="1568"/>
                    <a:pt x="22165" y="1599"/>
                    <a:pt x="22196" y="1599"/>
                  </a:cubicBezTo>
                  <a:lnTo>
                    <a:pt x="22196" y="34090"/>
                  </a:lnTo>
                  <a:lnTo>
                    <a:pt x="22196" y="34090"/>
                  </a:lnTo>
                  <a:cubicBezTo>
                    <a:pt x="21680" y="33832"/>
                    <a:pt x="18947" y="32632"/>
                    <a:pt x="12720" y="32632"/>
                  </a:cubicBezTo>
                  <a:cubicBezTo>
                    <a:pt x="9497" y="32632"/>
                    <a:pt x="5351" y="32953"/>
                    <a:pt x="131" y="33867"/>
                  </a:cubicBezTo>
                  <a:lnTo>
                    <a:pt x="131" y="33867"/>
                  </a:lnTo>
                  <a:lnTo>
                    <a:pt x="131" y="1371"/>
                  </a:lnTo>
                  <a:lnTo>
                    <a:pt x="131" y="1371"/>
                  </a:lnTo>
                  <a:cubicBezTo>
                    <a:pt x="5366" y="445"/>
                    <a:pt x="9491" y="131"/>
                    <a:pt x="12720" y="131"/>
                  </a:cubicBezTo>
                  <a:close/>
                  <a:moveTo>
                    <a:pt x="12720" y="1"/>
                  </a:moveTo>
                  <a:cubicBezTo>
                    <a:pt x="9484" y="1"/>
                    <a:pt x="5319" y="323"/>
                    <a:pt x="70" y="1253"/>
                  </a:cubicBezTo>
                  <a:cubicBezTo>
                    <a:pt x="39" y="1253"/>
                    <a:pt x="0" y="1284"/>
                    <a:pt x="0" y="1315"/>
                  </a:cubicBezTo>
                  <a:lnTo>
                    <a:pt x="0" y="33946"/>
                  </a:lnTo>
                  <a:cubicBezTo>
                    <a:pt x="0" y="33977"/>
                    <a:pt x="0" y="33977"/>
                    <a:pt x="39" y="34008"/>
                  </a:cubicBezTo>
                  <a:lnTo>
                    <a:pt x="100" y="34008"/>
                  </a:lnTo>
                  <a:cubicBezTo>
                    <a:pt x="5350" y="33078"/>
                    <a:pt x="9484" y="32763"/>
                    <a:pt x="12720" y="32763"/>
                  </a:cubicBezTo>
                  <a:cubicBezTo>
                    <a:pt x="16178" y="32763"/>
                    <a:pt x="18576" y="33147"/>
                    <a:pt x="20082" y="33531"/>
                  </a:cubicBezTo>
                  <a:cubicBezTo>
                    <a:pt x="20851" y="33724"/>
                    <a:pt x="21366" y="33877"/>
                    <a:pt x="21712" y="34039"/>
                  </a:cubicBezTo>
                  <a:cubicBezTo>
                    <a:pt x="21904" y="34108"/>
                    <a:pt x="22034" y="34169"/>
                    <a:pt x="22096" y="34200"/>
                  </a:cubicBezTo>
                  <a:cubicBezTo>
                    <a:pt x="22165" y="34231"/>
                    <a:pt x="22165" y="34231"/>
                    <a:pt x="22196" y="34231"/>
                  </a:cubicBezTo>
                  <a:lnTo>
                    <a:pt x="22227" y="34262"/>
                  </a:lnTo>
                  <a:lnTo>
                    <a:pt x="22288" y="34262"/>
                  </a:lnTo>
                  <a:cubicBezTo>
                    <a:pt x="22327" y="34262"/>
                    <a:pt x="22327" y="34231"/>
                    <a:pt x="22327" y="34200"/>
                  </a:cubicBezTo>
                  <a:lnTo>
                    <a:pt x="22327" y="1568"/>
                  </a:lnTo>
                  <a:cubicBezTo>
                    <a:pt x="22327" y="1538"/>
                    <a:pt x="22327" y="1538"/>
                    <a:pt x="22288" y="1507"/>
                  </a:cubicBezTo>
                  <a:cubicBezTo>
                    <a:pt x="22288" y="1507"/>
                    <a:pt x="19698" y="1"/>
                    <a:pt x="127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951;p39">
              <a:extLst>
                <a:ext uri="{FF2B5EF4-FFF2-40B4-BE49-F238E27FC236}">
                  <a16:creationId xmlns:a16="http://schemas.microsoft.com/office/drawing/2014/main" id="{6C3C804A-44F9-F1F6-A2AB-DD014A8F4864}"/>
                </a:ext>
              </a:extLst>
            </p:cNvPr>
            <p:cNvSpPr/>
            <p:nvPr/>
          </p:nvSpPr>
          <p:spPr>
            <a:xfrm>
              <a:off x="2635883" y="2051828"/>
              <a:ext cx="1689272" cy="159990"/>
            </a:xfrm>
            <a:custGeom>
              <a:avLst/>
              <a:gdLst/>
              <a:ahLst/>
              <a:cxnLst/>
              <a:rect l="l" t="t" r="r" b="b"/>
              <a:pathLst>
                <a:path w="20621" h="1953" extrusionOk="0">
                  <a:moveTo>
                    <a:pt x="11690" y="0"/>
                  </a:moveTo>
                  <a:cubicBezTo>
                    <a:pt x="8708" y="0"/>
                    <a:pt x="4866" y="293"/>
                    <a:pt x="1" y="1153"/>
                  </a:cubicBezTo>
                  <a:lnTo>
                    <a:pt x="131" y="1760"/>
                  </a:lnTo>
                  <a:cubicBezTo>
                    <a:pt x="4935" y="930"/>
                    <a:pt x="8747" y="638"/>
                    <a:pt x="11690" y="638"/>
                  </a:cubicBezTo>
                  <a:cubicBezTo>
                    <a:pt x="14857" y="638"/>
                    <a:pt x="17039" y="961"/>
                    <a:pt x="18384" y="1315"/>
                  </a:cubicBezTo>
                  <a:cubicBezTo>
                    <a:pt x="19083" y="1476"/>
                    <a:pt x="19568" y="1637"/>
                    <a:pt x="19852" y="1760"/>
                  </a:cubicBezTo>
                  <a:cubicBezTo>
                    <a:pt x="20013" y="1830"/>
                    <a:pt x="20144" y="1891"/>
                    <a:pt x="20206" y="1922"/>
                  </a:cubicBezTo>
                  <a:cubicBezTo>
                    <a:pt x="20236" y="1922"/>
                    <a:pt x="20275" y="1953"/>
                    <a:pt x="20275" y="1953"/>
                  </a:cubicBezTo>
                  <a:lnTo>
                    <a:pt x="20305" y="1953"/>
                  </a:lnTo>
                  <a:lnTo>
                    <a:pt x="20621" y="1407"/>
                  </a:lnTo>
                  <a:cubicBezTo>
                    <a:pt x="20559" y="1376"/>
                    <a:pt x="18123" y="0"/>
                    <a:pt x="11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952;p39">
              <a:extLst>
                <a:ext uri="{FF2B5EF4-FFF2-40B4-BE49-F238E27FC236}">
                  <a16:creationId xmlns:a16="http://schemas.microsoft.com/office/drawing/2014/main" id="{4158E1AC-431E-F7A1-5168-FF1018208DE1}"/>
                </a:ext>
              </a:extLst>
            </p:cNvPr>
            <p:cNvSpPr/>
            <p:nvPr/>
          </p:nvSpPr>
          <p:spPr>
            <a:xfrm>
              <a:off x="2635883" y="2233117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85"/>
                    <a:pt x="1" y="1154"/>
                  </a:cubicBezTo>
                  <a:lnTo>
                    <a:pt x="131" y="1761"/>
                  </a:lnTo>
                  <a:cubicBezTo>
                    <a:pt x="4935" y="923"/>
                    <a:pt x="8747" y="639"/>
                    <a:pt x="11690" y="639"/>
                  </a:cubicBezTo>
                  <a:cubicBezTo>
                    <a:pt x="14857" y="639"/>
                    <a:pt x="17039" y="992"/>
                    <a:pt x="18384" y="1307"/>
                  </a:cubicBezTo>
                  <a:cubicBezTo>
                    <a:pt x="19083" y="1469"/>
                    <a:pt x="19568" y="1661"/>
                    <a:pt x="19852" y="1761"/>
                  </a:cubicBezTo>
                  <a:cubicBezTo>
                    <a:pt x="20013" y="1822"/>
                    <a:pt x="20144" y="1884"/>
                    <a:pt x="20206" y="1922"/>
                  </a:cubicBezTo>
                  <a:cubicBezTo>
                    <a:pt x="20236" y="1953"/>
                    <a:pt x="20275" y="1953"/>
                    <a:pt x="20275" y="1953"/>
                  </a:cubicBezTo>
                  <a:lnTo>
                    <a:pt x="20305" y="1953"/>
                  </a:lnTo>
                  <a:lnTo>
                    <a:pt x="20305" y="1984"/>
                  </a:lnTo>
                  <a:lnTo>
                    <a:pt x="20326" y="1918"/>
                  </a:lnTo>
                  <a:lnTo>
                    <a:pt x="20326" y="1918"/>
                  </a:lnTo>
                  <a:lnTo>
                    <a:pt x="20621" y="1407"/>
                  </a:lnTo>
                  <a:cubicBezTo>
                    <a:pt x="20559" y="1376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953;p39">
              <a:extLst>
                <a:ext uri="{FF2B5EF4-FFF2-40B4-BE49-F238E27FC236}">
                  <a16:creationId xmlns:a16="http://schemas.microsoft.com/office/drawing/2014/main" id="{CC0BBBED-B1D7-33FA-6171-418C65413209}"/>
                </a:ext>
              </a:extLst>
            </p:cNvPr>
            <p:cNvSpPr/>
            <p:nvPr/>
          </p:nvSpPr>
          <p:spPr>
            <a:xfrm>
              <a:off x="2635883" y="2413833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93"/>
                    <a:pt x="1" y="1153"/>
                  </a:cubicBezTo>
                  <a:lnTo>
                    <a:pt x="131" y="1760"/>
                  </a:lnTo>
                  <a:cubicBezTo>
                    <a:pt x="4935" y="930"/>
                    <a:pt x="8747" y="638"/>
                    <a:pt x="11690" y="638"/>
                  </a:cubicBezTo>
                  <a:cubicBezTo>
                    <a:pt x="14857" y="638"/>
                    <a:pt x="17039" y="992"/>
                    <a:pt x="18384" y="1315"/>
                  </a:cubicBezTo>
                  <a:cubicBezTo>
                    <a:pt x="19083" y="1476"/>
                    <a:pt x="19568" y="1668"/>
                    <a:pt x="19852" y="1791"/>
                  </a:cubicBezTo>
                  <a:cubicBezTo>
                    <a:pt x="20013" y="1830"/>
                    <a:pt x="20144" y="1891"/>
                    <a:pt x="20206" y="1922"/>
                  </a:cubicBezTo>
                  <a:cubicBezTo>
                    <a:pt x="20236" y="1953"/>
                    <a:pt x="20275" y="1953"/>
                    <a:pt x="20275" y="1953"/>
                  </a:cubicBezTo>
                  <a:lnTo>
                    <a:pt x="20305" y="1983"/>
                  </a:lnTo>
                  <a:lnTo>
                    <a:pt x="20621" y="1407"/>
                  </a:lnTo>
                  <a:cubicBezTo>
                    <a:pt x="20559" y="1376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954;p39">
              <a:extLst>
                <a:ext uri="{FF2B5EF4-FFF2-40B4-BE49-F238E27FC236}">
                  <a16:creationId xmlns:a16="http://schemas.microsoft.com/office/drawing/2014/main" id="{10551A8A-C18F-D14C-B105-CE6F1C6D7E1B}"/>
                </a:ext>
              </a:extLst>
            </p:cNvPr>
            <p:cNvSpPr/>
            <p:nvPr/>
          </p:nvSpPr>
          <p:spPr>
            <a:xfrm>
              <a:off x="2635883" y="2595122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85"/>
                    <a:pt x="1" y="1154"/>
                  </a:cubicBezTo>
                  <a:lnTo>
                    <a:pt x="131" y="1792"/>
                  </a:lnTo>
                  <a:cubicBezTo>
                    <a:pt x="4935" y="923"/>
                    <a:pt x="8747" y="639"/>
                    <a:pt x="11690" y="639"/>
                  </a:cubicBezTo>
                  <a:cubicBezTo>
                    <a:pt x="14857" y="639"/>
                    <a:pt x="17039" y="992"/>
                    <a:pt x="18384" y="1307"/>
                  </a:cubicBezTo>
                  <a:cubicBezTo>
                    <a:pt x="19083" y="1499"/>
                    <a:pt x="19568" y="1661"/>
                    <a:pt x="19852" y="1792"/>
                  </a:cubicBezTo>
                  <a:cubicBezTo>
                    <a:pt x="20013" y="1853"/>
                    <a:pt x="20144" y="1884"/>
                    <a:pt x="20206" y="1922"/>
                  </a:cubicBezTo>
                  <a:cubicBezTo>
                    <a:pt x="20236" y="1953"/>
                    <a:pt x="20275" y="1953"/>
                    <a:pt x="20275" y="1953"/>
                  </a:cubicBezTo>
                  <a:lnTo>
                    <a:pt x="20305" y="1984"/>
                  </a:lnTo>
                  <a:lnTo>
                    <a:pt x="20621" y="1407"/>
                  </a:lnTo>
                  <a:cubicBezTo>
                    <a:pt x="20559" y="1377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955;p39">
              <a:extLst>
                <a:ext uri="{FF2B5EF4-FFF2-40B4-BE49-F238E27FC236}">
                  <a16:creationId xmlns:a16="http://schemas.microsoft.com/office/drawing/2014/main" id="{72B60E4D-8071-B788-855D-A145477E5A25}"/>
                </a:ext>
              </a:extLst>
            </p:cNvPr>
            <p:cNvSpPr/>
            <p:nvPr/>
          </p:nvSpPr>
          <p:spPr>
            <a:xfrm>
              <a:off x="2635883" y="2775838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93"/>
                    <a:pt x="1" y="1153"/>
                  </a:cubicBezTo>
                  <a:lnTo>
                    <a:pt x="131" y="1791"/>
                  </a:lnTo>
                  <a:cubicBezTo>
                    <a:pt x="4935" y="930"/>
                    <a:pt x="8747" y="638"/>
                    <a:pt x="11690" y="638"/>
                  </a:cubicBezTo>
                  <a:cubicBezTo>
                    <a:pt x="14857" y="638"/>
                    <a:pt x="17039" y="992"/>
                    <a:pt x="18384" y="1315"/>
                  </a:cubicBezTo>
                  <a:cubicBezTo>
                    <a:pt x="19083" y="1507"/>
                    <a:pt x="19568" y="1668"/>
                    <a:pt x="19852" y="1791"/>
                  </a:cubicBezTo>
                  <a:cubicBezTo>
                    <a:pt x="20013" y="1860"/>
                    <a:pt x="20144" y="1891"/>
                    <a:pt x="20206" y="1922"/>
                  </a:cubicBezTo>
                  <a:cubicBezTo>
                    <a:pt x="20236" y="1953"/>
                    <a:pt x="20275" y="1953"/>
                    <a:pt x="20275" y="1953"/>
                  </a:cubicBezTo>
                  <a:lnTo>
                    <a:pt x="20305" y="1983"/>
                  </a:lnTo>
                  <a:lnTo>
                    <a:pt x="20621" y="1407"/>
                  </a:lnTo>
                  <a:cubicBezTo>
                    <a:pt x="20559" y="1376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956;p39">
              <a:extLst>
                <a:ext uri="{FF2B5EF4-FFF2-40B4-BE49-F238E27FC236}">
                  <a16:creationId xmlns:a16="http://schemas.microsoft.com/office/drawing/2014/main" id="{115F1CDA-D5CD-4686-25DF-7618093E9CD8}"/>
                </a:ext>
              </a:extLst>
            </p:cNvPr>
            <p:cNvSpPr/>
            <p:nvPr/>
          </p:nvSpPr>
          <p:spPr>
            <a:xfrm>
              <a:off x="2635883" y="2957127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85"/>
                    <a:pt x="1" y="1154"/>
                  </a:cubicBezTo>
                  <a:lnTo>
                    <a:pt x="131" y="1792"/>
                  </a:lnTo>
                  <a:cubicBezTo>
                    <a:pt x="4935" y="923"/>
                    <a:pt x="8747" y="639"/>
                    <a:pt x="11690" y="639"/>
                  </a:cubicBezTo>
                  <a:cubicBezTo>
                    <a:pt x="14857" y="639"/>
                    <a:pt x="17039" y="992"/>
                    <a:pt x="18384" y="1307"/>
                  </a:cubicBezTo>
                  <a:cubicBezTo>
                    <a:pt x="19083" y="1500"/>
                    <a:pt x="19568" y="1661"/>
                    <a:pt x="19852" y="1792"/>
                  </a:cubicBezTo>
                  <a:cubicBezTo>
                    <a:pt x="20013" y="1853"/>
                    <a:pt x="20144" y="1884"/>
                    <a:pt x="20206" y="1922"/>
                  </a:cubicBezTo>
                  <a:cubicBezTo>
                    <a:pt x="20236" y="1953"/>
                    <a:pt x="20275" y="1953"/>
                    <a:pt x="20275" y="1984"/>
                  </a:cubicBezTo>
                  <a:lnTo>
                    <a:pt x="20305" y="1984"/>
                  </a:lnTo>
                  <a:lnTo>
                    <a:pt x="20621" y="1438"/>
                  </a:lnTo>
                  <a:cubicBezTo>
                    <a:pt x="20559" y="1407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957;p39">
              <a:extLst>
                <a:ext uri="{FF2B5EF4-FFF2-40B4-BE49-F238E27FC236}">
                  <a16:creationId xmlns:a16="http://schemas.microsoft.com/office/drawing/2014/main" id="{CE08F5A5-937F-60D7-E518-B0892C67F029}"/>
                </a:ext>
              </a:extLst>
            </p:cNvPr>
            <p:cNvSpPr/>
            <p:nvPr/>
          </p:nvSpPr>
          <p:spPr>
            <a:xfrm>
              <a:off x="2635883" y="3137843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323"/>
                    <a:pt x="1" y="1153"/>
                  </a:cubicBezTo>
                  <a:lnTo>
                    <a:pt x="131" y="1791"/>
                  </a:lnTo>
                  <a:cubicBezTo>
                    <a:pt x="4935" y="930"/>
                    <a:pt x="8747" y="638"/>
                    <a:pt x="11690" y="638"/>
                  </a:cubicBezTo>
                  <a:cubicBezTo>
                    <a:pt x="14857" y="638"/>
                    <a:pt x="17039" y="992"/>
                    <a:pt x="18384" y="1345"/>
                  </a:cubicBezTo>
                  <a:cubicBezTo>
                    <a:pt x="19083" y="1507"/>
                    <a:pt x="19568" y="1668"/>
                    <a:pt x="19852" y="1791"/>
                  </a:cubicBezTo>
                  <a:cubicBezTo>
                    <a:pt x="20013" y="1860"/>
                    <a:pt x="20144" y="1891"/>
                    <a:pt x="20206" y="1922"/>
                  </a:cubicBezTo>
                  <a:cubicBezTo>
                    <a:pt x="20236" y="1953"/>
                    <a:pt x="20275" y="1953"/>
                    <a:pt x="20275" y="1983"/>
                  </a:cubicBezTo>
                  <a:lnTo>
                    <a:pt x="20305" y="1983"/>
                  </a:lnTo>
                  <a:lnTo>
                    <a:pt x="20621" y="1445"/>
                  </a:lnTo>
                  <a:cubicBezTo>
                    <a:pt x="20559" y="1407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958;p39">
              <a:extLst>
                <a:ext uri="{FF2B5EF4-FFF2-40B4-BE49-F238E27FC236}">
                  <a16:creationId xmlns:a16="http://schemas.microsoft.com/office/drawing/2014/main" id="{C0ECD39B-CB62-C029-B292-CC009714BEFB}"/>
                </a:ext>
              </a:extLst>
            </p:cNvPr>
            <p:cNvSpPr/>
            <p:nvPr/>
          </p:nvSpPr>
          <p:spPr>
            <a:xfrm>
              <a:off x="2635883" y="3319132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316"/>
                    <a:pt x="1" y="1154"/>
                  </a:cubicBezTo>
                  <a:lnTo>
                    <a:pt x="131" y="1792"/>
                  </a:lnTo>
                  <a:cubicBezTo>
                    <a:pt x="4935" y="923"/>
                    <a:pt x="8747" y="639"/>
                    <a:pt x="11690" y="639"/>
                  </a:cubicBezTo>
                  <a:cubicBezTo>
                    <a:pt x="14857" y="639"/>
                    <a:pt x="17039" y="992"/>
                    <a:pt x="18384" y="1346"/>
                  </a:cubicBezTo>
                  <a:cubicBezTo>
                    <a:pt x="19083" y="1500"/>
                    <a:pt x="19568" y="1661"/>
                    <a:pt x="19852" y="1792"/>
                  </a:cubicBezTo>
                  <a:cubicBezTo>
                    <a:pt x="20013" y="1853"/>
                    <a:pt x="20144" y="1884"/>
                    <a:pt x="20206" y="1953"/>
                  </a:cubicBezTo>
                  <a:cubicBezTo>
                    <a:pt x="20236" y="1953"/>
                    <a:pt x="20275" y="1953"/>
                    <a:pt x="20275" y="1984"/>
                  </a:cubicBezTo>
                  <a:lnTo>
                    <a:pt x="20305" y="1984"/>
                  </a:lnTo>
                  <a:lnTo>
                    <a:pt x="20621" y="1438"/>
                  </a:lnTo>
                  <a:cubicBezTo>
                    <a:pt x="20559" y="1407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959;p39">
              <a:extLst>
                <a:ext uri="{FF2B5EF4-FFF2-40B4-BE49-F238E27FC236}">
                  <a16:creationId xmlns:a16="http://schemas.microsoft.com/office/drawing/2014/main" id="{827A0B13-C89F-C384-9DC2-F7FAB4F02F56}"/>
                </a:ext>
              </a:extLst>
            </p:cNvPr>
            <p:cNvSpPr/>
            <p:nvPr/>
          </p:nvSpPr>
          <p:spPr>
            <a:xfrm>
              <a:off x="2635883" y="3502387"/>
              <a:ext cx="1689272" cy="159990"/>
            </a:xfrm>
            <a:custGeom>
              <a:avLst/>
              <a:gdLst/>
              <a:ahLst/>
              <a:cxnLst/>
              <a:rect l="l" t="t" r="r" b="b"/>
              <a:pathLst>
                <a:path w="20621" h="1953" extrusionOk="0">
                  <a:moveTo>
                    <a:pt x="11690" y="0"/>
                  </a:moveTo>
                  <a:cubicBezTo>
                    <a:pt x="8708" y="0"/>
                    <a:pt x="4866" y="292"/>
                    <a:pt x="1" y="1122"/>
                  </a:cubicBezTo>
                  <a:lnTo>
                    <a:pt x="131" y="1760"/>
                  </a:lnTo>
                  <a:cubicBezTo>
                    <a:pt x="4935" y="930"/>
                    <a:pt x="8747" y="646"/>
                    <a:pt x="11690" y="646"/>
                  </a:cubicBezTo>
                  <a:cubicBezTo>
                    <a:pt x="14857" y="646"/>
                    <a:pt x="17039" y="961"/>
                    <a:pt x="18384" y="1315"/>
                  </a:cubicBezTo>
                  <a:cubicBezTo>
                    <a:pt x="19083" y="1476"/>
                    <a:pt x="19568" y="1637"/>
                    <a:pt x="19852" y="1760"/>
                  </a:cubicBezTo>
                  <a:cubicBezTo>
                    <a:pt x="20013" y="1829"/>
                    <a:pt x="20144" y="1891"/>
                    <a:pt x="20206" y="1922"/>
                  </a:cubicBezTo>
                  <a:cubicBezTo>
                    <a:pt x="20236" y="1922"/>
                    <a:pt x="20275" y="1952"/>
                    <a:pt x="20275" y="1952"/>
                  </a:cubicBezTo>
                  <a:lnTo>
                    <a:pt x="20305" y="1952"/>
                  </a:lnTo>
                  <a:lnTo>
                    <a:pt x="20621" y="1414"/>
                  </a:lnTo>
                  <a:cubicBezTo>
                    <a:pt x="20559" y="1376"/>
                    <a:pt x="18123" y="0"/>
                    <a:pt x="11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960;p39">
              <a:extLst>
                <a:ext uri="{FF2B5EF4-FFF2-40B4-BE49-F238E27FC236}">
                  <a16:creationId xmlns:a16="http://schemas.microsoft.com/office/drawing/2014/main" id="{DE270EDF-91CC-C1D7-ABB8-FF91CCCD1EB8}"/>
                </a:ext>
              </a:extLst>
            </p:cNvPr>
            <p:cNvSpPr/>
            <p:nvPr/>
          </p:nvSpPr>
          <p:spPr>
            <a:xfrm>
              <a:off x="2635883" y="3683676"/>
              <a:ext cx="1689272" cy="159990"/>
            </a:xfrm>
            <a:custGeom>
              <a:avLst/>
              <a:gdLst/>
              <a:ahLst/>
              <a:cxnLst/>
              <a:rect l="l" t="t" r="r" b="b"/>
              <a:pathLst>
                <a:path w="20621" h="1953" extrusionOk="0">
                  <a:moveTo>
                    <a:pt x="11690" y="1"/>
                  </a:moveTo>
                  <a:cubicBezTo>
                    <a:pt x="8708" y="1"/>
                    <a:pt x="4866" y="285"/>
                    <a:pt x="1" y="1123"/>
                  </a:cubicBezTo>
                  <a:lnTo>
                    <a:pt x="131" y="1761"/>
                  </a:lnTo>
                  <a:cubicBezTo>
                    <a:pt x="4935" y="931"/>
                    <a:pt x="8747" y="639"/>
                    <a:pt x="11690" y="639"/>
                  </a:cubicBezTo>
                  <a:cubicBezTo>
                    <a:pt x="14857" y="639"/>
                    <a:pt x="17039" y="961"/>
                    <a:pt x="18384" y="1315"/>
                  </a:cubicBezTo>
                  <a:cubicBezTo>
                    <a:pt x="19083" y="1469"/>
                    <a:pt x="19568" y="1630"/>
                    <a:pt x="19852" y="1761"/>
                  </a:cubicBezTo>
                  <a:cubicBezTo>
                    <a:pt x="20013" y="1822"/>
                    <a:pt x="20144" y="1891"/>
                    <a:pt x="20206" y="1922"/>
                  </a:cubicBezTo>
                  <a:cubicBezTo>
                    <a:pt x="20236" y="1922"/>
                    <a:pt x="20275" y="1953"/>
                    <a:pt x="20275" y="1953"/>
                  </a:cubicBezTo>
                  <a:lnTo>
                    <a:pt x="20305" y="1953"/>
                  </a:lnTo>
                  <a:lnTo>
                    <a:pt x="20621" y="1407"/>
                  </a:lnTo>
                  <a:cubicBezTo>
                    <a:pt x="20559" y="1376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961;p39">
              <a:extLst>
                <a:ext uri="{FF2B5EF4-FFF2-40B4-BE49-F238E27FC236}">
                  <a16:creationId xmlns:a16="http://schemas.microsoft.com/office/drawing/2014/main" id="{5E529E65-9366-DFD1-D5E2-7C5C50466F97}"/>
                </a:ext>
              </a:extLst>
            </p:cNvPr>
            <p:cNvSpPr/>
            <p:nvPr/>
          </p:nvSpPr>
          <p:spPr>
            <a:xfrm>
              <a:off x="2635883" y="3864392"/>
              <a:ext cx="1689272" cy="159990"/>
            </a:xfrm>
            <a:custGeom>
              <a:avLst/>
              <a:gdLst/>
              <a:ahLst/>
              <a:cxnLst/>
              <a:rect l="l" t="t" r="r" b="b"/>
              <a:pathLst>
                <a:path w="20621" h="1953" extrusionOk="0">
                  <a:moveTo>
                    <a:pt x="11690" y="0"/>
                  </a:moveTo>
                  <a:cubicBezTo>
                    <a:pt x="8708" y="0"/>
                    <a:pt x="4866" y="292"/>
                    <a:pt x="1" y="1122"/>
                  </a:cubicBezTo>
                  <a:lnTo>
                    <a:pt x="131" y="1760"/>
                  </a:lnTo>
                  <a:cubicBezTo>
                    <a:pt x="4935" y="930"/>
                    <a:pt x="8747" y="646"/>
                    <a:pt x="11690" y="646"/>
                  </a:cubicBezTo>
                  <a:cubicBezTo>
                    <a:pt x="14857" y="646"/>
                    <a:pt x="17039" y="961"/>
                    <a:pt x="18384" y="1315"/>
                  </a:cubicBezTo>
                  <a:cubicBezTo>
                    <a:pt x="19083" y="1476"/>
                    <a:pt x="19568" y="1637"/>
                    <a:pt x="19852" y="1760"/>
                  </a:cubicBezTo>
                  <a:cubicBezTo>
                    <a:pt x="20013" y="1829"/>
                    <a:pt x="20144" y="1891"/>
                    <a:pt x="20206" y="1922"/>
                  </a:cubicBezTo>
                  <a:cubicBezTo>
                    <a:pt x="20236" y="1922"/>
                    <a:pt x="20275" y="1952"/>
                    <a:pt x="20275" y="1952"/>
                  </a:cubicBezTo>
                  <a:lnTo>
                    <a:pt x="20305" y="1952"/>
                  </a:lnTo>
                  <a:lnTo>
                    <a:pt x="20621" y="1414"/>
                  </a:lnTo>
                  <a:cubicBezTo>
                    <a:pt x="20559" y="1376"/>
                    <a:pt x="18123" y="0"/>
                    <a:pt x="11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962;p39">
              <a:extLst>
                <a:ext uri="{FF2B5EF4-FFF2-40B4-BE49-F238E27FC236}">
                  <a16:creationId xmlns:a16="http://schemas.microsoft.com/office/drawing/2014/main" id="{D402CDBA-1AE6-F2F2-A895-4232AA2B1871}"/>
                </a:ext>
              </a:extLst>
            </p:cNvPr>
            <p:cNvSpPr/>
            <p:nvPr/>
          </p:nvSpPr>
          <p:spPr>
            <a:xfrm>
              <a:off x="3478272" y="1999563"/>
              <a:ext cx="844349" cy="760627"/>
            </a:xfrm>
            <a:custGeom>
              <a:avLst/>
              <a:gdLst/>
              <a:ahLst/>
              <a:cxnLst/>
              <a:rect l="l" t="t" r="r" b="b"/>
              <a:pathLst>
                <a:path w="10307" h="9285" extrusionOk="0">
                  <a:moveTo>
                    <a:pt x="1" y="1"/>
                  </a:moveTo>
                  <a:lnTo>
                    <a:pt x="1" y="9284"/>
                  </a:lnTo>
                  <a:lnTo>
                    <a:pt x="10307" y="9284"/>
                  </a:lnTo>
                  <a:lnTo>
                    <a:pt x="103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963;p39">
              <a:extLst>
                <a:ext uri="{FF2B5EF4-FFF2-40B4-BE49-F238E27FC236}">
                  <a16:creationId xmlns:a16="http://schemas.microsoft.com/office/drawing/2014/main" id="{E63D8792-5B80-7C5F-72F3-9FD56C7A9B7D}"/>
                </a:ext>
              </a:extLst>
            </p:cNvPr>
            <p:cNvSpPr/>
            <p:nvPr/>
          </p:nvSpPr>
          <p:spPr>
            <a:xfrm>
              <a:off x="3551345" y="2046585"/>
              <a:ext cx="761201" cy="713605"/>
            </a:xfrm>
            <a:custGeom>
              <a:avLst/>
              <a:gdLst/>
              <a:ahLst/>
              <a:cxnLst/>
              <a:rect l="l" t="t" r="r" b="b"/>
              <a:pathLst>
                <a:path w="9292" h="8711" extrusionOk="0">
                  <a:moveTo>
                    <a:pt x="470" y="1"/>
                  </a:moveTo>
                  <a:cubicBezTo>
                    <a:pt x="316" y="1"/>
                    <a:pt x="159" y="1"/>
                    <a:pt x="0" y="3"/>
                  </a:cubicBezTo>
                  <a:lnTo>
                    <a:pt x="0" y="7365"/>
                  </a:lnTo>
                  <a:cubicBezTo>
                    <a:pt x="211" y="7363"/>
                    <a:pt x="418" y="7361"/>
                    <a:pt x="621" y="7361"/>
                  </a:cubicBezTo>
                  <a:cubicBezTo>
                    <a:pt x="6947" y="7361"/>
                    <a:pt x="9292" y="8710"/>
                    <a:pt x="9292" y="8710"/>
                  </a:cubicBezTo>
                  <a:lnTo>
                    <a:pt x="9292" y="1379"/>
                  </a:lnTo>
                  <a:cubicBezTo>
                    <a:pt x="9292" y="1379"/>
                    <a:pt x="6910" y="1"/>
                    <a:pt x="4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964;p39">
              <a:extLst>
                <a:ext uri="{FF2B5EF4-FFF2-40B4-BE49-F238E27FC236}">
                  <a16:creationId xmlns:a16="http://schemas.microsoft.com/office/drawing/2014/main" id="{AA05C770-E425-D5A9-AC44-04AFFFCAF9CC}"/>
                </a:ext>
              </a:extLst>
            </p:cNvPr>
            <p:cNvSpPr/>
            <p:nvPr/>
          </p:nvSpPr>
          <p:spPr>
            <a:xfrm>
              <a:off x="3640720" y="2319379"/>
              <a:ext cx="472269" cy="328090"/>
            </a:xfrm>
            <a:custGeom>
              <a:avLst/>
              <a:gdLst/>
              <a:ahLst/>
              <a:cxnLst/>
              <a:rect l="l" t="t" r="r" b="b"/>
              <a:pathLst>
                <a:path w="5765" h="4005" extrusionOk="0">
                  <a:moveTo>
                    <a:pt x="2306" y="1"/>
                  </a:moveTo>
                  <a:cubicBezTo>
                    <a:pt x="1284" y="1023"/>
                    <a:pt x="1" y="3328"/>
                    <a:pt x="1" y="3328"/>
                  </a:cubicBezTo>
                  <a:lnTo>
                    <a:pt x="800" y="3328"/>
                  </a:lnTo>
                  <a:cubicBezTo>
                    <a:pt x="4128" y="3328"/>
                    <a:pt x="5765" y="4005"/>
                    <a:pt x="5765" y="4005"/>
                  </a:cubicBezTo>
                  <a:cubicBezTo>
                    <a:pt x="5765" y="4005"/>
                    <a:pt x="3743" y="1092"/>
                    <a:pt x="23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965;p39">
              <a:extLst>
                <a:ext uri="{FF2B5EF4-FFF2-40B4-BE49-F238E27FC236}">
                  <a16:creationId xmlns:a16="http://schemas.microsoft.com/office/drawing/2014/main" id="{7DA2B762-3D53-C25C-4DC8-9371B1647377}"/>
                </a:ext>
              </a:extLst>
            </p:cNvPr>
            <p:cNvSpPr/>
            <p:nvPr/>
          </p:nvSpPr>
          <p:spPr>
            <a:xfrm>
              <a:off x="3947349" y="2350836"/>
              <a:ext cx="309821" cy="341361"/>
            </a:xfrm>
            <a:custGeom>
              <a:avLst/>
              <a:gdLst/>
              <a:ahLst/>
              <a:cxnLst/>
              <a:rect l="l" t="t" r="r" b="b"/>
              <a:pathLst>
                <a:path w="3782" h="4167" extrusionOk="0">
                  <a:moveTo>
                    <a:pt x="454" y="1"/>
                  </a:moveTo>
                  <a:lnTo>
                    <a:pt x="0" y="447"/>
                  </a:lnTo>
                  <a:cubicBezTo>
                    <a:pt x="0" y="447"/>
                    <a:pt x="1476" y="2114"/>
                    <a:pt x="2467" y="3682"/>
                  </a:cubicBezTo>
                  <a:cubicBezTo>
                    <a:pt x="3336" y="3944"/>
                    <a:pt x="3782" y="4166"/>
                    <a:pt x="3782" y="4166"/>
                  </a:cubicBezTo>
                  <a:cubicBezTo>
                    <a:pt x="3782" y="4166"/>
                    <a:pt x="1607" y="1023"/>
                    <a:pt x="4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966;p39">
              <a:extLst>
                <a:ext uri="{FF2B5EF4-FFF2-40B4-BE49-F238E27FC236}">
                  <a16:creationId xmlns:a16="http://schemas.microsoft.com/office/drawing/2014/main" id="{A76C81C3-BAB4-79D6-8F7F-BCAB4C023DED}"/>
                </a:ext>
              </a:extLst>
            </p:cNvPr>
            <p:cNvSpPr/>
            <p:nvPr/>
          </p:nvSpPr>
          <p:spPr>
            <a:xfrm>
              <a:off x="2394064" y="3096252"/>
              <a:ext cx="192306" cy="187817"/>
            </a:xfrm>
            <a:custGeom>
              <a:avLst/>
              <a:gdLst/>
              <a:ahLst/>
              <a:cxnLst/>
              <a:rect l="l" t="t" r="r" b="b"/>
              <a:pathLst>
                <a:path w="1669" h="1630" extrusionOk="0">
                  <a:moveTo>
                    <a:pt x="739" y="1"/>
                  </a:moveTo>
                  <a:lnTo>
                    <a:pt x="1" y="961"/>
                  </a:lnTo>
                  <a:cubicBezTo>
                    <a:pt x="1" y="961"/>
                    <a:pt x="132" y="1246"/>
                    <a:pt x="547" y="1438"/>
                  </a:cubicBezTo>
                  <a:cubicBezTo>
                    <a:pt x="962" y="1630"/>
                    <a:pt x="1254" y="1630"/>
                    <a:pt x="1254" y="1630"/>
                  </a:cubicBezTo>
                  <a:lnTo>
                    <a:pt x="1669" y="800"/>
                  </a:lnTo>
                  <a:lnTo>
                    <a:pt x="739" y="1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967;p39">
              <a:extLst>
                <a:ext uri="{FF2B5EF4-FFF2-40B4-BE49-F238E27FC236}">
                  <a16:creationId xmlns:a16="http://schemas.microsoft.com/office/drawing/2014/main" id="{C2DA48AC-B36F-442E-7224-ADBBC19EDE10}"/>
                </a:ext>
              </a:extLst>
            </p:cNvPr>
            <p:cNvSpPr/>
            <p:nvPr/>
          </p:nvSpPr>
          <p:spPr>
            <a:xfrm>
              <a:off x="2446375" y="2957639"/>
              <a:ext cx="294970" cy="265478"/>
            </a:xfrm>
            <a:custGeom>
              <a:avLst/>
              <a:gdLst/>
              <a:ahLst/>
              <a:cxnLst/>
              <a:rect l="l" t="t" r="r" b="b"/>
              <a:pathLst>
                <a:path w="2560" h="2304" extrusionOk="0">
                  <a:moveTo>
                    <a:pt x="1217" y="1"/>
                  </a:moveTo>
                  <a:cubicBezTo>
                    <a:pt x="1171" y="1"/>
                    <a:pt x="1126" y="7"/>
                    <a:pt x="1084" y="20"/>
                  </a:cubicBezTo>
                  <a:cubicBezTo>
                    <a:pt x="700" y="143"/>
                    <a:pt x="0" y="466"/>
                    <a:pt x="223" y="1073"/>
                  </a:cubicBezTo>
                  <a:cubicBezTo>
                    <a:pt x="433" y="1644"/>
                    <a:pt x="1070" y="2303"/>
                    <a:pt x="1465" y="2303"/>
                  </a:cubicBezTo>
                  <a:cubicBezTo>
                    <a:pt x="1490" y="2303"/>
                    <a:pt x="1514" y="2300"/>
                    <a:pt x="1537" y="2295"/>
                  </a:cubicBezTo>
                  <a:cubicBezTo>
                    <a:pt x="1883" y="2195"/>
                    <a:pt x="2560" y="689"/>
                    <a:pt x="2145" y="466"/>
                  </a:cubicBezTo>
                  <a:cubicBezTo>
                    <a:pt x="2145" y="466"/>
                    <a:pt x="1624" y="1"/>
                    <a:pt x="1217" y="1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968;p39">
              <a:extLst>
                <a:ext uri="{FF2B5EF4-FFF2-40B4-BE49-F238E27FC236}">
                  <a16:creationId xmlns:a16="http://schemas.microsoft.com/office/drawing/2014/main" id="{7A5A7F7C-EF91-AEF6-FC8B-7BF03DFC6378}"/>
                </a:ext>
              </a:extLst>
            </p:cNvPr>
            <p:cNvSpPr/>
            <p:nvPr/>
          </p:nvSpPr>
          <p:spPr>
            <a:xfrm>
              <a:off x="2650205" y="3091298"/>
              <a:ext cx="17629" cy="19127"/>
            </a:xfrm>
            <a:custGeom>
              <a:avLst/>
              <a:gdLst/>
              <a:ahLst/>
              <a:cxnLst/>
              <a:rect l="l" t="t" r="r" b="b"/>
              <a:pathLst>
                <a:path w="153" h="166" extrusionOk="0">
                  <a:moveTo>
                    <a:pt x="87" y="0"/>
                  </a:moveTo>
                  <a:cubicBezTo>
                    <a:pt x="74" y="0"/>
                    <a:pt x="62" y="4"/>
                    <a:pt x="53" y="13"/>
                  </a:cubicBezTo>
                  <a:cubicBezTo>
                    <a:pt x="53" y="44"/>
                    <a:pt x="22" y="74"/>
                    <a:pt x="22" y="105"/>
                  </a:cubicBezTo>
                  <a:cubicBezTo>
                    <a:pt x="1" y="126"/>
                    <a:pt x="38" y="166"/>
                    <a:pt x="73" y="166"/>
                  </a:cubicBezTo>
                  <a:cubicBezTo>
                    <a:pt x="89" y="166"/>
                    <a:pt x="105" y="157"/>
                    <a:pt x="114" y="136"/>
                  </a:cubicBezTo>
                  <a:cubicBezTo>
                    <a:pt x="114" y="105"/>
                    <a:pt x="114" y="74"/>
                    <a:pt x="153" y="44"/>
                  </a:cubicBezTo>
                  <a:cubicBezTo>
                    <a:pt x="153" y="22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969;p39">
              <a:extLst>
                <a:ext uri="{FF2B5EF4-FFF2-40B4-BE49-F238E27FC236}">
                  <a16:creationId xmlns:a16="http://schemas.microsoft.com/office/drawing/2014/main" id="{31E2AEE7-A0F0-52B4-A679-CF28F0B6C02D}"/>
                </a:ext>
              </a:extLst>
            </p:cNvPr>
            <p:cNvSpPr/>
            <p:nvPr/>
          </p:nvSpPr>
          <p:spPr>
            <a:xfrm>
              <a:off x="2645597" y="3062607"/>
              <a:ext cx="44361" cy="18666"/>
            </a:xfrm>
            <a:custGeom>
              <a:avLst/>
              <a:gdLst/>
              <a:ahLst/>
              <a:cxnLst/>
              <a:rect l="l" t="t" r="r" b="b"/>
              <a:pathLst>
                <a:path w="385" h="162" extrusionOk="0">
                  <a:moveTo>
                    <a:pt x="1" y="1"/>
                  </a:moveTo>
                  <a:lnTo>
                    <a:pt x="1" y="70"/>
                  </a:lnTo>
                  <a:lnTo>
                    <a:pt x="124" y="70"/>
                  </a:lnTo>
                  <a:cubicBezTo>
                    <a:pt x="193" y="70"/>
                    <a:pt x="254" y="100"/>
                    <a:pt x="285" y="100"/>
                  </a:cubicBezTo>
                  <a:cubicBezTo>
                    <a:pt x="285" y="131"/>
                    <a:pt x="285" y="131"/>
                    <a:pt x="316" y="131"/>
                  </a:cubicBezTo>
                  <a:lnTo>
                    <a:pt x="316" y="162"/>
                  </a:lnTo>
                  <a:lnTo>
                    <a:pt x="346" y="162"/>
                  </a:lnTo>
                  <a:cubicBezTo>
                    <a:pt x="385" y="162"/>
                    <a:pt x="385" y="131"/>
                    <a:pt x="385" y="131"/>
                  </a:cubicBezTo>
                  <a:cubicBezTo>
                    <a:pt x="346" y="100"/>
                    <a:pt x="285" y="1"/>
                    <a:pt x="12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970;p39">
              <a:extLst>
                <a:ext uri="{FF2B5EF4-FFF2-40B4-BE49-F238E27FC236}">
                  <a16:creationId xmlns:a16="http://schemas.microsoft.com/office/drawing/2014/main" id="{1AACA945-D3A0-BA6C-C135-CDE0C667FBA4}"/>
                </a:ext>
              </a:extLst>
            </p:cNvPr>
            <p:cNvSpPr/>
            <p:nvPr/>
          </p:nvSpPr>
          <p:spPr>
            <a:xfrm>
              <a:off x="2615523" y="3162736"/>
              <a:ext cx="33760" cy="36181"/>
            </a:xfrm>
            <a:custGeom>
              <a:avLst/>
              <a:gdLst/>
              <a:ahLst/>
              <a:cxnLst/>
              <a:rect l="l" t="t" r="r" b="b"/>
              <a:pathLst>
                <a:path w="293" h="314" extrusionOk="0">
                  <a:moveTo>
                    <a:pt x="31" y="0"/>
                  </a:moveTo>
                  <a:cubicBezTo>
                    <a:pt x="31" y="0"/>
                    <a:pt x="0" y="223"/>
                    <a:pt x="100" y="284"/>
                  </a:cubicBezTo>
                  <a:cubicBezTo>
                    <a:pt x="119" y="305"/>
                    <a:pt x="139" y="313"/>
                    <a:pt x="157" y="313"/>
                  </a:cubicBezTo>
                  <a:cubicBezTo>
                    <a:pt x="229" y="313"/>
                    <a:pt x="292" y="192"/>
                    <a:pt x="292" y="192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971;p39">
              <a:extLst>
                <a:ext uri="{FF2B5EF4-FFF2-40B4-BE49-F238E27FC236}">
                  <a16:creationId xmlns:a16="http://schemas.microsoft.com/office/drawing/2014/main" id="{96F71C43-768B-1AA1-76F4-63F64A071B8E}"/>
                </a:ext>
              </a:extLst>
            </p:cNvPr>
            <p:cNvSpPr/>
            <p:nvPr/>
          </p:nvSpPr>
          <p:spPr>
            <a:xfrm>
              <a:off x="2419759" y="2900258"/>
              <a:ext cx="325158" cy="288178"/>
            </a:xfrm>
            <a:custGeom>
              <a:avLst/>
              <a:gdLst/>
              <a:ahLst/>
              <a:cxnLst/>
              <a:rect l="l" t="t" r="r" b="b"/>
              <a:pathLst>
                <a:path w="2822" h="2501" extrusionOk="0">
                  <a:moveTo>
                    <a:pt x="1338" y="0"/>
                  </a:moveTo>
                  <a:cubicBezTo>
                    <a:pt x="953" y="0"/>
                    <a:pt x="601" y="215"/>
                    <a:pt x="385" y="518"/>
                  </a:cubicBezTo>
                  <a:cubicBezTo>
                    <a:pt x="1" y="1125"/>
                    <a:pt x="231" y="2055"/>
                    <a:pt x="231" y="2055"/>
                  </a:cubicBezTo>
                  <a:cubicBezTo>
                    <a:pt x="231" y="2217"/>
                    <a:pt x="616" y="2501"/>
                    <a:pt x="869" y="2501"/>
                  </a:cubicBezTo>
                  <a:cubicBezTo>
                    <a:pt x="1192" y="2501"/>
                    <a:pt x="1346" y="2339"/>
                    <a:pt x="1446" y="2178"/>
                  </a:cubicBezTo>
                  <a:cubicBezTo>
                    <a:pt x="1507" y="2117"/>
                    <a:pt x="1538" y="2055"/>
                    <a:pt x="1507" y="1986"/>
                  </a:cubicBezTo>
                  <a:cubicBezTo>
                    <a:pt x="1476" y="1986"/>
                    <a:pt x="1476" y="1955"/>
                    <a:pt x="1446" y="1955"/>
                  </a:cubicBezTo>
                  <a:cubicBezTo>
                    <a:pt x="1284" y="1832"/>
                    <a:pt x="1346" y="1640"/>
                    <a:pt x="1415" y="1509"/>
                  </a:cubicBezTo>
                  <a:cubicBezTo>
                    <a:pt x="1446" y="1448"/>
                    <a:pt x="1476" y="1379"/>
                    <a:pt x="1538" y="1379"/>
                  </a:cubicBezTo>
                  <a:cubicBezTo>
                    <a:pt x="1558" y="1370"/>
                    <a:pt x="1578" y="1366"/>
                    <a:pt x="1596" y="1366"/>
                  </a:cubicBezTo>
                  <a:cubicBezTo>
                    <a:pt x="1640" y="1366"/>
                    <a:pt x="1677" y="1388"/>
                    <a:pt x="1699" y="1410"/>
                  </a:cubicBezTo>
                  <a:cubicBezTo>
                    <a:pt x="1699" y="1448"/>
                    <a:pt x="1699" y="1479"/>
                    <a:pt x="1730" y="1509"/>
                  </a:cubicBezTo>
                  <a:cubicBezTo>
                    <a:pt x="1730" y="1540"/>
                    <a:pt x="1768" y="1571"/>
                    <a:pt x="1799" y="1571"/>
                  </a:cubicBezTo>
                  <a:cubicBezTo>
                    <a:pt x="1830" y="1571"/>
                    <a:pt x="1830" y="1509"/>
                    <a:pt x="1830" y="1448"/>
                  </a:cubicBezTo>
                  <a:cubicBezTo>
                    <a:pt x="1830" y="1256"/>
                    <a:pt x="2022" y="1094"/>
                    <a:pt x="2214" y="1064"/>
                  </a:cubicBezTo>
                  <a:cubicBezTo>
                    <a:pt x="2345" y="1125"/>
                    <a:pt x="2568" y="1217"/>
                    <a:pt x="2729" y="1287"/>
                  </a:cubicBezTo>
                  <a:cubicBezTo>
                    <a:pt x="2821" y="1094"/>
                    <a:pt x="2660" y="387"/>
                    <a:pt x="1991" y="257"/>
                  </a:cubicBezTo>
                  <a:cubicBezTo>
                    <a:pt x="1891" y="165"/>
                    <a:pt x="1668" y="34"/>
                    <a:pt x="1415" y="3"/>
                  </a:cubicBezTo>
                  <a:cubicBezTo>
                    <a:pt x="1389" y="1"/>
                    <a:pt x="1364" y="0"/>
                    <a:pt x="1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972;p39">
              <a:extLst>
                <a:ext uri="{FF2B5EF4-FFF2-40B4-BE49-F238E27FC236}">
                  <a16:creationId xmlns:a16="http://schemas.microsoft.com/office/drawing/2014/main" id="{75EE138B-29DA-72AF-6391-B2850D19E560}"/>
                </a:ext>
              </a:extLst>
            </p:cNvPr>
            <p:cNvSpPr/>
            <p:nvPr/>
          </p:nvSpPr>
          <p:spPr>
            <a:xfrm>
              <a:off x="2656197" y="3111346"/>
              <a:ext cx="40904" cy="60839"/>
            </a:xfrm>
            <a:custGeom>
              <a:avLst/>
              <a:gdLst/>
              <a:ahLst/>
              <a:cxnLst/>
              <a:rect l="l" t="t" r="r" b="b"/>
              <a:pathLst>
                <a:path w="355" h="528" extrusionOk="0">
                  <a:moveTo>
                    <a:pt x="293" y="0"/>
                  </a:moveTo>
                  <a:lnTo>
                    <a:pt x="1" y="446"/>
                  </a:lnTo>
                  <a:cubicBezTo>
                    <a:pt x="1" y="446"/>
                    <a:pt x="121" y="528"/>
                    <a:pt x="202" y="528"/>
                  </a:cubicBezTo>
                  <a:cubicBezTo>
                    <a:pt x="223" y="528"/>
                    <a:pt x="242" y="522"/>
                    <a:pt x="254" y="507"/>
                  </a:cubicBezTo>
                  <a:cubicBezTo>
                    <a:pt x="354" y="446"/>
                    <a:pt x="293" y="0"/>
                    <a:pt x="293" y="0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973;p39">
              <a:extLst>
                <a:ext uri="{FF2B5EF4-FFF2-40B4-BE49-F238E27FC236}">
                  <a16:creationId xmlns:a16="http://schemas.microsoft.com/office/drawing/2014/main" id="{71C558CF-49E4-CDFD-3389-399EF6F39C66}"/>
                </a:ext>
              </a:extLst>
            </p:cNvPr>
            <p:cNvSpPr/>
            <p:nvPr/>
          </p:nvSpPr>
          <p:spPr>
            <a:xfrm>
              <a:off x="1450154" y="4542300"/>
              <a:ext cx="14288" cy="328622"/>
            </a:xfrm>
            <a:custGeom>
              <a:avLst/>
              <a:gdLst/>
              <a:ahLst/>
              <a:cxnLst/>
              <a:rect l="l" t="t" r="r" b="b"/>
              <a:pathLst>
                <a:path w="124" h="2852" extrusionOk="0">
                  <a:moveTo>
                    <a:pt x="0" y="1"/>
                  </a:moveTo>
                  <a:lnTo>
                    <a:pt x="0" y="2852"/>
                  </a:lnTo>
                  <a:lnTo>
                    <a:pt x="123" y="2852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974;p39">
              <a:extLst>
                <a:ext uri="{FF2B5EF4-FFF2-40B4-BE49-F238E27FC236}">
                  <a16:creationId xmlns:a16="http://schemas.microsoft.com/office/drawing/2014/main" id="{F897BF35-9107-E856-9A94-44CCAF09EF9B}"/>
                </a:ext>
              </a:extLst>
            </p:cNvPr>
            <p:cNvSpPr/>
            <p:nvPr/>
          </p:nvSpPr>
          <p:spPr>
            <a:xfrm>
              <a:off x="1464326" y="4542300"/>
              <a:ext cx="122251" cy="328622"/>
            </a:xfrm>
            <a:custGeom>
              <a:avLst/>
              <a:gdLst/>
              <a:ahLst/>
              <a:cxnLst/>
              <a:rect l="l" t="t" r="r" b="b"/>
              <a:pathLst>
                <a:path w="1061" h="2852" extrusionOk="0">
                  <a:moveTo>
                    <a:pt x="0" y="1"/>
                  </a:moveTo>
                  <a:lnTo>
                    <a:pt x="0" y="2852"/>
                  </a:lnTo>
                  <a:cubicBezTo>
                    <a:pt x="0" y="2852"/>
                    <a:pt x="262" y="2760"/>
                    <a:pt x="646" y="2083"/>
                  </a:cubicBezTo>
                  <a:cubicBezTo>
                    <a:pt x="800" y="1830"/>
                    <a:pt x="961" y="1699"/>
                    <a:pt x="961" y="1699"/>
                  </a:cubicBezTo>
                  <a:lnTo>
                    <a:pt x="1061" y="416"/>
                  </a:lnTo>
                  <a:lnTo>
                    <a:pt x="992" y="162"/>
                  </a:lnTo>
                  <a:cubicBezTo>
                    <a:pt x="992" y="162"/>
                    <a:pt x="677" y="70"/>
                    <a:pt x="454" y="31"/>
                  </a:cubicBezTo>
                  <a:cubicBezTo>
                    <a:pt x="223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975;p39">
              <a:extLst>
                <a:ext uri="{FF2B5EF4-FFF2-40B4-BE49-F238E27FC236}">
                  <a16:creationId xmlns:a16="http://schemas.microsoft.com/office/drawing/2014/main" id="{0E7C5931-86EE-2AEA-11B6-73D29B95E2EE}"/>
                </a:ext>
              </a:extLst>
            </p:cNvPr>
            <p:cNvSpPr/>
            <p:nvPr/>
          </p:nvSpPr>
          <p:spPr>
            <a:xfrm>
              <a:off x="1530695" y="4745092"/>
              <a:ext cx="22238" cy="22238"/>
            </a:xfrm>
            <a:custGeom>
              <a:avLst/>
              <a:gdLst/>
              <a:ahLst/>
              <a:cxnLst/>
              <a:rect l="l" t="t" r="r" b="b"/>
              <a:pathLst>
                <a:path w="193" h="193" extrusionOk="0">
                  <a:moveTo>
                    <a:pt x="31" y="1"/>
                  </a:moveTo>
                  <a:lnTo>
                    <a:pt x="1" y="39"/>
                  </a:lnTo>
                  <a:lnTo>
                    <a:pt x="162" y="193"/>
                  </a:lnTo>
                  <a:lnTo>
                    <a:pt x="193" y="131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976;p39">
              <a:extLst>
                <a:ext uri="{FF2B5EF4-FFF2-40B4-BE49-F238E27FC236}">
                  <a16:creationId xmlns:a16="http://schemas.microsoft.com/office/drawing/2014/main" id="{E017A92B-90E1-C25E-DD5B-1FEECD52FCE8}"/>
                </a:ext>
              </a:extLst>
            </p:cNvPr>
            <p:cNvSpPr/>
            <p:nvPr/>
          </p:nvSpPr>
          <p:spPr>
            <a:xfrm>
              <a:off x="1516522" y="4767215"/>
              <a:ext cx="25810" cy="18782"/>
            </a:xfrm>
            <a:custGeom>
              <a:avLst/>
              <a:gdLst/>
              <a:ahLst/>
              <a:cxnLst/>
              <a:rect l="l" t="t" r="r" b="b"/>
              <a:pathLst>
                <a:path w="224" h="163" extrusionOk="0">
                  <a:moveTo>
                    <a:pt x="31" y="1"/>
                  </a:moveTo>
                  <a:lnTo>
                    <a:pt x="1" y="39"/>
                  </a:lnTo>
                  <a:lnTo>
                    <a:pt x="193" y="162"/>
                  </a:lnTo>
                  <a:lnTo>
                    <a:pt x="224" y="101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977;p39">
              <a:extLst>
                <a:ext uri="{FF2B5EF4-FFF2-40B4-BE49-F238E27FC236}">
                  <a16:creationId xmlns:a16="http://schemas.microsoft.com/office/drawing/2014/main" id="{789BFD5B-C689-68F2-7AA9-3FDE4C78B4DE}"/>
                </a:ext>
              </a:extLst>
            </p:cNvPr>
            <p:cNvSpPr/>
            <p:nvPr/>
          </p:nvSpPr>
          <p:spPr>
            <a:xfrm>
              <a:off x="1505000" y="4785881"/>
              <a:ext cx="25810" cy="18666"/>
            </a:xfrm>
            <a:custGeom>
              <a:avLst/>
              <a:gdLst/>
              <a:ahLst/>
              <a:cxnLst/>
              <a:rect l="l" t="t" r="r" b="b"/>
              <a:pathLst>
                <a:path w="224" h="162" extrusionOk="0">
                  <a:moveTo>
                    <a:pt x="32" y="0"/>
                  </a:moveTo>
                  <a:lnTo>
                    <a:pt x="1" y="31"/>
                  </a:lnTo>
                  <a:lnTo>
                    <a:pt x="193" y="162"/>
                  </a:lnTo>
                  <a:lnTo>
                    <a:pt x="224" y="10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978;p39">
              <a:extLst>
                <a:ext uri="{FF2B5EF4-FFF2-40B4-BE49-F238E27FC236}">
                  <a16:creationId xmlns:a16="http://schemas.microsoft.com/office/drawing/2014/main" id="{4C4E5B31-135D-D18B-DB35-7DCB076AEB45}"/>
                </a:ext>
              </a:extLst>
            </p:cNvPr>
            <p:cNvSpPr/>
            <p:nvPr/>
          </p:nvSpPr>
          <p:spPr>
            <a:xfrm>
              <a:off x="1560768" y="4560966"/>
              <a:ext cx="206479" cy="199339"/>
            </a:xfrm>
            <a:custGeom>
              <a:avLst/>
              <a:gdLst/>
              <a:ahLst/>
              <a:cxnLst/>
              <a:rect l="l" t="t" r="r" b="b"/>
              <a:pathLst>
                <a:path w="1792" h="1730" extrusionOk="0">
                  <a:moveTo>
                    <a:pt x="155" y="0"/>
                  </a:moveTo>
                  <a:cubicBezTo>
                    <a:pt x="155" y="0"/>
                    <a:pt x="1" y="131"/>
                    <a:pt x="1" y="607"/>
                  </a:cubicBezTo>
                  <a:cubicBezTo>
                    <a:pt x="1" y="1091"/>
                    <a:pt x="124" y="1537"/>
                    <a:pt x="124" y="1537"/>
                  </a:cubicBezTo>
                  <a:lnTo>
                    <a:pt x="1792" y="1729"/>
                  </a:lnTo>
                  <a:lnTo>
                    <a:pt x="1569" y="100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979;p39">
              <a:extLst>
                <a:ext uri="{FF2B5EF4-FFF2-40B4-BE49-F238E27FC236}">
                  <a16:creationId xmlns:a16="http://schemas.microsoft.com/office/drawing/2014/main" id="{DD0412EB-47D3-D859-9C3F-4A7FB788C9A8}"/>
                </a:ext>
              </a:extLst>
            </p:cNvPr>
            <p:cNvSpPr/>
            <p:nvPr/>
          </p:nvSpPr>
          <p:spPr>
            <a:xfrm>
              <a:off x="1608586" y="3808215"/>
              <a:ext cx="804253" cy="1062720"/>
            </a:xfrm>
            <a:custGeom>
              <a:avLst/>
              <a:gdLst/>
              <a:ahLst/>
              <a:cxnLst/>
              <a:rect l="l" t="t" r="r" b="b"/>
              <a:pathLst>
                <a:path w="6980" h="9223" extrusionOk="0">
                  <a:moveTo>
                    <a:pt x="5734" y="1"/>
                  </a:moveTo>
                  <a:lnTo>
                    <a:pt x="3044" y="900"/>
                  </a:lnTo>
                  <a:cubicBezTo>
                    <a:pt x="2591" y="2114"/>
                    <a:pt x="3329" y="3843"/>
                    <a:pt x="3329" y="3843"/>
                  </a:cubicBezTo>
                  <a:lnTo>
                    <a:pt x="3774" y="6787"/>
                  </a:lnTo>
                  <a:lnTo>
                    <a:pt x="1" y="6533"/>
                  </a:lnTo>
                  <a:lnTo>
                    <a:pt x="62" y="8808"/>
                  </a:lnTo>
                  <a:cubicBezTo>
                    <a:pt x="62" y="8808"/>
                    <a:pt x="4005" y="9223"/>
                    <a:pt x="4966" y="9223"/>
                  </a:cubicBezTo>
                  <a:cubicBezTo>
                    <a:pt x="5926" y="9223"/>
                    <a:pt x="6272" y="9000"/>
                    <a:pt x="6564" y="8454"/>
                  </a:cubicBezTo>
                  <a:cubicBezTo>
                    <a:pt x="6979" y="7624"/>
                    <a:pt x="6372" y="3013"/>
                    <a:pt x="6372" y="2944"/>
                  </a:cubicBezTo>
                  <a:lnTo>
                    <a:pt x="57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980;p39">
              <a:extLst>
                <a:ext uri="{FF2B5EF4-FFF2-40B4-BE49-F238E27FC236}">
                  <a16:creationId xmlns:a16="http://schemas.microsoft.com/office/drawing/2014/main" id="{1CD98C81-47B5-2A48-0EA4-623361B00DFB}"/>
                </a:ext>
              </a:extLst>
            </p:cNvPr>
            <p:cNvSpPr/>
            <p:nvPr/>
          </p:nvSpPr>
          <p:spPr>
            <a:xfrm>
              <a:off x="1659976" y="4567995"/>
              <a:ext cx="22238" cy="262252"/>
            </a:xfrm>
            <a:custGeom>
              <a:avLst/>
              <a:gdLst/>
              <a:ahLst/>
              <a:cxnLst/>
              <a:rect l="l" t="t" r="r" b="b"/>
              <a:pathLst>
                <a:path w="193" h="2276" extrusionOk="0">
                  <a:moveTo>
                    <a:pt x="1" y="1"/>
                  </a:moveTo>
                  <a:lnTo>
                    <a:pt x="131" y="2275"/>
                  </a:lnTo>
                  <a:lnTo>
                    <a:pt x="193" y="2275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981;p39">
              <a:extLst>
                <a:ext uri="{FF2B5EF4-FFF2-40B4-BE49-F238E27FC236}">
                  <a16:creationId xmlns:a16="http://schemas.microsoft.com/office/drawing/2014/main" id="{855FB8CE-5357-9F5C-11D8-728AB70A41D3}"/>
                </a:ext>
              </a:extLst>
            </p:cNvPr>
            <p:cNvSpPr/>
            <p:nvPr/>
          </p:nvSpPr>
          <p:spPr>
            <a:xfrm>
              <a:off x="2641218" y="4730920"/>
              <a:ext cx="325043" cy="121447"/>
            </a:xfrm>
            <a:custGeom>
              <a:avLst/>
              <a:gdLst/>
              <a:ahLst/>
              <a:cxnLst/>
              <a:rect l="l" t="t" r="r" b="b"/>
              <a:pathLst>
                <a:path w="2821" h="1054" extrusionOk="0">
                  <a:moveTo>
                    <a:pt x="384" y="1"/>
                  </a:moveTo>
                  <a:lnTo>
                    <a:pt x="162" y="62"/>
                  </a:lnTo>
                  <a:cubicBezTo>
                    <a:pt x="162" y="62"/>
                    <a:pt x="69" y="385"/>
                    <a:pt x="39" y="608"/>
                  </a:cubicBezTo>
                  <a:cubicBezTo>
                    <a:pt x="0" y="831"/>
                    <a:pt x="0" y="1054"/>
                    <a:pt x="0" y="1054"/>
                  </a:cubicBezTo>
                  <a:lnTo>
                    <a:pt x="2821" y="1054"/>
                  </a:lnTo>
                  <a:cubicBezTo>
                    <a:pt x="2821" y="1054"/>
                    <a:pt x="2759" y="800"/>
                    <a:pt x="2083" y="416"/>
                  </a:cubicBezTo>
                  <a:cubicBezTo>
                    <a:pt x="1829" y="254"/>
                    <a:pt x="1668" y="93"/>
                    <a:pt x="1668" y="93"/>
                  </a:cubicBezTo>
                  <a:lnTo>
                    <a:pt x="3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982;p39">
              <a:extLst>
                <a:ext uri="{FF2B5EF4-FFF2-40B4-BE49-F238E27FC236}">
                  <a16:creationId xmlns:a16="http://schemas.microsoft.com/office/drawing/2014/main" id="{E890AEB3-33B3-29EB-A3BE-37100D9EE948}"/>
                </a:ext>
              </a:extLst>
            </p:cNvPr>
            <p:cNvSpPr/>
            <p:nvPr/>
          </p:nvSpPr>
          <p:spPr>
            <a:xfrm>
              <a:off x="2840439" y="4763643"/>
              <a:ext cx="22238" cy="22354"/>
            </a:xfrm>
            <a:custGeom>
              <a:avLst/>
              <a:gdLst/>
              <a:ahLst/>
              <a:cxnLst/>
              <a:rect l="l" t="t" r="r" b="b"/>
              <a:pathLst>
                <a:path w="193" h="194" extrusionOk="0">
                  <a:moveTo>
                    <a:pt x="162" y="1"/>
                  </a:moveTo>
                  <a:lnTo>
                    <a:pt x="0" y="162"/>
                  </a:lnTo>
                  <a:lnTo>
                    <a:pt x="69" y="193"/>
                  </a:lnTo>
                  <a:lnTo>
                    <a:pt x="192" y="32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983;p39">
              <a:extLst>
                <a:ext uri="{FF2B5EF4-FFF2-40B4-BE49-F238E27FC236}">
                  <a16:creationId xmlns:a16="http://schemas.microsoft.com/office/drawing/2014/main" id="{C4CFA65D-90AA-77AA-C124-C61F7B8DE9A9}"/>
                </a:ext>
              </a:extLst>
            </p:cNvPr>
            <p:cNvSpPr/>
            <p:nvPr/>
          </p:nvSpPr>
          <p:spPr>
            <a:xfrm>
              <a:off x="2862562" y="4775166"/>
              <a:ext cx="18666" cy="25810"/>
            </a:xfrm>
            <a:custGeom>
              <a:avLst/>
              <a:gdLst/>
              <a:ahLst/>
              <a:cxnLst/>
              <a:rect l="l" t="t" r="r" b="b"/>
              <a:pathLst>
                <a:path w="162" h="224" extrusionOk="0">
                  <a:moveTo>
                    <a:pt x="131" y="1"/>
                  </a:moveTo>
                  <a:lnTo>
                    <a:pt x="0" y="193"/>
                  </a:lnTo>
                  <a:lnTo>
                    <a:pt x="70" y="224"/>
                  </a:lnTo>
                  <a:lnTo>
                    <a:pt x="162" y="32"/>
                  </a:lnTo>
                  <a:lnTo>
                    <a:pt x="1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984;p39">
              <a:extLst>
                <a:ext uri="{FF2B5EF4-FFF2-40B4-BE49-F238E27FC236}">
                  <a16:creationId xmlns:a16="http://schemas.microsoft.com/office/drawing/2014/main" id="{DE2FC86A-60F7-6269-9BC1-702124126034}"/>
                </a:ext>
              </a:extLst>
            </p:cNvPr>
            <p:cNvSpPr/>
            <p:nvPr/>
          </p:nvSpPr>
          <p:spPr>
            <a:xfrm>
              <a:off x="2881113" y="4785881"/>
              <a:ext cx="18781" cy="25695"/>
            </a:xfrm>
            <a:custGeom>
              <a:avLst/>
              <a:gdLst/>
              <a:ahLst/>
              <a:cxnLst/>
              <a:rect l="l" t="t" r="r" b="b"/>
              <a:pathLst>
                <a:path w="163" h="223" extrusionOk="0">
                  <a:moveTo>
                    <a:pt x="131" y="0"/>
                  </a:moveTo>
                  <a:lnTo>
                    <a:pt x="1" y="192"/>
                  </a:lnTo>
                  <a:lnTo>
                    <a:pt x="70" y="223"/>
                  </a:lnTo>
                  <a:lnTo>
                    <a:pt x="162" y="31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985;p39">
              <a:extLst>
                <a:ext uri="{FF2B5EF4-FFF2-40B4-BE49-F238E27FC236}">
                  <a16:creationId xmlns:a16="http://schemas.microsoft.com/office/drawing/2014/main" id="{14A63F6A-F19C-8318-200E-F10362143FD0}"/>
                </a:ext>
              </a:extLst>
            </p:cNvPr>
            <p:cNvSpPr/>
            <p:nvPr/>
          </p:nvSpPr>
          <p:spPr>
            <a:xfrm>
              <a:off x="2659769" y="4572373"/>
              <a:ext cx="221458" cy="184360"/>
            </a:xfrm>
            <a:custGeom>
              <a:avLst/>
              <a:gdLst/>
              <a:ahLst/>
              <a:cxnLst/>
              <a:rect l="l" t="t" r="r" b="b"/>
              <a:pathLst>
                <a:path w="1922" h="1600" extrusionOk="0">
                  <a:moveTo>
                    <a:pt x="1922" y="1"/>
                  </a:moveTo>
                  <a:lnTo>
                    <a:pt x="262" y="385"/>
                  </a:lnTo>
                  <a:lnTo>
                    <a:pt x="1" y="1438"/>
                  </a:lnTo>
                  <a:cubicBezTo>
                    <a:pt x="1" y="1438"/>
                    <a:pt x="131" y="1600"/>
                    <a:pt x="608" y="1600"/>
                  </a:cubicBezTo>
                  <a:cubicBezTo>
                    <a:pt x="1092" y="1600"/>
                    <a:pt x="1507" y="1469"/>
                    <a:pt x="1507" y="1469"/>
                  </a:cubicBezTo>
                  <a:lnTo>
                    <a:pt x="1922" y="1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986;p39">
              <a:extLst>
                <a:ext uri="{FF2B5EF4-FFF2-40B4-BE49-F238E27FC236}">
                  <a16:creationId xmlns:a16="http://schemas.microsoft.com/office/drawing/2014/main" id="{AFB4819E-3027-BFEF-55A7-999F2007B901}"/>
                </a:ext>
              </a:extLst>
            </p:cNvPr>
            <p:cNvSpPr/>
            <p:nvPr/>
          </p:nvSpPr>
          <p:spPr>
            <a:xfrm>
              <a:off x="2058533" y="3941067"/>
              <a:ext cx="944940" cy="756337"/>
            </a:xfrm>
            <a:custGeom>
              <a:avLst/>
              <a:gdLst/>
              <a:ahLst/>
              <a:cxnLst/>
              <a:rect l="l" t="t" r="r" b="b"/>
              <a:pathLst>
                <a:path w="8201" h="6564" extrusionOk="0">
                  <a:moveTo>
                    <a:pt x="3428" y="0"/>
                  </a:moveTo>
                  <a:lnTo>
                    <a:pt x="415" y="415"/>
                  </a:lnTo>
                  <a:cubicBezTo>
                    <a:pt x="415" y="415"/>
                    <a:pt x="0" y="2529"/>
                    <a:pt x="2114" y="2982"/>
                  </a:cubicBezTo>
                  <a:cubicBezTo>
                    <a:pt x="3044" y="3205"/>
                    <a:pt x="5733" y="3267"/>
                    <a:pt x="5733" y="3267"/>
                  </a:cubicBezTo>
                  <a:lnTo>
                    <a:pt x="5126" y="6564"/>
                  </a:lnTo>
                  <a:lnTo>
                    <a:pt x="7432" y="6564"/>
                  </a:lnTo>
                  <a:cubicBezTo>
                    <a:pt x="7432" y="6564"/>
                    <a:pt x="7939" y="4066"/>
                    <a:pt x="8070" y="2406"/>
                  </a:cubicBezTo>
                  <a:cubicBezTo>
                    <a:pt x="8200" y="1315"/>
                    <a:pt x="7593" y="707"/>
                    <a:pt x="6825" y="707"/>
                  </a:cubicBezTo>
                  <a:cubicBezTo>
                    <a:pt x="6056" y="707"/>
                    <a:pt x="3781" y="485"/>
                    <a:pt x="3781" y="485"/>
                  </a:cubicBezTo>
                  <a:lnTo>
                    <a:pt x="34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987;p39">
              <a:extLst>
                <a:ext uri="{FF2B5EF4-FFF2-40B4-BE49-F238E27FC236}">
                  <a16:creationId xmlns:a16="http://schemas.microsoft.com/office/drawing/2014/main" id="{3D32228A-E885-C3B3-0B65-036FAA2EC9CE}"/>
                </a:ext>
              </a:extLst>
            </p:cNvPr>
            <p:cNvSpPr/>
            <p:nvPr/>
          </p:nvSpPr>
          <p:spPr>
            <a:xfrm>
              <a:off x="2095635" y="4063203"/>
              <a:ext cx="257868" cy="235750"/>
            </a:xfrm>
            <a:custGeom>
              <a:avLst/>
              <a:gdLst/>
              <a:ahLst/>
              <a:cxnLst/>
              <a:rect l="l" t="t" r="r" b="b"/>
              <a:pathLst>
                <a:path w="2238" h="2046" extrusionOk="0">
                  <a:moveTo>
                    <a:pt x="62" y="1"/>
                  </a:moveTo>
                  <a:lnTo>
                    <a:pt x="1" y="32"/>
                  </a:lnTo>
                  <a:cubicBezTo>
                    <a:pt x="224" y="1023"/>
                    <a:pt x="769" y="1538"/>
                    <a:pt x="1277" y="1792"/>
                  </a:cubicBezTo>
                  <a:cubicBezTo>
                    <a:pt x="1792" y="2045"/>
                    <a:pt x="2237" y="2045"/>
                    <a:pt x="2237" y="2045"/>
                  </a:cubicBezTo>
                  <a:lnTo>
                    <a:pt x="2237" y="1984"/>
                  </a:lnTo>
                  <a:cubicBezTo>
                    <a:pt x="2237" y="1984"/>
                    <a:pt x="1792" y="1984"/>
                    <a:pt x="1315" y="1730"/>
                  </a:cubicBezTo>
                  <a:cubicBezTo>
                    <a:pt x="831" y="1469"/>
                    <a:pt x="285" y="992"/>
                    <a:pt x="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988;p39">
              <a:extLst>
                <a:ext uri="{FF2B5EF4-FFF2-40B4-BE49-F238E27FC236}">
                  <a16:creationId xmlns:a16="http://schemas.microsoft.com/office/drawing/2014/main" id="{7EA81D41-F408-940F-66D4-2E7B6EB8D197}"/>
                </a:ext>
              </a:extLst>
            </p:cNvPr>
            <p:cNvSpPr/>
            <p:nvPr/>
          </p:nvSpPr>
          <p:spPr>
            <a:xfrm>
              <a:off x="2209937" y="4041080"/>
              <a:ext cx="129395" cy="14288"/>
            </a:xfrm>
            <a:custGeom>
              <a:avLst/>
              <a:gdLst/>
              <a:ahLst/>
              <a:cxnLst/>
              <a:rect l="l" t="t" r="r" b="b"/>
              <a:pathLst>
                <a:path w="1123" h="124" extrusionOk="0">
                  <a:moveTo>
                    <a:pt x="0" y="1"/>
                  </a:moveTo>
                  <a:lnTo>
                    <a:pt x="0" y="62"/>
                  </a:lnTo>
                  <a:cubicBezTo>
                    <a:pt x="0" y="62"/>
                    <a:pt x="323" y="124"/>
                    <a:pt x="769" y="124"/>
                  </a:cubicBezTo>
                  <a:cubicBezTo>
                    <a:pt x="861" y="124"/>
                    <a:pt x="992" y="124"/>
                    <a:pt x="1122" y="93"/>
                  </a:cubicBezTo>
                  <a:lnTo>
                    <a:pt x="1092" y="32"/>
                  </a:lnTo>
                  <a:cubicBezTo>
                    <a:pt x="992" y="62"/>
                    <a:pt x="861" y="62"/>
                    <a:pt x="769" y="62"/>
                  </a:cubicBezTo>
                  <a:cubicBezTo>
                    <a:pt x="546" y="62"/>
                    <a:pt x="354" y="32"/>
                    <a:pt x="223" y="32"/>
                  </a:cubicBezTo>
                  <a:cubicBezTo>
                    <a:pt x="162" y="1"/>
                    <a:pt x="93" y="1"/>
                    <a:pt x="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989;p39">
              <a:extLst>
                <a:ext uri="{FF2B5EF4-FFF2-40B4-BE49-F238E27FC236}">
                  <a16:creationId xmlns:a16="http://schemas.microsoft.com/office/drawing/2014/main" id="{1E6D0E43-A17A-4477-9A49-5C186F6D6527}"/>
                </a:ext>
              </a:extLst>
            </p:cNvPr>
            <p:cNvSpPr/>
            <p:nvPr/>
          </p:nvSpPr>
          <p:spPr>
            <a:xfrm>
              <a:off x="1940660" y="4007435"/>
              <a:ext cx="92293" cy="22238"/>
            </a:xfrm>
            <a:custGeom>
              <a:avLst/>
              <a:gdLst/>
              <a:ahLst/>
              <a:cxnLst/>
              <a:rect l="l" t="t" r="r" b="b"/>
              <a:pathLst>
                <a:path w="801" h="193" extrusionOk="0">
                  <a:moveTo>
                    <a:pt x="1" y="1"/>
                  </a:moveTo>
                  <a:lnTo>
                    <a:pt x="1" y="62"/>
                  </a:lnTo>
                  <a:cubicBezTo>
                    <a:pt x="1" y="62"/>
                    <a:pt x="447" y="193"/>
                    <a:pt x="770" y="193"/>
                  </a:cubicBezTo>
                  <a:lnTo>
                    <a:pt x="800" y="193"/>
                  </a:lnTo>
                  <a:lnTo>
                    <a:pt x="800" y="131"/>
                  </a:lnTo>
                  <a:lnTo>
                    <a:pt x="770" y="131"/>
                  </a:lnTo>
                  <a:cubicBezTo>
                    <a:pt x="639" y="131"/>
                    <a:pt x="447" y="101"/>
                    <a:pt x="285" y="62"/>
                  </a:cubicBezTo>
                  <a:cubicBezTo>
                    <a:pt x="193" y="32"/>
                    <a:pt x="124" y="32"/>
                    <a:pt x="93" y="32"/>
                  </a:cubicBezTo>
                  <a:cubicBezTo>
                    <a:pt x="32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990;p39">
              <a:extLst>
                <a:ext uri="{FF2B5EF4-FFF2-40B4-BE49-F238E27FC236}">
                  <a16:creationId xmlns:a16="http://schemas.microsoft.com/office/drawing/2014/main" id="{EB558640-BA9D-489E-3144-1C7E0EDFC2B5}"/>
                </a:ext>
              </a:extLst>
            </p:cNvPr>
            <p:cNvSpPr/>
            <p:nvPr/>
          </p:nvSpPr>
          <p:spPr>
            <a:xfrm>
              <a:off x="2656197" y="4642429"/>
              <a:ext cx="269390" cy="7144"/>
            </a:xfrm>
            <a:custGeom>
              <a:avLst/>
              <a:gdLst/>
              <a:ahLst/>
              <a:cxnLst/>
              <a:rect l="l" t="t" r="r" b="b"/>
              <a:pathLst>
                <a:path w="2338" h="62" extrusionOk="0">
                  <a:moveTo>
                    <a:pt x="1" y="0"/>
                  </a:moveTo>
                  <a:lnTo>
                    <a:pt x="1" y="62"/>
                  </a:lnTo>
                  <a:lnTo>
                    <a:pt x="2337" y="62"/>
                  </a:lnTo>
                  <a:lnTo>
                    <a:pt x="23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991;p39">
              <a:extLst>
                <a:ext uri="{FF2B5EF4-FFF2-40B4-BE49-F238E27FC236}">
                  <a16:creationId xmlns:a16="http://schemas.microsoft.com/office/drawing/2014/main" id="{4F33F81C-11FB-993D-0227-5F1782EB1CD9}"/>
                </a:ext>
              </a:extLst>
            </p:cNvPr>
            <p:cNvSpPr/>
            <p:nvPr/>
          </p:nvSpPr>
          <p:spPr>
            <a:xfrm>
              <a:off x="3136218" y="3424753"/>
              <a:ext cx="107272" cy="95752"/>
            </a:xfrm>
            <a:custGeom>
              <a:avLst/>
              <a:gdLst/>
              <a:ahLst/>
              <a:cxnLst/>
              <a:rect l="l" t="t" r="r" b="b"/>
              <a:pathLst>
                <a:path w="931" h="831" extrusionOk="0">
                  <a:moveTo>
                    <a:pt x="800" y="1"/>
                  </a:moveTo>
                  <a:lnTo>
                    <a:pt x="0" y="639"/>
                  </a:lnTo>
                  <a:lnTo>
                    <a:pt x="123" y="831"/>
                  </a:lnTo>
                  <a:lnTo>
                    <a:pt x="930" y="162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992;p39">
              <a:extLst>
                <a:ext uri="{FF2B5EF4-FFF2-40B4-BE49-F238E27FC236}">
                  <a16:creationId xmlns:a16="http://schemas.microsoft.com/office/drawing/2014/main" id="{7088B817-607A-F013-5511-4828B9997573}"/>
                </a:ext>
              </a:extLst>
            </p:cNvPr>
            <p:cNvSpPr/>
            <p:nvPr/>
          </p:nvSpPr>
          <p:spPr>
            <a:xfrm>
              <a:off x="3202586" y="3289251"/>
              <a:ext cx="195878" cy="183438"/>
            </a:xfrm>
            <a:custGeom>
              <a:avLst/>
              <a:gdLst/>
              <a:ahLst/>
              <a:cxnLst/>
              <a:rect l="l" t="t" r="r" b="b"/>
              <a:pathLst>
                <a:path w="1700" h="1592" extrusionOk="0">
                  <a:moveTo>
                    <a:pt x="800" y="185"/>
                  </a:moveTo>
                  <a:cubicBezTo>
                    <a:pt x="961" y="185"/>
                    <a:pt x="1123" y="216"/>
                    <a:pt x="1246" y="339"/>
                  </a:cubicBezTo>
                  <a:cubicBezTo>
                    <a:pt x="1507" y="570"/>
                    <a:pt x="1507" y="985"/>
                    <a:pt x="1276" y="1238"/>
                  </a:cubicBezTo>
                  <a:cubicBezTo>
                    <a:pt x="1146" y="1369"/>
                    <a:pt x="980" y="1433"/>
                    <a:pt x="815" y="1433"/>
                  </a:cubicBezTo>
                  <a:cubicBezTo>
                    <a:pt x="661" y="1433"/>
                    <a:pt x="508" y="1377"/>
                    <a:pt x="385" y="1269"/>
                  </a:cubicBezTo>
                  <a:cubicBezTo>
                    <a:pt x="254" y="1146"/>
                    <a:pt x="193" y="985"/>
                    <a:pt x="193" y="823"/>
                  </a:cubicBezTo>
                  <a:cubicBezTo>
                    <a:pt x="193" y="662"/>
                    <a:pt x="224" y="501"/>
                    <a:pt x="354" y="378"/>
                  </a:cubicBezTo>
                  <a:cubicBezTo>
                    <a:pt x="477" y="247"/>
                    <a:pt x="639" y="185"/>
                    <a:pt x="800" y="185"/>
                  </a:cubicBezTo>
                  <a:close/>
                  <a:moveTo>
                    <a:pt x="800" y="1"/>
                  </a:moveTo>
                  <a:cubicBezTo>
                    <a:pt x="595" y="1"/>
                    <a:pt x="389" y="81"/>
                    <a:pt x="224" y="247"/>
                  </a:cubicBezTo>
                  <a:cubicBezTo>
                    <a:pt x="93" y="408"/>
                    <a:pt x="1" y="631"/>
                    <a:pt x="1" y="823"/>
                  </a:cubicBezTo>
                  <a:cubicBezTo>
                    <a:pt x="31" y="1046"/>
                    <a:pt x="93" y="1238"/>
                    <a:pt x="254" y="1400"/>
                  </a:cubicBezTo>
                  <a:cubicBezTo>
                    <a:pt x="416" y="1530"/>
                    <a:pt x="639" y="1592"/>
                    <a:pt x="831" y="1592"/>
                  </a:cubicBezTo>
                  <a:cubicBezTo>
                    <a:pt x="1023" y="1592"/>
                    <a:pt x="1246" y="1492"/>
                    <a:pt x="1376" y="1338"/>
                  </a:cubicBezTo>
                  <a:cubicBezTo>
                    <a:pt x="1699" y="1015"/>
                    <a:pt x="1661" y="531"/>
                    <a:pt x="1346" y="216"/>
                  </a:cubicBezTo>
                  <a:cubicBezTo>
                    <a:pt x="1188" y="74"/>
                    <a:pt x="994" y="1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993;p39">
              <a:extLst>
                <a:ext uri="{FF2B5EF4-FFF2-40B4-BE49-F238E27FC236}">
                  <a16:creationId xmlns:a16="http://schemas.microsoft.com/office/drawing/2014/main" id="{9775DCF8-C99A-D2A9-AFFC-7E7606688F0D}"/>
                </a:ext>
              </a:extLst>
            </p:cNvPr>
            <p:cNvSpPr/>
            <p:nvPr/>
          </p:nvSpPr>
          <p:spPr>
            <a:xfrm>
              <a:off x="3069734" y="3443419"/>
              <a:ext cx="147139" cy="126747"/>
            </a:xfrm>
            <a:custGeom>
              <a:avLst/>
              <a:gdLst/>
              <a:ahLst/>
              <a:cxnLst/>
              <a:rect l="l" t="t" r="r" b="b"/>
              <a:pathLst>
                <a:path w="1277" h="1100" extrusionOk="0">
                  <a:moveTo>
                    <a:pt x="1084" y="0"/>
                  </a:moveTo>
                  <a:lnTo>
                    <a:pt x="93" y="800"/>
                  </a:lnTo>
                  <a:cubicBezTo>
                    <a:pt x="32" y="861"/>
                    <a:pt x="1" y="961"/>
                    <a:pt x="62" y="1053"/>
                  </a:cubicBezTo>
                  <a:cubicBezTo>
                    <a:pt x="78" y="1084"/>
                    <a:pt x="118" y="1099"/>
                    <a:pt x="162" y="1099"/>
                  </a:cubicBezTo>
                  <a:cubicBezTo>
                    <a:pt x="206" y="1099"/>
                    <a:pt x="254" y="1084"/>
                    <a:pt x="285" y="1053"/>
                  </a:cubicBezTo>
                  <a:lnTo>
                    <a:pt x="1277" y="254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994;p39">
              <a:extLst>
                <a:ext uri="{FF2B5EF4-FFF2-40B4-BE49-F238E27FC236}">
                  <a16:creationId xmlns:a16="http://schemas.microsoft.com/office/drawing/2014/main" id="{72D54266-226A-01F2-B5E9-F598A7E6E3FF}"/>
                </a:ext>
              </a:extLst>
            </p:cNvPr>
            <p:cNvSpPr/>
            <p:nvPr/>
          </p:nvSpPr>
          <p:spPr>
            <a:xfrm>
              <a:off x="2940453" y="3469114"/>
              <a:ext cx="272847" cy="195767"/>
            </a:xfrm>
            <a:custGeom>
              <a:avLst/>
              <a:gdLst/>
              <a:ahLst/>
              <a:cxnLst/>
              <a:rect l="l" t="t" r="r" b="b"/>
              <a:pathLst>
                <a:path w="2368" h="1699" extrusionOk="0">
                  <a:moveTo>
                    <a:pt x="1599" y="0"/>
                  </a:moveTo>
                  <a:cubicBezTo>
                    <a:pt x="1407" y="0"/>
                    <a:pt x="900" y="415"/>
                    <a:pt x="900" y="415"/>
                  </a:cubicBezTo>
                  <a:lnTo>
                    <a:pt x="1" y="669"/>
                  </a:lnTo>
                  <a:lnTo>
                    <a:pt x="254" y="1699"/>
                  </a:lnTo>
                  <a:cubicBezTo>
                    <a:pt x="254" y="1699"/>
                    <a:pt x="1891" y="1245"/>
                    <a:pt x="2053" y="1184"/>
                  </a:cubicBezTo>
                  <a:cubicBezTo>
                    <a:pt x="2145" y="1122"/>
                    <a:pt x="2245" y="1022"/>
                    <a:pt x="2176" y="930"/>
                  </a:cubicBezTo>
                  <a:cubicBezTo>
                    <a:pt x="2276" y="830"/>
                    <a:pt x="2276" y="699"/>
                    <a:pt x="2206" y="699"/>
                  </a:cubicBezTo>
                  <a:cubicBezTo>
                    <a:pt x="2368" y="577"/>
                    <a:pt x="2306" y="446"/>
                    <a:pt x="2206" y="446"/>
                  </a:cubicBezTo>
                  <a:cubicBezTo>
                    <a:pt x="2368" y="254"/>
                    <a:pt x="2145" y="254"/>
                    <a:pt x="2145" y="254"/>
                  </a:cubicBezTo>
                  <a:lnTo>
                    <a:pt x="2014" y="354"/>
                  </a:lnTo>
                  <a:cubicBezTo>
                    <a:pt x="1988" y="380"/>
                    <a:pt x="1957" y="389"/>
                    <a:pt x="1924" y="389"/>
                  </a:cubicBezTo>
                  <a:cubicBezTo>
                    <a:pt x="1879" y="389"/>
                    <a:pt x="1831" y="371"/>
                    <a:pt x="1791" y="354"/>
                  </a:cubicBezTo>
                  <a:lnTo>
                    <a:pt x="1791" y="315"/>
                  </a:lnTo>
                  <a:cubicBezTo>
                    <a:pt x="1730" y="254"/>
                    <a:pt x="1730" y="162"/>
                    <a:pt x="1791" y="92"/>
                  </a:cubicBezTo>
                  <a:lnTo>
                    <a:pt x="1861" y="62"/>
                  </a:lnTo>
                  <a:cubicBezTo>
                    <a:pt x="1861" y="62"/>
                    <a:pt x="1822" y="0"/>
                    <a:pt x="1599" y="0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995;p39">
              <a:extLst>
                <a:ext uri="{FF2B5EF4-FFF2-40B4-BE49-F238E27FC236}">
                  <a16:creationId xmlns:a16="http://schemas.microsoft.com/office/drawing/2014/main" id="{44AAFAEE-7506-6075-D579-00CDCFDB246B}"/>
                </a:ext>
              </a:extLst>
            </p:cNvPr>
            <p:cNvSpPr/>
            <p:nvPr/>
          </p:nvSpPr>
          <p:spPr>
            <a:xfrm>
              <a:off x="1937203" y="3199838"/>
              <a:ext cx="737770" cy="797127"/>
            </a:xfrm>
            <a:custGeom>
              <a:avLst/>
              <a:gdLst/>
              <a:ahLst/>
              <a:cxnLst/>
              <a:rect l="l" t="t" r="r" b="b"/>
              <a:pathLst>
                <a:path w="6403" h="6918" extrusionOk="0">
                  <a:moveTo>
                    <a:pt x="4035" y="1"/>
                  </a:moveTo>
                  <a:cubicBezTo>
                    <a:pt x="3459" y="154"/>
                    <a:pt x="2498" y="731"/>
                    <a:pt x="1922" y="1853"/>
                  </a:cubicBezTo>
                  <a:cubicBezTo>
                    <a:pt x="669" y="4258"/>
                    <a:pt x="0" y="6433"/>
                    <a:pt x="0" y="6433"/>
                  </a:cubicBezTo>
                  <a:cubicBezTo>
                    <a:pt x="0" y="6433"/>
                    <a:pt x="2144" y="6918"/>
                    <a:pt x="4927" y="6918"/>
                  </a:cubicBezTo>
                  <a:cubicBezTo>
                    <a:pt x="5764" y="2783"/>
                    <a:pt x="6402" y="2268"/>
                    <a:pt x="5249" y="669"/>
                  </a:cubicBezTo>
                  <a:lnTo>
                    <a:pt x="40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996;p39">
              <a:extLst>
                <a:ext uri="{FF2B5EF4-FFF2-40B4-BE49-F238E27FC236}">
                  <a16:creationId xmlns:a16="http://schemas.microsoft.com/office/drawing/2014/main" id="{EB2671C5-E8FB-C6EE-1A22-27C8E8D4DF47}"/>
                </a:ext>
              </a:extLst>
            </p:cNvPr>
            <p:cNvSpPr/>
            <p:nvPr/>
          </p:nvSpPr>
          <p:spPr>
            <a:xfrm>
              <a:off x="2335646" y="3276922"/>
              <a:ext cx="715647" cy="516093"/>
            </a:xfrm>
            <a:custGeom>
              <a:avLst/>
              <a:gdLst/>
              <a:ahLst/>
              <a:cxnLst/>
              <a:rect l="l" t="t" r="r" b="b"/>
              <a:pathLst>
                <a:path w="6211" h="4479" extrusionOk="0">
                  <a:moveTo>
                    <a:pt x="1791" y="0"/>
                  </a:moveTo>
                  <a:lnTo>
                    <a:pt x="1" y="1791"/>
                  </a:lnTo>
                  <a:cubicBezTo>
                    <a:pt x="1" y="1791"/>
                    <a:pt x="1538" y="4327"/>
                    <a:pt x="2368" y="4450"/>
                  </a:cubicBezTo>
                  <a:cubicBezTo>
                    <a:pt x="2506" y="4469"/>
                    <a:pt x="2655" y="4478"/>
                    <a:pt x="2812" y="4478"/>
                  </a:cubicBezTo>
                  <a:cubicBezTo>
                    <a:pt x="4214" y="4478"/>
                    <a:pt x="6210" y="3782"/>
                    <a:pt x="6210" y="3782"/>
                  </a:cubicBezTo>
                  <a:lnTo>
                    <a:pt x="5957" y="2114"/>
                  </a:lnTo>
                  <a:cubicBezTo>
                    <a:pt x="5957" y="2114"/>
                    <a:pt x="3648" y="2413"/>
                    <a:pt x="3182" y="2413"/>
                  </a:cubicBezTo>
                  <a:cubicBezTo>
                    <a:pt x="3142" y="2413"/>
                    <a:pt x="3115" y="2411"/>
                    <a:pt x="3106" y="2406"/>
                  </a:cubicBezTo>
                  <a:cubicBezTo>
                    <a:pt x="2721" y="2175"/>
                    <a:pt x="1791" y="0"/>
                    <a:pt x="17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997;p39">
              <a:extLst>
                <a:ext uri="{FF2B5EF4-FFF2-40B4-BE49-F238E27FC236}">
                  <a16:creationId xmlns:a16="http://schemas.microsoft.com/office/drawing/2014/main" id="{5C5BF744-D09A-8F39-0ECB-13E12E6ABCBD}"/>
                </a:ext>
              </a:extLst>
            </p:cNvPr>
            <p:cNvSpPr/>
            <p:nvPr/>
          </p:nvSpPr>
          <p:spPr>
            <a:xfrm>
              <a:off x="2349818" y="3505409"/>
              <a:ext cx="210857" cy="262252"/>
            </a:xfrm>
            <a:custGeom>
              <a:avLst/>
              <a:gdLst/>
              <a:ahLst/>
              <a:cxnLst/>
              <a:rect l="l" t="t" r="r" b="b"/>
              <a:pathLst>
                <a:path w="1830" h="2276" extrusionOk="0">
                  <a:moveTo>
                    <a:pt x="70" y="0"/>
                  </a:moveTo>
                  <a:lnTo>
                    <a:pt x="1" y="39"/>
                  </a:lnTo>
                  <a:cubicBezTo>
                    <a:pt x="738" y="1384"/>
                    <a:pt x="1799" y="2275"/>
                    <a:pt x="1799" y="2275"/>
                  </a:cubicBezTo>
                  <a:lnTo>
                    <a:pt x="1830" y="2214"/>
                  </a:lnTo>
                  <a:cubicBezTo>
                    <a:pt x="1830" y="2214"/>
                    <a:pt x="1799" y="2214"/>
                    <a:pt x="1761" y="2183"/>
                  </a:cubicBezTo>
                  <a:cubicBezTo>
                    <a:pt x="1568" y="1991"/>
                    <a:pt x="677" y="1191"/>
                    <a:pt x="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43904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0">
          <a:extLst>
            <a:ext uri="{FF2B5EF4-FFF2-40B4-BE49-F238E27FC236}">
              <a16:creationId xmlns:a16="http://schemas.microsoft.com/office/drawing/2014/main" id="{29A2DB9E-430A-2946-0312-8EB7A91D8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33">
            <a:extLst>
              <a:ext uri="{FF2B5EF4-FFF2-40B4-BE49-F238E27FC236}">
                <a16:creationId xmlns:a16="http://schemas.microsoft.com/office/drawing/2014/main" id="{4364CDFB-FC54-8354-E77F-11F784BDFC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1525" y="-21600"/>
            <a:ext cx="2688475" cy="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Data for Analysis </a:t>
            </a:r>
            <a:endParaRPr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21EAAB-AC7F-BEFC-4B05-4ED953D93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200"/>
            <a:ext cx="9144000" cy="4877100"/>
          </a:xfrm>
          <a:prstGeom prst="rect">
            <a:avLst/>
          </a:prstGeom>
        </p:spPr>
      </p:pic>
      <p:grpSp>
        <p:nvGrpSpPr>
          <p:cNvPr id="14" name="Google Shape;1908;p39">
            <a:extLst>
              <a:ext uri="{FF2B5EF4-FFF2-40B4-BE49-F238E27FC236}">
                <a16:creationId xmlns:a16="http://schemas.microsoft.com/office/drawing/2014/main" id="{388613B3-2442-812A-E82D-D098F8B945FA}"/>
              </a:ext>
            </a:extLst>
          </p:cNvPr>
          <p:cNvGrpSpPr/>
          <p:nvPr/>
        </p:nvGrpSpPr>
        <p:grpSpPr>
          <a:xfrm>
            <a:off x="2970725" y="2282400"/>
            <a:ext cx="1421275" cy="1449900"/>
            <a:chOff x="648775" y="1605959"/>
            <a:chExt cx="3742489" cy="3442078"/>
          </a:xfrm>
        </p:grpSpPr>
        <p:sp>
          <p:nvSpPr>
            <p:cNvPr id="15" name="Google Shape;1909;p39">
              <a:extLst>
                <a:ext uri="{FF2B5EF4-FFF2-40B4-BE49-F238E27FC236}">
                  <a16:creationId xmlns:a16="http://schemas.microsoft.com/office/drawing/2014/main" id="{032B53D3-A4B9-E9FD-D8BF-BC942A521387}"/>
                </a:ext>
              </a:extLst>
            </p:cNvPr>
            <p:cNvSpPr/>
            <p:nvPr/>
          </p:nvSpPr>
          <p:spPr>
            <a:xfrm>
              <a:off x="2109808" y="1605959"/>
              <a:ext cx="15209" cy="66485"/>
            </a:xfrm>
            <a:custGeom>
              <a:avLst/>
              <a:gdLst/>
              <a:ahLst/>
              <a:cxnLst/>
              <a:rect l="l" t="t" r="r" b="b"/>
              <a:pathLst>
                <a:path w="132" h="577" extrusionOk="0">
                  <a:moveTo>
                    <a:pt x="1" y="0"/>
                  </a:moveTo>
                  <a:lnTo>
                    <a:pt x="1" y="577"/>
                  </a:lnTo>
                  <a:lnTo>
                    <a:pt x="132" y="577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10;p39">
              <a:extLst>
                <a:ext uri="{FF2B5EF4-FFF2-40B4-BE49-F238E27FC236}">
                  <a16:creationId xmlns:a16="http://schemas.microsoft.com/office/drawing/2014/main" id="{8ADE228D-BB25-7B66-FF32-F5CE6BA08A1B}"/>
                </a:ext>
              </a:extLst>
            </p:cNvPr>
            <p:cNvSpPr/>
            <p:nvPr/>
          </p:nvSpPr>
          <p:spPr>
            <a:xfrm>
              <a:off x="2080656" y="1631654"/>
              <a:ext cx="70055" cy="14288"/>
            </a:xfrm>
            <a:custGeom>
              <a:avLst/>
              <a:gdLst/>
              <a:ahLst/>
              <a:cxnLst/>
              <a:rect l="l" t="t" r="r" b="b"/>
              <a:pathLst>
                <a:path w="608" h="124" extrusionOk="0">
                  <a:moveTo>
                    <a:pt x="0" y="0"/>
                  </a:moveTo>
                  <a:lnTo>
                    <a:pt x="0" y="123"/>
                  </a:lnTo>
                  <a:lnTo>
                    <a:pt x="607" y="123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11;p39">
              <a:extLst>
                <a:ext uri="{FF2B5EF4-FFF2-40B4-BE49-F238E27FC236}">
                  <a16:creationId xmlns:a16="http://schemas.microsoft.com/office/drawing/2014/main" id="{C70CB658-160D-F377-9066-7C0DCC0DE023}"/>
                </a:ext>
              </a:extLst>
            </p:cNvPr>
            <p:cNvSpPr/>
            <p:nvPr/>
          </p:nvSpPr>
          <p:spPr>
            <a:xfrm>
              <a:off x="4076373" y="2164550"/>
              <a:ext cx="128532" cy="96993"/>
            </a:xfrm>
            <a:custGeom>
              <a:avLst/>
              <a:gdLst/>
              <a:ahLst/>
              <a:cxnLst/>
              <a:rect l="l" t="t" r="r" b="b"/>
              <a:pathLst>
                <a:path w="1569" h="1184" extrusionOk="0">
                  <a:moveTo>
                    <a:pt x="700" y="0"/>
                  </a:moveTo>
                  <a:cubicBezTo>
                    <a:pt x="385" y="0"/>
                    <a:pt x="155" y="162"/>
                    <a:pt x="62" y="415"/>
                  </a:cubicBezTo>
                  <a:cubicBezTo>
                    <a:pt x="1" y="707"/>
                    <a:pt x="224" y="1061"/>
                    <a:pt x="639" y="1153"/>
                  </a:cubicBezTo>
                  <a:cubicBezTo>
                    <a:pt x="700" y="1184"/>
                    <a:pt x="800" y="1184"/>
                    <a:pt x="862" y="1184"/>
                  </a:cubicBezTo>
                  <a:cubicBezTo>
                    <a:pt x="1154" y="1184"/>
                    <a:pt x="1407" y="1061"/>
                    <a:pt x="1499" y="799"/>
                  </a:cubicBezTo>
                  <a:cubicBezTo>
                    <a:pt x="1569" y="484"/>
                    <a:pt x="1346" y="162"/>
                    <a:pt x="923" y="31"/>
                  </a:cubicBezTo>
                  <a:cubicBezTo>
                    <a:pt x="862" y="31"/>
                    <a:pt x="769" y="0"/>
                    <a:pt x="7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12;p39">
              <a:extLst>
                <a:ext uri="{FF2B5EF4-FFF2-40B4-BE49-F238E27FC236}">
                  <a16:creationId xmlns:a16="http://schemas.microsoft.com/office/drawing/2014/main" id="{4BA97CE9-00C1-4023-ED3C-99C1EB9182E5}"/>
                </a:ext>
              </a:extLst>
            </p:cNvPr>
            <p:cNvSpPr/>
            <p:nvPr/>
          </p:nvSpPr>
          <p:spPr>
            <a:xfrm>
              <a:off x="2641218" y="4852250"/>
              <a:ext cx="325043" cy="15210"/>
            </a:xfrm>
            <a:custGeom>
              <a:avLst/>
              <a:gdLst/>
              <a:ahLst/>
              <a:cxnLst/>
              <a:rect l="l" t="t" r="r" b="b"/>
              <a:pathLst>
                <a:path w="2821" h="132" extrusionOk="0">
                  <a:moveTo>
                    <a:pt x="0" y="1"/>
                  </a:moveTo>
                  <a:lnTo>
                    <a:pt x="0" y="131"/>
                  </a:lnTo>
                  <a:lnTo>
                    <a:pt x="2821" y="131"/>
                  </a:lnTo>
                  <a:lnTo>
                    <a:pt x="28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13;p39">
              <a:extLst>
                <a:ext uri="{FF2B5EF4-FFF2-40B4-BE49-F238E27FC236}">
                  <a16:creationId xmlns:a16="http://schemas.microsoft.com/office/drawing/2014/main" id="{52608E70-7ECD-C88C-D3F6-2CFFF4E90EBA}"/>
                </a:ext>
              </a:extLst>
            </p:cNvPr>
            <p:cNvSpPr/>
            <p:nvPr/>
          </p:nvSpPr>
          <p:spPr>
            <a:xfrm>
              <a:off x="912002" y="3118766"/>
              <a:ext cx="10813" cy="47350"/>
            </a:xfrm>
            <a:custGeom>
              <a:avLst/>
              <a:gdLst/>
              <a:ahLst/>
              <a:cxnLst/>
              <a:rect l="l" t="t" r="r" b="b"/>
              <a:pathLst>
                <a:path w="132" h="578" extrusionOk="0">
                  <a:moveTo>
                    <a:pt x="1" y="1"/>
                  </a:moveTo>
                  <a:lnTo>
                    <a:pt x="1" y="577"/>
                  </a:lnTo>
                  <a:lnTo>
                    <a:pt x="132" y="577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14;p39">
              <a:extLst>
                <a:ext uri="{FF2B5EF4-FFF2-40B4-BE49-F238E27FC236}">
                  <a16:creationId xmlns:a16="http://schemas.microsoft.com/office/drawing/2014/main" id="{5D17BDBE-94C4-2186-DA33-075BEAB49EFF}"/>
                </a:ext>
              </a:extLst>
            </p:cNvPr>
            <p:cNvSpPr/>
            <p:nvPr/>
          </p:nvSpPr>
          <p:spPr>
            <a:xfrm>
              <a:off x="893815" y="3137690"/>
              <a:ext cx="47268" cy="10158"/>
            </a:xfrm>
            <a:custGeom>
              <a:avLst/>
              <a:gdLst/>
              <a:ahLst/>
              <a:cxnLst/>
              <a:rect l="l" t="t" r="r" b="b"/>
              <a:pathLst>
                <a:path w="577" h="124" extrusionOk="0">
                  <a:moveTo>
                    <a:pt x="0" y="0"/>
                  </a:moveTo>
                  <a:lnTo>
                    <a:pt x="0" y="123"/>
                  </a:lnTo>
                  <a:lnTo>
                    <a:pt x="577" y="123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915;p39">
              <a:extLst>
                <a:ext uri="{FF2B5EF4-FFF2-40B4-BE49-F238E27FC236}">
                  <a16:creationId xmlns:a16="http://schemas.microsoft.com/office/drawing/2014/main" id="{34348FC2-B1C1-D016-6BB2-BFAEC905B66E}"/>
                </a:ext>
              </a:extLst>
            </p:cNvPr>
            <p:cNvSpPr/>
            <p:nvPr/>
          </p:nvSpPr>
          <p:spPr>
            <a:xfrm>
              <a:off x="3199960" y="2524179"/>
              <a:ext cx="57426" cy="54886"/>
            </a:xfrm>
            <a:custGeom>
              <a:avLst/>
              <a:gdLst/>
              <a:ahLst/>
              <a:cxnLst/>
              <a:rect l="l" t="t" r="r" b="b"/>
              <a:pathLst>
                <a:path w="701" h="670" extrusionOk="0">
                  <a:moveTo>
                    <a:pt x="346" y="124"/>
                  </a:moveTo>
                  <a:cubicBezTo>
                    <a:pt x="477" y="124"/>
                    <a:pt x="577" y="224"/>
                    <a:pt x="577" y="354"/>
                  </a:cubicBezTo>
                  <a:cubicBezTo>
                    <a:pt x="577" y="447"/>
                    <a:pt x="477" y="546"/>
                    <a:pt x="346" y="546"/>
                  </a:cubicBezTo>
                  <a:cubicBezTo>
                    <a:pt x="224" y="546"/>
                    <a:pt x="124" y="447"/>
                    <a:pt x="124" y="354"/>
                  </a:cubicBezTo>
                  <a:cubicBezTo>
                    <a:pt x="124" y="224"/>
                    <a:pt x="224" y="124"/>
                    <a:pt x="346" y="124"/>
                  </a:cubicBezTo>
                  <a:close/>
                  <a:moveTo>
                    <a:pt x="346" y="1"/>
                  </a:moveTo>
                  <a:cubicBezTo>
                    <a:pt x="154" y="1"/>
                    <a:pt x="1" y="162"/>
                    <a:pt x="1" y="354"/>
                  </a:cubicBezTo>
                  <a:cubicBezTo>
                    <a:pt x="1" y="546"/>
                    <a:pt x="154" y="669"/>
                    <a:pt x="346" y="669"/>
                  </a:cubicBezTo>
                  <a:cubicBezTo>
                    <a:pt x="539" y="669"/>
                    <a:pt x="700" y="546"/>
                    <a:pt x="700" y="354"/>
                  </a:cubicBezTo>
                  <a:cubicBezTo>
                    <a:pt x="700" y="162"/>
                    <a:pt x="539" y="1"/>
                    <a:pt x="346" y="1"/>
                  </a:cubicBezTo>
                  <a:close/>
                </a:path>
              </a:pathLst>
            </a:custGeom>
            <a:solidFill>
              <a:srgbClr val="9DD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16;p39">
              <a:extLst>
                <a:ext uri="{FF2B5EF4-FFF2-40B4-BE49-F238E27FC236}">
                  <a16:creationId xmlns:a16="http://schemas.microsoft.com/office/drawing/2014/main" id="{8388EDB6-9494-9D0B-C67B-B74009279FC7}"/>
                </a:ext>
              </a:extLst>
            </p:cNvPr>
            <p:cNvSpPr/>
            <p:nvPr/>
          </p:nvSpPr>
          <p:spPr>
            <a:xfrm>
              <a:off x="1162326" y="2561387"/>
              <a:ext cx="77199" cy="80773"/>
            </a:xfrm>
            <a:custGeom>
              <a:avLst/>
              <a:gdLst/>
              <a:ahLst/>
              <a:cxnLst/>
              <a:rect l="l" t="t" r="r" b="b"/>
              <a:pathLst>
                <a:path w="670" h="701" extrusionOk="0">
                  <a:moveTo>
                    <a:pt x="346" y="124"/>
                  </a:moveTo>
                  <a:cubicBezTo>
                    <a:pt x="446" y="124"/>
                    <a:pt x="539" y="224"/>
                    <a:pt x="539" y="354"/>
                  </a:cubicBezTo>
                  <a:cubicBezTo>
                    <a:pt x="539" y="477"/>
                    <a:pt x="446" y="577"/>
                    <a:pt x="346" y="577"/>
                  </a:cubicBezTo>
                  <a:cubicBezTo>
                    <a:pt x="223" y="577"/>
                    <a:pt x="123" y="477"/>
                    <a:pt x="123" y="354"/>
                  </a:cubicBezTo>
                  <a:cubicBezTo>
                    <a:pt x="123" y="224"/>
                    <a:pt x="223" y="124"/>
                    <a:pt x="346" y="124"/>
                  </a:cubicBezTo>
                  <a:close/>
                  <a:moveTo>
                    <a:pt x="346" y="1"/>
                  </a:moveTo>
                  <a:cubicBezTo>
                    <a:pt x="154" y="1"/>
                    <a:pt x="1" y="162"/>
                    <a:pt x="1" y="354"/>
                  </a:cubicBezTo>
                  <a:cubicBezTo>
                    <a:pt x="1" y="546"/>
                    <a:pt x="154" y="700"/>
                    <a:pt x="346" y="700"/>
                  </a:cubicBezTo>
                  <a:cubicBezTo>
                    <a:pt x="539" y="700"/>
                    <a:pt x="669" y="546"/>
                    <a:pt x="669" y="354"/>
                  </a:cubicBezTo>
                  <a:cubicBezTo>
                    <a:pt x="669" y="162"/>
                    <a:pt x="539" y="1"/>
                    <a:pt x="3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17;p39">
              <a:extLst>
                <a:ext uri="{FF2B5EF4-FFF2-40B4-BE49-F238E27FC236}">
                  <a16:creationId xmlns:a16="http://schemas.microsoft.com/office/drawing/2014/main" id="{575FE6B6-D796-A4F8-76F3-C64416CA08F9}"/>
                </a:ext>
              </a:extLst>
            </p:cNvPr>
            <p:cNvSpPr/>
            <p:nvPr/>
          </p:nvSpPr>
          <p:spPr>
            <a:xfrm>
              <a:off x="772063" y="1962631"/>
              <a:ext cx="365831" cy="14288"/>
            </a:xfrm>
            <a:custGeom>
              <a:avLst/>
              <a:gdLst/>
              <a:ahLst/>
              <a:cxnLst/>
              <a:rect l="l" t="t" r="r" b="b"/>
              <a:pathLst>
                <a:path w="3175" h="124" extrusionOk="0">
                  <a:moveTo>
                    <a:pt x="0" y="0"/>
                  </a:moveTo>
                  <a:lnTo>
                    <a:pt x="0" y="123"/>
                  </a:lnTo>
                  <a:lnTo>
                    <a:pt x="3174" y="123"/>
                  </a:lnTo>
                  <a:lnTo>
                    <a:pt x="31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18;p39">
              <a:extLst>
                <a:ext uri="{FF2B5EF4-FFF2-40B4-BE49-F238E27FC236}">
                  <a16:creationId xmlns:a16="http://schemas.microsoft.com/office/drawing/2014/main" id="{3B48465D-74FB-BCA6-7B8A-73B1348D1072}"/>
                </a:ext>
              </a:extLst>
            </p:cNvPr>
            <p:cNvSpPr/>
            <p:nvPr/>
          </p:nvSpPr>
          <p:spPr>
            <a:xfrm>
              <a:off x="1210143" y="2247981"/>
              <a:ext cx="162118" cy="14288"/>
            </a:xfrm>
            <a:custGeom>
              <a:avLst/>
              <a:gdLst/>
              <a:ahLst/>
              <a:cxnLst/>
              <a:rect l="l" t="t" r="r" b="b"/>
              <a:pathLst>
                <a:path w="1407" h="124" extrusionOk="0">
                  <a:moveTo>
                    <a:pt x="1" y="0"/>
                  </a:moveTo>
                  <a:lnTo>
                    <a:pt x="1" y="123"/>
                  </a:lnTo>
                  <a:lnTo>
                    <a:pt x="1407" y="123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919;p39">
              <a:extLst>
                <a:ext uri="{FF2B5EF4-FFF2-40B4-BE49-F238E27FC236}">
                  <a16:creationId xmlns:a16="http://schemas.microsoft.com/office/drawing/2014/main" id="{025959EA-55E1-557D-2F76-DFA7CD151AE2}"/>
                </a:ext>
              </a:extLst>
            </p:cNvPr>
            <p:cNvSpPr/>
            <p:nvPr/>
          </p:nvSpPr>
          <p:spPr>
            <a:xfrm>
              <a:off x="3409594" y="2162174"/>
              <a:ext cx="94536" cy="10158"/>
            </a:xfrm>
            <a:custGeom>
              <a:avLst/>
              <a:gdLst/>
              <a:ahLst/>
              <a:cxnLst/>
              <a:rect l="l" t="t" r="r" b="b"/>
              <a:pathLst>
                <a:path w="1154" h="124" extrusionOk="0">
                  <a:moveTo>
                    <a:pt x="1" y="1"/>
                  </a:moveTo>
                  <a:lnTo>
                    <a:pt x="1" y="124"/>
                  </a:lnTo>
                  <a:lnTo>
                    <a:pt x="1154" y="124"/>
                  </a:lnTo>
                  <a:lnTo>
                    <a:pt x="1154" y="1"/>
                  </a:lnTo>
                  <a:close/>
                </a:path>
              </a:pathLst>
            </a:custGeom>
            <a:solidFill>
              <a:srgbClr val="9DD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920;p39">
              <a:extLst>
                <a:ext uri="{FF2B5EF4-FFF2-40B4-BE49-F238E27FC236}">
                  <a16:creationId xmlns:a16="http://schemas.microsoft.com/office/drawing/2014/main" id="{F0366E55-4522-B095-3E7D-879AD450206C}"/>
                </a:ext>
              </a:extLst>
            </p:cNvPr>
            <p:cNvSpPr/>
            <p:nvPr/>
          </p:nvSpPr>
          <p:spPr>
            <a:xfrm>
              <a:off x="1612158" y="2137252"/>
              <a:ext cx="1151303" cy="2246657"/>
            </a:xfrm>
            <a:custGeom>
              <a:avLst/>
              <a:gdLst/>
              <a:ahLst/>
              <a:cxnLst/>
              <a:rect l="l" t="t" r="r" b="b"/>
              <a:pathLst>
                <a:path w="9992" h="19498" extrusionOk="0">
                  <a:moveTo>
                    <a:pt x="2014" y="0"/>
                  </a:moveTo>
                  <a:cubicBezTo>
                    <a:pt x="1" y="11682"/>
                    <a:pt x="4258" y="17031"/>
                    <a:pt x="6403" y="19498"/>
                  </a:cubicBezTo>
                  <a:lnTo>
                    <a:pt x="9992" y="18061"/>
                  </a:lnTo>
                  <a:cubicBezTo>
                    <a:pt x="9700" y="10276"/>
                    <a:pt x="8931" y="6210"/>
                    <a:pt x="20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921;p39">
              <a:extLst>
                <a:ext uri="{FF2B5EF4-FFF2-40B4-BE49-F238E27FC236}">
                  <a16:creationId xmlns:a16="http://schemas.microsoft.com/office/drawing/2014/main" id="{E0C5028D-5AA9-E767-F30A-70F11BADE29B}"/>
                </a:ext>
              </a:extLst>
            </p:cNvPr>
            <p:cNvSpPr/>
            <p:nvPr/>
          </p:nvSpPr>
          <p:spPr>
            <a:xfrm>
              <a:off x="1774277" y="2127688"/>
              <a:ext cx="996329" cy="2259793"/>
            </a:xfrm>
            <a:custGeom>
              <a:avLst/>
              <a:gdLst/>
              <a:ahLst/>
              <a:cxnLst/>
              <a:rect l="l" t="t" r="r" b="b"/>
              <a:pathLst>
                <a:path w="8647" h="19612" extrusionOk="0">
                  <a:moveTo>
                    <a:pt x="608" y="1"/>
                  </a:moveTo>
                  <a:cubicBezTo>
                    <a:pt x="598" y="1"/>
                    <a:pt x="587" y="4"/>
                    <a:pt x="577" y="14"/>
                  </a:cubicBezTo>
                  <a:cubicBezTo>
                    <a:pt x="577" y="14"/>
                    <a:pt x="546" y="14"/>
                    <a:pt x="546" y="45"/>
                  </a:cubicBezTo>
                  <a:cubicBezTo>
                    <a:pt x="162" y="2197"/>
                    <a:pt x="0" y="4149"/>
                    <a:pt x="0" y="5909"/>
                  </a:cubicBezTo>
                  <a:cubicBezTo>
                    <a:pt x="0" y="13656"/>
                    <a:pt x="3174" y="17598"/>
                    <a:pt x="4965" y="19612"/>
                  </a:cubicBezTo>
                  <a:lnTo>
                    <a:pt x="5065" y="19520"/>
                  </a:lnTo>
                  <a:cubicBezTo>
                    <a:pt x="3297" y="17529"/>
                    <a:pt x="131" y="13594"/>
                    <a:pt x="131" y="5909"/>
                  </a:cubicBezTo>
                  <a:cubicBezTo>
                    <a:pt x="131" y="4178"/>
                    <a:pt x="287" y="2290"/>
                    <a:pt x="658" y="188"/>
                  </a:cubicBezTo>
                  <a:lnTo>
                    <a:pt x="658" y="188"/>
                  </a:lnTo>
                  <a:cubicBezTo>
                    <a:pt x="4035" y="3260"/>
                    <a:pt x="5934" y="5800"/>
                    <a:pt x="7017" y="8537"/>
                  </a:cubicBezTo>
                  <a:cubicBezTo>
                    <a:pt x="8101" y="11289"/>
                    <a:pt x="8362" y="14232"/>
                    <a:pt x="8523" y="18144"/>
                  </a:cubicBezTo>
                  <a:lnTo>
                    <a:pt x="8646" y="18144"/>
                  </a:lnTo>
                  <a:cubicBezTo>
                    <a:pt x="8485" y="14232"/>
                    <a:pt x="8231" y="11258"/>
                    <a:pt x="7140" y="8499"/>
                  </a:cubicBezTo>
                  <a:cubicBezTo>
                    <a:pt x="6025" y="5717"/>
                    <a:pt x="4104" y="3119"/>
                    <a:pt x="646" y="14"/>
                  </a:cubicBezTo>
                  <a:cubicBezTo>
                    <a:pt x="646" y="14"/>
                    <a:pt x="629" y="1"/>
                    <a:pt x="6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922;p39">
              <a:extLst>
                <a:ext uri="{FF2B5EF4-FFF2-40B4-BE49-F238E27FC236}">
                  <a16:creationId xmlns:a16="http://schemas.microsoft.com/office/drawing/2014/main" id="{106415DA-115F-E959-107F-FBAA8D54263B}"/>
                </a:ext>
              </a:extLst>
            </p:cNvPr>
            <p:cNvSpPr/>
            <p:nvPr/>
          </p:nvSpPr>
          <p:spPr>
            <a:xfrm>
              <a:off x="1837074" y="2132873"/>
              <a:ext cx="720025" cy="2136848"/>
            </a:xfrm>
            <a:custGeom>
              <a:avLst/>
              <a:gdLst/>
              <a:ahLst/>
              <a:cxnLst/>
              <a:rect l="l" t="t" r="r" b="b"/>
              <a:pathLst>
                <a:path w="6249" h="18545" extrusionOk="0">
                  <a:moveTo>
                    <a:pt x="131" y="0"/>
                  </a:moveTo>
                  <a:lnTo>
                    <a:pt x="1" y="38"/>
                  </a:lnTo>
                  <a:cubicBezTo>
                    <a:pt x="1" y="38"/>
                    <a:pt x="1215" y="9484"/>
                    <a:pt x="6118" y="18545"/>
                  </a:cubicBezTo>
                  <a:lnTo>
                    <a:pt x="6249" y="18483"/>
                  </a:lnTo>
                  <a:cubicBezTo>
                    <a:pt x="3782" y="13964"/>
                    <a:pt x="2245" y="9353"/>
                    <a:pt x="1346" y="5864"/>
                  </a:cubicBezTo>
                  <a:cubicBezTo>
                    <a:pt x="900" y="4104"/>
                    <a:pt x="577" y="2659"/>
                    <a:pt x="385" y="1637"/>
                  </a:cubicBezTo>
                  <a:cubicBezTo>
                    <a:pt x="293" y="1122"/>
                    <a:pt x="224" y="707"/>
                    <a:pt x="193" y="423"/>
                  </a:cubicBezTo>
                  <a:cubicBezTo>
                    <a:pt x="162" y="292"/>
                    <a:pt x="162" y="192"/>
                    <a:pt x="131" y="131"/>
                  </a:cubicBezTo>
                  <a:lnTo>
                    <a:pt x="1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923;p39">
              <a:extLst>
                <a:ext uri="{FF2B5EF4-FFF2-40B4-BE49-F238E27FC236}">
                  <a16:creationId xmlns:a16="http://schemas.microsoft.com/office/drawing/2014/main" id="{93DD09BC-C8F3-0783-1F24-40BB4BA50FBB}"/>
                </a:ext>
              </a:extLst>
            </p:cNvPr>
            <p:cNvSpPr/>
            <p:nvPr/>
          </p:nvSpPr>
          <p:spPr>
            <a:xfrm>
              <a:off x="1833617" y="2132873"/>
              <a:ext cx="634991" cy="2221884"/>
            </a:xfrm>
            <a:custGeom>
              <a:avLst/>
              <a:gdLst/>
              <a:ahLst/>
              <a:cxnLst/>
              <a:rect l="l" t="t" r="r" b="b"/>
              <a:pathLst>
                <a:path w="5511" h="19283" extrusionOk="0">
                  <a:moveTo>
                    <a:pt x="31" y="0"/>
                  </a:moveTo>
                  <a:cubicBezTo>
                    <a:pt x="31" y="0"/>
                    <a:pt x="0" y="423"/>
                    <a:pt x="0" y="1091"/>
                  </a:cubicBezTo>
                  <a:cubicBezTo>
                    <a:pt x="0" y="3943"/>
                    <a:pt x="477" y="11912"/>
                    <a:pt x="5411" y="19282"/>
                  </a:cubicBezTo>
                  <a:lnTo>
                    <a:pt x="5510" y="19213"/>
                  </a:lnTo>
                  <a:cubicBezTo>
                    <a:pt x="607" y="11881"/>
                    <a:pt x="131" y="3912"/>
                    <a:pt x="131" y="1091"/>
                  </a:cubicBezTo>
                  <a:cubicBezTo>
                    <a:pt x="131" y="738"/>
                    <a:pt x="131" y="484"/>
                    <a:pt x="161" y="292"/>
                  </a:cubicBezTo>
                  <a:lnTo>
                    <a:pt x="161" y="100"/>
                  </a:lnTo>
                  <a:lnTo>
                    <a:pt x="161" y="38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924;p39">
              <a:extLst>
                <a:ext uri="{FF2B5EF4-FFF2-40B4-BE49-F238E27FC236}">
                  <a16:creationId xmlns:a16="http://schemas.microsoft.com/office/drawing/2014/main" id="{64E54A64-3357-BFC3-FABA-7707B44939FC}"/>
                </a:ext>
              </a:extLst>
            </p:cNvPr>
            <p:cNvSpPr/>
            <p:nvPr/>
          </p:nvSpPr>
          <p:spPr>
            <a:xfrm>
              <a:off x="1837074" y="2132873"/>
              <a:ext cx="774987" cy="2092601"/>
            </a:xfrm>
            <a:custGeom>
              <a:avLst/>
              <a:gdLst/>
              <a:ahLst/>
              <a:cxnLst/>
              <a:rect l="l" t="t" r="r" b="b"/>
              <a:pathLst>
                <a:path w="6726" h="18161" extrusionOk="0">
                  <a:moveTo>
                    <a:pt x="131" y="0"/>
                  </a:moveTo>
                  <a:lnTo>
                    <a:pt x="1" y="38"/>
                  </a:lnTo>
                  <a:cubicBezTo>
                    <a:pt x="1215" y="2536"/>
                    <a:pt x="2791" y="6502"/>
                    <a:pt x="4097" y="10122"/>
                  </a:cubicBezTo>
                  <a:cubicBezTo>
                    <a:pt x="4773" y="11951"/>
                    <a:pt x="5350" y="13680"/>
                    <a:pt x="5796" y="15086"/>
                  </a:cubicBezTo>
                  <a:cubicBezTo>
                    <a:pt x="6211" y="16493"/>
                    <a:pt x="6533" y="17615"/>
                    <a:pt x="6595" y="18160"/>
                  </a:cubicBezTo>
                  <a:lnTo>
                    <a:pt x="6725" y="18130"/>
                  </a:lnTo>
                  <a:cubicBezTo>
                    <a:pt x="6664" y="17584"/>
                    <a:pt x="6341" y="16462"/>
                    <a:pt x="5926" y="15055"/>
                  </a:cubicBezTo>
                  <a:cubicBezTo>
                    <a:pt x="4581" y="10798"/>
                    <a:pt x="1953" y="3720"/>
                    <a:pt x="1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925;p39">
              <a:extLst>
                <a:ext uri="{FF2B5EF4-FFF2-40B4-BE49-F238E27FC236}">
                  <a16:creationId xmlns:a16="http://schemas.microsoft.com/office/drawing/2014/main" id="{756401C6-BE22-BB20-1D3F-60F3E1FAB936}"/>
                </a:ext>
              </a:extLst>
            </p:cNvPr>
            <p:cNvSpPr/>
            <p:nvPr/>
          </p:nvSpPr>
          <p:spPr>
            <a:xfrm>
              <a:off x="1837074" y="2129301"/>
              <a:ext cx="856449" cy="2036832"/>
            </a:xfrm>
            <a:custGeom>
              <a:avLst/>
              <a:gdLst/>
              <a:ahLst/>
              <a:cxnLst/>
              <a:rect l="l" t="t" r="r" b="b"/>
              <a:pathLst>
                <a:path w="7433" h="17677" extrusionOk="0">
                  <a:moveTo>
                    <a:pt x="101" y="0"/>
                  </a:moveTo>
                  <a:lnTo>
                    <a:pt x="1" y="100"/>
                  </a:lnTo>
                  <a:cubicBezTo>
                    <a:pt x="5511" y="6502"/>
                    <a:pt x="6310" y="12043"/>
                    <a:pt x="7302" y="17676"/>
                  </a:cubicBezTo>
                  <a:lnTo>
                    <a:pt x="7433" y="17646"/>
                  </a:lnTo>
                  <a:cubicBezTo>
                    <a:pt x="6441" y="12043"/>
                    <a:pt x="5603" y="6441"/>
                    <a:pt x="1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926;p39">
              <a:extLst>
                <a:ext uri="{FF2B5EF4-FFF2-40B4-BE49-F238E27FC236}">
                  <a16:creationId xmlns:a16="http://schemas.microsoft.com/office/drawing/2014/main" id="{FFDC2669-757C-E82E-D486-CCF714DAFE18}"/>
                </a:ext>
              </a:extLst>
            </p:cNvPr>
            <p:cNvSpPr/>
            <p:nvPr/>
          </p:nvSpPr>
          <p:spPr>
            <a:xfrm>
              <a:off x="1118080" y="2934249"/>
              <a:ext cx="1335429" cy="1674680"/>
            </a:xfrm>
            <a:custGeom>
              <a:avLst/>
              <a:gdLst/>
              <a:ahLst/>
              <a:cxnLst/>
              <a:rect l="l" t="t" r="r" b="b"/>
              <a:pathLst>
                <a:path w="11590" h="14534" extrusionOk="0">
                  <a:moveTo>
                    <a:pt x="0" y="0"/>
                  </a:moveTo>
                  <a:cubicBezTo>
                    <a:pt x="1691" y="10053"/>
                    <a:pt x="6656" y="13157"/>
                    <a:pt x="9123" y="14533"/>
                  </a:cubicBezTo>
                  <a:lnTo>
                    <a:pt x="11590" y="12358"/>
                  </a:lnTo>
                  <a:cubicBezTo>
                    <a:pt x="9123" y="6110"/>
                    <a:pt x="7363" y="303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927;p39">
              <a:extLst>
                <a:ext uri="{FF2B5EF4-FFF2-40B4-BE49-F238E27FC236}">
                  <a16:creationId xmlns:a16="http://schemas.microsoft.com/office/drawing/2014/main" id="{B7FB783F-0896-6B1F-873C-DCF2792665A3}"/>
                </a:ext>
              </a:extLst>
            </p:cNvPr>
            <p:cNvSpPr/>
            <p:nvPr/>
          </p:nvSpPr>
          <p:spPr>
            <a:xfrm>
              <a:off x="1110129" y="2926298"/>
              <a:ext cx="1350523" cy="1690581"/>
            </a:xfrm>
            <a:custGeom>
              <a:avLst/>
              <a:gdLst/>
              <a:ahLst/>
              <a:cxnLst/>
              <a:rect l="l" t="t" r="r" b="b"/>
              <a:pathLst>
                <a:path w="11721" h="14672" extrusionOk="0">
                  <a:moveTo>
                    <a:pt x="31" y="0"/>
                  </a:moveTo>
                  <a:cubicBezTo>
                    <a:pt x="0" y="31"/>
                    <a:pt x="0" y="31"/>
                    <a:pt x="0" y="69"/>
                  </a:cubicBezTo>
                  <a:cubicBezTo>
                    <a:pt x="838" y="5095"/>
                    <a:pt x="2529" y="8392"/>
                    <a:pt x="4296" y="10636"/>
                  </a:cubicBezTo>
                  <a:cubicBezTo>
                    <a:pt x="6056" y="12842"/>
                    <a:pt x="7908" y="13964"/>
                    <a:pt x="9161" y="14671"/>
                  </a:cubicBezTo>
                  <a:lnTo>
                    <a:pt x="9223" y="14541"/>
                  </a:lnTo>
                  <a:cubicBezTo>
                    <a:pt x="8008" y="13864"/>
                    <a:pt x="6148" y="12750"/>
                    <a:pt x="4388" y="10537"/>
                  </a:cubicBezTo>
                  <a:cubicBezTo>
                    <a:pt x="2641" y="8347"/>
                    <a:pt x="985" y="5113"/>
                    <a:pt x="149" y="179"/>
                  </a:cubicBezTo>
                  <a:lnTo>
                    <a:pt x="149" y="179"/>
                  </a:lnTo>
                  <a:cubicBezTo>
                    <a:pt x="3768" y="1670"/>
                    <a:pt x="6005" y="3195"/>
                    <a:pt x="7655" y="5095"/>
                  </a:cubicBezTo>
                  <a:cubicBezTo>
                    <a:pt x="9322" y="7017"/>
                    <a:pt x="10375" y="9322"/>
                    <a:pt x="11597" y="12427"/>
                  </a:cubicBezTo>
                  <a:lnTo>
                    <a:pt x="11720" y="12396"/>
                  </a:lnTo>
                  <a:cubicBezTo>
                    <a:pt x="10506" y="9292"/>
                    <a:pt x="9445" y="6948"/>
                    <a:pt x="7755" y="4995"/>
                  </a:cubicBezTo>
                  <a:cubicBezTo>
                    <a:pt x="6087" y="3074"/>
                    <a:pt x="3781" y="1537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928;p39">
              <a:extLst>
                <a:ext uri="{FF2B5EF4-FFF2-40B4-BE49-F238E27FC236}">
                  <a16:creationId xmlns:a16="http://schemas.microsoft.com/office/drawing/2014/main" id="{79AE74C0-86C2-7809-2DCF-176D9FF1CAC5}"/>
                </a:ext>
              </a:extLst>
            </p:cNvPr>
            <p:cNvSpPr/>
            <p:nvPr/>
          </p:nvSpPr>
          <p:spPr>
            <a:xfrm>
              <a:off x="1110129" y="2929755"/>
              <a:ext cx="1191977" cy="1532147"/>
            </a:xfrm>
            <a:custGeom>
              <a:avLst/>
              <a:gdLst/>
              <a:ahLst/>
              <a:cxnLst/>
              <a:rect l="l" t="t" r="r" b="b"/>
              <a:pathLst>
                <a:path w="10345" h="13297" extrusionOk="0">
                  <a:moveTo>
                    <a:pt x="131" y="1"/>
                  </a:moveTo>
                  <a:lnTo>
                    <a:pt x="0" y="70"/>
                  </a:lnTo>
                  <a:cubicBezTo>
                    <a:pt x="0" y="70"/>
                    <a:pt x="3681" y="7371"/>
                    <a:pt x="10252" y="13296"/>
                  </a:cubicBezTo>
                  <a:lnTo>
                    <a:pt x="10345" y="13196"/>
                  </a:lnTo>
                  <a:cubicBezTo>
                    <a:pt x="7048" y="10253"/>
                    <a:pt x="4519" y="6956"/>
                    <a:pt x="2759" y="4389"/>
                  </a:cubicBezTo>
                  <a:cubicBezTo>
                    <a:pt x="1891" y="3113"/>
                    <a:pt x="1253" y="2022"/>
                    <a:pt x="799" y="1223"/>
                  </a:cubicBezTo>
                  <a:cubicBezTo>
                    <a:pt x="576" y="838"/>
                    <a:pt x="415" y="546"/>
                    <a:pt x="292" y="324"/>
                  </a:cubicBezTo>
                  <a:cubicBezTo>
                    <a:pt x="223" y="231"/>
                    <a:pt x="192" y="131"/>
                    <a:pt x="161" y="101"/>
                  </a:cubicBezTo>
                  <a:cubicBezTo>
                    <a:pt x="131" y="39"/>
                    <a:pt x="131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929;p39">
              <a:extLst>
                <a:ext uri="{FF2B5EF4-FFF2-40B4-BE49-F238E27FC236}">
                  <a16:creationId xmlns:a16="http://schemas.microsoft.com/office/drawing/2014/main" id="{2EA7E1AD-3563-4A4B-C184-9E563140FD64}"/>
                </a:ext>
              </a:extLst>
            </p:cNvPr>
            <p:cNvSpPr/>
            <p:nvPr/>
          </p:nvSpPr>
          <p:spPr>
            <a:xfrm>
              <a:off x="1110129" y="2929755"/>
              <a:ext cx="1144159" cy="1627784"/>
            </a:xfrm>
            <a:custGeom>
              <a:avLst/>
              <a:gdLst/>
              <a:ahLst/>
              <a:cxnLst/>
              <a:rect l="l" t="t" r="r" b="b"/>
              <a:pathLst>
                <a:path w="9930" h="14127" extrusionOk="0">
                  <a:moveTo>
                    <a:pt x="131" y="1"/>
                  </a:moveTo>
                  <a:lnTo>
                    <a:pt x="0" y="39"/>
                  </a:lnTo>
                  <a:cubicBezTo>
                    <a:pt x="0" y="70"/>
                    <a:pt x="2275" y="8424"/>
                    <a:pt x="9868" y="14126"/>
                  </a:cubicBezTo>
                  <a:lnTo>
                    <a:pt x="9930" y="14026"/>
                  </a:lnTo>
                  <a:cubicBezTo>
                    <a:pt x="6179" y="11183"/>
                    <a:pt x="3720" y="7686"/>
                    <a:pt x="2213" y="4904"/>
                  </a:cubicBezTo>
                  <a:cubicBezTo>
                    <a:pt x="1445" y="3498"/>
                    <a:pt x="930" y="2276"/>
                    <a:pt x="607" y="1415"/>
                  </a:cubicBezTo>
                  <a:cubicBezTo>
                    <a:pt x="415" y="961"/>
                    <a:pt x="323" y="616"/>
                    <a:pt x="223" y="385"/>
                  </a:cubicBezTo>
                  <a:cubicBezTo>
                    <a:pt x="192" y="262"/>
                    <a:pt x="161" y="162"/>
                    <a:pt x="161" y="101"/>
                  </a:cubicBezTo>
                  <a:cubicBezTo>
                    <a:pt x="131" y="39"/>
                    <a:pt x="131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930;p39">
              <a:extLst>
                <a:ext uri="{FF2B5EF4-FFF2-40B4-BE49-F238E27FC236}">
                  <a16:creationId xmlns:a16="http://schemas.microsoft.com/office/drawing/2014/main" id="{9AA77A72-4DA9-E293-9C7E-422FF6721209}"/>
                </a:ext>
              </a:extLst>
            </p:cNvPr>
            <p:cNvSpPr/>
            <p:nvPr/>
          </p:nvSpPr>
          <p:spPr>
            <a:xfrm>
              <a:off x="1110129" y="2926298"/>
              <a:ext cx="1225622" cy="1483291"/>
            </a:xfrm>
            <a:custGeom>
              <a:avLst/>
              <a:gdLst/>
              <a:ahLst/>
              <a:cxnLst/>
              <a:rect l="l" t="t" r="r" b="b"/>
              <a:pathLst>
                <a:path w="10637" h="12873" extrusionOk="0">
                  <a:moveTo>
                    <a:pt x="100" y="0"/>
                  </a:moveTo>
                  <a:lnTo>
                    <a:pt x="0" y="100"/>
                  </a:lnTo>
                  <a:cubicBezTo>
                    <a:pt x="1699" y="1760"/>
                    <a:pt x="4135" y="4550"/>
                    <a:pt x="6218" y="7109"/>
                  </a:cubicBezTo>
                  <a:cubicBezTo>
                    <a:pt x="7270" y="8392"/>
                    <a:pt x="8231" y="9607"/>
                    <a:pt x="9000" y="10636"/>
                  </a:cubicBezTo>
                  <a:cubicBezTo>
                    <a:pt x="9737" y="11659"/>
                    <a:pt x="10314" y="12458"/>
                    <a:pt x="10506" y="12873"/>
                  </a:cubicBezTo>
                  <a:lnTo>
                    <a:pt x="10637" y="12811"/>
                  </a:lnTo>
                  <a:cubicBezTo>
                    <a:pt x="10406" y="12396"/>
                    <a:pt x="9868" y="11597"/>
                    <a:pt x="9100" y="10567"/>
                  </a:cubicBezTo>
                  <a:cubicBezTo>
                    <a:pt x="6825" y="7493"/>
                    <a:pt x="2659" y="2498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931;p39">
              <a:extLst>
                <a:ext uri="{FF2B5EF4-FFF2-40B4-BE49-F238E27FC236}">
                  <a16:creationId xmlns:a16="http://schemas.microsoft.com/office/drawing/2014/main" id="{9886705D-8179-B3BE-A20C-23F546D625E8}"/>
                </a:ext>
              </a:extLst>
            </p:cNvPr>
            <p:cNvSpPr/>
            <p:nvPr/>
          </p:nvSpPr>
          <p:spPr>
            <a:xfrm>
              <a:off x="1113586" y="2926298"/>
              <a:ext cx="1269982" cy="1413350"/>
            </a:xfrm>
            <a:custGeom>
              <a:avLst/>
              <a:gdLst/>
              <a:ahLst/>
              <a:cxnLst/>
              <a:rect l="l" t="t" r="r" b="b"/>
              <a:pathLst>
                <a:path w="11022" h="12266" extrusionOk="0">
                  <a:moveTo>
                    <a:pt x="70" y="0"/>
                  </a:moveTo>
                  <a:lnTo>
                    <a:pt x="1" y="131"/>
                  </a:lnTo>
                  <a:cubicBezTo>
                    <a:pt x="6280" y="3750"/>
                    <a:pt x="8493" y="8008"/>
                    <a:pt x="10922" y="12266"/>
                  </a:cubicBezTo>
                  <a:lnTo>
                    <a:pt x="11022" y="12204"/>
                  </a:lnTo>
                  <a:cubicBezTo>
                    <a:pt x="8616" y="7947"/>
                    <a:pt x="6380" y="3651"/>
                    <a:pt x="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932;p39">
              <a:extLst>
                <a:ext uri="{FF2B5EF4-FFF2-40B4-BE49-F238E27FC236}">
                  <a16:creationId xmlns:a16="http://schemas.microsoft.com/office/drawing/2014/main" id="{BF1ABED8-EBD8-F2BB-1E65-D240FCE53471}"/>
                </a:ext>
              </a:extLst>
            </p:cNvPr>
            <p:cNvSpPr/>
            <p:nvPr/>
          </p:nvSpPr>
          <p:spPr>
            <a:xfrm>
              <a:off x="977277" y="3760397"/>
              <a:ext cx="904266" cy="1287639"/>
            </a:xfrm>
            <a:custGeom>
              <a:avLst/>
              <a:gdLst/>
              <a:ahLst/>
              <a:cxnLst/>
              <a:rect l="l" t="t" r="r" b="b"/>
              <a:pathLst>
                <a:path w="7848" h="11175" extrusionOk="0">
                  <a:moveTo>
                    <a:pt x="69" y="1"/>
                  </a:moveTo>
                  <a:lnTo>
                    <a:pt x="0" y="93"/>
                  </a:lnTo>
                  <a:cubicBezTo>
                    <a:pt x="0" y="93"/>
                    <a:pt x="0" y="131"/>
                    <a:pt x="69" y="162"/>
                  </a:cubicBezTo>
                  <a:cubicBezTo>
                    <a:pt x="738" y="608"/>
                    <a:pt x="6279" y="4358"/>
                    <a:pt x="7716" y="11175"/>
                  </a:cubicBezTo>
                  <a:lnTo>
                    <a:pt x="7847" y="11144"/>
                  </a:lnTo>
                  <a:cubicBezTo>
                    <a:pt x="6310" y="3812"/>
                    <a:pt x="69" y="1"/>
                    <a:pt x="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933;p39">
              <a:extLst>
                <a:ext uri="{FF2B5EF4-FFF2-40B4-BE49-F238E27FC236}">
                  <a16:creationId xmlns:a16="http://schemas.microsoft.com/office/drawing/2014/main" id="{0B91A5FE-808F-4E68-1E11-0F8EC9B54EDC}"/>
                </a:ext>
              </a:extLst>
            </p:cNvPr>
            <p:cNvSpPr/>
            <p:nvPr/>
          </p:nvSpPr>
          <p:spPr>
            <a:xfrm>
              <a:off x="648775" y="3583876"/>
              <a:ext cx="354309" cy="198763"/>
            </a:xfrm>
            <a:custGeom>
              <a:avLst/>
              <a:gdLst/>
              <a:ahLst/>
              <a:cxnLst/>
              <a:rect l="l" t="t" r="r" b="b"/>
              <a:pathLst>
                <a:path w="3075" h="1725" extrusionOk="0">
                  <a:moveTo>
                    <a:pt x="1273" y="1"/>
                  </a:moveTo>
                  <a:cubicBezTo>
                    <a:pt x="1145" y="1"/>
                    <a:pt x="1020" y="39"/>
                    <a:pt x="899" y="126"/>
                  </a:cubicBezTo>
                  <a:cubicBezTo>
                    <a:pt x="0" y="795"/>
                    <a:pt x="3074" y="1725"/>
                    <a:pt x="3074" y="1725"/>
                  </a:cubicBezTo>
                  <a:cubicBezTo>
                    <a:pt x="3074" y="1725"/>
                    <a:pt x="2131" y="1"/>
                    <a:pt x="12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934;p39">
              <a:extLst>
                <a:ext uri="{FF2B5EF4-FFF2-40B4-BE49-F238E27FC236}">
                  <a16:creationId xmlns:a16="http://schemas.microsoft.com/office/drawing/2014/main" id="{C8589F23-97FC-102B-4AD1-7F875940B7C5}"/>
                </a:ext>
              </a:extLst>
            </p:cNvPr>
            <p:cNvSpPr/>
            <p:nvPr/>
          </p:nvSpPr>
          <p:spPr>
            <a:xfrm>
              <a:off x="921624" y="3553803"/>
              <a:ext cx="270082" cy="317445"/>
            </a:xfrm>
            <a:custGeom>
              <a:avLst/>
              <a:gdLst/>
              <a:ahLst/>
              <a:cxnLst/>
              <a:rect l="l" t="t" r="r" b="b"/>
              <a:pathLst>
                <a:path w="2344" h="2755" extrusionOk="0">
                  <a:moveTo>
                    <a:pt x="1099" y="0"/>
                  </a:moveTo>
                  <a:cubicBezTo>
                    <a:pt x="0" y="0"/>
                    <a:pt x="1767" y="2754"/>
                    <a:pt x="1767" y="2754"/>
                  </a:cubicBezTo>
                  <a:cubicBezTo>
                    <a:pt x="1767" y="2754"/>
                    <a:pt x="2343" y="95"/>
                    <a:pt x="1160" y="3"/>
                  </a:cubicBezTo>
                  <a:cubicBezTo>
                    <a:pt x="1139" y="1"/>
                    <a:pt x="1118" y="0"/>
                    <a:pt x="10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935;p39">
              <a:extLst>
                <a:ext uri="{FF2B5EF4-FFF2-40B4-BE49-F238E27FC236}">
                  <a16:creationId xmlns:a16="http://schemas.microsoft.com/office/drawing/2014/main" id="{7D4475D1-E229-7348-442D-BC50C578C273}"/>
                </a:ext>
              </a:extLst>
            </p:cNvPr>
            <p:cNvSpPr/>
            <p:nvPr/>
          </p:nvSpPr>
          <p:spPr>
            <a:xfrm>
              <a:off x="1186638" y="3645520"/>
              <a:ext cx="237013" cy="324819"/>
            </a:xfrm>
            <a:custGeom>
              <a:avLst/>
              <a:gdLst/>
              <a:ahLst/>
              <a:cxnLst/>
              <a:rect l="l" t="t" r="r" b="b"/>
              <a:pathLst>
                <a:path w="2057" h="2819" extrusionOk="0">
                  <a:moveTo>
                    <a:pt x="774" y="1"/>
                  </a:moveTo>
                  <a:cubicBezTo>
                    <a:pt x="1" y="1"/>
                    <a:pt x="489" y="2819"/>
                    <a:pt x="489" y="2819"/>
                  </a:cubicBezTo>
                  <a:cubicBezTo>
                    <a:pt x="489" y="2819"/>
                    <a:pt x="2057" y="613"/>
                    <a:pt x="1004" y="68"/>
                  </a:cubicBezTo>
                  <a:cubicBezTo>
                    <a:pt x="917" y="22"/>
                    <a:pt x="840" y="1"/>
                    <a:pt x="7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936;p39">
              <a:extLst>
                <a:ext uri="{FF2B5EF4-FFF2-40B4-BE49-F238E27FC236}">
                  <a16:creationId xmlns:a16="http://schemas.microsoft.com/office/drawing/2014/main" id="{EFF66598-5198-F02C-8A5A-0E2776F59C81}"/>
                </a:ext>
              </a:extLst>
            </p:cNvPr>
            <p:cNvSpPr/>
            <p:nvPr/>
          </p:nvSpPr>
          <p:spPr>
            <a:xfrm>
              <a:off x="1344609" y="3816050"/>
              <a:ext cx="223416" cy="309264"/>
            </a:xfrm>
            <a:custGeom>
              <a:avLst/>
              <a:gdLst/>
              <a:ahLst/>
              <a:cxnLst/>
              <a:rect l="l" t="t" r="r" b="b"/>
              <a:pathLst>
                <a:path w="1939" h="2684" extrusionOk="0">
                  <a:moveTo>
                    <a:pt x="731" y="0"/>
                  </a:moveTo>
                  <a:cubicBezTo>
                    <a:pt x="0" y="0"/>
                    <a:pt x="463" y="2684"/>
                    <a:pt x="463" y="2684"/>
                  </a:cubicBezTo>
                  <a:cubicBezTo>
                    <a:pt x="463" y="2684"/>
                    <a:pt x="1938" y="570"/>
                    <a:pt x="947" y="63"/>
                  </a:cubicBezTo>
                  <a:cubicBezTo>
                    <a:pt x="865" y="20"/>
                    <a:pt x="794" y="0"/>
                    <a:pt x="7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937;p39">
              <a:extLst>
                <a:ext uri="{FF2B5EF4-FFF2-40B4-BE49-F238E27FC236}">
                  <a16:creationId xmlns:a16="http://schemas.microsoft.com/office/drawing/2014/main" id="{F6863E68-C6AF-79C9-4E57-9D0CF83D7DB4}"/>
                </a:ext>
              </a:extLst>
            </p:cNvPr>
            <p:cNvSpPr/>
            <p:nvPr/>
          </p:nvSpPr>
          <p:spPr>
            <a:xfrm>
              <a:off x="1094229" y="4081984"/>
              <a:ext cx="311792" cy="114188"/>
            </a:xfrm>
            <a:custGeom>
              <a:avLst/>
              <a:gdLst/>
              <a:ahLst/>
              <a:cxnLst/>
              <a:rect l="l" t="t" r="r" b="b"/>
              <a:pathLst>
                <a:path w="2706" h="991" extrusionOk="0">
                  <a:moveTo>
                    <a:pt x="1031" y="0"/>
                  </a:moveTo>
                  <a:cubicBezTo>
                    <a:pt x="571" y="0"/>
                    <a:pt x="172" y="128"/>
                    <a:pt x="77" y="537"/>
                  </a:cubicBezTo>
                  <a:cubicBezTo>
                    <a:pt x="1" y="873"/>
                    <a:pt x="206" y="991"/>
                    <a:pt x="530" y="991"/>
                  </a:cubicBezTo>
                  <a:cubicBezTo>
                    <a:pt x="1290" y="991"/>
                    <a:pt x="2705" y="345"/>
                    <a:pt x="2705" y="345"/>
                  </a:cubicBezTo>
                  <a:cubicBezTo>
                    <a:pt x="2705" y="345"/>
                    <a:pt x="1786" y="0"/>
                    <a:pt x="10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938;p39">
              <a:extLst>
                <a:ext uri="{FF2B5EF4-FFF2-40B4-BE49-F238E27FC236}">
                  <a16:creationId xmlns:a16="http://schemas.microsoft.com/office/drawing/2014/main" id="{F1E21742-9CCD-2C07-96E7-84E2FB65ED0D}"/>
                </a:ext>
              </a:extLst>
            </p:cNvPr>
            <p:cNvSpPr/>
            <p:nvPr/>
          </p:nvSpPr>
          <p:spPr>
            <a:xfrm>
              <a:off x="1469742" y="3963074"/>
              <a:ext cx="223993" cy="306614"/>
            </a:xfrm>
            <a:custGeom>
              <a:avLst/>
              <a:gdLst/>
              <a:ahLst/>
              <a:cxnLst/>
              <a:rect l="l" t="t" r="r" b="b"/>
              <a:pathLst>
                <a:path w="1944" h="2661" extrusionOk="0">
                  <a:moveTo>
                    <a:pt x="706" y="1"/>
                  </a:moveTo>
                  <a:cubicBezTo>
                    <a:pt x="1" y="1"/>
                    <a:pt x="437" y="2661"/>
                    <a:pt x="437" y="2661"/>
                  </a:cubicBezTo>
                  <a:cubicBezTo>
                    <a:pt x="437" y="2661"/>
                    <a:pt x="1944" y="578"/>
                    <a:pt x="914" y="63"/>
                  </a:cubicBezTo>
                  <a:cubicBezTo>
                    <a:pt x="836" y="20"/>
                    <a:pt x="767" y="1"/>
                    <a:pt x="7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939;p39">
              <a:extLst>
                <a:ext uri="{FF2B5EF4-FFF2-40B4-BE49-F238E27FC236}">
                  <a16:creationId xmlns:a16="http://schemas.microsoft.com/office/drawing/2014/main" id="{2366A6C1-2AD5-BE1B-3BAC-0F424C0007E5}"/>
                </a:ext>
              </a:extLst>
            </p:cNvPr>
            <p:cNvSpPr/>
            <p:nvPr/>
          </p:nvSpPr>
          <p:spPr>
            <a:xfrm>
              <a:off x="1215559" y="4227857"/>
              <a:ext cx="315249" cy="114649"/>
            </a:xfrm>
            <a:custGeom>
              <a:avLst/>
              <a:gdLst/>
              <a:ahLst/>
              <a:cxnLst/>
              <a:rect l="l" t="t" r="r" b="b"/>
              <a:pathLst>
                <a:path w="2736" h="995" extrusionOk="0">
                  <a:moveTo>
                    <a:pt x="1037" y="1"/>
                  </a:moveTo>
                  <a:cubicBezTo>
                    <a:pt x="576" y="1"/>
                    <a:pt x="175" y="133"/>
                    <a:pt x="77" y="555"/>
                  </a:cubicBezTo>
                  <a:cubicBezTo>
                    <a:pt x="1" y="880"/>
                    <a:pt x="207" y="995"/>
                    <a:pt x="534" y="995"/>
                  </a:cubicBezTo>
                  <a:cubicBezTo>
                    <a:pt x="1302" y="995"/>
                    <a:pt x="2736" y="363"/>
                    <a:pt x="2736" y="363"/>
                  </a:cubicBezTo>
                  <a:cubicBezTo>
                    <a:pt x="2736" y="363"/>
                    <a:pt x="1803" y="1"/>
                    <a:pt x="10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940;p39">
              <a:extLst>
                <a:ext uri="{FF2B5EF4-FFF2-40B4-BE49-F238E27FC236}">
                  <a16:creationId xmlns:a16="http://schemas.microsoft.com/office/drawing/2014/main" id="{2648D7DC-310B-EAF4-7672-D4EDF34509FC}"/>
                </a:ext>
              </a:extLst>
            </p:cNvPr>
            <p:cNvSpPr/>
            <p:nvPr/>
          </p:nvSpPr>
          <p:spPr>
            <a:xfrm>
              <a:off x="1611236" y="4140979"/>
              <a:ext cx="215351" cy="302235"/>
            </a:xfrm>
            <a:custGeom>
              <a:avLst/>
              <a:gdLst/>
              <a:ahLst/>
              <a:cxnLst/>
              <a:rect l="l" t="t" r="r" b="b"/>
              <a:pathLst>
                <a:path w="1869" h="2623" extrusionOk="0">
                  <a:moveTo>
                    <a:pt x="669" y="1"/>
                  </a:moveTo>
                  <a:cubicBezTo>
                    <a:pt x="0" y="1"/>
                    <a:pt x="101" y="2623"/>
                    <a:pt x="101" y="2623"/>
                  </a:cubicBezTo>
                  <a:cubicBezTo>
                    <a:pt x="101" y="2623"/>
                    <a:pt x="1869" y="732"/>
                    <a:pt x="908" y="94"/>
                  </a:cubicBezTo>
                  <a:cubicBezTo>
                    <a:pt x="819" y="30"/>
                    <a:pt x="740" y="1"/>
                    <a:pt x="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941;p39">
              <a:extLst>
                <a:ext uri="{FF2B5EF4-FFF2-40B4-BE49-F238E27FC236}">
                  <a16:creationId xmlns:a16="http://schemas.microsoft.com/office/drawing/2014/main" id="{FC841128-0BEA-E713-5376-3995E3D04CB6}"/>
                </a:ext>
              </a:extLst>
            </p:cNvPr>
            <p:cNvSpPr/>
            <p:nvPr/>
          </p:nvSpPr>
          <p:spPr>
            <a:xfrm>
              <a:off x="1310503" y="4373844"/>
              <a:ext cx="323890" cy="108888"/>
            </a:xfrm>
            <a:custGeom>
              <a:avLst/>
              <a:gdLst/>
              <a:ahLst/>
              <a:cxnLst/>
              <a:rect l="l" t="t" r="r" b="b"/>
              <a:pathLst>
                <a:path w="2811" h="945" extrusionOk="0">
                  <a:moveTo>
                    <a:pt x="923" y="1"/>
                  </a:moveTo>
                  <a:cubicBezTo>
                    <a:pt x="568" y="1"/>
                    <a:pt x="270" y="114"/>
                    <a:pt x="152" y="441"/>
                  </a:cubicBezTo>
                  <a:cubicBezTo>
                    <a:pt x="1" y="823"/>
                    <a:pt x="311" y="945"/>
                    <a:pt x="767" y="945"/>
                  </a:cubicBezTo>
                  <a:cubicBezTo>
                    <a:pt x="1565" y="945"/>
                    <a:pt x="2811" y="571"/>
                    <a:pt x="2811" y="571"/>
                  </a:cubicBezTo>
                  <a:cubicBezTo>
                    <a:pt x="2811" y="571"/>
                    <a:pt x="1722" y="1"/>
                    <a:pt x="9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942;p39">
              <a:extLst>
                <a:ext uri="{FF2B5EF4-FFF2-40B4-BE49-F238E27FC236}">
                  <a16:creationId xmlns:a16="http://schemas.microsoft.com/office/drawing/2014/main" id="{FEC96105-8791-125C-14F9-9F75EB20679C}"/>
                </a:ext>
              </a:extLst>
            </p:cNvPr>
            <p:cNvSpPr/>
            <p:nvPr/>
          </p:nvSpPr>
          <p:spPr>
            <a:xfrm>
              <a:off x="1710443" y="4292612"/>
              <a:ext cx="211779" cy="302120"/>
            </a:xfrm>
            <a:custGeom>
              <a:avLst/>
              <a:gdLst/>
              <a:ahLst/>
              <a:cxnLst/>
              <a:rect l="l" t="t" r="r" b="b"/>
              <a:pathLst>
                <a:path w="1838" h="2622" extrusionOk="0">
                  <a:moveTo>
                    <a:pt x="679" y="0"/>
                  </a:moveTo>
                  <a:cubicBezTo>
                    <a:pt x="0" y="0"/>
                    <a:pt x="108" y="2621"/>
                    <a:pt x="108" y="2621"/>
                  </a:cubicBezTo>
                  <a:cubicBezTo>
                    <a:pt x="108" y="2621"/>
                    <a:pt x="1838" y="761"/>
                    <a:pt x="908" y="85"/>
                  </a:cubicBezTo>
                  <a:cubicBezTo>
                    <a:pt x="823" y="27"/>
                    <a:pt x="747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943;p39">
              <a:extLst>
                <a:ext uri="{FF2B5EF4-FFF2-40B4-BE49-F238E27FC236}">
                  <a16:creationId xmlns:a16="http://schemas.microsoft.com/office/drawing/2014/main" id="{3E9123E9-C419-49BB-E5D5-D8D384CF5566}"/>
                </a:ext>
              </a:extLst>
            </p:cNvPr>
            <p:cNvSpPr/>
            <p:nvPr/>
          </p:nvSpPr>
          <p:spPr>
            <a:xfrm>
              <a:off x="1407521" y="4527321"/>
              <a:ext cx="322508" cy="110386"/>
            </a:xfrm>
            <a:custGeom>
              <a:avLst/>
              <a:gdLst/>
              <a:ahLst/>
              <a:cxnLst/>
              <a:rect l="l" t="t" r="r" b="b"/>
              <a:pathLst>
                <a:path w="2799" h="958" extrusionOk="0">
                  <a:moveTo>
                    <a:pt x="931" y="0"/>
                  </a:moveTo>
                  <a:cubicBezTo>
                    <a:pt x="574" y="0"/>
                    <a:pt x="270" y="117"/>
                    <a:pt x="140" y="453"/>
                  </a:cubicBezTo>
                  <a:cubicBezTo>
                    <a:pt x="0" y="836"/>
                    <a:pt x="313" y="958"/>
                    <a:pt x="768" y="958"/>
                  </a:cubicBezTo>
                  <a:cubicBezTo>
                    <a:pt x="1565" y="958"/>
                    <a:pt x="2799" y="584"/>
                    <a:pt x="2799" y="584"/>
                  </a:cubicBezTo>
                  <a:cubicBezTo>
                    <a:pt x="2799" y="584"/>
                    <a:pt x="1730" y="0"/>
                    <a:pt x="9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944;p39">
              <a:extLst>
                <a:ext uri="{FF2B5EF4-FFF2-40B4-BE49-F238E27FC236}">
                  <a16:creationId xmlns:a16="http://schemas.microsoft.com/office/drawing/2014/main" id="{E8C8DF05-62E9-D799-10BB-E05597F068EC}"/>
                </a:ext>
              </a:extLst>
            </p:cNvPr>
            <p:cNvSpPr/>
            <p:nvPr/>
          </p:nvSpPr>
          <p:spPr>
            <a:xfrm>
              <a:off x="1788334" y="4502318"/>
              <a:ext cx="215351" cy="302235"/>
            </a:xfrm>
            <a:custGeom>
              <a:avLst/>
              <a:gdLst/>
              <a:ahLst/>
              <a:cxnLst/>
              <a:rect l="l" t="t" r="r" b="b"/>
              <a:pathLst>
                <a:path w="1869" h="2623" extrusionOk="0">
                  <a:moveTo>
                    <a:pt x="669" y="0"/>
                  </a:moveTo>
                  <a:cubicBezTo>
                    <a:pt x="0" y="0"/>
                    <a:pt x="101" y="2623"/>
                    <a:pt x="101" y="2623"/>
                  </a:cubicBezTo>
                  <a:cubicBezTo>
                    <a:pt x="101" y="2623"/>
                    <a:pt x="1869" y="732"/>
                    <a:pt x="908" y="94"/>
                  </a:cubicBezTo>
                  <a:cubicBezTo>
                    <a:pt x="819" y="30"/>
                    <a:pt x="740" y="0"/>
                    <a:pt x="6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945;p39">
              <a:extLst>
                <a:ext uri="{FF2B5EF4-FFF2-40B4-BE49-F238E27FC236}">
                  <a16:creationId xmlns:a16="http://schemas.microsoft.com/office/drawing/2014/main" id="{A79412AF-1B12-8829-CF62-7BD75E14B054}"/>
                </a:ext>
              </a:extLst>
            </p:cNvPr>
            <p:cNvSpPr/>
            <p:nvPr/>
          </p:nvSpPr>
          <p:spPr>
            <a:xfrm>
              <a:off x="1487256" y="4736335"/>
              <a:ext cx="324236" cy="109233"/>
            </a:xfrm>
            <a:custGeom>
              <a:avLst/>
              <a:gdLst/>
              <a:ahLst/>
              <a:cxnLst/>
              <a:rect l="l" t="t" r="r" b="b"/>
              <a:pathLst>
                <a:path w="2814" h="948" extrusionOk="0">
                  <a:moveTo>
                    <a:pt x="907" y="1"/>
                  </a:moveTo>
                  <a:cubicBezTo>
                    <a:pt x="560" y="1"/>
                    <a:pt x="271" y="112"/>
                    <a:pt x="155" y="430"/>
                  </a:cubicBezTo>
                  <a:cubicBezTo>
                    <a:pt x="1" y="824"/>
                    <a:pt x="327" y="947"/>
                    <a:pt x="798" y="947"/>
                  </a:cubicBezTo>
                  <a:cubicBezTo>
                    <a:pt x="1598" y="947"/>
                    <a:pt x="2814" y="592"/>
                    <a:pt x="2814" y="592"/>
                  </a:cubicBezTo>
                  <a:cubicBezTo>
                    <a:pt x="2814" y="592"/>
                    <a:pt x="1707" y="1"/>
                    <a:pt x="9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946;p39">
              <a:extLst>
                <a:ext uri="{FF2B5EF4-FFF2-40B4-BE49-F238E27FC236}">
                  <a16:creationId xmlns:a16="http://schemas.microsoft.com/office/drawing/2014/main" id="{3C6AB95C-B66F-540B-1C14-BECE18E671C3}"/>
                </a:ext>
              </a:extLst>
            </p:cNvPr>
            <p:cNvSpPr/>
            <p:nvPr/>
          </p:nvSpPr>
          <p:spPr>
            <a:xfrm>
              <a:off x="927731" y="3969872"/>
              <a:ext cx="311792" cy="163850"/>
            </a:xfrm>
            <a:custGeom>
              <a:avLst/>
              <a:gdLst/>
              <a:ahLst/>
              <a:cxnLst/>
              <a:rect l="l" t="t" r="r" b="b"/>
              <a:pathLst>
                <a:path w="2706" h="1422" extrusionOk="0">
                  <a:moveTo>
                    <a:pt x="2492" y="0"/>
                  </a:moveTo>
                  <a:cubicBezTo>
                    <a:pt x="1852" y="0"/>
                    <a:pt x="0" y="85"/>
                    <a:pt x="77" y="1065"/>
                  </a:cubicBezTo>
                  <a:cubicBezTo>
                    <a:pt x="98" y="1320"/>
                    <a:pt x="227" y="1421"/>
                    <a:pt x="417" y="1421"/>
                  </a:cubicBezTo>
                  <a:cubicBezTo>
                    <a:pt x="1130" y="1421"/>
                    <a:pt x="2705" y="4"/>
                    <a:pt x="2705" y="4"/>
                  </a:cubicBezTo>
                  <a:cubicBezTo>
                    <a:pt x="2705" y="4"/>
                    <a:pt x="2625" y="0"/>
                    <a:pt x="24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947;p39">
              <a:extLst>
                <a:ext uri="{FF2B5EF4-FFF2-40B4-BE49-F238E27FC236}">
                  <a16:creationId xmlns:a16="http://schemas.microsoft.com/office/drawing/2014/main" id="{7D7E82F6-8755-65F8-77A9-417176D56915}"/>
                </a:ext>
              </a:extLst>
            </p:cNvPr>
            <p:cNvSpPr/>
            <p:nvPr/>
          </p:nvSpPr>
          <p:spPr>
            <a:xfrm>
              <a:off x="788195" y="3822502"/>
              <a:ext cx="333569" cy="123867"/>
            </a:xfrm>
            <a:custGeom>
              <a:avLst/>
              <a:gdLst/>
              <a:ahLst/>
              <a:cxnLst/>
              <a:rect l="l" t="t" r="r" b="b"/>
              <a:pathLst>
                <a:path w="2895" h="1075" extrusionOk="0">
                  <a:moveTo>
                    <a:pt x="1172" y="0"/>
                  </a:moveTo>
                  <a:cubicBezTo>
                    <a:pt x="644" y="0"/>
                    <a:pt x="175" y="142"/>
                    <a:pt x="73" y="614"/>
                  </a:cubicBezTo>
                  <a:cubicBezTo>
                    <a:pt x="1" y="953"/>
                    <a:pt x="201" y="1074"/>
                    <a:pt x="524" y="1074"/>
                  </a:cubicBezTo>
                  <a:cubicBezTo>
                    <a:pt x="1328" y="1074"/>
                    <a:pt x="2894" y="322"/>
                    <a:pt x="2894" y="322"/>
                  </a:cubicBezTo>
                  <a:cubicBezTo>
                    <a:pt x="2894" y="322"/>
                    <a:pt x="1967" y="0"/>
                    <a:pt x="1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948;p39">
              <a:extLst>
                <a:ext uri="{FF2B5EF4-FFF2-40B4-BE49-F238E27FC236}">
                  <a16:creationId xmlns:a16="http://schemas.microsoft.com/office/drawing/2014/main" id="{47A1CCF6-22F7-D94B-F9D4-38D01EF54185}"/>
                </a:ext>
              </a:extLst>
            </p:cNvPr>
            <p:cNvSpPr/>
            <p:nvPr/>
          </p:nvSpPr>
          <p:spPr>
            <a:xfrm>
              <a:off x="2523242" y="1959913"/>
              <a:ext cx="1862369" cy="2678292"/>
            </a:xfrm>
            <a:custGeom>
              <a:avLst/>
              <a:gdLst/>
              <a:ahLst/>
              <a:cxnLst/>
              <a:rect l="l" t="t" r="r" b="b"/>
              <a:pathLst>
                <a:path w="22734" h="32694" extrusionOk="0">
                  <a:moveTo>
                    <a:pt x="0" y="0"/>
                  </a:moveTo>
                  <a:lnTo>
                    <a:pt x="0" y="32694"/>
                  </a:lnTo>
                  <a:lnTo>
                    <a:pt x="22733" y="32694"/>
                  </a:lnTo>
                  <a:lnTo>
                    <a:pt x="22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949;p39">
              <a:extLst>
                <a:ext uri="{FF2B5EF4-FFF2-40B4-BE49-F238E27FC236}">
                  <a16:creationId xmlns:a16="http://schemas.microsoft.com/office/drawing/2014/main" id="{4B74D4CF-FED8-EDD0-8014-7F2996F062F7}"/>
                </a:ext>
              </a:extLst>
            </p:cNvPr>
            <p:cNvSpPr/>
            <p:nvPr/>
          </p:nvSpPr>
          <p:spPr>
            <a:xfrm>
              <a:off x="2567889" y="1837115"/>
              <a:ext cx="1817723" cy="2796093"/>
            </a:xfrm>
            <a:custGeom>
              <a:avLst/>
              <a:gdLst/>
              <a:ahLst/>
              <a:cxnLst/>
              <a:rect l="l" t="t" r="r" b="b"/>
              <a:pathLst>
                <a:path w="22189" h="34132" extrusionOk="0">
                  <a:moveTo>
                    <a:pt x="12637" y="0"/>
                  </a:moveTo>
                  <a:cubicBezTo>
                    <a:pt x="9422" y="0"/>
                    <a:pt x="5270" y="318"/>
                    <a:pt x="1" y="1246"/>
                  </a:cubicBezTo>
                  <a:lnTo>
                    <a:pt x="1" y="33877"/>
                  </a:lnTo>
                  <a:cubicBezTo>
                    <a:pt x="5267" y="32960"/>
                    <a:pt x="9417" y="32646"/>
                    <a:pt x="12632" y="32646"/>
                  </a:cubicBezTo>
                  <a:cubicBezTo>
                    <a:pt x="19621" y="32646"/>
                    <a:pt x="22188" y="34131"/>
                    <a:pt x="22188" y="34131"/>
                  </a:cubicBezTo>
                  <a:lnTo>
                    <a:pt x="22188" y="1499"/>
                  </a:lnTo>
                  <a:cubicBezTo>
                    <a:pt x="22188" y="1499"/>
                    <a:pt x="19622" y="0"/>
                    <a:pt x="126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950;p39">
              <a:extLst>
                <a:ext uri="{FF2B5EF4-FFF2-40B4-BE49-F238E27FC236}">
                  <a16:creationId xmlns:a16="http://schemas.microsoft.com/office/drawing/2014/main" id="{D4E2C766-25FA-BEA6-A8F5-8D7E078177DA}"/>
                </a:ext>
              </a:extLst>
            </p:cNvPr>
            <p:cNvSpPr/>
            <p:nvPr/>
          </p:nvSpPr>
          <p:spPr>
            <a:xfrm>
              <a:off x="2562236" y="1831462"/>
              <a:ext cx="1829028" cy="2806743"/>
            </a:xfrm>
            <a:custGeom>
              <a:avLst/>
              <a:gdLst/>
              <a:ahLst/>
              <a:cxnLst/>
              <a:rect l="l" t="t" r="r" b="b"/>
              <a:pathLst>
                <a:path w="22327" h="34262" extrusionOk="0">
                  <a:moveTo>
                    <a:pt x="12720" y="131"/>
                  </a:moveTo>
                  <a:cubicBezTo>
                    <a:pt x="16178" y="131"/>
                    <a:pt x="18576" y="516"/>
                    <a:pt x="20082" y="869"/>
                  </a:cubicBezTo>
                  <a:cubicBezTo>
                    <a:pt x="20851" y="1061"/>
                    <a:pt x="21366" y="1253"/>
                    <a:pt x="21712" y="1376"/>
                  </a:cubicBezTo>
                  <a:cubicBezTo>
                    <a:pt x="21904" y="1476"/>
                    <a:pt x="22034" y="1507"/>
                    <a:pt x="22096" y="1568"/>
                  </a:cubicBezTo>
                  <a:cubicBezTo>
                    <a:pt x="22165" y="1568"/>
                    <a:pt x="22165" y="1599"/>
                    <a:pt x="22196" y="1599"/>
                  </a:cubicBezTo>
                  <a:lnTo>
                    <a:pt x="22196" y="34090"/>
                  </a:lnTo>
                  <a:lnTo>
                    <a:pt x="22196" y="34090"/>
                  </a:lnTo>
                  <a:cubicBezTo>
                    <a:pt x="21680" y="33832"/>
                    <a:pt x="18947" y="32632"/>
                    <a:pt x="12720" y="32632"/>
                  </a:cubicBezTo>
                  <a:cubicBezTo>
                    <a:pt x="9497" y="32632"/>
                    <a:pt x="5351" y="32953"/>
                    <a:pt x="131" y="33867"/>
                  </a:cubicBezTo>
                  <a:lnTo>
                    <a:pt x="131" y="33867"/>
                  </a:lnTo>
                  <a:lnTo>
                    <a:pt x="131" y="1371"/>
                  </a:lnTo>
                  <a:lnTo>
                    <a:pt x="131" y="1371"/>
                  </a:lnTo>
                  <a:cubicBezTo>
                    <a:pt x="5366" y="445"/>
                    <a:pt x="9491" y="131"/>
                    <a:pt x="12720" y="131"/>
                  </a:cubicBezTo>
                  <a:close/>
                  <a:moveTo>
                    <a:pt x="12720" y="1"/>
                  </a:moveTo>
                  <a:cubicBezTo>
                    <a:pt x="9484" y="1"/>
                    <a:pt x="5319" y="323"/>
                    <a:pt x="70" y="1253"/>
                  </a:cubicBezTo>
                  <a:cubicBezTo>
                    <a:pt x="39" y="1253"/>
                    <a:pt x="0" y="1284"/>
                    <a:pt x="0" y="1315"/>
                  </a:cubicBezTo>
                  <a:lnTo>
                    <a:pt x="0" y="33946"/>
                  </a:lnTo>
                  <a:cubicBezTo>
                    <a:pt x="0" y="33977"/>
                    <a:pt x="0" y="33977"/>
                    <a:pt x="39" y="34008"/>
                  </a:cubicBezTo>
                  <a:lnTo>
                    <a:pt x="100" y="34008"/>
                  </a:lnTo>
                  <a:cubicBezTo>
                    <a:pt x="5350" y="33078"/>
                    <a:pt x="9484" y="32763"/>
                    <a:pt x="12720" y="32763"/>
                  </a:cubicBezTo>
                  <a:cubicBezTo>
                    <a:pt x="16178" y="32763"/>
                    <a:pt x="18576" y="33147"/>
                    <a:pt x="20082" y="33531"/>
                  </a:cubicBezTo>
                  <a:cubicBezTo>
                    <a:pt x="20851" y="33724"/>
                    <a:pt x="21366" y="33877"/>
                    <a:pt x="21712" y="34039"/>
                  </a:cubicBezTo>
                  <a:cubicBezTo>
                    <a:pt x="21904" y="34108"/>
                    <a:pt x="22034" y="34169"/>
                    <a:pt x="22096" y="34200"/>
                  </a:cubicBezTo>
                  <a:cubicBezTo>
                    <a:pt x="22165" y="34231"/>
                    <a:pt x="22165" y="34231"/>
                    <a:pt x="22196" y="34231"/>
                  </a:cubicBezTo>
                  <a:lnTo>
                    <a:pt x="22227" y="34262"/>
                  </a:lnTo>
                  <a:lnTo>
                    <a:pt x="22288" y="34262"/>
                  </a:lnTo>
                  <a:cubicBezTo>
                    <a:pt x="22327" y="34262"/>
                    <a:pt x="22327" y="34231"/>
                    <a:pt x="22327" y="34200"/>
                  </a:cubicBezTo>
                  <a:lnTo>
                    <a:pt x="22327" y="1568"/>
                  </a:lnTo>
                  <a:cubicBezTo>
                    <a:pt x="22327" y="1538"/>
                    <a:pt x="22327" y="1538"/>
                    <a:pt x="22288" y="1507"/>
                  </a:cubicBezTo>
                  <a:cubicBezTo>
                    <a:pt x="22288" y="1507"/>
                    <a:pt x="19698" y="1"/>
                    <a:pt x="127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951;p39">
              <a:extLst>
                <a:ext uri="{FF2B5EF4-FFF2-40B4-BE49-F238E27FC236}">
                  <a16:creationId xmlns:a16="http://schemas.microsoft.com/office/drawing/2014/main" id="{A727BBE7-D76C-07FB-AB46-143A173EEF53}"/>
                </a:ext>
              </a:extLst>
            </p:cNvPr>
            <p:cNvSpPr/>
            <p:nvPr/>
          </p:nvSpPr>
          <p:spPr>
            <a:xfrm>
              <a:off x="2635883" y="2051828"/>
              <a:ext cx="1689272" cy="159990"/>
            </a:xfrm>
            <a:custGeom>
              <a:avLst/>
              <a:gdLst/>
              <a:ahLst/>
              <a:cxnLst/>
              <a:rect l="l" t="t" r="r" b="b"/>
              <a:pathLst>
                <a:path w="20621" h="1953" extrusionOk="0">
                  <a:moveTo>
                    <a:pt x="11690" y="0"/>
                  </a:moveTo>
                  <a:cubicBezTo>
                    <a:pt x="8708" y="0"/>
                    <a:pt x="4866" y="293"/>
                    <a:pt x="1" y="1153"/>
                  </a:cubicBezTo>
                  <a:lnTo>
                    <a:pt x="131" y="1760"/>
                  </a:lnTo>
                  <a:cubicBezTo>
                    <a:pt x="4935" y="930"/>
                    <a:pt x="8747" y="638"/>
                    <a:pt x="11690" y="638"/>
                  </a:cubicBezTo>
                  <a:cubicBezTo>
                    <a:pt x="14857" y="638"/>
                    <a:pt x="17039" y="961"/>
                    <a:pt x="18384" y="1315"/>
                  </a:cubicBezTo>
                  <a:cubicBezTo>
                    <a:pt x="19083" y="1476"/>
                    <a:pt x="19568" y="1637"/>
                    <a:pt x="19852" y="1760"/>
                  </a:cubicBezTo>
                  <a:cubicBezTo>
                    <a:pt x="20013" y="1830"/>
                    <a:pt x="20144" y="1891"/>
                    <a:pt x="20206" y="1922"/>
                  </a:cubicBezTo>
                  <a:cubicBezTo>
                    <a:pt x="20236" y="1922"/>
                    <a:pt x="20275" y="1953"/>
                    <a:pt x="20275" y="1953"/>
                  </a:cubicBezTo>
                  <a:lnTo>
                    <a:pt x="20305" y="1953"/>
                  </a:lnTo>
                  <a:lnTo>
                    <a:pt x="20621" y="1407"/>
                  </a:lnTo>
                  <a:cubicBezTo>
                    <a:pt x="20559" y="1376"/>
                    <a:pt x="18123" y="0"/>
                    <a:pt x="11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952;p39">
              <a:extLst>
                <a:ext uri="{FF2B5EF4-FFF2-40B4-BE49-F238E27FC236}">
                  <a16:creationId xmlns:a16="http://schemas.microsoft.com/office/drawing/2014/main" id="{8343D129-F92E-442A-CAD0-3D7FB87CEA01}"/>
                </a:ext>
              </a:extLst>
            </p:cNvPr>
            <p:cNvSpPr/>
            <p:nvPr/>
          </p:nvSpPr>
          <p:spPr>
            <a:xfrm>
              <a:off x="2635883" y="2233117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85"/>
                    <a:pt x="1" y="1154"/>
                  </a:cubicBezTo>
                  <a:lnTo>
                    <a:pt x="131" y="1761"/>
                  </a:lnTo>
                  <a:cubicBezTo>
                    <a:pt x="4935" y="923"/>
                    <a:pt x="8747" y="639"/>
                    <a:pt x="11690" y="639"/>
                  </a:cubicBezTo>
                  <a:cubicBezTo>
                    <a:pt x="14857" y="639"/>
                    <a:pt x="17039" y="992"/>
                    <a:pt x="18384" y="1307"/>
                  </a:cubicBezTo>
                  <a:cubicBezTo>
                    <a:pt x="19083" y="1469"/>
                    <a:pt x="19568" y="1661"/>
                    <a:pt x="19852" y="1761"/>
                  </a:cubicBezTo>
                  <a:cubicBezTo>
                    <a:pt x="20013" y="1822"/>
                    <a:pt x="20144" y="1884"/>
                    <a:pt x="20206" y="1922"/>
                  </a:cubicBezTo>
                  <a:cubicBezTo>
                    <a:pt x="20236" y="1953"/>
                    <a:pt x="20275" y="1953"/>
                    <a:pt x="20275" y="1953"/>
                  </a:cubicBezTo>
                  <a:lnTo>
                    <a:pt x="20305" y="1953"/>
                  </a:lnTo>
                  <a:lnTo>
                    <a:pt x="20305" y="1984"/>
                  </a:lnTo>
                  <a:lnTo>
                    <a:pt x="20326" y="1918"/>
                  </a:lnTo>
                  <a:lnTo>
                    <a:pt x="20326" y="1918"/>
                  </a:lnTo>
                  <a:lnTo>
                    <a:pt x="20621" y="1407"/>
                  </a:lnTo>
                  <a:cubicBezTo>
                    <a:pt x="20559" y="1376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953;p39">
              <a:extLst>
                <a:ext uri="{FF2B5EF4-FFF2-40B4-BE49-F238E27FC236}">
                  <a16:creationId xmlns:a16="http://schemas.microsoft.com/office/drawing/2014/main" id="{82EA8077-A05F-DAB8-BA3A-CB0A3C75F1C1}"/>
                </a:ext>
              </a:extLst>
            </p:cNvPr>
            <p:cNvSpPr/>
            <p:nvPr/>
          </p:nvSpPr>
          <p:spPr>
            <a:xfrm>
              <a:off x="2635883" y="2413833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93"/>
                    <a:pt x="1" y="1153"/>
                  </a:cubicBezTo>
                  <a:lnTo>
                    <a:pt x="131" y="1760"/>
                  </a:lnTo>
                  <a:cubicBezTo>
                    <a:pt x="4935" y="930"/>
                    <a:pt x="8747" y="638"/>
                    <a:pt x="11690" y="638"/>
                  </a:cubicBezTo>
                  <a:cubicBezTo>
                    <a:pt x="14857" y="638"/>
                    <a:pt x="17039" y="992"/>
                    <a:pt x="18384" y="1315"/>
                  </a:cubicBezTo>
                  <a:cubicBezTo>
                    <a:pt x="19083" y="1476"/>
                    <a:pt x="19568" y="1668"/>
                    <a:pt x="19852" y="1791"/>
                  </a:cubicBezTo>
                  <a:cubicBezTo>
                    <a:pt x="20013" y="1830"/>
                    <a:pt x="20144" y="1891"/>
                    <a:pt x="20206" y="1922"/>
                  </a:cubicBezTo>
                  <a:cubicBezTo>
                    <a:pt x="20236" y="1953"/>
                    <a:pt x="20275" y="1953"/>
                    <a:pt x="20275" y="1953"/>
                  </a:cubicBezTo>
                  <a:lnTo>
                    <a:pt x="20305" y="1983"/>
                  </a:lnTo>
                  <a:lnTo>
                    <a:pt x="20621" y="1407"/>
                  </a:lnTo>
                  <a:cubicBezTo>
                    <a:pt x="20559" y="1376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954;p39">
              <a:extLst>
                <a:ext uri="{FF2B5EF4-FFF2-40B4-BE49-F238E27FC236}">
                  <a16:creationId xmlns:a16="http://schemas.microsoft.com/office/drawing/2014/main" id="{78260143-B130-0ACF-E68E-D3122BB2DCBC}"/>
                </a:ext>
              </a:extLst>
            </p:cNvPr>
            <p:cNvSpPr/>
            <p:nvPr/>
          </p:nvSpPr>
          <p:spPr>
            <a:xfrm>
              <a:off x="2635883" y="2595122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85"/>
                    <a:pt x="1" y="1154"/>
                  </a:cubicBezTo>
                  <a:lnTo>
                    <a:pt x="131" y="1792"/>
                  </a:lnTo>
                  <a:cubicBezTo>
                    <a:pt x="4935" y="923"/>
                    <a:pt x="8747" y="639"/>
                    <a:pt x="11690" y="639"/>
                  </a:cubicBezTo>
                  <a:cubicBezTo>
                    <a:pt x="14857" y="639"/>
                    <a:pt x="17039" y="992"/>
                    <a:pt x="18384" y="1307"/>
                  </a:cubicBezTo>
                  <a:cubicBezTo>
                    <a:pt x="19083" y="1499"/>
                    <a:pt x="19568" y="1661"/>
                    <a:pt x="19852" y="1792"/>
                  </a:cubicBezTo>
                  <a:cubicBezTo>
                    <a:pt x="20013" y="1853"/>
                    <a:pt x="20144" y="1884"/>
                    <a:pt x="20206" y="1922"/>
                  </a:cubicBezTo>
                  <a:cubicBezTo>
                    <a:pt x="20236" y="1953"/>
                    <a:pt x="20275" y="1953"/>
                    <a:pt x="20275" y="1953"/>
                  </a:cubicBezTo>
                  <a:lnTo>
                    <a:pt x="20305" y="1984"/>
                  </a:lnTo>
                  <a:lnTo>
                    <a:pt x="20621" y="1407"/>
                  </a:lnTo>
                  <a:cubicBezTo>
                    <a:pt x="20559" y="1377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955;p39">
              <a:extLst>
                <a:ext uri="{FF2B5EF4-FFF2-40B4-BE49-F238E27FC236}">
                  <a16:creationId xmlns:a16="http://schemas.microsoft.com/office/drawing/2014/main" id="{AD156CD4-8A46-90C4-E74A-E6A5D0CCECC4}"/>
                </a:ext>
              </a:extLst>
            </p:cNvPr>
            <p:cNvSpPr/>
            <p:nvPr/>
          </p:nvSpPr>
          <p:spPr>
            <a:xfrm>
              <a:off x="2635883" y="2775838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93"/>
                    <a:pt x="1" y="1153"/>
                  </a:cubicBezTo>
                  <a:lnTo>
                    <a:pt x="131" y="1791"/>
                  </a:lnTo>
                  <a:cubicBezTo>
                    <a:pt x="4935" y="930"/>
                    <a:pt x="8747" y="638"/>
                    <a:pt x="11690" y="638"/>
                  </a:cubicBezTo>
                  <a:cubicBezTo>
                    <a:pt x="14857" y="638"/>
                    <a:pt x="17039" y="992"/>
                    <a:pt x="18384" y="1315"/>
                  </a:cubicBezTo>
                  <a:cubicBezTo>
                    <a:pt x="19083" y="1507"/>
                    <a:pt x="19568" y="1668"/>
                    <a:pt x="19852" y="1791"/>
                  </a:cubicBezTo>
                  <a:cubicBezTo>
                    <a:pt x="20013" y="1860"/>
                    <a:pt x="20144" y="1891"/>
                    <a:pt x="20206" y="1922"/>
                  </a:cubicBezTo>
                  <a:cubicBezTo>
                    <a:pt x="20236" y="1953"/>
                    <a:pt x="20275" y="1953"/>
                    <a:pt x="20275" y="1953"/>
                  </a:cubicBezTo>
                  <a:lnTo>
                    <a:pt x="20305" y="1983"/>
                  </a:lnTo>
                  <a:lnTo>
                    <a:pt x="20621" y="1407"/>
                  </a:lnTo>
                  <a:cubicBezTo>
                    <a:pt x="20559" y="1376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956;p39">
              <a:extLst>
                <a:ext uri="{FF2B5EF4-FFF2-40B4-BE49-F238E27FC236}">
                  <a16:creationId xmlns:a16="http://schemas.microsoft.com/office/drawing/2014/main" id="{2FF50B34-1569-662C-3C07-3FD2EE47CD55}"/>
                </a:ext>
              </a:extLst>
            </p:cNvPr>
            <p:cNvSpPr/>
            <p:nvPr/>
          </p:nvSpPr>
          <p:spPr>
            <a:xfrm>
              <a:off x="2635883" y="2957127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85"/>
                    <a:pt x="1" y="1154"/>
                  </a:cubicBezTo>
                  <a:lnTo>
                    <a:pt x="131" y="1792"/>
                  </a:lnTo>
                  <a:cubicBezTo>
                    <a:pt x="4935" y="923"/>
                    <a:pt x="8747" y="639"/>
                    <a:pt x="11690" y="639"/>
                  </a:cubicBezTo>
                  <a:cubicBezTo>
                    <a:pt x="14857" y="639"/>
                    <a:pt x="17039" y="992"/>
                    <a:pt x="18384" y="1307"/>
                  </a:cubicBezTo>
                  <a:cubicBezTo>
                    <a:pt x="19083" y="1500"/>
                    <a:pt x="19568" y="1661"/>
                    <a:pt x="19852" y="1792"/>
                  </a:cubicBezTo>
                  <a:cubicBezTo>
                    <a:pt x="20013" y="1853"/>
                    <a:pt x="20144" y="1884"/>
                    <a:pt x="20206" y="1922"/>
                  </a:cubicBezTo>
                  <a:cubicBezTo>
                    <a:pt x="20236" y="1953"/>
                    <a:pt x="20275" y="1953"/>
                    <a:pt x="20275" y="1984"/>
                  </a:cubicBezTo>
                  <a:lnTo>
                    <a:pt x="20305" y="1984"/>
                  </a:lnTo>
                  <a:lnTo>
                    <a:pt x="20621" y="1438"/>
                  </a:lnTo>
                  <a:cubicBezTo>
                    <a:pt x="20559" y="1407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957;p39">
              <a:extLst>
                <a:ext uri="{FF2B5EF4-FFF2-40B4-BE49-F238E27FC236}">
                  <a16:creationId xmlns:a16="http://schemas.microsoft.com/office/drawing/2014/main" id="{EF35079B-DB7F-1065-A410-FBCB20751CD1}"/>
                </a:ext>
              </a:extLst>
            </p:cNvPr>
            <p:cNvSpPr/>
            <p:nvPr/>
          </p:nvSpPr>
          <p:spPr>
            <a:xfrm>
              <a:off x="2635883" y="3137843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323"/>
                    <a:pt x="1" y="1153"/>
                  </a:cubicBezTo>
                  <a:lnTo>
                    <a:pt x="131" y="1791"/>
                  </a:lnTo>
                  <a:cubicBezTo>
                    <a:pt x="4935" y="930"/>
                    <a:pt x="8747" y="638"/>
                    <a:pt x="11690" y="638"/>
                  </a:cubicBezTo>
                  <a:cubicBezTo>
                    <a:pt x="14857" y="638"/>
                    <a:pt x="17039" y="992"/>
                    <a:pt x="18384" y="1345"/>
                  </a:cubicBezTo>
                  <a:cubicBezTo>
                    <a:pt x="19083" y="1507"/>
                    <a:pt x="19568" y="1668"/>
                    <a:pt x="19852" y="1791"/>
                  </a:cubicBezTo>
                  <a:cubicBezTo>
                    <a:pt x="20013" y="1860"/>
                    <a:pt x="20144" y="1891"/>
                    <a:pt x="20206" y="1922"/>
                  </a:cubicBezTo>
                  <a:cubicBezTo>
                    <a:pt x="20236" y="1953"/>
                    <a:pt x="20275" y="1953"/>
                    <a:pt x="20275" y="1983"/>
                  </a:cubicBezTo>
                  <a:lnTo>
                    <a:pt x="20305" y="1983"/>
                  </a:lnTo>
                  <a:lnTo>
                    <a:pt x="20621" y="1445"/>
                  </a:lnTo>
                  <a:cubicBezTo>
                    <a:pt x="20559" y="1407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958;p39">
              <a:extLst>
                <a:ext uri="{FF2B5EF4-FFF2-40B4-BE49-F238E27FC236}">
                  <a16:creationId xmlns:a16="http://schemas.microsoft.com/office/drawing/2014/main" id="{4BA7FA5D-2462-54B5-D150-E2C2181C0A64}"/>
                </a:ext>
              </a:extLst>
            </p:cNvPr>
            <p:cNvSpPr/>
            <p:nvPr/>
          </p:nvSpPr>
          <p:spPr>
            <a:xfrm>
              <a:off x="2635883" y="3319132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316"/>
                    <a:pt x="1" y="1154"/>
                  </a:cubicBezTo>
                  <a:lnTo>
                    <a:pt x="131" y="1792"/>
                  </a:lnTo>
                  <a:cubicBezTo>
                    <a:pt x="4935" y="923"/>
                    <a:pt x="8747" y="639"/>
                    <a:pt x="11690" y="639"/>
                  </a:cubicBezTo>
                  <a:cubicBezTo>
                    <a:pt x="14857" y="639"/>
                    <a:pt x="17039" y="992"/>
                    <a:pt x="18384" y="1346"/>
                  </a:cubicBezTo>
                  <a:cubicBezTo>
                    <a:pt x="19083" y="1500"/>
                    <a:pt x="19568" y="1661"/>
                    <a:pt x="19852" y="1792"/>
                  </a:cubicBezTo>
                  <a:cubicBezTo>
                    <a:pt x="20013" y="1853"/>
                    <a:pt x="20144" y="1884"/>
                    <a:pt x="20206" y="1953"/>
                  </a:cubicBezTo>
                  <a:cubicBezTo>
                    <a:pt x="20236" y="1953"/>
                    <a:pt x="20275" y="1953"/>
                    <a:pt x="20275" y="1984"/>
                  </a:cubicBezTo>
                  <a:lnTo>
                    <a:pt x="20305" y="1984"/>
                  </a:lnTo>
                  <a:lnTo>
                    <a:pt x="20621" y="1438"/>
                  </a:lnTo>
                  <a:cubicBezTo>
                    <a:pt x="20559" y="1407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959;p39">
              <a:extLst>
                <a:ext uri="{FF2B5EF4-FFF2-40B4-BE49-F238E27FC236}">
                  <a16:creationId xmlns:a16="http://schemas.microsoft.com/office/drawing/2014/main" id="{34B8BA06-9735-8058-1019-338A7A6FD3B8}"/>
                </a:ext>
              </a:extLst>
            </p:cNvPr>
            <p:cNvSpPr/>
            <p:nvPr/>
          </p:nvSpPr>
          <p:spPr>
            <a:xfrm>
              <a:off x="2635883" y="3502387"/>
              <a:ext cx="1689272" cy="159990"/>
            </a:xfrm>
            <a:custGeom>
              <a:avLst/>
              <a:gdLst/>
              <a:ahLst/>
              <a:cxnLst/>
              <a:rect l="l" t="t" r="r" b="b"/>
              <a:pathLst>
                <a:path w="20621" h="1953" extrusionOk="0">
                  <a:moveTo>
                    <a:pt x="11690" y="0"/>
                  </a:moveTo>
                  <a:cubicBezTo>
                    <a:pt x="8708" y="0"/>
                    <a:pt x="4866" y="292"/>
                    <a:pt x="1" y="1122"/>
                  </a:cubicBezTo>
                  <a:lnTo>
                    <a:pt x="131" y="1760"/>
                  </a:lnTo>
                  <a:cubicBezTo>
                    <a:pt x="4935" y="930"/>
                    <a:pt x="8747" y="646"/>
                    <a:pt x="11690" y="646"/>
                  </a:cubicBezTo>
                  <a:cubicBezTo>
                    <a:pt x="14857" y="646"/>
                    <a:pt x="17039" y="961"/>
                    <a:pt x="18384" y="1315"/>
                  </a:cubicBezTo>
                  <a:cubicBezTo>
                    <a:pt x="19083" y="1476"/>
                    <a:pt x="19568" y="1637"/>
                    <a:pt x="19852" y="1760"/>
                  </a:cubicBezTo>
                  <a:cubicBezTo>
                    <a:pt x="20013" y="1829"/>
                    <a:pt x="20144" y="1891"/>
                    <a:pt x="20206" y="1922"/>
                  </a:cubicBezTo>
                  <a:cubicBezTo>
                    <a:pt x="20236" y="1922"/>
                    <a:pt x="20275" y="1952"/>
                    <a:pt x="20275" y="1952"/>
                  </a:cubicBezTo>
                  <a:lnTo>
                    <a:pt x="20305" y="1952"/>
                  </a:lnTo>
                  <a:lnTo>
                    <a:pt x="20621" y="1414"/>
                  </a:lnTo>
                  <a:cubicBezTo>
                    <a:pt x="20559" y="1376"/>
                    <a:pt x="18123" y="0"/>
                    <a:pt x="11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960;p39">
              <a:extLst>
                <a:ext uri="{FF2B5EF4-FFF2-40B4-BE49-F238E27FC236}">
                  <a16:creationId xmlns:a16="http://schemas.microsoft.com/office/drawing/2014/main" id="{4F084D54-4F45-E17F-5145-0BD1BC1BE457}"/>
                </a:ext>
              </a:extLst>
            </p:cNvPr>
            <p:cNvSpPr/>
            <p:nvPr/>
          </p:nvSpPr>
          <p:spPr>
            <a:xfrm>
              <a:off x="2635883" y="3683676"/>
              <a:ext cx="1689272" cy="159990"/>
            </a:xfrm>
            <a:custGeom>
              <a:avLst/>
              <a:gdLst/>
              <a:ahLst/>
              <a:cxnLst/>
              <a:rect l="l" t="t" r="r" b="b"/>
              <a:pathLst>
                <a:path w="20621" h="1953" extrusionOk="0">
                  <a:moveTo>
                    <a:pt x="11690" y="1"/>
                  </a:moveTo>
                  <a:cubicBezTo>
                    <a:pt x="8708" y="1"/>
                    <a:pt x="4866" y="285"/>
                    <a:pt x="1" y="1123"/>
                  </a:cubicBezTo>
                  <a:lnTo>
                    <a:pt x="131" y="1761"/>
                  </a:lnTo>
                  <a:cubicBezTo>
                    <a:pt x="4935" y="931"/>
                    <a:pt x="8747" y="639"/>
                    <a:pt x="11690" y="639"/>
                  </a:cubicBezTo>
                  <a:cubicBezTo>
                    <a:pt x="14857" y="639"/>
                    <a:pt x="17039" y="961"/>
                    <a:pt x="18384" y="1315"/>
                  </a:cubicBezTo>
                  <a:cubicBezTo>
                    <a:pt x="19083" y="1469"/>
                    <a:pt x="19568" y="1630"/>
                    <a:pt x="19852" y="1761"/>
                  </a:cubicBezTo>
                  <a:cubicBezTo>
                    <a:pt x="20013" y="1822"/>
                    <a:pt x="20144" y="1891"/>
                    <a:pt x="20206" y="1922"/>
                  </a:cubicBezTo>
                  <a:cubicBezTo>
                    <a:pt x="20236" y="1922"/>
                    <a:pt x="20275" y="1953"/>
                    <a:pt x="20275" y="1953"/>
                  </a:cubicBezTo>
                  <a:lnTo>
                    <a:pt x="20305" y="1953"/>
                  </a:lnTo>
                  <a:lnTo>
                    <a:pt x="20621" y="1407"/>
                  </a:lnTo>
                  <a:cubicBezTo>
                    <a:pt x="20559" y="1376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961;p39">
              <a:extLst>
                <a:ext uri="{FF2B5EF4-FFF2-40B4-BE49-F238E27FC236}">
                  <a16:creationId xmlns:a16="http://schemas.microsoft.com/office/drawing/2014/main" id="{A2D0A7F1-2C16-9BC2-34B0-86E928176892}"/>
                </a:ext>
              </a:extLst>
            </p:cNvPr>
            <p:cNvSpPr/>
            <p:nvPr/>
          </p:nvSpPr>
          <p:spPr>
            <a:xfrm>
              <a:off x="2635883" y="3864392"/>
              <a:ext cx="1689272" cy="159990"/>
            </a:xfrm>
            <a:custGeom>
              <a:avLst/>
              <a:gdLst/>
              <a:ahLst/>
              <a:cxnLst/>
              <a:rect l="l" t="t" r="r" b="b"/>
              <a:pathLst>
                <a:path w="20621" h="1953" extrusionOk="0">
                  <a:moveTo>
                    <a:pt x="11690" y="0"/>
                  </a:moveTo>
                  <a:cubicBezTo>
                    <a:pt x="8708" y="0"/>
                    <a:pt x="4866" y="292"/>
                    <a:pt x="1" y="1122"/>
                  </a:cubicBezTo>
                  <a:lnTo>
                    <a:pt x="131" y="1760"/>
                  </a:lnTo>
                  <a:cubicBezTo>
                    <a:pt x="4935" y="930"/>
                    <a:pt x="8747" y="646"/>
                    <a:pt x="11690" y="646"/>
                  </a:cubicBezTo>
                  <a:cubicBezTo>
                    <a:pt x="14857" y="646"/>
                    <a:pt x="17039" y="961"/>
                    <a:pt x="18384" y="1315"/>
                  </a:cubicBezTo>
                  <a:cubicBezTo>
                    <a:pt x="19083" y="1476"/>
                    <a:pt x="19568" y="1637"/>
                    <a:pt x="19852" y="1760"/>
                  </a:cubicBezTo>
                  <a:cubicBezTo>
                    <a:pt x="20013" y="1829"/>
                    <a:pt x="20144" y="1891"/>
                    <a:pt x="20206" y="1922"/>
                  </a:cubicBezTo>
                  <a:cubicBezTo>
                    <a:pt x="20236" y="1922"/>
                    <a:pt x="20275" y="1952"/>
                    <a:pt x="20275" y="1952"/>
                  </a:cubicBezTo>
                  <a:lnTo>
                    <a:pt x="20305" y="1952"/>
                  </a:lnTo>
                  <a:lnTo>
                    <a:pt x="20621" y="1414"/>
                  </a:lnTo>
                  <a:cubicBezTo>
                    <a:pt x="20559" y="1376"/>
                    <a:pt x="18123" y="0"/>
                    <a:pt x="11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962;p39">
              <a:extLst>
                <a:ext uri="{FF2B5EF4-FFF2-40B4-BE49-F238E27FC236}">
                  <a16:creationId xmlns:a16="http://schemas.microsoft.com/office/drawing/2014/main" id="{0F4AD7C4-F81B-21D1-6607-A94DDC7C163A}"/>
                </a:ext>
              </a:extLst>
            </p:cNvPr>
            <p:cNvSpPr/>
            <p:nvPr/>
          </p:nvSpPr>
          <p:spPr>
            <a:xfrm>
              <a:off x="3478272" y="1999563"/>
              <a:ext cx="844349" cy="760627"/>
            </a:xfrm>
            <a:custGeom>
              <a:avLst/>
              <a:gdLst/>
              <a:ahLst/>
              <a:cxnLst/>
              <a:rect l="l" t="t" r="r" b="b"/>
              <a:pathLst>
                <a:path w="10307" h="9285" extrusionOk="0">
                  <a:moveTo>
                    <a:pt x="1" y="1"/>
                  </a:moveTo>
                  <a:lnTo>
                    <a:pt x="1" y="9284"/>
                  </a:lnTo>
                  <a:lnTo>
                    <a:pt x="10307" y="9284"/>
                  </a:lnTo>
                  <a:lnTo>
                    <a:pt x="103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963;p39">
              <a:extLst>
                <a:ext uri="{FF2B5EF4-FFF2-40B4-BE49-F238E27FC236}">
                  <a16:creationId xmlns:a16="http://schemas.microsoft.com/office/drawing/2014/main" id="{15D42802-91A9-9EBC-2D19-167DA66AE9E2}"/>
                </a:ext>
              </a:extLst>
            </p:cNvPr>
            <p:cNvSpPr/>
            <p:nvPr/>
          </p:nvSpPr>
          <p:spPr>
            <a:xfrm>
              <a:off x="3551345" y="2046585"/>
              <a:ext cx="761201" cy="713605"/>
            </a:xfrm>
            <a:custGeom>
              <a:avLst/>
              <a:gdLst/>
              <a:ahLst/>
              <a:cxnLst/>
              <a:rect l="l" t="t" r="r" b="b"/>
              <a:pathLst>
                <a:path w="9292" h="8711" extrusionOk="0">
                  <a:moveTo>
                    <a:pt x="470" y="1"/>
                  </a:moveTo>
                  <a:cubicBezTo>
                    <a:pt x="316" y="1"/>
                    <a:pt x="159" y="1"/>
                    <a:pt x="0" y="3"/>
                  </a:cubicBezTo>
                  <a:lnTo>
                    <a:pt x="0" y="7365"/>
                  </a:lnTo>
                  <a:cubicBezTo>
                    <a:pt x="211" y="7363"/>
                    <a:pt x="418" y="7361"/>
                    <a:pt x="621" y="7361"/>
                  </a:cubicBezTo>
                  <a:cubicBezTo>
                    <a:pt x="6947" y="7361"/>
                    <a:pt x="9292" y="8710"/>
                    <a:pt x="9292" y="8710"/>
                  </a:cubicBezTo>
                  <a:lnTo>
                    <a:pt x="9292" y="1379"/>
                  </a:lnTo>
                  <a:cubicBezTo>
                    <a:pt x="9292" y="1379"/>
                    <a:pt x="6910" y="1"/>
                    <a:pt x="4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964;p39">
              <a:extLst>
                <a:ext uri="{FF2B5EF4-FFF2-40B4-BE49-F238E27FC236}">
                  <a16:creationId xmlns:a16="http://schemas.microsoft.com/office/drawing/2014/main" id="{2211956F-CBFA-99E1-B339-0C370C4332F2}"/>
                </a:ext>
              </a:extLst>
            </p:cNvPr>
            <p:cNvSpPr/>
            <p:nvPr/>
          </p:nvSpPr>
          <p:spPr>
            <a:xfrm>
              <a:off x="3640720" y="2319379"/>
              <a:ext cx="472269" cy="328090"/>
            </a:xfrm>
            <a:custGeom>
              <a:avLst/>
              <a:gdLst/>
              <a:ahLst/>
              <a:cxnLst/>
              <a:rect l="l" t="t" r="r" b="b"/>
              <a:pathLst>
                <a:path w="5765" h="4005" extrusionOk="0">
                  <a:moveTo>
                    <a:pt x="2306" y="1"/>
                  </a:moveTo>
                  <a:cubicBezTo>
                    <a:pt x="1284" y="1023"/>
                    <a:pt x="1" y="3328"/>
                    <a:pt x="1" y="3328"/>
                  </a:cubicBezTo>
                  <a:lnTo>
                    <a:pt x="800" y="3328"/>
                  </a:lnTo>
                  <a:cubicBezTo>
                    <a:pt x="4128" y="3328"/>
                    <a:pt x="5765" y="4005"/>
                    <a:pt x="5765" y="4005"/>
                  </a:cubicBezTo>
                  <a:cubicBezTo>
                    <a:pt x="5765" y="4005"/>
                    <a:pt x="3743" y="1092"/>
                    <a:pt x="23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965;p39">
              <a:extLst>
                <a:ext uri="{FF2B5EF4-FFF2-40B4-BE49-F238E27FC236}">
                  <a16:creationId xmlns:a16="http://schemas.microsoft.com/office/drawing/2014/main" id="{992FA36A-D3EA-2649-AEDF-73676308D39D}"/>
                </a:ext>
              </a:extLst>
            </p:cNvPr>
            <p:cNvSpPr/>
            <p:nvPr/>
          </p:nvSpPr>
          <p:spPr>
            <a:xfrm>
              <a:off x="3947349" y="2350836"/>
              <a:ext cx="309821" cy="341361"/>
            </a:xfrm>
            <a:custGeom>
              <a:avLst/>
              <a:gdLst/>
              <a:ahLst/>
              <a:cxnLst/>
              <a:rect l="l" t="t" r="r" b="b"/>
              <a:pathLst>
                <a:path w="3782" h="4167" extrusionOk="0">
                  <a:moveTo>
                    <a:pt x="454" y="1"/>
                  </a:moveTo>
                  <a:lnTo>
                    <a:pt x="0" y="447"/>
                  </a:lnTo>
                  <a:cubicBezTo>
                    <a:pt x="0" y="447"/>
                    <a:pt x="1476" y="2114"/>
                    <a:pt x="2467" y="3682"/>
                  </a:cubicBezTo>
                  <a:cubicBezTo>
                    <a:pt x="3336" y="3944"/>
                    <a:pt x="3782" y="4166"/>
                    <a:pt x="3782" y="4166"/>
                  </a:cubicBezTo>
                  <a:cubicBezTo>
                    <a:pt x="3782" y="4166"/>
                    <a:pt x="1607" y="1023"/>
                    <a:pt x="4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966;p39">
              <a:extLst>
                <a:ext uri="{FF2B5EF4-FFF2-40B4-BE49-F238E27FC236}">
                  <a16:creationId xmlns:a16="http://schemas.microsoft.com/office/drawing/2014/main" id="{A6573C69-C096-3935-09D1-D09A5D2D5468}"/>
                </a:ext>
              </a:extLst>
            </p:cNvPr>
            <p:cNvSpPr/>
            <p:nvPr/>
          </p:nvSpPr>
          <p:spPr>
            <a:xfrm>
              <a:off x="2394064" y="3096252"/>
              <a:ext cx="192306" cy="187817"/>
            </a:xfrm>
            <a:custGeom>
              <a:avLst/>
              <a:gdLst/>
              <a:ahLst/>
              <a:cxnLst/>
              <a:rect l="l" t="t" r="r" b="b"/>
              <a:pathLst>
                <a:path w="1669" h="1630" extrusionOk="0">
                  <a:moveTo>
                    <a:pt x="739" y="1"/>
                  </a:moveTo>
                  <a:lnTo>
                    <a:pt x="1" y="961"/>
                  </a:lnTo>
                  <a:cubicBezTo>
                    <a:pt x="1" y="961"/>
                    <a:pt x="132" y="1246"/>
                    <a:pt x="547" y="1438"/>
                  </a:cubicBezTo>
                  <a:cubicBezTo>
                    <a:pt x="962" y="1630"/>
                    <a:pt x="1254" y="1630"/>
                    <a:pt x="1254" y="1630"/>
                  </a:cubicBezTo>
                  <a:lnTo>
                    <a:pt x="1669" y="800"/>
                  </a:lnTo>
                  <a:lnTo>
                    <a:pt x="739" y="1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967;p39">
              <a:extLst>
                <a:ext uri="{FF2B5EF4-FFF2-40B4-BE49-F238E27FC236}">
                  <a16:creationId xmlns:a16="http://schemas.microsoft.com/office/drawing/2014/main" id="{2157927D-D910-F947-7F00-5C9894399112}"/>
                </a:ext>
              </a:extLst>
            </p:cNvPr>
            <p:cNvSpPr/>
            <p:nvPr/>
          </p:nvSpPr>
          <p:spPr>
            <a:xfrm>
              <a:off x="2446375" y="2957639"/>
              <a:ext cx="294970" cy="265478"/>
            </a:xfrm>
            <a:custGeom>
              <a:avLst/>
              <a:gdLst/>
              <a:ahLst/>
              <a:cxnLst/>
              <a:rect l="l" t="t" r="r" b="b"/>
              <a:pathLst>
                <a:path w="2560" h="2304" extrusionOk="0">
                  <a:moveTo>
                    <a:pt x="1217" y="1"/>
                  </a:moveTo>
                  <a:cubicBezTo>
                    <a:pt x="1171" y="1"/>
                    <a:pt x="1126" y="7"/>
                    <a:pt x="1084" y="20"/>
                  </a:cubicBezTo>
                  <a:cubicBezTo>
                    <a:pt x="700" y="143"/>
                    <a:pt x="0" y="466"/>
                    <a:pt x="223" y="1073"/>
                  </a:cubicBezTo>
                  <a:cubicBezTo>
                    <a:pt x="433" y="1644"/>
                    <a:pt x="1070" y="2303"/>
                    <a:pt x="1465" y="2303"/>
                  </a:cubicBezTo>
                  <a:cubicBezTo>
                    <a:pt x="1490" y="2303"/>
                    <a:pt x="1514" y="2300"/>
                    <a:pt x="1537" y="2295"/>
                  </a:cubicBezTo>
                  <a:cubicBezTo>
                    <a:pt x="1883" y="2195"/>
                    <a:pt x="2560" y="689"/>
                    <a:pt x="2145" y="466"/>
                  </a:cubicBezTo>
                  <a:cubicBezTo>
                    <a:pt x="2145" y="466"/>
                    <a:pt x="1624" y="1"/>
                    <a:pt x="1217" y="1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968;p39">
              <a:extLst>
                <a:ext uri="{FF2B5EF4-FFF2-40B4-BE49-F238E27FC236}">
                  <a16:creationId xmlns:a16="http://schemas.microsoft.com/office/drawing/2014/main" id="{7D6323D8-3184-28AE-FA2C-595DAE3B0BDD}"/>
                </a:ext>
              </a:extLst>
            </p:cNvPr>
            <p:cNvSpPr/>
            <p:nvPr/>
          </p:nvSpPr>
          <p:spPr>
            <a:xfrm>
              <a:off x="2650205" y="3091298"/>
              <a:ext cx="17629" cy="19127"/>
            </a:xfrm>
            <a:custGeom>
              <a:avLst/>
              <a:gdLst/>
              <a:ahLst/>
              <a:cxnLst/>
              <a:rect l="l" t="t" r="r" b="b"/>
              <a:pathLst>
                <a:path w="153" h="166" extrusionOk="0">
                  <a:moveTo>
                    <a:pt x="87" y="0"/>
                  </a:moveTo>
                  <a:cubicBezTo>
                    <a:pt x="74" y="0"/>
                    <a:pt x="62" y="4"/>
                    <a:pt x="53" y="13"/>
                  </a:cubicBezTo>
                  <a:cubicBezTo>
                    <a:pt x="53" y="44"/>
                    <a:pt x="22" y="74"/>
                    <a:pt x="22" y="105"/>
                  </a:cubicBezTo>
                  <a:cubicBezTo>
                    <a:pt x="1" y="126"/>
                    <a:pt x="38" y="166"/>
                    <a:pt x="73" y="166"/>
                  </a:cubicBezTo>
                  <a:cubicBezTo>
                    <a:pt x="89" y="166"/>
                    <a:pt x="105" y="157"/>
                    <a:pt x="114" y="136"/>
                  </a:cubicBezTo>
                  <a:cubicBezTo>
                    <a:pt x="114" y="105"/>
                    <a:pt x="114" y="74"/>
                    <a:pt x="153" y="44"/>
                  </a:cubicBezTo>
                  <a:cubicBezTo>
                    <a:pt x="153" y="22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969;p39">
              <a:extLst>
                <a:ext uri="{FF2B5EF4-FFF2-40B4-BE49-F238E27FC236}">
                  <a16:creationId xmlns:a16="http://schemas.microsoft.com/office/drawing/2014/main" id="{620A0D46-7FA0-D1AA-D4D0-096DB3A0883C}"/>
                </a:ext>
              </a:extLst>
            </p:cNvPr>
            <p:cNvSpPr/>
            <p:nvPr/>
          </p:nvSpPr>
          <p:spPr>
            <a:xfrm>
              <a:off x="2645597" y="3062607"/>
              <a:ext cx="44361" cy="18666"/>
            </a:xfrm>
            <a:custGeom>
              <a:avLst/>
              <a:gdLst/>
              <a:ahLst/>
              <a:cxnLst/>
              <a:rect l="l" t="t" r="r" b="b"/>
              <a:pathLst>
                <a:path w="385" h="162" extrusionOk="0">
                  <a:moveTo>
                    <a:pt x="1" y="1"/>
                  </a:moveTo>
                  <a:lnTo>
                    <a:pt x="1" y="70"/>
                  </a:lnTo>
                  <a:lnTo>
                    <a:pt x="124" y="70"/>
                  </a:lnTo>
                  <a:cubicBezTo>
                    <a:pt x="193" y="70"/>
                    <a:pt x="254" y="100"/>
                    <a:pt x="285" y="100"/>
                  </a:cubicBezTo>
                  <a:cubicBezTo>
                    <a:pt x="285" y="131"/>
                    <a:pt x="285" y="131"/>
                    <a:pt x="316" y="131"/>
                  </a:cubicBezTo>
                  <a:lnTo>
                    <a:pt x="316" y="162"/>
                  </a:lnTo>
                  <a:lnTo>
                    <a:pt x="346" y="162"/>
                  </a:lnTo>
                  <a:cubicBezTo>
                    <a:pt x="385" y="162"/>
                    <a:pt x="385" y="131"/>
                    <a:pt x="385" y="131"/>
                  </a:cubicBezTo>
                  <a:cubicBezTo>
                    <a:pt x="346" y="100"/>
                    <a:pt x="285" y="1"/>
                    <a:pt x="12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970;p39">
              <a:extLst>
                <a:ext uri="{FF2B5EF4-FFF2-40B4-BE49-F238E27FC236}">
                  <a16:creationId xmlns:a16="http://schemas.microsoft.com/office/drawing/2014/main" id="{CA819808-57CB-DADB-1BB9-A7A1E8AC25B1}"/>
                </a:ext>
              </a:extLst>
            </p:cNvPr>
            <p:cNvSpPr/>
            <p:nvPr/>
          </p:nvSpPr>
          <p:spPr>
            <a:xfrm>
              <a:off x="2615523" y="3162736"/>
              <a:ext cx="33760" cy="36181"/>
            </a:xfrm>
            <a:custGeom>
              <a:avLst/>
              <a:gdLst/>
              <a:ahLst/>
              <a:cxnLst/>
              <a:rect l="l" t="t" r="r" b="b"/>
              <a:pathLst>
                <a:path w="293" h="314" extrusionOk="0">
                  <a:moveTo>
                    <a:pt x="31" y="0"/>
                  </a:moveTo>
                  <a:cubicBezTo>
                    <a:pt x="31" y="0"/>
                    <a:pt x="0" y="223"/>
                    <a:pt x="100" y="284"/>
                  </a:cubicBezTo>
                  <a:cubicBezTo>
                    <a:pt x="119" y="305"/>
                    <a:pt x="139" y="313"/>
                    <a:pt x="157" y="313"/>
                  </a:cubicBezTo>
                  <a:cubicBezTo>
                    <a:pt x="229" y="313"/>
                    <a:pt x="292" y="192"/>
                    <a:pt x="292" y="192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971;p39">
              <a:extLst>
                <a:ext uri="{FF2B5EF4-FFF2-40B4-BE49-F238E27FC236}">
                  <a16:creationId xmlns:a16="http://schemas.microsoft.com/office/drawing/2014/main" id="{7A5AF394-00E4-097D-895A-0E91F031D24B}"/>
                </a:ext>
              </a:extLst>
            </p:cNvPr>
            <p:cNvSpPr/>
            <p:nvPr/>
          </p:nvSpPr>
          <p:spPr>
            <a:xfrm>
              <a:off x="2419759" y="2900258"/>
              <a:ext cx="325158" cy="288178"/>
            </a:xfrm>
            <a:custGeom>
              <a:avLst/>
              <a:gdLst/>
              <a:ahLst/>
              <a:cxnLst/>
              <a:rect l="l" t="t" r="r" b="b"/>
              <a:pathLst>
                <a:path w="2822" h="2501" extrusionOk="0">
                  <a:moveTo>
                    <a:pt x="1338" y="0"/>
                  </a:moveTo>
                  <a:cubicBezTo>
                    <a:pt x="953" y="0"/>
                    <a:pt x="601" y="215"/>
                    <a:pt x="385" y="518"/>
                  </a:cubicBezTo>
                  <a:cubicBezTo>
                    <a:pt x="1" y="1125"/>
                    <a:pt x="231" y="2055"/>
                    <a:pt x="231" y="2055"/>
                  </a:cubicBezTo>
                  <a:cubicBezTo>
                    <a:pt x="231" y="2217"/>
                    <a:pt x="616" y="2501"/>
                    <a:pt x="869" y="2501"/>
                  </a:cubicBezTo>
                  <a:cubicBezTo>
                    <a:pt x="1192" y="2501"/>
                    <a:pt x="1346" y="2339"/>
                    <a:pt x="1446" y="2178"/>
                  </a:cubicBezTo>
                  <a:cubicBezTo>
                    <a:pt x="1507" y="2117"/>
                    <a:pt x="1538" y="2055"/>
                    <a:pt x="1507" y="1986"/>
                  </a:cubicBezTo>
                  <a:cubicBezTo>
                    <a:pt x="1476" y="1986"/>
                    <a:pt x="1476" y="1955"/>
                    <a:pt x="1446" y="1955"/>
                  </a:cubicBezTo>
                  <a:cubicBezTo>
                    <a:pt x="1284" y="1832"/>
                    <a:pt x="1346" y="1640"/>
                    <a:pt x="1415" y="1509"/>
                  </a:cubicBezTo>
                  <a:cubicBezTo>
                    <a:pt x="1446" y="1448"/>
                    <a:pt x="1476" y="1379"/>
                    <a:pt x="1538" y="1379"/>
                  </a:cubicBezTo>
                  <a:cubicBezTo>
                    <a:pt x="1558" y="1370"/>
                    <a:pt x="1578" y="1366"/>
                    <a:pt x="1596" y="1366"/>
                  </a:cubicBezTo>
                  <a:cubicBezTo>
                    <a:pt x="1640" y="1366"/>
                    <a:pt x="1677" y="1388"/>
                    <a:pt x="1699" y="1410"/>
                  </a:cubicBezTo>
                  <a:cubicBezTo>
                    <a:pt x="1699" y="1448"/>
                    <a:pt x="1699" y="1479"/>
                    <a:pt x="1730" y="1509"/>
                  </a:cubicBezTo>
                  <a:cubicBezTo>
                    <a:pt x="1730" y="1540"/>
                    <a:pt x="1768" y="1571"/>
                    <a:pt x="1799" y="1571"/>
                  </a:cubicBezTo>
                  <a:cubicBezTo>
                    <a:pt x="1830" y="1571"/>
                    <a:pt x="1830" y="1509"/>
                    <a:pt x="1830" y="1448"/>
                  </a:cubicBezTo>
                  <a:cubicBezTo>
                    <a:pt x="1830" y="1256"/>
                    <a:pt x="2022" y="1094"/>
                    <a:pt x="2214" y="1064"/>
                  </a:cubicBezTo>
                  <a:cubicBezTo>
                    <a:pt x="2345" y="1125"/>
                    <a:pt x="2568" y="1217"/>
                    <a:pt x="2729" y="1287"/>
                  </a:cubicBezTo>
                  <a:cubicBezTo>
                    <a:pt x="2821" y="1094"/>
                    <a:pt x="2660" y="387"/>
                    <a:pt x="1991" y="257"/>
                  </a:cubicBezTo>
                  <a:cubicBezTo>
                    <a:pt x="1891" y="165"/>
                    <a:pt x="1668" y="34"/>
                    <a:pt x="1415" y="3"/>
                  </a:cubicBezTo>
                  <a:cubicBezTo>
                    <a:pt x="1389" y="1"/>
                    <a:pt x="1364" y="0"/>
                    <a:pt x="1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972;p39">
              <a:extLst>
                <a:ext uri="{FF2B5EF4-FFF2-40B4-BE49-F238E27FC236}">
                  <a16:creationId xmlns:a16="http://schemas.microsoft.com/office/drawing/2014/main" id="{C380CC02-97CF-A175-F7E6-C055341FD836}"/>
                </a:ext>
              </a:extLst>
            </p:cNvPr>
            <p:cNvSpPr/>
            <p:nvPr/>
          </p:nvSpPr>
          <p:spPr>
            <a:xfrm>
              <a:off x="2656197" y="3111346"/>
              <a:ext cx="40904" cy="60839"/>
            </a:xfrm>
            <a:custGeom>
              <a:avLst/>
              <a:gdLst/>
              <a:ahLst/>
              <a:cxnLst/>
              <a:rect l="l" t="t" r="r" b="b"/>
              <a:pathLst>
                <a:path w="355" h="528" extrusionOk="0">
                  <a:moveTo>
                    <a:pt x="293" y="0"/>
                  </a:moveTo>
                  <a:lnTo>
                    <a:pt x="1" y="446"/>
                  </a:lnTo>
                  <a:cubicBezTo>
                    <a:pt x="1" y="446"/>
                    <a:pt x="121" y="528"/>
                    <a:pt x="202" y="528"/>
                  </a:cubicBezTo>
                  <a:cubicBezTo>
                    <a:pt x="223" y="528"/>
                    <a:pt x="242" y="522"/>
                    <a:pt x="254" y="507"/>
                  </a:cubicBezTo>
                  <a:cubicBezTo>
                    <a:pt x="354" y="446"/>
                    <a:pt x="293" y="0"/>
                    <a:pt x="293" y="0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973;p39">
              <a:extLst>
                <a:ext uri="{FF2B5EF4-FFF2-40B4-BE49-F238E27FC236}">
                  <a16:creationId xmlns:a16="http://schemas.microsoft.com/office/drawing/2014/main" id="{4BCC5068-03F4-00D7-55DD-E2CD039A5944}"/>
                </a:ext>
              </a:extLst>
            </p:cNvPr>
            <p:cNvSpPr/>
            <p:nvPr/>
          </p:nvSpPr>
          <p:spPr>
            <a:xfrm>
              <a:off x="1450154" y="4542300"/>
              <a:ext cx="14288" cy="328622"/>
            </a:xfrm>
            <a:custGeom>
              <a:avLst/>
              <a:gdLst/>
              <a:ahLst/>
              <a:cxnLst/>
              <a:rect l="l" t="t" r="r" b="b"/>
              <a:pathLst>
                <a:path w="124" h="2852" extrusionOk="0">
                  <a:moveTo>
                    <a:pt x="0" y="1"/>
                  </a:moveTo>
                  <a:lnTo>
                    <a:pt x="0" y="2852"/>
                  </a:lnTo>
                  <a:lnTo>
                    <a:pt x="123" y="2852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974;p39">
              <a:extLst>
                <a:ext uri="{FF2B5EF4-FFF2-40B4-BE49-F238E27FC236}">
                  <a16:creationId xmlns:a16="http://schemas.microsoft.com/office/drawing/2014/main" id="{11780515-AB80-4E55-EAA3-65FA0D0E5B43}"/>
                </a:ext>
              </a:extLst>
            </p:cNvPr>
            <p:cNvSpPr/>
            <p:nvPr/>
          </p:nvSpPr>
          <p:spPr>
            <a:xfrm>
              <a:off x="1464326" y="4542300"/>
              <a:ext cx="122251" cy="328622"/>
            </a:xfrm>
            <a:custGeom>
              <a:avLst/>
              <a:gdLst/>
              <a:ahLst/>
              <a:cxnLst/>
              <a:rect l="l" t="t" r="r" b="b"/>
              <a:pathLst>
                <a:path w="1061" h="2852" extrusionOk="0">
                  <a:moveTo>
                    <a:pt x="0" y="1"/>
                  </a:moveTo>
                  <a:lnTo>
                    <a:pt x="0" y="2852"/>
                  </a:lnTo>
                  <a:cubicBezTo>
                    <a:pt x="0" y="2852"/>
                    <a:pt x="262" y="2760"/>
                    <a:pt x="646" y="2083"/>
                  </a:cubicBezTo>
                  <a:cubicBezTo>
                    <a:pt x="800" y="1830"/>
                    <a:pt x="961" y="1699"/>
                    <a:pt x="961" y="1699"/>
                  </a:cubicBezTo>
                  <a:lnTo>
                    <a:pt x="1061" y="416"/>
                  </a:lnTo>
                  <a:lnTo>
                    <a:pt x="992" y="162"/>
                  </a:lnTo>
                  <a:cubicBezTo>
                    <a:pt x="992" y="162"/>
                    <a:pt x="677" y="70"/>
                    <a:pt x="454" y="31"/>
                  </a:cubicBezTo>
                  <a:cubicBezTo>
                    <a:pt x="223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975;p39">
              <a:extLst>
                <a:ext uri="{FF2B5EF4-FFF2-40B4-BE49-F238E27FC236}">
                  <a16:creationId xmlns:a16="http://schemas.microsoft.com/office/drawing/2014/main" id="{E2A54065-F523-9AF5-24D4-20D06F89EE85}"/>
                </a:ext>
              </a:extLst>
            </p:cNvPr>
            <p:cNvSpPr/>
            <p:nvPr/>
          </p:nvSpPr>
          <p:spPr>
            <a:xfrm>
              <a:off x="1530695" y="4745092"/>
              <a:ext cx="22238" cy="22238"/>
            </a:xfrm>
            <a:custGeom>
              <a:avLst/>
              <a:gdLst/>
              <a:ahLst/>
              <a:cxnLst/>
              <a:rect l="l" t="t" r="r" b="b"/>
              <a:pathLst>
                <a:path w="193" h="193" extrusionOk="0">
                  <a:moveTo>
                    <a:pt x="31" y="1"/>
                  </a:moveTo>
                  <a:lnTo>
                    <a:pt x="1" y="39"/>
                  </a:lnTo>
                  <a:lnTo>
                    <a:pt x="162" y="193"/>
                  </a:lnTo>
                  <a:lnTo>
                    <a:pt x="193" y="131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976;p39">
              <a:extLst>
                <a:ext uri="{FF2B5EF4-FFF2-40B4-BE49-F238E27FC236}">
                  <a16:creationId xmlns:a16="http://schemas.microsoft.com/office/drawing/2014/main" id="{3F058480-F69C-54DA-4829-5354C6A2D032}"/>
                </a:ext>
              </a:extLst>
            </p:cNvPr>
            <p:cNvSpPr/>
            <p:nvPr/>
          </p:nvSpPr>
          <p:spPr>
            <a:xfrm>
              <a:off x="1516522" y="4767215"/>
              <a:ext cx="25810" cy="18782"/>
            </a:xfrm>
            <a:custGeom>
              <a:avLst/>
              <a:gdLst/>
              <a:ahLst/>
              <a:cxnLst/>
              <a:rect l="l" t="t" r="r" b="b"/>
              <a:pathLst>
                <a:path w="224" h="163" extrusionOk="0">
                  <a:moveTo>
                    <a:pt x="31" y="1"/>
                  </a:moveTo>
                  <a:lnTo>
                    <a:pt x="1" y="39"/>
                  </a:lnTo>
                  <a:lnTo>
                    <a:pt x="193" y="162"/>
                  </a:lnTo>
                  <a:lnTo>
                    <a:pt x="224" y="101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977;p39">
              <a:extLst>
                <a:ext uri="{FF2B5EF4-FFF2-40B4-BE49-F238E27FC236}">
                  <a16:creationId xmlns:a16="http://schemas.microsoft.com/office/drawing/2014/main" id="{0096EFDA-CDE1-85FC-C4C6-2744563D69AF}"/>
                </a:ext>
              </a:extLst>
            </p:cNvPr>
            <p:cNvSpPr/>
            <p:nvPr/>
          </p:nvSpPr>
          <p:spPr>
            <a:xfrm>
              <a:off x="1505000" y="4785881"/>
              <a:ext cx="25810" cy="18666"/>
            </a:xfrm>
            <a:custGeom>
              <a:avLst/>
              <a:gdLst/>
              <a:ahLst/>
              <a:cxnLst/>
              <a:rect l="l" t="t" r="r" b="b"/>
              <a:pathLst>
                <a:path w="224" h="162" extrusionOk="0">
                  <a:moveTo>
                    <a:pt x="32" y="0"/>
                  </a:moveTo>
                  <a:lnTo>
                    <a:pt x="1" y="31"/>
                  </a:lnTo>
                  <a:lnTo>
                    <a:pt x="193" y="162"/>
                  </a:lnTo>
                  <a:lnTo>
                    <a:pt x="224" y="10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978;p39">
              <a:extLst>
                <a:ext uri="{FF2B5EF4-FFF2-40B4-BE49-F238E27FC236}">
                  <a16:creationId xmlns:a16="http://schemas.microsoft.com/office/drawing/2014/main" id="{A683351D-D6BD-792C-6900-9FE8835C551C}"/>
                </a:ext>
              </a:extLst>
            </p:cNvPr>
            <p:cNvSpPr/>
            <p:nvPr/>
          </p:nvSpPr>
          <p:spPr>
            <a:xfrm>
              <a:off x="1560768" y="4560966"/>
              <a:ext cx="206479" cy="199339"/>
            </a:xfrm>
            <a:custGeom>
              <a:avLst/>
              <a:gdLst/>
              <a:ahLst/>
              <a:cxnLst/>
              <a:rect l="l" t="t" r="r" b="b"/>
              <a:pathLst>
                <a:path w="1792" h="1730" extrusionOk="0">
                  <a:moveTo>
                    <a:pt x="155" y="0"/>
                  </a:moveTo>
                  <a:cubicBezTo>
                    <a:pt x="155" y="0"/>
                    <a:pt x="1" y="131"/>
                    <a:pt x="1" y="607"/>
                  </a:cubicBezTo>
                  <a:cubicBezTo>
                    <a:pt x="1" y="1091"/>
                    <a:pt x="124" y="1537"/>
                    <a:pt x="124" y="1537"/>
                  </a:cubicBezTo>
                  <a:lnTo>
                    <a:pt x="1792" y="1729"/>
                  </a:lnTo>
                  <a:lnTo>
                    <a:pt x="1569" y="100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979;p39">
              <a:extLst>
                <a:ext uri="{FF2B5EF4-FFF2-40B4-BE49-F238E27FC236}">
                  <a16:creationId xmlns:a16="http://schemas.microsoft.com/office/drawing/2014/main" id="{8B47CE44-17FF-26EB-5BE1-03CB4D68E4F7}"/>
                </a:ext>
              </a:extLst>
            </p:cNvPr>
            <p:cNvSpPr/>
            <p:nvPr/>
          </p:nvSpPr>
          <p:spPr>
            <a:xfrm>
              <a:off x="1608586" y="3808215"/>
              <a:ext cx="804253" cy="1062720"/>
            </a:xfrm>
            <a:custGeom>
              <a:avLst/>
              <a:gdLst/>
              <a:ahLst/>
              <a:cxnLst/>
              <a:rect l="l" t="t" r="r" b="b"/>
              <a:pathLst>
                <a:path w="6980" h="9223" extrusionOk="0">
                  <a:moveTo>
                    <a:pt x="5734" y="1"/>
                  </a:moveTo>
                  <a:lnTo>
                    <a:pt x="3044" y="900"/>
                  </a:lnTo>
                  <a:cubicBezTo>
                    <a:pt x="2591" y="2114"/>
                    <a:pt x="3329" y="3843"/>
                    <a:pt x="3329" y="3843"/>
                  </a:cubicBezTo>
                  <a:lnTo>
                    <a:pt x="3774" y="6787"/>
                  </a:lnTo>
                  <a:lnTo>
                    <a:pt x="1" y="6533"/>
                  </a:lnTo>
                  <a:lnTo>
                    <a:pt x="62" y="8808"/>
                  </a:lnTo>
                  <a:cubicBezTo>
                    <a:pt x="62" y="8808"/>
                    <a:pt x="4005" y="9223"/>
                    <a:pt x="4966" y="9223"/>
                  </a:cubicBezTo>
                  <a:cubicBezTo>
                    <a:pt x="5926" y="9223"/>
                    <a:pt x="6272" y="9000"/>
                    <a:pt x="6564" y="8454"/>
                  </a:cubicBezTo>
                  <a:cubicBezTo>
                    <a:pt x="6979" y="7624"/>
                    <a:pt x="6372" y="3013"/>
                    <a:pt x="6372" y="2944"/>
                  </a:cubicBezTo>
                  <a:lnTo>
                    <a:pt x="57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980;p39">
              <a:extLst>
                <a:ext uri="{FF2B5EF4-FFF2-40B4-BE49-F238E27FC236}">
                  <a16:creationId xmlns:a16="http://schemas.microsoft.com/office/drawing/2014/main" id="{18A9B305-A6E5-2246-600D-90009A8F6754}"/>
                </a:ext>
              </a:extLst>
            </p:cNvPr>
            <p:cNvSpPr/>
            <p:nvPr/>
          </p:nvSpPr>
          <p:spPr>
            <a:xfrm>
              <a:off x="1659976" y="4567995"/>
              <a:ext cx="22238" cy="262252"/>
            </a:xfrm>
            <a:custGeom>
              <a:avLst/>
              <a:gdLst/>
              <a:ahLst/>
              <a:cxnLst/>
              <a:rect l="l" t="t" r="r" b="b"/>
              <a:pathLst>
                <a:path w="193" h="2276" extrusionOk="0">
                  <a:moveTo>
                    <a:pt x="1" y="1"/>
                  </a:moveTo>
                  <a:lnTo>
                    <a:pt x="131" y="2275"/>
                  </a:lnTo>
                  <a:lnTo>
                    <a:pt x="193" y="2275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981;p39">
              <a:extLst>
                <a:ext uri="{FF2B5EF4-FFF2-40B4-BE49-F238E27FC236}">
                  <a16:creationId xmlns:a16="http://schemas.microsoft.com/office/drawing/2014/main" id="{2422CB1F-444F-F6AB-655E-897D8C1DD962}"/>
                </a:ext>
              </a:extLst>
            </p:cNvPr>
            <p:cNvSpPr/>
            <p:nvPr/>
          </p:nvSpPr>
          <p:spPr>
            <a:xfrm>
              <a:off x="2641218" y="4730920"/>
              <a:ext cx="325043" cy="121447"/>
            </a:xfrm>
            <a:custGeom>
              <a:avLst/>
              <a:gdLst/>
              <a:ahLst/>
              <a:cxnLst/>
              <a:rect l="l" t="t" r="r" b="b"/>
              <a:pathLst>
                <a:path w="2821" h="1054" extrusionOk="0">
                  <a:moveTo>
                    <a:pt x="384" y="1"/>
                  </a:moveTo>
                  <a:lnTo>
                    <a:pt x="162" y="62"/>
                  </a:lnTo>
                  <a:cubicBezTo>
                    <a:pt x="162" y="62"/>
                    <a:pt x="69" y="385"/>
                    <a:pt x="39" y="608"/>
                  </a:cubicBezTo>
                  <a:cubicBezTo>
                    <a:pt x="0" y="831"/>
                    <a:pt x="0" y="1054"/>
                    <a:pt x="0" y="1054"/>
                  </a:cubicBezTo>
                  <a:lnTo>
                    <a:pt x="2821" y="1054"/>
                  </a:lnTo>
                  <a:cubicBezTo>
                    <a:pt x="2821" y="1054"/>
                    <a:pt x="2759" y="800"/>
                    <a:pt x="2083" y="416"/>
                  </a:cubicBezTo>
                  <a:cubicBezTo>
                    <a:pt x="1829" y="254"/>
                    <a:pt x="1668" y="93"/>
                    <a:pt x="1668" y="93"/>
                  </a:cubicBezTo>
                  <a:lnTo>
                    <a:pt x="3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982;p39">
              <a:extLst>
                <a:ext uri="{FF2B5EF4-FFF2-40B4-BE49-F238E27FC236}">
                  <a16:creationId xmlns:a16="http://schemas.microsoft.com/office/drawing/2014/main" id="{762ACAC6-B84E-6746-9F2F-355B0C63EA0D}"/>
                </a:ext>
              </a:extLst>
            </p:cNvPr>
            <p:cNvSpPr/>
            <p:nvPr/>
          </p:nvSpPr>
          <p:spPr>
            <a:xfrm>
              <a:off x="2840439" y="4763643"/>
              <a:ext cx="22238" cy="22354"/>
            </a:xfrm>
            <a:custGeom>
              <a:avLst/>
              <a:gdLst/>
              <a:ahLst/>
              <a:cxnLst/>
              <a:rect l="l" t="t" r="r" b="b"/>
              <a:pathLst>
                <a:path w="193" h="194" extrusionOk="0">
                  <a:moveTo>
                    <a:pt x="162" y="1"/>
                  </a:moveTo>
                  <a:lnTo>
                    <a:pt x="0" y="162"/>
                  </a:lnTo>
                  <a:lnTo>
                    <a:pt x="69" y="193"/>
                  </a:lnTo>
                  <a:lnTo>
                    <a:pt x="192" y="32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983;p39">
              <a:extLst>
                <a:ext uri="{FF2B5EF4-FFF2-40B4-BE49-F238E27FC236}">
                  <a16:creationId xmlns:a16="http://schemas.microsoft.com/office/drawing/2014/main" id="{3D952F0A-872A-001A-2211-8ECFA5AD20EC}"/>
                </a:ext>
              </a:extLst>
            </p:cNvPr>
            <p:cNvSpPr/>
            <p:nvPr/>
          </p:nvSpPr>
          <p:spPr>
            <a:xfrm>
              <a:off x="2862562" y="4775166"/>
              <a:ext cx="18666" cy="25810"/>
            </a:xfrm>
            <a:custGeom>
              <a:avLst/>
              <a:gdLst/>
              <a:ahLst/>
              <a:cxnLst/>
              <a:rect l="l" t="t" r="r" b="b"/>
              <a:pathLst>
                <a:path w="162" h="224" extrusionOk="0">
                  <a:moveTo>
                    <a:pt x="131" y="1"/>
                  </a:moveTo>
                  <a:lnTo>
                    <a:pt x="0" y="193"/>
                  </a:lnTo>
                  <a:lnTo>
                    <a:pt x="70" y="224"/>
                  </a:lnTo>
                  <a:lnTo>
                    <a:pt x="162" y="32"/>
                  </a:lnTo>
                  <a:lnTo>
                    <a:pt x="1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984;p39">
              <a:extLst>
                <a:ext uri="{FF2B5EF4-FFF2-40B4-BE49-F238E27FC236}">
                  <a16:creationId xmlns:a16="http://schemas.microsoft.com/office/drawing/2014/main" id="{EDD198E7-F90D-2CE3-A1B6-3A50DCF6B5D8}"/>
                </a:ext>
              </a:extLst>
            </p:cNvPr>
            <p:cNvSpPr/>
            <p:nvPr/>
          </p:nvSpPr>
          <p:spPr>
            <a:xfrm>
              <a:off x="2881113" y="4785881"/>
              <a:ext cx="18781" cy="25695"/>
            </a:xfrm>
            <a:custGeom>
              <a:avLst/>
              <a:gdLst/>
              <a:ahLst/>
              <a:cxnLst/>
              <a:rect l="l" t="t" r="r" b="b"/>
              <a:pathLst>
                <a:path w="163" h="223" extrusionOk="0">
                  <a:moveTo>
                    <a:pt x="131" y="0"/>
                  </a:moveTo>
                  <a:lnTo>
                    <a:pt x="1" y="192"/>
                  </a:lnTo>
                  <a:lnTo>
                    <a:pt x="70" y="223"/>
                  </a:lnTo>
                  <a:lnTo>
                    <a:pt x="162" y="31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985;p39">
              <a:extLst>
                <a:ext uri="{FF2B5EF4-FFF2-40B4-BE49-F238E27FC236}">
                  <a16:creationId xmlns:a16="http://schemas.microsoft.com/office/drawing/2014/main" id="{B2BD07C8-21B9-70B0-8593-D3FB5875339F}"/>
                </a:ext>
              </a:extLst>
            </p:cNvPr>
            <p:cNvSpPr/>
            <p:nvPr/>
          </p:nvSpPr>
          <p:spPr>
            <a:xfrm>
              <a:off x="2659769" y="4572373"/>
              <a:ext cx="221458" cy="184360"/>
            </a:xfrm>
            <a:custGeom>
              <a:avLst/>
              <a:gdLst/>
              <a:ahLst/>
              <a:cxnLst/>
              <a:rect l="l" t="t" r="r" b="b"/>
              <a:pathLst>
                <a:path w="1922" h="1600" extrusionOk="0">
                  <a:moveTo>
                    <a:pt x="1922" y="1"/>
                  </a:moveTo>
                  <a:lnTo>
                    <a:pt x="262" y="385"/>
                  </a:lnTo>
                  <a:lnTo>
                    <a:pt x="1" y="1438"/>
                  </a:lnTo>
                  <a:cubicBezTo>
                    <a:pt x="1" y="1438"/>
                    <a:pt x="131" y="1600"/>
                    <a:pt x="608" y="1600"/>
                  </a:cubicBezTo>
                  <a:cubicBezTo>
                    <a:pt x="1092" y="1600"/>
                    <a:pt x="1507" y="1469"/>
                    <a:pt x="1507" y="1469"/>
                  </a:cubicBezTo>
                  <a:lnTo>
                    <a:pt x="1922" y="1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986;p39">
              <a:extLst>
                <a:ext uri="{FF2B5EF4-FFF2-40B4-BE49-F238E27FC236}">
                  <a16:creationId xmlns:a16="http://schemas.microsoft.com/office/drawing/2014/main" id="{B90F7049-5930-E1D4-7986-AD875C2DC680}"/>
                </a:ext>
              </a:extLst>
            </p:cNvPr>
            <p:cNvSpPr/>
            <p:nvPr/>
          </p:nvSpPr>
          <p:spPr>
            <a:xfrm>
              <a:off x="2058533" y="3941067"/>
              <a:ext cx="944940" cy="756337"/>
            </a:xfrm>
            <a:custGeom>
              <a:avLst/>
              <a:gdLst/>
              <a:ahLst/>
              <a:cxnLst/>
              <a:rect l="l" t="t" r="r" b="b"/>
              <a:pathLst>
                <a:path w="8201" h="6564" extrusionOk="0">
                  <a:moveTo>
                    <a:pt x="3428" y="0"/>
                  </a:moveTo>
                  <a:lnTo>
                    <a:pt x="415" y="415"/>
                  </a:lnTo>
                  <a:cubicBezTo>
                    <a:pt x="415" y="415"/>
                    <a:pt x="0" y="2529"/>
                    <a:pt x="2114" y="2982"/>
                  </a:cubicBezTo>
                  <a:cubicBezTo>
                    <a:pt x="3044" y="3205"/>
                    <a:pt x="5733" y="3267"/>
                    <a:pt x="5733" y="3267"/>
                  </a:cubicBezTo>
                  <a:lnTo>
                    <a:pt x="5126" y="6564"/>
                  </a:lnTo>
                  <a:lnTo>
                    <a:pt x="7432" y="6564"/>
                  </a:lnTo>
                  <a:cubicBezTo>
                    <a:pt x="7432" y="6564"/>
                    <a:pt x="7939" y="4066"/>
                    <a:pt x="8070" y="2406"/>
                  </a:cubicBezTo>
                  <a:cubicBezTo>
                    <a:pt x="8200" y="1315"/>
                    <a:pt x="7593" y="707"/>
                    <a:pt x="6825" y="707"/>
                  </a:cubicBezTo>
                  <a:cubicBezTo>
                    <a:pt x="6056" y="707"/>
                    <a:pt x="3781" y="485"/>
                    <a:pt x="3781" y="485"/>
                  </a:cubicBezTo>
                  <a:lnTo>
                    <a:pt x="34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987;p39">
              <a:extLst>
                <a:ext uri="{FF2B5EF4-FFF2-40B4-BE49-F238E27FC236}">
                  <a16:creationId xmlns:a16="http://schemas.microsoft.com/office/drawing/2014/main" id="{861F4D41-F72C-C62D-B33E-CDA49CF9281E}"/>
                </a:ext>
              </a:extLst>
            </p:cNvPr>
            <p:cNvSpPr/>
            <p:nvPr/>
          </p:nvSpPr>
          <p:spPr>
            <a:xfrm>
              <a:off x="2095635" y="4063203"/>
              <a:ext cx="257868" cy="235750"/>
            </a:xfrm>
            <a:custGeom>
              <a:avLst/>
              <a:gdLst/>
              <a:ahLst/>
              <a:cxnLst/>
              <a:rect l="l" t="t" r="r" b="b"/>
              <a:pathLst>
                <a:path w="2238" h="2046" extrusionOk="0">
                  <a:moveTo>
                    <a:pt x="62" y="1"/>
                  </a:moveTo>
                  <a:lnTo>
                    <a:pt x="1" y="32"/>
                  </a:lnTo>
                  <a:cubicBezTo>
                    <a:pt x="224" y="1023"/>
                    <a:pt x="769" y="1538"/>
                    <a:pt x="1277" y="1792"/>
                  </a:cubicBezTo>
                  <a:cubicBezTo>
                    <a:pt x="1792" y="2045"/>
                    <a:pt x="2237" y="2045"/>
                    <a:pt x="2237" y="2045"/>
                  </a:cubicBezTo>
                  <a:lnTo>
                    <a:pt x="2237" y="1984"/>
                  </a:lnTo>
                  <a:cubicBezTo>
                    <a:pt x="2237" y="1984"/>
                    <a:pt x="1792" y="1984"/>
                    <a:pt x="1315" y="1730"/>
                  </a:cubicBezTo>
                  <a:cubicBezTo>
                    <a:pt x="831" y="1469"/>
                    <a:pt x="285" y="992"/>
                    <a:pt x="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988;p39">
              <a:extLst>
                <a:ext uri="{FF2B5EF4-FFF2-40B4-BE49-F238E27FC236}">
                  <a16:creationId xmlns:a16="http://schemas.microsoft.com/office/drawing/2014/main" id="{5C00FB51-166F-662B-825E-D1C043EBF692}"/>
                </a:ext>
              </a:extLst>
            </p:cNvPr>
            <p:cNvSpPr/>
            <p:nvPr/>
          </p:nvSpPr>
          <p:spPr>
            <a:xfrm>
              <a:off x="2209937" y="4041080"/>
              <a:ext cx="129395" cy="14288"/>
            </a:xfrm>
            <a:custGeom>
              <a:avLst/>
              <a:gdLst/>
              <a:ahLst/>
              <a:cxnLst/>
              <a:rect l="l" t="t" r="r" b="b"/>
              <a:pathLst>
                <a:path w="1123" h="124" extrusionOk="0">
                  <a:moveTo>
                    <a:pt x="0" y="1"/>
                  </a:moveTo>
                  <a:lnTo>
                    <a:pt x="0" y="62"/>
                  </a:lnTo>
                  <a:cubicBezTo>
                    <a:pt x="0" y="62"/>
                    <a:pt x="323" y="124"/>
                    <a:pt x="769" y="124"/>
                  </a:cubicBezTo>
                  <a:cubicBezTo>
                    <a:pt x="861" y="124"/>
                    <a:pt x="992" y="124"/>
                    <a:pt x="1122" y="93"/>
                  </a:cubicBezTo>
                  <a:lnTo>
                    <a:pt x="1092" y="32"/>
                  </a:lnTo>
                  <a:cubicBezTo>
                    <a:pt x="992" y="62"/>
                    <a:pt x="861" y="62"/>
                    <a:pt x="769" y="62"/>
                  </a:cubicBezTo>
                  <a:cubicBezTo>
                    <a:pt x="546" y="62"/>
                    <a:pt x="354" y="32"/>
                    <a:pt x="223" y="32"/>
                  </a:cubicBezTo>
                  <a:cubicBezTo>
                    <a:pt x="162" y="1"/>
                    <a:pt x="93" y="1"/>
                    <a:pt x="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989;p39">
              <a:extLst>
                <a:ext uri="{FF2B5EF4-FFF2-40B4-BE49-F238E27FC236}">
                  <a16:creationId xmlns:a16="http://schemas.microsoft.com/office/drawing/2014/main" id="{7B835B69-9153-A5FF-8563-C21EBE71AEB7}"/>
                </a:ext>
              </a:extLst>
            </p:cNvPr>
            <p:cNvSpPr/>
            <p:nvPr/>
          </p:nvSpPr>
          <p:spPr>
            <a:xfrm>
              <a:off x="1940660" y="4007435"/>
              <a:ext cx="92293" cy="22238"/>
            </a:xfrm>
            <a:custGeom>
              <a:avLst/>
              <a:gdLst/>
              <a:ahLst/>
              <a:cxnLst/>
              <a:rect l="l" t="t" r="r" b="b"/>
              <a:pathLst>
                <a:path w="801" h="193" extrusionOk="0">
                  <a:moveTo>
                    <a:pt x="1" y="1"/>
                  </a:moveTo>
                  <a:lnTo>
                    <a:pt x="1" y="62"/>
                  </a:lnTo>
                  <a:cubicBezTo>
                    <a:pt x="1" y="62"/>
                    <a:pt x="447" y="193"/>
                    <a:pt x="770" y="193"/>
                  </a:cubicBezTo>
                  <a:lnTo>
                    <a:pt x="800" y="193"/>
                  </a:lnTo>
                  <a:lnTo>
                    <a:pt x="800" y="131"/>
                  </a:lnTo>
                  <a:lnTo>
                    <a:pt x="770" y="131"/>
                  </a:lnTo>
                  <a:cubicBezTo>
                    <a:pt x="639" y="131"/>
                    <a:pt x="447" y="101"/>
                    <a:pt x="285" y="62"/>
                  </a:cubicBezTo>
                  <a:cubicBezTo>
                    <a:pt x="193" y="32"/>
                    <a:pt x="124" y="32"/>
                    <a:pt x="93" y="32"/>
                  </a:cubicBezTo>
                  <a:cubicBezTo>
                    <a:pt x="32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990;p39">
              <a:extLst>
                <a:ext uri="{FF2B5EF4-FFF2-40B4-BE49-F238E27FC236}">
                  <a16:creationId xmlns:a16="http://schemas.microsoft.com/office/drawing/2014/main" id="{D84F2D05-46A1-090F-BF38-94356C703661}"/>
                </a:ext>
              </a:extLst>
            </p:cNvPr>
            <p:cNvSpPr/>
            <p:nvPr/>
          </p:nvSpPr>
          <p:spPr>
            <a:xfrm>
              <a:off x="2656197" y="4642429"/>
              <a:ext cx="269390" cy="7144"/>
            </a:xfrm>
            <a:custGeom>
              <a:avLst/>
              <a:gdLst/>
              <a:ahLst/>
              <a:cxnLst/>
              <a:rect l="l" t="t" r="r" b="b"/>
              <a:pathLst>
                <a:path w="2338" h="62" extrusionOk="0">
                  <a:moveTo>
                    <a:pt x="1" y="0"/>
                  </a:moveTo>
                  <a:lnTo>
                    <a:pt x="1" y="62"/>
                  </a:lnTo>
                  <a:lnTo>
                    <a:pt x="2337" y="62"/>
                  </a:lnTo>
                  <a:lnTo>
                    <a:pt x="23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991;p39">
              <a:extLst>
                <a:ext uri="{FF2B5EF4-FFF2-40B4-BE49-F238E27FC236}">
                  <a16:creationId xmlns:a16="http://schemas.microsoft.com/office/drawing/2014/main" id="{786E8E4C-DF63-D92F-A40A-EE3FBD1178DE}"/>
                </a:ext>
              </a:extLst>
            </p:cNvPr>
            <p:cNvSpPr/>
            <p:nvPr/>
          </p:nvSpPr>
          <p:spPr>
            <a:xfrm>
              <a:off x="3136218" y="3424753"/>
              <a:ext cx="107272" cy="95752"/>
            </a:xfrm>
            <a:custGeom>
              <a:avLst/>
              <a:gdLst/>
              <a:ahLst/>
              <a:cxnLst/>
              <a:rect l="l" t="t" r="r" b="b"/>
              <a:pathLst>
                <a:path w="931" h="831" extrusionOk="0">
                  <a:moveTo>
                    <a:pt x="800" y="1"/>
                  </a:moveTo>
                  <a:lnTo>
                    <a:pt x="0" y="639"/>
                  </a:lnTo>
                  <a:lnTo>
                    <a:pt x="123" y="831"/>
                  </a:lnTo>
                  <a:lnTo>
                    <a:pt x="930" y="162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992;p39">
              <a:extLst>
                <a:ext uri="{FF2B5EF4-FFF2-40B4-BE49-F238E27FC236}">
                  <a16:creationId xmlns:a16="http://schemas.microsoft.com/office/drawing/2014/main" id="{5F4133CC-00EB-34DA-F656-F7AF751CC864}"/>
                </a:ext>
              </a:extLst>
            </p:cNvPr>
            <p:cNvSpPr/>
            <p:nvPr/>
          </p:nvSpPr>
          <p:spPr>
            <a:xfrm>
              <a:off x="3202586" y="3289251"/>
              <a:ext cx="195878" cy="183438"/>
            </a:xfrm>
            <a:custGeom>
              <a:avLst/>
              <a:gdLst/>
              <a:ahLst/>
              <a:cxnLst/>
              <a:rect l="l" t="t" r="r" b="b"/>
              <a:pathLst>
                <a:path w="1700" h="1592" extrusionOk="0">
                  <a:moveTo>
                    <a:pt x="800" y="185"/>
                  </a:moveTo>
                  <a:cubicBezTo>
                    <a:pt x="961" y="185"/>
                    <a:pt x="1123" y="216"/>
                    <a:pt x="1246" y="339"/>
                  </a:cubicBezTo>
                  <a:cubicBezTo>
                    <a:pt x="1507" y="570"/>
                    <a:pt x="1507" y="985"/>
                    <a:pt x="1276" y="1238"/>
                  </a:cubicBezTo>
                  <a:cubicBezTo>
                    <a:pt x="1146" y="1369"/>
                    <a:pt x="980" y="1433"/>
                    <a:pt x="815" y="1433"/>
                  </a:cubicBezTo>
                  <a:cubicBezTo>
                    <a:pt x="661" y="1433"/>
                    <a:pt x="508" y="1377"/>
                    <a:pt x="385" y="1269"/>
                  </a:cubicBezTo>
                  <a:cubicBezTo>
                    <a:pt x="254" y="1146"/>
                    <a:pt x="193" y="985"/>
                    <a:pt x="193" y="823"/>
                  </a:cubicBezTo>
                  <a:cubicBezTo>
                    <a:pt x="193" y="662"/>
                    <a:pt x="224" y="501"/>
                    <a:pt x="354" y="378"/>
                  </a:cubicBezTo>
                  <a:cubicBezTo>
                    <a:pt x="477" y="247"/>
                    <a:pt x="639" y="185"/>
                    <a:pt x="800" y="185"/>
                  </a:cubicBezTo>
                  <a:close/>
                  <a:moveTo>
                    <a:pt x="800" y="1"/>
                  </a:moveTo>
                  <a:cubicBezTo>
                    <a:pt x="595" y="1"/>
                    <a:pt x="389" y="81"/>
                    <a:pt x="224" y="247"/>
                  </a:cubicBezTo>
                  <a:cubicBezTo>
                    <a:pt x="93" y="408"/>
                    <a:pt x="1" y="631"/>
                    <a:pt x="1" y="823"/>
                  </a:cubicBezTo>
                  <a:cubicBezTo>
                    <a:pt x="31" y="1046"/>
                    <a:pt x="93" y="1238"/>
                    <a:pt x="254" y="1400"/>
                  </a:cubicBezTo>
                  <a:cubicBezTo>
                    <a:pt x="416" y="1530"/>
                    <a:pt x="639" y="1592"/>
                    <a:pt x="831" y="1592"/>
                  </a:cubicBezTo>
                  <a:cubicBezTo>
                    <a:pt x="1023" y="1592"/>
                    <a:pt x="1246" y="1492"/>
                    <a:pt x="1376" y="1338"/>
                  </a:cubicBezTo>
                  <a:cubicBezTo>
                    <a:pt x="1699" y="1015"/>
                    <a:pt x="1661" y="531"/>
                    <a:pt x="1346" y="216"/>
                  </a:cubicBezTo>
                  <a:cubicBezTo>
                    <a:pt x="1188" y="74"/>
                    <a:pt x="994" y="1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993;p39">
              <a:extLst>
                <a:ext uri="{FF2B5EF4-FFF2-40B4-BE49-F238E27FC236}">
                  <a16:creationId xmlns:a16="http://schemas.microsoft.com/office/drawing/2014/main" id="{049223DD-F93D-DC9C-4E76-842BD82381AA}"/>
                </a:ext>
              </a:extLst>
            </p:cNvPr>
            <p:cNvSpPr/>
            <p:nvPr/>
          </p:nvSpPr>
          <p:spPr>
            <a:xfrm>
              <a:off x="3069734" y="3443419"/>
              <a:ext cx="147139" cy="126747"/>
            </a:xfrm>
            <a:custGeom>
              <a:avLst/>
              <a:gdLst/>
              <a:ahLst/>
              <a:cxnLst/>
              <a:rect l="l" t="t" r="r" b="b"/>
              <a:pathLst>
                <a:path w="1277" h="1100" extrusionOk="0">
                  <a:moveTo>
                    <a:pt x="1084" y="0"/>
                  </a:moveTo>
                  <a:lnTo>
                    <a:pt x="93" y="800"/>
                  </a:lnTo>
                  <a:cubicBezTo>
                    <a:pt x="32" y="861"/>
                    <a:pt x="1" y="961"/>
                    <a:pt x="62" y="1053"/>
                  </a:cubicBezTo>
                  <a:cubicBezTo>
                    <a:pt x="78" y="1084"/>
                    <a:pt x="118" y="1099"/>
                    <a:pt x="162" y="1099"/>
                  </a:cubicBezTo>
                  <a:cubicBezTo>
                    <a:pt x="206" y="1099"/>
                    <a:pt x="254" y="1084"/>
                    <a:pt x="285" y="1053"/>
                  </a:cubicBezTo>
                  <a:lnTo>
                    <a:pt x="1277" y="254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994;p39">
              <a:extLst>
                <a:ext uri="{FF2B5EF4-FFF2-40B4-BE49-F238E27FC236}">
                  <a16:creationId xmlns:a16="http://schemas.microsoft.com/office/drawing/2014/main" id="{31A4494D-3E98-9AC4-0E80-411D0B33884E}"/>
                </a:ext>
              </a:extLst>
            </p:cNvPr>
            <p:cNvSpPr/>
            <p:nvPr/>
          </p:nvSpPr>
          <p:spPr>
            <a:xfrm>
              <a:off x="2940453" y="3469114"/>
              <a:ext cx="272847" cy="195767"/>
            </a:xfrm>
            <a:custGeom>
              <a:avLst/>
              <a:gdLst/>
              <a:ahLst/>
              <a:cxnLst/>
              <a:rect l="l" t="t" r="r" b="b"/>
              <a:pathLst>
                <a:path w="2368" h="1699" extrusionOk="0">
                  <a:moveTo>
                    <a:pt x="1599" y="0"/>
                  </a:moveTo>
                  <a:cubicBezTo>
                    <a:pt x="1407" y="0"/>
                    <a:pt x="900" y="415"/>
                    <a:pt x="900" y="415"/>
                  </a:cubicBezTo>
                  <a:lnTo>
                    <a:pt x="1" y="669"/>
                  </a:lnTo>
                  <a:lnTo>
                    <a:pt x="254" y="1699"/>
                  </a:lnTo>
                  <a:cubicBezTo>
                    <a:pt x="254" y="1699"/>
                    <a:pt x="1891" y="1245"/>
                    <a:pt x="2053" y="1184"/>
                  </a:cubicBezTo>
                  <a:cubicBezTo>
                    <a:pt x="2145" y="1122"/>
                    <a:pt x="2245" y="1022"/>
                    <a:pt x="2176" y="930"/>
                  </a:cubicBezTo>
                  <a:cubicBezTo>
                    <a:pt x="2276" y="830"/>
                    <a:pt x="2276" y="699"/>
                    <a:pt x="2206" y="699"/>
                  </a:cubicBezTo>
                  <a:cubicBezTo>
                    <a:pt x="2368" y="577"/>
                    <a:pt x="2306" y="446"/>
                    <a:pt x="2206" y="446"/>
                  </a:cubicBezTo>
                  <a:cubicBezTo>
                    <a:pt x="2368" y="254"/>
                    <a:pt x="2145" y="254"/>
                    <a:pt x="2145" y="254"/>
                  </a:cubicBezTo>
                  <a:lnTo>
                    <a:pt x="2014" y="354"/>
                  </a:lnTo>
                  <a:cubicBezTo>
                    <a:pt x="1988" y="380"/>
                    <a:pt x="1957" y="389"/>
                    <a:pt x="1924" y="389"/>
                  </a:cubicBezTo>
                  <a:cubicBezTo>
                    <a:pt x="1879" y="389"/>
                    <a:pt x="1831" y="371"/>
                    <a:pt x="1791" y="354"/>
                  </a:cubicBezTo>
                  <a:lnTo>
                    <a:pt x="1791" y="315"/>
                  </a:lnTo>
                  <a:cubicBezTo>
                    <a:pt x="1730" y="254"/>
                    <a:pt x="1730" y="162"/>
                    <a:pt x="1791" y="92"/>
                  </a:cubicBezTo>
                  <a:lnTo>
                    <a:pt x="1861" y="62"/>
                  </a:lnTo>
                  <a:cubicBezTo>
                    <a:pt x="1861" y="62"/>
                    <a:pt x="1822" y="0"/>
                    <a:pt x="1599" y="0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995;p39">
              <a:extLst>
                <a:ext uri="{FF2B5EF4-FFF2-40B4-BE49-F238E27FC236}">
                  <a16:creationId xmlns:a16="http://schemas.microsoft.com/office/drawing/2014/main" id="{7DC42A83-200C-3A9D-497A-8440D63A3B56}"/>
                </a:ext>
              </a:extLst>
            </p:cNvPr>
            <p:cNvSpPr/>
            <p:nvPr/>
          </p:nvSpPr>
          <p:spPr>
            <a:xfrm>
              <a:off x="1937203" y="3199838"/>
              <a:ext cx="737770" cy="797127"/>
            </a:xfrm>
            <a:custGeom>
              <a:avLst/>
              <a:gdLst/>
              <a:ahLst/>
              <a:cxnLst/>
              <a:rect l="l" t="t" r="r" b="b"/>
              <a:pathLst>
                <a:path w="6403" h="6918" extrusionOk="0">
                  <a:moveTo>
                    <a:pt x="4035" y="1"/>
                  </a:moveTo>
                  <a:cubicBezTo>
                    <a:pt x="3459" y="154"/>
                    <a:pt x="2498" y="731"/>
                    <a:pt x="1922" y="1853"/>
                  </a:cubicBezTo>
                  <a:cubicBezTo>
                    <a:pt x="669" y="4258"/>
                    <a:pt x="0" y="6433"/>
                    <a:pt x="0" y="6433"/>
                  </a:cubicBezTo>
                  <a:cubicBezTo>
                    <a:pt x="0" y="6433"/>
                    <a:pt x="2144" y="6918"/>
                    <a:pt x="4927" y="6918"/>
                  </a:cubicBezTo>
                  <a:cubicBezTo>
                    <a:pt x="5764" y="2783"/>
                    <a:pt x="6402" y="2268"/>
                    <a:pt x="5249" y="669"/>
                  </a:cubicBezTo>
                  <a:lnTo>
                    <a:pt x="40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996;p39">
              <a:extLst>
                <a:ext uri="{FF2B5EF4-FFF2-40B4-BE49-F238E27FC236}">
                  <a16:creationId xmlns:a16="http://schemas.microsoft.com/office/drawing/2014/main" id="{3ACA8A83-12E9-DFCE-8042-5E95A5FB8DD3}"/>
                </a:ext>
              </a:extLst>
            </p:cNvPr>
            <p:cNvSpPr/>
            <p:nvPr/>
          </p:nvSpPr>
          <p:spPr>
            <a:xfrm>
              <a:off x="2335646" y="3276922"/>
              <a:ext cx="715647" cy="516093"/>
            </a:xfrm>
            <a:custGeom>
              <a:avLst/>
              <a:gdLst/>
              <a:ahLst/>
              <a:cxnLst/>
              <a:rect l="l" t="t" r="r" b="b"/>
              <a:pathLst>
                <a:path w="6211" h="4479" extrusionOk="0">
                  <a:moveTo>
                    <a:pt x="1791" y="0"/>
                  </a:moveTo>
                  <a:lnTo>
                    <a:pt x="1" y="1791"/>
                  </a:lnTo>
                  <a:cubicBezTo>
                    <a:pt x="1" y="1791"/>
                    <a:pt x="1538" y="4327"/>
                    <a:pt x="2368" y="4450"/>
                  </a:cubicBezTo>
                  <a:cubicBezTo>
                    <a:pt x="2506" y="4469"/>
                    <a:pt x="2655" y="4478"/>
                    <a:pt x="2812" y="4478"/>
                  </a:cubicBezTo>
                  <a:cubicBezTo>
                    <a:pt x="4214" y="4478"/>
                    <a:pt x="6210" y="3782"/>
                    <a:pt x="6210" y="3782"/>
                  </a:cubicBezTo>
                  <a:lnTo>
                    <a:pt x="5957" y="2114"/>
                  </a:lnTo>
                  <a:cubicBezTo>
                    <a:pt x="5957" y="2114"/>
                    <a:pt x="3648" y="2413"/>
                    <a:pt x="3182" y="2413"/>
                  </a:cubicBezTo>
                  <a:cubicBezTo>
                    <a:pt x="3142" y="2413"/>
                    <a:pt x="3115" y="2411"/>
                    <a:pt x="3106" y="2406"/>
                  </a:cubicBezTo>
                  <a:cubicBezTo>
                    <a:pt x="2721" y="2175"/>
                    <a:pt x="1791" y="0"/>
                    <a:pt x="17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997;p39">
              <a:extLst>
                <a:ext uri="{FF2B5EF4-FFF2-40B4-BE49-F238E27FC236}">
                  <a16:creationId xmlns:a16="http://schemas.microsoft.com/office/drawing/2014/main" id="{4A52FDEB-0AEA-D2DF-BD74-7ACAEDA49B9E}"/>
                </a:ext>
              </a:extLst>
            </p:cNvPr>
            <p:cNvSpPr/>
            <p:nvPr/>
          </p:nvSpPr>
          <p:spPr>
            <a:xfrm>
              <a:off x="2349818" y="3505409"/>
              <a:ext cx="210857" cy="262252"/>
            </a:xfrm>
            <a:custGeom>
              <a:avLst/>
              <a:gdLst/>
              <a:ahLst/>
              <a:cxnLst/>
              <a:rect l="l" t="t" r="r" b="b"/>
              <a:pathLst>
                <a:path w="1830" h="2276" extrusionOk="0">
                  <a:moveTo>
                    <a:pt x="70" y="0"/>
                  </a:moveTo>
                  <a:lnTo>
                    <a:pt x="1" y="39"/>
                  </a:lnTo>
                  <a:cubicBezTo>
                    <a:pt x="738" y="1384"/>
                    <a:pt x="1799" y="2275"/>
                    <a:pt x="1799" y="2275"/>
                  </a:cubicBezTo>
                  <a:lnTo>
                    <a:pt x="1830" y="2214"/>
                  </a:lnTo>
                  <a:cubicBezTo>
                    <a:pt x="1830" y="2214"/>
                    <a:pt x="1799" y="2214"/>
                    <a:pt x="1761" y="2183"/>
                  </a:cubicBezTo>
                  <a:cubicBezTo>
                    <a:pt x="1568" y="1991"/>
                    <a:pt x="677" y="1191"/>
                    <a:pt x="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71318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7">
          <a:extLst>
            <a:ext uri="{FF2B5EF4-FFF2-40B4-BE49-F238E27FC236}">
              <a16:creationId xmlns:a16="http://schemas.microsoft.com/office/drawing/2014/main" id="{7CF1ADA8-CABE-61D0-62F2-6A64BB84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35">
            <a:extLst>
              <a:ext uri="{FF2B5EF4-FFF2-40B4-BE49-F238E27FC236}">
                <a16:creationId xmlns:a16="http://schemas.microsoft.com/office/drawing/2014/main" id="{2D01FEE3-506B-3BD7-C8D5-E74CE2F1A8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1825" y="1925222"/>
            <a:ext cx="4246975" cy="9341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Employee attrition rate section</a:t>
            </a:r>
          </a:p>
        </p:txBody>
      </p:sp>
      <p:sp>
        <p:nvSpPr>
          <p:cNvPr id="1599" name="Google Shape;1599;p35">
            <a:extLst>
              <a:ext uri="{FF2B5EF4-FFF2-40B4-BE49-F238E27FC236}">
                <a16:creationId xmlns:a16="http://schemas.microsoft.com/office/drawing/2014/main" id="{D1EAE15A-7F51-5E96-C8DE-773A96BFACC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61825" y="944225"/>
            <a:ext cx="1907700" cy="9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601" name="Google Shape;1601;p35">
            <a:extLst>
              <a:ext uri="{FF2B5EF4-FFF2-40B4-BE49-F238E27FC236}">
                <a16:creationId xmlns:a16="http://schemas.microsoft.com/office/drawing/2014/main" id="{80F26056-3C23-4DDD-8318-5A377E8358CE}"/>
              </a:ext>
            </a:extLst>
          </p:cNvPr>
          <p:cNvSpPr/>
          <p:nvPr/>
        </p:nvSpPr>
        <p:spPr>
          <a:xfrm>
            <a:off x="8214661" y="3549550"/>
            <a:ext cx="60022" cy="62388"/>
          </a:xfrm>
          <a:custGeom>
            <a:avLst/>
            <a:gdLst/>
            <a:ahLst/>
            <a:cxnLst/>
            <a:rect l="l" t="t" r="r" b="b"/>
            <a:pathLst>
              <a:path w="1423" h="1479" fill="none" extrusionOk="0">
                <a:moveTo>
                  <a:pt x="1422" y="717"/>
                </a:moveTo>
                <a:cubicBezTo>
                  <a:pt x="1422" y="1138"/>
                  <a:pt x="1081" y="1479"/>
                  <a:pt x="706" y="1479"/>
                </a:cubicBezTo>
                <a:cubicBezTo>
                  <a:pt x="285" y="1479"/>
                  <a:pt x="1" y="1138"/>
                  <a:pt x="1" y="717"/>
                </a:cubicBezTo>
                <a:cubicBezTo>
                  <a:pt x="1" y="342"/>
                  <a:pt x="285" y="1"/>
                  <a:pt x="706" y="1"/>
                </a:cubicBezTo>
                <a:cubicBezTo>
                  <a:pt x="1081" y="1"/>
                  <a:pt x="1422" y="342"/>
                  <a:pt x="1422" y="717"/>
                </a:cubicBezTo>
                <a:close/>
              </a:path>
            </a:pathLst>
          </a:custGeom>
          <a:noFill/>
          <a:ln w="48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2" name="Google Shape;1602;p35">
            <a:extLst>
              <a:ext uri="{FF2B5EF4-FFF2-40B4-BE49-F238E27FC236}">
                <a16:creationId xmlns:a16="http://schemas.microsoft.com/office/drawing/2014/main" id="{063EBADF-27DE-E9B2-4B38-B2E7F02F0633}"/>
              </a:ext>
            </a:extLst>
          </p:cNvPr>
          <p:cNvSpPr/>
          <p:nvPr/>
        </p:nvSpPr>
        <p:spPr>
          <a:xfrm>
            <a:off x="8646289" y="3456073"/>
            <a:ext cx="253713" cy="0"/>
          </a:xfrm>
          <a:custGeom>
            <a:avLst/>
            <a:gdLst/>
            <a:ahLst/>
            <a:cxnLst/>
            <a:rect l="l" t="t" r="r" b="b"/>
            <a:pathLst>
              <a:path w="6015" fill="none" extrusionOk="0">
                <a:moveTo>
                  <a:pt x="0" y="0"/>
                </a:moveTo>
                <a:lnTo>
                  <a:pt x="6014" y="0"/>
                </a:lnTo>
              </a:path>
            </a:pathLst>
          </a:custGeom>
          <a:noFill/>
          <a:ln w="48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1820;p37">
            <a:extLst>
              <a:ext uri="{FF2B5EF4-FFF2-40B4-BE49-F238E27FC236}">
                <a16:creationId xmlns:a16="http://schemas.microsoft.com/office/drawing/2014/main" id="{C0EB62A7-DF9E-0498-7FF7-53588EFEF76D}"/>
              </a:ext>
            </a:extLst>
          </p:cNvPr>
          <p:cNvGrpSpPr/>
          <p:nvPr/>
        </p:nvGrpSpPr>
        <p:grpSpPr>
          <a:xfrm>
            <a:off x="3111996" y="907940"/>
            <a:ext cx="880529" cy="954885"/>
            <a:chOff x="2778137" y="1329174"/>
            <a:chExt cx="382529" cy="382529"/>
          </a:xfrm>
        </p:grpSpPr>
        <p:sp>
          <p:nvSpPr>
            <p:cNvPr id="3" name="Google Shape;1821;p37">
              <a:extLst>
                <a:ext uri="{FF2B5EF4-FFF2-40B4-BE49-F238E27FC236}">
                  <a16:creationId xmlns:a16="http://schemas.microsoft.com/office/drawing/2014/main" id="{F3C2870F-CE6C-B209-BA19-89C24849BEF8}"/>
                </a:ext>
              </a:extLst>
            </p:cNvPr>
            <p:cNvSpPr/>
            <p:nvPr/>
          </p:nvSpPr>
          <p:spPr>
            <a:xfrm>
              <a:off x="2968390" y="1342252"/>
              <a:ext cx="96768" cy="94510"/>
            </a:xfrm>
            <a:custGeom>
              <a:avLst/>
              <a:gdLst/>
              <a:ahLst/>
              <a:cxnLst/>
              <a:rect l="l" t="t" r="r" b="b"/>
              <a:pathLst>
                <a:path w="3685" h="3599" extrusionOk="0">
                  <a:moveTo>
                    <a:pt x="0" y="0"/>
                  </a:moveTo>
                  <a:lnTo>
                    <a:pt x="0" y="3599"/>
                  </a:lnTo>
                  <a:lnTo>
                    <a:pt x="2929" y="3599"/>
                  </a:lnTo>
                  <a:lnTo>
                    <a:pt x="2709" y="3149"/>
                  </a:lnTo>
                  <a:cubicBezTo>
                    <a:pt x="2651" y="3044"/>
                    <a:pt x="2594" y="2939"/>
                    <a:pt x="2517" y="2843"/>
                  </a:cubicBezTo>
                  <a:cubicBezTo>
                    <a:pt x="2087" y="2240"/>
                    <a:pt x="2297" y="1991"/>
                    <a:pt x="2335" y="1953"/>
                  </a:cubicBezTo>
                  <a:cubicBezTo>
                    <a:pt x="2410" y="1886"/>
                    <a:pt x="2508" y="1848"/>
                    <a:pt x="2611" y="1848"/>
                  </a:cubicBezTo>
                  <a:cubicBezTo>
                    <a:pt x="2640" y="1848"/>
                    <a:pt x="2669" y="1851"/>
                    <a:pt x="2699" y="1857"/>
                  </a:cubicBezTo>
                  <a:cubicBezTo>
                    <a:pt x="2852" y="1895"/>
                    <a:pt x="2986" y="1982"/>
                    <a:pt x="3091" y="2106"/>
                  </a:cubicBezTo>
                  <a:lnTo>
                    <a:pt x="3627" y="2651"/>
                  </a:lnTo>
                  <a:lnTo>
                    <a:pt x="3627" y="412"/>
                  </a:lnTo>
                  <a:cubicBezTo>
                    <a:pt x="3627" y="393"/>
                    <a:pt x="3627" y="374"/>
                    <a:pt x="3627" y="355"/>
                  </a:cubicBezTo>
                  <a:lnTo>
                    <a:pt x="36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822;p37">
              <a:extLst>
                <a:ext uri="{FF2B5EF4-FFF2-40B4-BE49-F238E27FC236}">
                  <a16:creationId xmlns:a16="http://schemas.microsoft.com/office/drawing/2014/main" id="{BEDE59BB-A8FC-77B3-8EF8-F49D91AD8DCA}"/>
                </a:ext>
              </a:extLst>
            </p:cNvPr>
            <p:cNvSpPr/>
            <p:nvPr/>
          </p:nvSpPr>
          <p:spPr>
            <a:xfrm>
              <a:off x="2968390" y="1413127"/>
              <a:ext cx="76916" cy="23634"/>
            </a:xfrm>
            <a:custGeom>
              <a:avLst/>
              <a:gdLst/>
              <a:ahLst/>
              <a:cxnLst/>
              <a:rect l="l" t="t" r="r" b="b"/>
              <a:pathLst>
                <a:path w="2929" h="900" extrusionOk="0">
                  <a:moveTo>
                    <a:pt x="0" y="0"/>
                  </a:moveTo>
                  <a:lnTo>
                    <a:pt x="0" y="900"/>
                  </a:lnTo>
                  <a:lnTo>
                    <a:pt x="2929" y="900"/>
                  </a:lnTo>
                  <a:lnTo>
                    <a:pt x="2709" y="450"/>
                  </a:lnTo>
                  <a:cubicBezTo>
                    <a:pt x="2661" y="335"/>
                    <a:pt x="2594" y="230"/>
                    <a:pt x="2527" y="134"/>
                  </a:cubicBezTo>
                  <a:cubicBezTo>
                    <a:pt x="2489" y="86"/>
                    <a:pt x="2460" y="39"/>
                    <a:pt x="2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823;p37">
              <a:extLst>
                <a:ext uri="{FF2B5EF4-FFF2-40B4-BE49-F238E27FC236}">
                  <a16:creationId xmlns:a16="http://schemas.microsoft.com/office/drawing/2014/main" id="{CDE4D449-AF20-E003-494E-A3AD4A8A127A}"/>
                </a:ext>
              </a:extLst>
            </p:cNvPr>
            <p:cNvSpPr/>
            <p:nvPr/>
          </p:nvSpPr>
          <p:spPr>
            <a:xfrm>
              <a:off x="2873880" y="1605640"/>
              <a:ext cx="96794" cy="94247"/>
            </a:xfrm>
            <a:custGeom>
              <a:avLst/>
              <a:gdLst/>
              <a:ahLst/>
              <a:cxnLst/>
              <a:rect l="l" t="t" r="r" b="b"/>
              <a:pathLst>
                <a:path w="3686" h="3589" extrusionOk="0">
                  <a:moveTo>
                    <a:pt x="766" y="0"/>
                  </a:moveTo>
                  <a:lnTo>
                    <a:pt x="977" y="440"/>
                  </a:lnTo>
                  <a:cubicBezTo>
                    <a:pt x="1034" y="555"/>
                    <a:pt x="1092" y="651"/>
                    <a:pt x="1168" y="756"/>
                  </a:cubicBezTo>
                  <a:cubicBezTo>
                    <a:pt x="1599" y="1349"/>
                    <a:pt x="1389" y="1608"/>
                    <a:pt x="1350" y="1637"/>
                  </a:cubicBezTo>
                  <a:cubicBezTo>
                    <a:pt x="1276" y="1704"/>
                    <a:pt x="1178" y="1742"/>
                    <a:pt x="1075" y="1742"/>
                  </a:cubicBezTo>
                  <a:cubicBezTo>
                    <a:pt x="1046" y="1742"/>
                    <a:pt x="1016" y="1739"/>
                    <a:pt x="987" y="1732"/>
                  </a:cubicBezTo>
                  <a:cubicBezTo>
                    <a:pt x="843" y="1684"/>
                    <a:pt x="699" y="1598"/>
                    <a:pt x="594" y="1483"/>
                  </a:cubicBezTo>
                  <a:lnTo>
                    <a:pt x="58" y="938"/>
                  </a:lnTo>
                  <a:lnTo>
                    <a:pt x="58" y="3177"/>
                  </a:lnTo>
                  <a:cubicBezTo>
                    <a:pt x="58" y="3197"/>
                    <a:pt x="58" y="3216"/>
                    <a:pt x="58" y="3225"/>
                  </a:cubicBezTo>
                  <a:lnTo>
                    <a:pt x="1" y="3589"/>
                  </a:lnTo>
                  <a:lnTo>
                    <a:pt x="3685" y="3589"/>
                  </a:lnTo>
                  <a:lnTo>
                    <a:pt x="36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824;p37">
              <a:extLst>
                <a:ext uri="{FF2B5EF4-FFF2-40B4-BE49-F238E27FC236}">
                  <a16:creationId xmlns:a16="http://schemas.microsoft.com/office/drawing/2014/main" id="{C74415FB-E268-073D-6C06-D1A9DCED4040}"/>
                </a:ext>
              </a:extLst>
            </p:cNvPr>
            <p:cNvSpPr/>
            <p:nvPr/>
          </p:nvSpPr>
          <p:spPr>
            <a:xfrm>
              <a:off x="2893996" y="1605640"/>
              <a:ext cx="76679" cy="23398"/>
            </a:xfrm>
            <a:custGeom>
              <a:avLst/>
              <a:gdLst/>
              <a:ahLst/>
              <a:cxnLst/>
              <a:rect l="l" t="t" r="r" b="b"/>
              <a:pathLst>
                <a:path w="2920" h="891" extrusionOk="0">
                  <a:moveTo>
                    <a:pt x="0" y="0"/>
                  </a:moveTo>
                  <a:lnTo>
                    <a:pt x="211" y="440"/>
                  </a:lnTo>
                  <a:cubicBezTo>
                    <a:pt x="268" y="555"/>
                    <a:pt x="326" y="651"/>
                    <a:pt x="402" y="756"/>
                  </a:cubicBezTo>
                  <a:cubicBezTo>
                    <a:pt x="441" y="804"/>
                    <a:pt x="469" y="852"/>
                    <a:pt x="498" y="890"/>
                  </a:cubicBezTo>
                  <a:lnTo>
                    <a:pt x="2919" y="890"/>
                  </a:lnTo>
                  <a:lnTo>
                    <a:pt x="29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825;p37">
              <a:extLst>
                <a:ext uri="{FF2B5EF4-FFF2-40B4-BE49-F238E27FC236}">
                  <a16:creationId xmlns:a16="http://schemas.microsoft.com/office/drawing/2014/main" id="{547478A3-F2B3-51D9-4D4A-29E2ABE75113}"/>
                </a:ext>
              </a:extLst>
            </p:cNvPr>
            <p:cNvSpPr/>
            <p:nvPr/>
          </p:nvSpPr>
          <p:spPr>
            <a:xfrm>
              <a:off x="2784912" y="1546056"/>
              <a:ext cx="132744" cy="165648"/>
            </a:xfrm>
            <a:custGeom>
              <a:avLst/>
              <a:gdLst/>
              <a:ahLst/>
              <a:cxnLst/>
              <a:rect l="l" t="t" r="r" b="b"/>
              <a:pathLst>
                <a:path w="5055" h="6308" extrusionOk="0">
                  <a:moveTo>
                    <a:pt x="585" y="1"/>
                  </a:moveTo>
                  <a:lnTo>
                    <a:pt x="585" y="1121"/>
                  </a:lnTo>
                  <a:cubicBezTo>
                    <a:pt x="1" y="1551"/>
                    <a:pt x="20" y="3159"/>
                    <a:pt x="30" y="3226"/>
                  </a:cubicBezTo>
                  <a:lnTo>
                    <a:pt x="30" y="4422"/>
                  </a:lnTo>
                  <a:cubicBezTo>
                    <a:pt x="30" y="4700"/>
                    <a:pt x="250" y="4920"/>
                    <a:pt x="527" y="4920"/>
                  </a:cubicBezTo>
                  <a:lnTo>
                    <a:pt x="546" y="4920"/>
                  </a:lnTo>
                  <a:cubicBezTo>
                    <a:pt x="661" y="4920"/>
                    <a:pt x="776" y="4882"/>
                    <a:pt x="872" y="4805"/>
                  </a:cubicBezTo>
                  <a:lnTo>
                    <a:pt x="872" y="5399"/>
                  </a:lnTo>
                  <a:cubicBezTo>
                    <a:pt x="872" y="5676"/>
                    <a:pt x="1092" y="5906"/>
                    <a:pt x="1369" y="5906"/>
                  </a:cubicBezTo>
                  <a:lnTo>
                    <a:pt x="1389" y="5906"/>
                  </a:lnTo>
                  <a:cubicBezTo>
                    <a:pt x="1503" y="5906"/>
                    <a:pt x="1618" y="5868"/>
                    <a:pt x="1704" y="5791"/>
                  </a:cubicBezTo>
                  <a:lnTo>
                    <a:pt x="1704" y="5801"/>
                  </a:lnTo>
                  <a:cubicBezTo>
                    <a:pt x="1704" y="6078"/>
                    <a:pt x="1934" y="6308"/>
                    <a:pt x="2212" y="6308"/>
                  </a:cubicBezTo>
                  <a:lnTo>
                    <a:pt x="2221" y="6308"/>
                  </a:lnTo>
                  <a:cubicBezTo>
                    <a:pt x="2499" y="6308"/>
                    <a:pt x="2728" y="6078"/>
                    <a:pt x="2728" y="5801"/>
                  </a:cubicBezTo>
                  <a:lnTo>
                    <a:pt x="2728" y="5791"/>
                  </a:lnTo>
                  <a:cubicBezTo>
                    <a:pt x="2815" y="5868"/>
                    <a:pt x="2929" y="5906"/>
                    <a:pt x="3044" y="5906"/>
                  </a:cubicBezTo>
                  <a:lnTo>
                    <a:pt x="3063" y="5906"/>
                  </a:lnTo>
                  <a:cubicBezTo>
                    <a:pt x="3341" y="5906"/>
                    <a:pt x="3571" y="5686"/>
                    <a:pt x="3571" y="5408"/>
                  </a:cubicBezTo>
                  <a:lnTo>
                    <a:pt x="3571" y="3561"/>
                  </a:lnTo>
                  <a:cubicBezTo>
                    <a:pt x="3724" y="3791"/>
                    <a:pt x="3982" y="4087"/>
                    <a:pt x="4288" y="4145"/>
                  </a:cubicBezTo>
                  <a:cubicBezTo>
                    <a:pt x="4330" y="4155"/>
                    <a:pt x="4372" y="4159"/>
                    <a:pt x="4413" y="4159"/>
                  </a:cubicBezTo>
                  <a:cubicBezTo>
                    <a:pt x="4536" y="4159"/>
                    <a:pt x="4657" y="4118"/>
                    <a:pt x="4757" y="4040"/>
                  </a:cubicBezTo>
                  <a:lnTo>
                    <a:pt x="4805" y="4001"/>
                  </a:lnTo>
                  <a:lnTo>
                    <a:pt x="4834" y="3953"/>
                  </a:lnTo>
                  <a:cubicBezTo>
                    <a:pt x="4920" y="3829"/>
                    <a:pt x="5054" y="3504"/>
                    <a:pt x="4633" y="2920"/>
                  </a:cubicBezTo>
                  <a:cubicBezTo>
                    <a:pt x="4451" y="2681"/>
                    <a:pt x="4346" y="2413"/>
                    <a:pt x="4308" y="2126"/>
                  </a:cubicBezTo>
                  <a:cubicBezTo>
                    <a:pt x="4231" y="1685"/>
                    <a:pt x="4126" y="1360"/>
                    <a:pt x="3456" y="843"/>
                  </a:cubicBezTo>
                  <a:lnTo>
                    <a:pt x="34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826;p37">
              <a:extLst>
                <a:ext uri="{FF2B5EF4-FFF2-40B4-BE49-F238E27FC236}">
                  <a16:creationId xmlns:a16="http://schemas.microsoft.com/office/drawing/2014/main" id="{FD76C937-356F-1BE2-470F-4F5359205E51}"/>
                </a:ext>
              </a:extLst>
            </p:cNvPr>
            <p:cNvSpPr/>
            <p:nvPr/>
          </p:nvSpPr>
          <p:spPr>
            <a:xfrm>
              <a:off x="2784912" y="1546056"/>
              <a:ext cx="24159" cy="129225"/>
            </a:xfrm>
            <a:custGeom>
              <a:avLst/>
              <a:gdLst/>
              <a:ahLst/>
              <a:cxnLst/>
              <a:rect l="l" t="t" r="r" b="b"/>
              <a:pathLst>
                <a:path w="920" h="4921" extrusionOk="0">
                  <a:moveTo>
                    <a:pt x="585" y="1"/>
                  </a:moveTo>
                  <a:lnTo>
                    <a:pt x="585" y="1121"/>
                  </a:lnTo>
                  <a:cubicBezTo>
                    <a:pt x="1" y="1542"/>
                    <a:pt x="20" y="3159"/>
                    <a:pt x="30" y="3226"/>
                  </a:cubicBezTo>
                  <a:lnTo>
                    <a:pt x="30" y="4422"/>
                  </a:lnTo>
                  <a:cubicBezTo>
                    <a:pt x="30" y="4700"/>
                    <a:pt x="250" y="4920"/>
                    <a:pt x="527" y="4920"/>
                  </a:cubicBezTo>
                  <a:lnTo>
                    <a:pt x="546" y="4920"/>
                  </a:lnTo>
                  <a:cubicBezTo>
                    <a:pt x="604" y="4920"/>
                    <a:pt x="652" y="4910"/>
                    <a:pt x="700" y="4901"/>
                  </a:cubicBezTo>
                  <a:cubicBezTo>
                    <a:pt x="499" y="4824"/>
                    <a:pt x="355" y="4633"/>
                    <a:pt x="355" y="4422"/>
                  </a:cubicBezTo>
                  <a:lnTo>
                    <a:pt x="355" y="3226"/>
                  </a:lnTo>
                  <a:cubicBezTo>
                    <a:pt x="355" y="3159"/>
                    <a:pt x="326" y="1637"/>
                    <a:pt x="920" y="1216"/>
                  </a:cubicBezTo>
                  <a:lnTo>
                    <a:pt x="9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827;p37">
              <a:extLst>
                <a:ext uri="{FF2B5EF4-FFF2-40B4-BE49-F238E27FC236}">
                  <a16:creationId xmlns:a16="http://schemas.microsoft.com/office/drawing/2014/main" id="{BBB3A8A0-D077-8BB9-0F57-2023ED52450D}"/>
                </a:ext>
              </a:extLst>
            </p:cNvPr>
            <p:cNvSpPr/>
            <p:nvPr/>
          </p:nvSpPr>
          <p:spPr>
            <a:xfrm>
              <a:off x="2807548" y="1632398"/>
              <a:ext cx="17857" cy="68749"/>
            </a:xfrm>
            <a:custGeom>
              <a:avLst/>
              <a:gdLst/>
              <a:ahLst/>
              <a:cxnLst/>
              <a:rect l="l" t="t" r="r" b="b"/>
              <a:pathLst>
                <a:path w="680" h="2618" extrusionOk="0">
                  <a:moveTo>
                    <a:pt x="163" y="0"/>
                  </a:moveTo>
                  <a:cubicBezTo>
                    <a:pt x="82" y="0"/>
                    <a:pt x="0" y="53"/>
                    <a:pt x="0" y="158"/>
                  </a:cubicBezTo>
                  <a:lnTo>
                    <a:pt x="0" y="1776"/>
                  </a:lnTo>
                  <a:lnTo>
                    <a:pt x="0" y="2120"/>
                  </a:lnTo>
                  <a:cubicBezTo>
                    <a:pt x="0" y="2398"/>
                    <a:pt x="230" y="2618"/>
                    <a:pt x="507" y="2618"/>
                  </a:cubicBezTo>
                  <a:lnTo>
                    <a:pt x="527" y="2618"/>
                  </a:lnTo>
                  <a:cubicBezTo>
                    <a:pt x="574" y="2618"/>
                    <a:pt x="632" y="2608"/>
                    <a:pt x="680" y="2599"/>
                  </a:cubicBezTo>
                  <a:cubicBezTo>
                    <a:pt x="469" y="2522"/>
                    <a:pt x="335" y="2331"/>
                    <a:pt x="335" y="2111"/>
                  </a:cubicBezTo>
                  <a:lnTo>
                    <a:pt x="335" y="1517"/>
                  </a:lnTo>
                  <a:lnTo>
                    <a:pt x="326" y="1527"/>
                  </a:lnTo>
                  <a:lnTo>
                    <a:pt x="326" y="158"/>
                  </a:lnTo>
                  <a:cubicBezTo>
                    <a:pt x="326" y="53"/>
                    <a:pt x="244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828;p37">
              <a:extLst>
                <a:ext uri="{FF2B5EF4-FFF2-40B4-BE49-F238E27FC236}">
                  <a16:creationId xmlns:a16="http://schemas.microsoft.com/office/drawing/2014/main" id="{D56F85F0-8E9C-9A6E-A74F-5F00DFC073AA}"/>
                </a:ext>
              </a:extLst>
            </p:cNvPr>
            <p:cNvSpPr/>
            <p:nvPr/>
          </p:nvSpPr>
          <p:spPr>
            <a:xfrm>
              <a:off x="2855787" y="1648968"/>
              <a:ext cx="13603" cy="51995"/>
            </a:xfrm>
            <a:custGeom>
              <a:avLst/>
              <a:gdLst/>
              <a:ahLst/>
              <a:cxnLst/>
              <a:rect l="l" t="t" r="r" b="b"/>
              <a:pathLst>
                <a:path w="518" h="1980" extrusionOk="0">
                  <a:moveTo>
                    <a:pt x="163" y="1"/>
                  </a:moveTo>
                  <a:cubicBezTo>
                    <a:pt x="82" y="1"/>
                    <a:pt x="1" y="54"/>
                    <a:pt x="1" y="159"/>
                  </a:cubicBezTo>
                  <a:lnTo>
                    <a:pt x="1" y="1776"/>
                  </a:lnTo>
                  <a:cubicBezTo>
                    <a:pt x="1" y="1805"/>
                    <a:pt x="10" y="1834"/>
                    <a:pt x="29" y="1862"/>
                  </a:cubicBezTo>
                  <a:cubicBezTo>
                    <a:pt x="39" y="1882"/>
                    <a:pt x="58" y="1891"/>
                    <a:pt x="77" y="1901"/>
                  </a:cubicBezTo>
                  <a:cubicBezTo>
                    <a:pt x="153" y="1951"/>
                    <a:pt x="250" y="1979"/>
                    <a:pt x="343" y="1979"/>
                  </a:cubicBezTo>
                  <a:cubicBezTo>
                    <a:pt x="357" y="1979"/>
                    <a:pt x="370" y="1978"/>
                    <a:pt x="384" y="1977"/>
                  </a:cubicBezTo>
                  <a:cubicBezTo>
                    <a:pt x="431" y="1977"/>
                    <a:pt x="470" y="1968"/>
                    <a:pt x="518" y="1958"/>
                  </a:cubicBezTo>
                  <a:cubicBezTo>
                    <a:pt x="460" y="1939"/>
                    <a:pt x="412" y="1910"/>
                    <a:pt x="364" y="1872"/>
                  </a:cubicBezTo>
                  <a:cubicBezTo>
                    <a:pt x="345" y="1853"/>
                    <a:pt x="326" y="1824"/>
                    <a:pt x="326" y="1786"/>
                  </a:cubicBezTo>
                  <a:lnTo>
                    <a:pt x="326" y="1776"/>
                  </a:lnTo>
                  <a:lnTo>
                    <a:pt x="326" y="159"/>
                  </a:lnTo>
                  <a:cubicBezTo>
                    <a:pt x="326" y="54"/>
                    <a:pt x="245" y="1"/>
                    <a:pt x="1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829;p37">
              <a:extLst>
                <a:ext uri="{FF2B5EF4-FFF2-40B4-BE49-F238E27FC236}">
                  <a16:creationId xmlns:a16="http://schemas.microsoft.com/office/drawing/2014/main" id="{7ECA3D59-37D1-C52A-59D2-6D7A82602E9A}"/>
                </a:ext>
              </a:extLst>
            </p:cNvPr>
            <p:cNvSpPr/>
            <p:nvPr/>
          </p:nvSpPr>
          <p:spPr>
            <a:xfrm>
              <a:off x="2829921" y="1653065"/>
              <a:ext cx="17358" cy="58639"/>
            </a:xfrm>
            <a:custGeom>
              <a:avLst/>
              <a:gdLst/>
              <a:ahLst/>
              <a:cxnLst/>
              <a:rect l="l" t="t" r="r" b="b"/>
              <a:pathLst>
                <a:path w="661" h="2233" extrusionOk="0">
                  <a:moveTo>
                    <a:pt x="158" y="0"/>
                  </a:moveTo>
                  <a:cubicBezTo>
                    <a:pt x="79" y="0"/>
                    <a:pt x="0" y="56"/>
                    <a:pt x="0" y="166"/>
                  </a:cubicBezTo>
                  <a:lnTo>
                    <a:pt x="0" y="1783"/>
                  </a:lnTo>
                  <a:cubicBezTo>
                    <a:pt x="0" y="1793"/>
                    <a:pt x="0" y="1812"/>
                    <a:pt x="10" y="1831"/>
                  </a:cubicBezTo>
                  <a:lnTo>
                    <a:pt x="0" y="1831"/>
                  </a:lnTo>
                  <a:cubicBezTo>
                    <a:pt x="48" y="2060"/>
                    <a:pt x="249" y="2233"/>
                    <a:pt x="488" y="2233"/>
                  </a:cubicBezTo>
                  <a:lnTo>
                    <a:pt x="507" y="2233"/>
                  </a:lnTo>
                  <a:cubicBezTo>
                    <a:pt x="565" y="2233"/>
                    <a:pt x="613" y="2223"/>
                    <a:pt x="660" y="2204"/>
                  </a:cubicBezTo>
                  <a:cubicBezTo>
                    <a:pt x="459" y="2137"/>
                    <a:pt x="316" y="1946"/>
                    <a:pt x="316" y="1726"/>
                  </a:cubicBezTo>
                  <a:lnTo>
                    <a:pt x="316" y="166"/>
                  </a:lnTo>
                  <a:cubicBezTo>
                    <a:pt x="316" y="56"/>
                    <a:pt x="237" y="0"/>
                    <a:pt x="1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830;p37">
              <a:extLst>
                <a:ext uri="{FF2B5EF4-FFF2-40B4-BE49-F238E27FC236}">
                  <a16:creationId xmlns:a16="http://schemas.microsoft.com/office/drawing/2014/main" id="{0540F027-BDCE-9C0B-190B-A436C48E5937}"/>
                </a:ext>
              </a:extLst>
            </p:cNvPr>
            <p:cNvSpPr/>
            <p:nvPr/>
          </p:nvSpPr>
          <p:spPr>
            <a:xfrm>
              <a:off x="2878660" y="1627750"/>
              <a:ext cx="26155" cy="27520"/>
            </a:xfrm>
            <a:custGeom>
              <a:avLst/>
              <a:gdLst/>
              <a:ahLst/>
              <a:cxnLst/>
              <a:rect l="l" t="t" r="r" b="b"/>
              <a:pathLst>
                <a:path w="996" h="1048" extrusionOk="0">
                  <a:moveTo>
                    <a:pt x="1" y="0"/>
                  </a:moveTo>
                  <a:lnTo>
                    <a:pt x="1" y="441"/>
                  </a:lnTo>
                  <a:cubicBezTo>
                    <a:pt x="96" y="574"/>
                    <a:pt x="211" y="708"/>
                    <a:pt x="326" y="823"/>
                  </a:cubicBezTo>
                  <a:cubicBezTo>
                    <a:pt x="431" y="929"/>
                    <a:pt x="565" y="996"/>
                    <a:pt x="709" y="1034"/>
                  </a:cubicBezTo>
                  <a:cubicBezTo>
                    <a:pt x="752" y="1042"/>
                    <a:pt x="795" y="1047"/>
                    <a:pt x="838" y="1047"/>
                  </a:cubicBezTo>
                  <a:cubicBezTo>
                    <a:pt x="891" y="1047"/>
                    <a:pt x="943" y="1040"/>
                    <a:pt x="996" y="1024"/>
                  </a:cubicBezTo>
                  <a:cubicBezTo>
                    <a:pt x="805" y="948"/>
                    <a:pt x="632" y="833"/>
                    <a:pt x="498" y="670"/>
                  </a:cubicBezTo>
                  <a:cubicBezTo>
                    <a:pt x="470" y="632"/>
                    <a:pt x="412" y="555"/>
                    <a:pt x="355" y="479"/>
                  </a:cubicBezTo>
                  <a:lnTo>
                    <a:pt x="326" y="441"/>
                  </a:lnTo>
                  <a:cubicBezTo>
                    <a:pt x="173" y="24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831;p37">
              <a:extLst>
                <a:ext uri="{FF2B5EF4-FFF2-40B4-BE49-F238E27FC236}">
                  <a16:creationId xmlns:a16="http://schemas.microsoft.com/office/drawing/2014/main" id="{4B6E9A3C-B4A5-76F6-1C3B-0479E77D67F9}"/>
                </a:ext>
              </a:extLst>
            </p:cNvPr>
            <p:cNvSpPr/>
            <p:nvPr/>
          </p:nvSpPr>
          <p:spPr>
            <a:xfrm>
              <a:off x="2790715" y="1425443"/>
              <a:ext cx="94510" cy="96768"/>
            </a:xfrm>
            <a:custGeom>
              <a:avLst/>
              <a:gdLst/>
              <a:ahLst/>
              <a:cxnLst/>
              <a:rect l="l" t="t" r="r" b="b"/>
              <a:pathLst>
                <a:path w="3599" h="3685" extrusionOk="0">
                  <a:moveTo>
                    <a:pt x="0" y="0"/>
                  </a:moveTo>
                  <a:lnTo>
                    <a:pt x="0" y="3685"/>
                  </a:lnTo>
                  <a:lnTo>
                    <a:pt x="3598" y="3685"/>
                  </a:lnTo>
                  <a:lnTo>
                    <a:pt x="3598" y="756"/>
                  </a:lnTo>
                  <a:lnTo>
                    <a:pt x="3149" y="976"/>
                  </a:lnTo>
                  <a:cubicBezTo>
                    <a:pt x="3043" y="1024"/>
                    <a:pt x="2938" y="1091"/>
                    <a:pt x="2842" y="1158"/>
                  </a:cubicBezTo>
                  <a:cubicBezTo>
                    <a:pt x="2661" y="1311"/>
                    <a:pt x="2440" y="1407"/>
                    <a:pt x="2201" y="1426"/>
                  </a:cubicBezTo>
                  <a:cubicBezTo>
                    <a:pt x="2192" y="1427"/>
                    <a:pt x="2183" y="1428"/>
                    <a:pt x="2174" y="1428"/>
                  </a:cubicBezTo>
                  <a:cubicBezTo>
                    <a:pt x="2096" y="1428"/>
                    <a:pt x="2012" y="1392"/>
                    <a:pt x="1952" y="1340"/>
                  </a:cubicBezTo>
                  <a:cubicBezTo>
                    <a:pt x="1866" y="1244"/>
                    <a:pt x="1828" y="1110"/>
                    <a:pt x="1857" y="986"/>
                  </a:cubicBezTo>
                  <a:cubicBezTo>
                    <a:pt x="1905" y="833"/>
                    <a:pt x="1991" y="699"/>
                    <a:pt x="2106" y="594"/>
                  </a:cubicBezTo>
                  <a:lnTo>
                    <a:pt x="2651" y="48"/>
                  </a:lnTo>
                  <a:lnTo>
                    <a:pt x="354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832;p37">
              <a:extLst>
                <a:ext uri="{FF2B5EF4-FFF2-40B4-BE49-F238E27FC236}">
                  <a16:creationId xmlns:a16="http://schemas.microsoft.com/office/drawing/2014/main" id="{CBB6D8E1-471C-D1FA-7460-D83ED50294F6}"/>
                </a:ext>
              </a:extLst>
            </p:cNvPr>
            <p:cNvSpPr/>
            <p:nvPr/>
          </p:nvSpPr>
          <p:spPr>
            <a:xfrm>
              <a:off x="3053840" y="1519927"/>
              <a:ext cx="94772" cy="96794"/>
            </a:xfrm>
            <a:custGeom>
              <a:avLst/>
              <a:gdLst/>
              <a:ahLst/>
              <a:cxnLst/>
              <a:rect l="l" t="t" r="r" b="b"/>
              <a:pathLst>
                <a:path w="3609" h="3686" extrusionOk="0">
                  <a:moveTo>
                    <a:pt x="0" y="1"/>
                  </a:moveTo>
                  <a:lnTo>
                    <a:pt x="0" y="2920"/>
                  </a:lnTo>
                  <a:lnTo>
                    <a:pt x="460" y="2709"/>
                  </a:lnTo>
                  <a:cubicBezTo>
                    <a:pt x="565" y="2652"/>
                    <a:pt x="670" y="2594"/>
                    <a:pt x="766" y="2518"/>
                  </a:cubicBezTo>
                  <a:cubicBezTo>
                    <a:pt x="948" y="2364"/>
                    <a:pt x="1168" y="2278"/>
                    <a:pt x="1407" y="2250"/>
                  </a:cubicBezTo>
                  <a:cubicBezTo>
                    <a:pt x="1493" y="2250"/>
                    <a:pt x="1579" y="2278"/>
                    <a:pt x="1656" y="2336"/>
                  </a:cubicBezTo>
                  <a:cubicBezTo>
                    <a:pt x="1742" y="2431"/>
                    <a:pt x="1780" y="2565"/>
                    <a:pt x="1752" y="2699"/>
                  </a:cubicBezTo>
                  <a:cubicBezTo>
                    <a:pt x="1704" y="2853"/>
                    <a:pt x="1618" y="2987"/>
                    <a:pt x="1503" y="3092"/>
                  </a:cubicBezTo>
                  <a:lnTo>
                    <a:pt x="948" y="3628"/>
                  </a:lnTo>
                  <a:lnTo>
                    <a:pt x="3244" y="3628"/>
                  </a:lnTo>
                  <a:lnTo>
                    <a:pt x="3608" y="3685"/>
                  </a:lnTo>
                  <a:lnTo>
                    <a:pt x="36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833;p37">
              <a:extLst>
                <a:ext uri="{FF2B5EF4-FFF2-40B4-BE49-F238E27FC236}">
                  <a16:creationId xmlns:a16="http://schemas.microsoft.com/office/drawing/2014/main" id="{5FEE98E0-FF29-A027-32C5-B30B639B8536}"/>
                </a:ext>
              </a:extLst>
            </p:cNvPr>
            <p:cNvSpPr/>
            <p:nvPr/>
          </p:nvSpPr>
          <p:spPr>
            <a:xfrm>
              <a:off x="3053840" y="1519927"/>
              <a:ext cx="23897" cy="76942"/>
            </a:xfrm>
            <a:custGeom>
              <a:avLst/>
              <a:gdLst/>
              <a:ahLst/>
              <a:cxnLst/>
              <a:rect l="l" t="t" r="r" b="b"/>
              <a:pathLst>
                <a:path w="910" h="2930" extrusionOk="0">
                  <a:moveTo>
                    <a:pt x="0" y="1"/>
                  </a:moveTo>
                  <a:lnTo>
                    <a:pt x="0" y="2920"/>
                  </a:lnTo>
                  <a:lnTo>
                    <a:pt x="0" y="2929"/>
                  </a:lnTo>
                  <a:lnTo>
                    <a:pt x="460" y="2709"/>
                  </a:lnTo>
                  <a:cubicBezTo>
                    <a:pt x="565" y="2652"/>
                    <a:pt x="670" y="2594"/>
                    <a:pt x="766" y="2518"/>
                  </a:cubicBezTo>
                  <a:cubicBezTo>
                    <a:pt x="814" y="2489"/>
                    <a:pt x="861" y="2451"/>
                    <a:pt x="909" y="2422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834;p37">
              <a:extLst>
                <a:ext uri="{FF2B5EF4-FFF2-40B4-BE49-F238E27FC236}">
                  <a16:creationId xmlns:a16="http://schemas.microsoft.com/office/drawing/2014/main" id="{E549C2DB-B004-B500-E687-4A817C3F9AB3}"/>
                </a:ext>
              </a:extLst>
            </p:cNvPr>
            <p:cNvSpPr/>
            <p:nvPr/>
          </p:nvSpPr>
          <p:spPr>
            <a:xfrm>
              <a:off x="2790715" y="1401573"/>
              <a:ext cx="23634" cy="120638"/>
            </a:xfrm>
            <a:custGeom>
              <a:avLst/>
              <a:gdLst/>
              <a:ahLst/>
              <a:cxnLst/>
              <a:rect l="l" t="t" r="r" b="b"/>
              <a:pathLst>
                <a:path w="900" h="4594" extrusionOk="0">
                  <a:moveTo>
                    <a:pt x="900" y="0"/>
                  </a:moveTo>
                  <a:lnTo>
                    <a:pt x="450" y="345"/>
                  </a:lnTo>
                  <a:cubicBezTo>
                    <a:pt x="335" y="431"/>
                    <a:pt x="230" y="526"/>
                    <a:pt x="134" y="641"/>
                  </a:cubicBezTo>
                  <a:cubicBezTo>
                    <a:pt x="86" y="689"/>
                    <a:pt x="48" y="747"/>
                    <a:pt x="0" y="785"/>
                  </a:cubicBezTo>
                  <a:lnTo>
                    <a:pt x="0" y="4594"/>
                  </a:lnTo>
                  <a:lnTo>
                    <a:pt x="900" y="4594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835;p37">
              <a:extLst>
                <a:ext uri="{FF2B5EF4-FFF2-40B4-BE49-F238E27FC236}">
                  <a16:creationId xmlns:a16="http://schemas.microsoft.com/office/drawing/2014/main" id="{DE29BFB4-72A4-18D6-92F5-AAE0131CB192}"/>
                </a:ext>
              </a:extLst>
            </p:cNvPr>
            <p:cNvSpPr/>
            <p:nvPr/>
          </p:nvSpPr>
          <p:spPr>
            <a:xfrm>
              <a:off x="3021409" y="1329174"/>
              <a:ext cx="132718" cy="165412"/>
            </a:xfrm>
            <a:custGeom>
              <a:avLst/>
              <a:gdLst/>
              <a:ahLst/>
              <a:cxnLst/>
              <a:rect l="l" t="t" r="r" b="b"/>
              <a:pathLst>
                <a:path w="5054" h="6299" extrusionOk="0">
                  <a:moveTo>
                    <a:pt x="2824" y="1"/>
                  </a:moveTo>
                  <a:cubicBezTo>
                    <a:pt x="2546" y="1"/>
                    <a:pt x="2326" y="221"/>
                    <a:pt x="2326" y="498"/>
                  </a:cubicBezTo>
                  <a:lnTo>
                    <a:pt x="2326" y="518"/>
                  </a:lnTo>
                  <a:cubicBezTo>
                    <a:pt x="2240" y="441"/>
                    <a:pt x="2125" y="393"/>
                    <a:pt x="2001" y="393"/>
                  </a:cubicBezTo>
                  <a:lnTo>
                    <a:pt x="1991" y="393"/>
                  </a:lnTo>
                  <a:cubicBezTo>
                    <a:pt x="1714" y="393"/>
                    <a:pt x="1484" y="623"/>
                    <a:pt x="1484" y="900"/>
                  </a:cubicBezTo>
                  <a:lnTo>
                    <a:pt x="1484" y="2747"/>
                  </a:lnTo>
                  <a:cubicBezTo>
                    <a:pt x="1321" y="2518"/>
                    <a:pt x="1072" y="2221"/>
                    <a:pt x="766" y="2154"/>
                  </a:cubicBezTo>
                  <a:cubicBezTo>
                    <a:pt x="731" y="2148"/>
                    <a:pt x="696" y="2145"/>
                    <a:pt x="661" y="2145"/>
                  </a:cubicBezTo>
                  <a:cubicBezTo>
                    <a:pt x="531" y="2145"/>
                    <a:pt x="403" y="2186"/>
                    <a:pt x="297" y="2269"/>
                  </a:cubicBezTo>
                  <a:lnTo>
                    <a:pt x="249" y="2307"/>
                  </a:lnTo>
                  <a:lnTo>
                    <a:pt x="211" y="2355"/>
                  </a:lnTo>
                  <a:cubicBezTo>
                    <a:pt x="135" y="2470"/>
                    <a:pt x="1" y="2805"/>
                    <a:pt x="422" y="3389"/>
                  </a:cubicBezTo>
                  <a:cubicBezTo>
                    <a:pt x="594" y="3618"/>
                    <a:pt x="709" y="3896"/>
                    <a:pt x="747" y="4183"/>
                  </a:cubicBezTo>
                  <a:cubicBezTo>
                    <a:pt x="824" y="4623"/>
                    <a:pt x="929" y="4949"/>
                    <a:pt x="1599" y="5465"/>
                  </a:cubicBezTo>
                  <a:lnTo>
                    <a:pt x="1599" y="6298"/>
                  </a:lnTo>
                  <a:lnTo>
                    <a:pt x="4470" y="6298"/>
                  </a:lnTo>
                  <a:lnTo>
                    <a:pt x="4470" y="5188"/>
                  </a:lnTo>
                  <a:cubicBezTo>
                    <a:pt x="5054" y="4757"/>
                    <a:pt x="5025" y="3140"/>
                    <a:pt x="5025" y="3073"/>
                  </a:cubicBezTo>
                  <a:lnTo>
                    <a:pt x="5025" y="1886"/>
                  </a:lnTo>
                  <a:cubicBezTo>
                    <a:pt x="5025" y="1609"/>
                    <a:pt x="4805" y="1388"/>
                    <a:pt x="4518" y="1388"/>
                  </a:cubicBezTo>
                  <a:lnTo>
                    <a:pt x="4508" y="1388"/>
                  </a:lnTo>
                  <a:cubicBezTo>
                    <a:pt x="4384" y="1388"/>
                    <a:pt x="4279" y="1427"/>
                    <a:pt x="4183" y="1503"/>
                  </a:cubicBezTo>
                  <a:lnTo>
                    <a:pt x="4183" y="910"/>
                  </a:lnTo>
                  <a:cubicBezTo>
                    <a:pt x="4183" y="632"/>
                    <a:pt x="3963" y="403"/>
                    <a:pt x="3685" y="403"/>
                  </a:cubicBezTo>
                  <a:lnTo>
                    <a:pt x="3666" y="403"/>
                  </a:lnTo>
                  <a:cubicBezTo>
                    <a:pt x="3551" y="403"/>
                    <a:pt x="3436" y="441"/>
                    <a:pt x="3350" y="518"/>
                  </a:cubicBezTo>
                  <a:lnTo>
                    <a:pt x="3350" y="508"/>
                  </a:lnTo>
                  <a:cubicBezTo>
                    <a:pt x="3350" y="221"/>
                    <a:pt x="3121" y="1"/>
                    <a:pt x="28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836;p37">
              <a:extLst>
                <a:ext uri="{FF2B5EF4-FFF2-40B4-BE49-F238E27FC236}">
                  <a16:creationId xmlns:a16="http://schemas.microsoft.com/office/drawing/2014/main" id="{39D06AF2-48CA-9585-4168-E3C52C4D64D9}"/>
                </a:ext>
              </a:extLst>
            </p:cNvPr>
            <p:cNvSpPr/>
            <p:nvPr/>
          </p:nvSpPr>
          <p:spPr>
            <a:xfrm>
              <a:off x="3021409" y="1385476"/>
              <a:ext cx="48528" cy="109110"/>
            </a:xfrm>
            <a:custGeom>
              <a:avLst/>
              <a:gdLst/>
              <a:ahLst/>
              <a:cxnLst/>
              <a:rect l="l" t="t" r="r" b="b"/>
              <a:pathLst>
                <a:path w="1848" h="4155" extrusionOk="0">
                  <a:moveTo>
                    <a:pt x="661" y="1"/>
                  </a:moveTo>
                  <a:cubicBezTo>
                    <a:pt x="532" y="1"/>
                    <a:pt x="405" y="42"/>
                    <a:pt x="307" y="125"/>
                  </a:cubicBezTo>
                  <a:lnTo>
                    <a:pt x="249" y="163"/>
                  </a:lnTo>
                  <a:lnTo>
                    <a:pt x="221" y="211"/>
                  </a:lnTo>
                  <a:cubicBezTo>
                    <a:pt x="135" y="336"/>
                    <a:pt x="1" y="661"/>
                    <a:pt x="431" y="1245"/>
                  </a:cubicBezTo>
                  <a:cubicBezTo>
                    <a:pt x="604" y="1474"/>
                    <a:pt x="709" y="1752"/>
                    <a:pt x="747" y="2039"/>
                  </a:cubicBezTo>
                  <a:cubicBezTo>
                    <a:pt x="824" y="2479"/>
                    <a:pt x="929" y="2805"/>
                    <a:pt x="1599" y="3321"/>
                  </a:cubicBezTo>
                  <a:lnTo>
                    <a:pt x="1599" y="4154"/>
                  </a:lnTo>
                  <a:lnTo>
                    <a:pt x="1848" y="4154"/>
                  </a:lnTo>
                  <a:lnTo>
                    <a:pt x="1848" y="3235"/>
                  </a:lnTo>
                  <a:cubicBezTo>
                    <a:pt x="1187" y="2718"/>
                    <a:pt x="1082" y="2479"/>
                    <a:pt x="996" y="2039"/>
                  </a:cubicBezTo>
                  <a:cubicBezTo>
                    <a:pt x="967" y="1752"/>
                    <a:pt x="852" y="1474"/>
                    <a:pt x="680" y="1245"/>
                  </a:cubicBezTo>
                  <a:cubicBezTo>
                    <a:pt x="249" y="661"/>
                    <a:pt x="393" y="326"/>
                    <a:pt x="470" y="211"/>
                  </a:cubicBezTo>
                  <a:lnTo>
                    <a:pt x="508" y="163"/>
                  </a:lnTo>
                  <a:lnTo>
                    <a:pt x="556" y="125"/>
                  </a:lnTo>
                  <a:cubicBezTo>
                    <a:pt x="623" y="68"/>
                    <a:pt x="699" y="39"/>
                    <a:pt x="776" y="10"/>
                  </a:cubicBezTo>
                  <a:lnTo>
                    <a:pt x="766" y="10"/>
                  </a:lnTo>
                  <a:cubicBezTo>
                    <a:pt x="731" y="4"/>
                    <a:pt x="696" y="1"/>
                    <a:pt x="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837;p37">
              <a:extLst>
                <a:ext uri="{FF2B5EF4-FFF2-40B4-BE49-F238E27FC236}">
                  <a16:creationId xmlns:a16="http://schemas.microsoft.com/office/drawing/2014/main" id="{570F8B1A-DAD0-B97D-4E8F-B0572C21AFF3}"/>
                </a:ext>
              </a:extLst>
            </p:cNvPr>
            <p:cNvSpPr/>
            <p:nvPr/>
          </p:nvSpPr>
          <p:spPr>
            <a:xfrm>
              <a:off x="3108120" y="1339731"/>
              <a:ext cx="13603" cy="52179"/>
            </a:xfrm>
            <a:custGeom>
              <a:avLst/>
              <a:gdLst/>
              <a:ahLst/>
              <a:cxnLst/>
              <a:rect l="l" t="t" r="r" b="b"/>
              <a:pathLst>
                <a:path w="518" h="1987" extrusionOk="0">
                  <a:moveTo>
                    <a:pt x="383" y="1"/>
                  </a:moveTo>
                  <a:cubicBezTo>
                    <a:pt x="278" y="1"/>
                    <a:pt x="173" y="20"/>
                    <a:pt x="77" y="77"/>
                  </a:cubicBezTo>
                  <a:cubicBezTo>
                    <a:pt x="58" y="87"/>
                    <a:pt x="39" y="106"/>
                    <a:pt x="29" y="116"/>
                  </a:cubicBezTo>
                  <a:cubicBezTo>
                    <a:pt x="10" y="144"/>
                    <a:pt x="10" y="173"/>
                    <a:pt x="0" y="211"/>
                  </a:cubicBezTo>
                  <a:lnTo>
                    <a:pt x="0" y="1829"/>
                  </a:lnTo>
                  <a:cubicBezTo>
                    <a:pt x="0" y="1934"/>
                    <a:pt x="82" y="1987"/>
                    <a:pt x="163" y="1987"/>
                  </a:cubicBezTo>
                  <a:cubicBezTo>
                    <a:pt x="244" y="1987"/>
                    <a:pt x="326" y="1934"/>
                    <a:pt x="326" y="1829"/>
                  </a:cubicBezTo>
                  <a:lnTo>
                    <a:pt x="326" y="211"/>
                  </a:lnTo>
                  <a:lnTo>
                    <a:pt x="326" y="202"/>
                  </a:lnTo>
                  <a:cubicBezTo>
                    <a:pt x="326" y="163"/>
                    <a:pt x="345" y="135"/>
                    <a:pt x="364" y="106"/>
                  </a:cubicBezTo>
                  <a:cubicBezTo>
                    <a:pt x="412" y="68"/>
                    <a:pt x="460" y="39"/>
                    <a:pt x="517" y="29"/>
                  </a:cubicBezTo>
                  <a:cubicBezTo>
                    <a:pt x="479" y="10"/>
                    <a:pt x="431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838;p37">
              <a:extLst>
                <a:ext uri="{FF2B5EF4-FFF2-40B4-BE49-F238E27FC236}">
                  <a16:creationId xmlns:a16="http://schemas.microsoft.com/office/drawing/2014/main" id="{4E3878DD-DB2C-0AF9-DFD1-0C29F7710D96}"/>
                </a:ext>
              </a:extLst>
            </p:cNvPr>
            <p:cNvSpPr/>
            <p:nvPr/>
          </p:nvSpPr>
          <p:spPr>
            <a:xfrm>
              <a:off x="3130992" y="1365833"/>
              <a:ext cx="13340" cy="35635"/>
            </a:xfrm>
            <a:custGeom>
              <a:avLst/>
              <a:gdLst/>
              <a:ahLst/>
              <a:cxnLst/>
              <a:rect l="l" t="t" r="r" b="b"/>
              <a:pathLst>
                <a:path w="508" h="1357" extrusionOk="0">
                  <a:moveTo>
                    <a:pt x="340" y="0"/>
                  </a:moveTo>
                  <a:cubicBezTo>
                    <a:pt x="242" y="0"/>
                    <a:pt x="151" y="29"/>
                    <a:pt x="67" y="79"/>
                  </a:cubicBezTo>
                  <a:cubicBezTo>
                    <a:pt x="48" y="88"/>
                    <a:pt x="39" y="107"/>
                    <a:pt x="19" y="117"/>
                  </a:cubicBezTo>
                  <a:cubicBezTo>
                    <a:pt x="10" y="146"/>
                    <a:pt x="0" y="174"/>
                    <a:pt x="0" y="213"/>
                  </a:cubicBezTo>
                  <a:lnTo>
                    <a:pt x="0" y="1198"/>
                  </a:lnTo>
                  <a:cubicBezTo>
                    <a:pt x="0" y="1304"/>
                    <a:pt x="79" y="1356"/>
                    <a:pt x="158" y="1356"/>
                  </a:cubicBezTo>
                  <a:cubicBezTo>
                    <a:pt x="237" y="1356"/>
                    <a:pt x="316" y="1304"/>
                    <a:pt x="316" y="1198"/>
                  </a:cubicBezTo>
                  <a:lnTo>
                    <a:pt x="316" y="213"/>
                  </a:lnTo>
                  <a:lnTo>
                    <a:pt x="316" y="193"/>
                  </a:lnTo>
                  <a:cubicBezTo>
                    <a:pt x="326" y="165"/>
                    <a:pt x="335" y="126"/>
                    <a:pt x="354" y="107"/>
                  </a:cubicBezTo>
                  <a:cubicBezTo>
                    <a:pt x="402" y="69"/>
                    <a:pt x="450" y="40"/>
                    <a:pt x="507" y="21"/>
                  </a:cubicBezTo>
                  <a:cubicBezTo>
                    <a:pt x="469" y="12"/>
                    <a:pt x="421" y="2"/>
                    <a:pt x="383" y="2"/>
                  </a:cubicBezTo>
                  <a:cubicBezTo>
                    <a:pt x="368" y="1"/>
                    <a:pt x="354" y="0"/>
                    <a:pt x="3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839;p37">
              <a:extLst>
                <a:ext uri="{FF2B5EF4-FFF2-40B4-BE49-F238E27FC236}">
                  <a16:creationId xmlns:a16="http://schemas.microsoft.com/office/drawing/2014/main" id="{EE3FD1D3-D476-B6F6-5DB6-5408159A6C32}"/>
                </a:ext>
              </a:extLst>
            </p:cNvPr>
            <p:cNvSpPr/>
            <p:nvPr/>
          </p:nvSpPr>
          <p:spPr>
            <a:xfrm>
              <a:off x="3082227" y="1329174"/>
              <a:ext cx="17620" cy="58665"/>
            </a:xfrm>
            <a:custGeom>
              <a:avLst/>
              <a:gdLst/>
              <a:ahLst/>
              <a:cxnLst/>
              <a:rect l="l" t="t" r="r" b="b"/>
              <a:pathLst>
                <a:path w="671" h="2234" extrusionOk="0">
                  <a:moveTo>
                    <a:pt x="498" y="1"/>
                  </a:moveTo>
                  <a:cubicBezTo>
                    <a:pt x="259" y="1"/>
                    <a:pt x="48" y="173"/>
                    <a:pt x="1" y="403"/>
                  </a:cubicBezTo>
                  <a:lnTo>
                    <a:pt x="10" y="403"/>
                  </a:lnTo>
                  <a:cubicBezTo>
                    <a:pt x="1" y="422"/>
                    <a:pt x="1" y="441"/>
                    <a:pt x="1" y="460"/>
                  </a:cubicBezTo>
                  <a:lnTo>
                    <a:pt x="1" y="2068"/>
                  </a:lnTo>
                  <a:cubicBezTo>
                    <a:pt x="1" y="2178"/>
                    <a:pt x="80" y="2233"/>
                    <a:pt x="159" y="2233"/>
                  </a:cubicBezTo>
                  <a:cubicBezTo>
                    <a:pt x="237" y="2233"/>
                    <a:pt x="316" y="2178"/>
                    <a:pt x="316" y="2068"/>
                  </a:cubicBezTo>
                  <a:lnTo>
                    <a:pt x="316" y="508"/>
                  </a:lnTo>
                  <a:cubicBezTo>
                    <a:pt x="316" y="288"/>
                    <a:pt x="460" y="97"/>
                    <a:pt x="671" y="30"/>
                  </a:cubicBezTo>
                  <a:cubicBezTo>
                    <a:pt x="613" y="10"/>
                    <a:pt x="565" y="1"/>
                    <a:pt x="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840;p37">
              <a:extLst>
                <a:ext uri="{FF2B5EF4-FFF2-40B4-BE49-F238E27FC236}">
                  <a16:creationId xmlns:a16="http://schemas.microsoft.com/office/drawing/2014/main" id="{BD883607-6700-D8C8-2E36-9B25AF638CFF}"/>
                </a:ext>
              </a:extLst>
            </p:cNvPr>
            <p:cNvSpPr/>
            <p:nvPr/>
          </p:nvSpPr>
          <p:spPr>
            <a:xfrm>
              <a:off x="3060116" y="1339731"/>
              <a:ext cx="17620" cy="73160"/>
            </a:xfrm>
            <a:custGeom>
              <a:avLst/>
              <a:gdLst/>
              <a:ahLst/>
              <a:cxnLst/>
              <a:rect l="l" t="t" r="r" b="b"/>
              <a:pathLst>
                <a:path w="671" h="2786" extrusionOk="0">
                  <a:moveTo>
                    <a:pt x="498" y="1"/>
                  </a:moveTo>
                  <a:cubicBezTo>
                    <a:pt x="221" y="1"/>
                    <a:pt x="0" y="230"/>
                    <a:pt x="0" y="508"/>
                  </a:cubicBezTo>
                  <a:lnTo>
                    <a:pt x="0" y="843"/>
                  </a:lnTo>
                  <a:lnTo>
                    <a:pt x="0" y="2317"/>
                  </a:lnTo>
                  <a:cubicBezTo>
                    <a:pt x="115" y="2470"/>
                    <a:pt x="221" y="2623"/>
                    <a:pt x="316" y="2786"/>
                  </a:cubicBezTo>
                  <a:lnTo>
                    <a:pt x="316" y="1101"/>
                  </a:lnTo>
                  <a:lnTo>
                    <a:pt x="326" y="1111"/>
                  </a:lnTo>
                  <a:lnTo>
                    <a:pt x="326" y="508"/>
                  </a:lnTo>
                  <a:cubicBezTo>
                    <a:pt x="326" y="288"/>
                    <a:pt x="469" y="96"/>
                    <a:pt x="670" y="29"/>
                  </a:cubicBezTo>
                  <a:cubicBezTo>
                    <a:pt x="622" y="10"/>
                    <a:pt x="575" y="1"/>
                    <a:pt x="5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841;p37">
              <a:extLst>
                <a:ext uri="{FF2B5EF4-FFF2-40B4-BE49-F238E27FC236}">
                  <a16:creationId xmlns:a16="http://schemas.microsoft.com/office/drawing/2014/main" id="{F0D5B329-5745-8F25-2E69-D55239DD7501}"/>
                </a:ext>
              </a:extLst>
            </p:cNvPr>
            <p:cNvSpPr/>
            <p:nvPr/>
          </p:nvSpPr>
          <p:spPr>
            <a:xfrm>
              <a:off x="2778137" y="1336475"/>
              <a:ext cx="165648" cy="128674"/>
            </a:xfrm>
            <a:custGeom>
              <a:avLst/>
              <a:gdLst/>
              <a:ahLst/>
              <a:cxnLst/>
              <a:rect l="l" t="t" r="r" b="b"/>
              <a:pathLst>
                <a:path w="6308" h="4900" extrusionOk="0">
                  <a:moveTo>
                    <a:pt x="3134" y="0"/>
                  </a:moveTo>
                  <a:cubicBezTo>
                    <a:pt x="3106" y="0"/>
                    <a:pt x="3088" y="0"/>
                    <a:pt x="3082" y="0"/>
                  </a:cubicBezTo>
                  <a:lnTo>
                    <a:pt x="1895" y="0"/>
                  </a:lnTo>
                  <a:cubicBezTo>
                    <a:pt x="1618" y="0"/>
                    <a:pt x="1388" y="230"/>
                    <a:pt x="1388" y="508"/>
                  </a:cubicBezTo>
                  <a:lnTo>
                    <a:pt x="1388" y="527"/>
                  </a:lnTo>
                  <a:cubicBezTo>
                    <a:pt x="1388" y="642"/>
                    <a:pt x="1436" y="756"/>
                    <a:pt x="1513" y="843"/>
                  </a:cubicBezTo>
                  <a:lnTo>
                    <a:pt x="910" y="843"/>
                  </a:lnTo>
                  <a:cubicBezTo>
                    <a:pt x="632" y="843"/>
                    <a:pt x="402" y="1072"/>
                    <a:pt x="402" y="1350"/>
                  </a:cubicBezTo>
                  <a:lnTo>
                    <a:pt x="402" y="1359"/>
                  </a:lnTo>
                  <a:cubicBezTo>
                    <a:pt x="402" y="1484"/>
                    <a:pt x="450" y="1589"/>
                    <a:pt x="517" y="1685"/>
                  </a:cubicBezTo>
                  <a:lnTo>
                    <a:pt x="508" y="1685"/>
                  </a:lnTo>
                  <a:cubicBezTo>
                    <a:pt x="230" y="1685"/>
                    <a:pt x="1" y="1905"/>
                    <a:pt x="1" y="2182"/>
                  </a:cubicBezTo>
                  <a:lnTo>
                    <a:pt x="1" y="2202"/>
                  </a:lnTo>
                  <a:cubicBezTo>
                    <a:pt x="1" y="2479"/>
                    <a:pt x="230" y="2709"/>
                    <a:pt x="508" y="2709"/>
                  </a:cubicBezTo>
                  <a:lnTo>
                    <a:pt x="527" y="2709"/>
                  </a:lnTo>
                  <a:cubicBezTo>
                    <a:pt x="450" y="2795"/>
                    <a:pt x="402" y="2910"/>
                    <a:pt x="402" y="3025"/>
                  </a:cubicBezTo>
                  <a:lnTo>
                    <a:pt x="402" y="3044"/>
                  </a:lnTo>
                  <a:cubicBezTo>
                    <a:pt x="402" y="3321"/>
                    <a:pt x="632" y="3541"/>
                    <a:pt x="910" y="3541"/>
                  </a:cubicBezTo>
                  <a:lnTo>
                    <a:pt x="2757" y="3541"/>
                  </a:lnTo>
                  <a:cubicBezTo>
                    <a:pt x="2518" y="3704"/>
                    <a:pt x="2221" y="3962"/>
                    <a:pt x="2163" y="4259"/>
                  </a:cubicBezTo>
                  <a:cubicBezTo>
                    <a:pt x="2125" y="4431"/>
                    <a:pt x="2163" y="4594"/>
                    <a:pt x="2269" y="4728"/>
                  </a:cubicBezTo>
                  <a:lnTo>
                    <a:pt x="2307" y="4776"/>
                  </a:lnTo>
                  <a:lnTo>
                    <a:pt x="2355" y="4814"/>
                  </a:lnTo>
                  <a:cubicBezTo>
                    <a:pt x="2413" y="4850"/>
                    <a:pt x="2514" y="4900"/>
                    <a:pt x="2665" y="4900"/>
                  </a:cubicBezTo>
                  <a:cubicBezTo>
                    <a:pt x="2838" y="4900"/>
                    <a:pt x="3076" y="4834"/>
                    <a:pt x="3388" y="4604"/>
                  </a:cubicBezTo>
                  <a:cubicBezTo>
                    <a:pt x="3628" y="4431"/>
                    <a:pt x="3896" y="4326"/>
                    <a:pt x="4183" y="4288"/>
                  </a:cubicBezTo>
                  <a:cubicBezTo>
                    <a:pt x="4623" y="4202"/>
                    <a:pt x="4948" y="4106"/>
                    <a:pt x="5465" y="3436"/>
                  </a:cubicBezTo>
                  <a:lnTo>
                    <a:pt x="6307" y="3436"/>
                  </a:lnTo>
                  <a:lnTo>
                    <a:pt x="6307" y="565"/>
                  </a:lnTo>
                  <a:lnTo>
                    <a:pt x="5188" y="565"/>
                  </a:lnTo>
                  <a:cubicBezTo>
                    <a:pt x="4804" y="24"/>
                    <a:pt x="3425" y="0"/>
                    <a:pt x="31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842;p37">
              <a:extLst>
                <a:ext uri="{FF2B5EF4-FFF2-40B4-BE49-F238E27FC236}">
                  <a16:creationId xmlns:a16="http://schemas.microsoft.com/office/drawing/2014/main" id="{52316901-247B-5FF2-87C3-914EB5A61283}"/>
                </a:ext>
              </a:extLst>
            </p:cNvPr>
            <p:cNvSpPr/>
            <p:nvPr/>
          </p:nvSpPr>
          <p:spPr>
            <a:xfrm>
              <a:off x="2814822" y="1336475"/>
              <a:ext cx="128963" cy="21875"/>
            </a:xfrm>
            <a:custGeom>
              <a:avLst/>
              <a:gdLst/>
              <a:ahLst/>
              <a:cxnLst/>
              <a:rect l="l" t="t" r="r" b="b"/>
              <a:pathLst>
                <a:path w="4911" h="833" extrusionOk="0">
                  <a:moveTo>
                    <a:pt x="1737" y="0"/>
                  </a:moveTo>
                  <a:cubicBezTo>
                    <a:pt x="1709" y="0"/>
                    <a:pt x="1691" y="0"/>
                    <a:pt x="1685" y="0"/>
                  </a:cubicBezTo>
                  <a:lnTo>
                    <a:pt x="498" y="0"/>
                  </a:lnTo>
                  <a:cubicBezTo>
                    <a:pt x="221" y="0"/>
                    <a:pt x="1" y="230"/>
                    <a:pt x="1" y="508"/>
                  </a:cubicBezTo>
                  <a:lnTo>
                    <a:pt x="1" y="527"/>
                  </a:lnTo>
                  <a:cubicBezTo>
                    <a:pt x="1" y="575"/>
                    <a:pt x="10" y="632"/>
                    <a:pt x="20" y="680"/>
                  </a:cubicBezTo>
                  <a:cubicBezTo>
                    <a:pt x="87" y="479"/>
                    <a:pt x="278" y="268"/>
                    <a:pt x="498" y="268"/>
                  </a:cubicBezTo>
                  <a:lnTo>
                    <a:pt x="1685" y="268"/>
                  </a:lnTo>
                  <a:cubicBezTo>
                    <a:pt x="1692" y="268"/>
                    <a:pt x="1710" y="268"/>
                    <a:pt x="1737" y="268"/>
                  </a:cubicBezTo>
                  <a:cubicBezTo>
                    <a:pt x="2015" y="268"/>
                    <a:pt x="3283" y="292"/>
                    <a:pt x="3676" y="833"/>
                  </a:cubicBezTo>
                  <a:lnTo>
                    <a:pt x="4910" y="833"/>
                  </a:lnTo>
                  <a:lnTo>
                    <a:pt x="4910" y="565"/>
                  </a:lnTo>
                  <a:lnTo>
                    <a:pt x="3800" y="565"/>
                  </a:lnTo>
                  <a:cubicBezTo>
                    <a:pt x="3408" y="24"/>
                    <a:pt x="2028" y="0"/>
                    <a:pt x="1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843;p37">
              <a:extLst>
                <a:ext uri="{FF2B5EF4-FFF2-40B4-BE49-F238E27FC236}">
                  <a16:creationId xmlns:a16="http://schemas.microsoft.com/office/drawing/2014/main" id="{5B3D39C2-B937-AB2C-0D6E-7B69671AD418}"/>
                </a:ext>
              </a:extLst>
            </p:cNvPr>
            <p:cNvSpPr/>
            <p:nvPr/>
          </p:nvSpPr>
          <p:spPr>
            <a:xfrm>
              <a:off x="2788693" y="1358585"/>
              <a:ext cx="70140" cy="17883"/>
            </a:xfrm>
            <a:custGeom>
              <a:avLst/>
              <a:gdLst/>
              <a:ahLst/>
              <a:cxnLst/>
              <a:rect l="l" t="t" r="r" b="b"/>
              <a:pathLst>
                <a:path w="2671" h="681" extrusionOk="0">
                  <a:moveTo>
                    <a:pt x="508" y="1"/>
                  </a:moveTo>
                  <a:cubicBezTo>
                    <a:pt x="230" y="1"/>
                    <a:pt x="0" y="230"/>
                    <a:pt x="0" y="508"/>
                  </a:cubicBezTo>
                  <a:lnTo>
                    <a:pt x="0" y="517"/>
                  </a:lnTo>
                  <a:cubicBezTo>
                    <a:pt x="0" y="575"/>
                    <a:pt x="10" y="623"/>
                    <a:pt x="29" y="680"/>
                  </a:cubicBezTo>
                  <a:cubicBezTo>
                    <a:pt x="94" y="476"/>
                    <a:pt x="276" y="335"/>
                    <a:pt x="487" y="335"/>
                  </a:cubicBezTo>
                  <a:cubicBezTo>
                    <a:pt x="494" y="335"/>
                    <a:pt x="501" y="335"/>
                    <a:pt x="508" y="335"/>
                  </a:cubicBezTo>
                  <a:lnTo>
                    <a:pt x="1101" y="335"/>
                  </a:lnTo>
                  <a:lnTo>
                    <a:pt x="1101" y="316"/>
                  </a:lnTo>
                  <a:lnTo>
                    <a:pt x="2460" y="316"/>
                  </a:lnTo>
                  <a:cubicBezTo>
                    <a:pt x="2671" y="316"/>
                    <a:pt x="2671" y="1"/>
                    <a:pt x="24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844;p37">
              <a:extLst>
                <a:ext uri="{FF2B5EF4-FFF2-40B4-BE49-F238E27FC236}">
                  <a16:creationId xmlns:a16="http://schemas.microsoft.com/office/drawing/2014/main" id="{ABA9AFF1-0AA9-B035-8AE6-FF7E4F1215F6}"/>
                </a:ext>
              </a:extLst>
            </p:cNvPr>
            <p:cNvSpPr/>
            <p:nvPr/>
          </p:nvSpPr>
          <p:spPr>
            <a:xfrm>
              <a:off x="2788693" y="1406851"/>
              <a:ext cx="53807" cy="13576"/>
            </a:xfrm>
            <a:custGeom>
              <a:avLst/>
              <a:gdLst/>
              <a:ahLst/>
              <a:cxnLst/>
              <a:rect l="l" t="t" r="r" b="b"/>
              <a:pathLst>
                <a:path w="2049" h="517" extrusionOk="0">
                  <a:moveTo>
                    <a:pt x="211" y="0"/>
                  </a:moveTo>
                  <a:cubicBezTo>
                    <a:pt x="182" y="0"/>
                    <a:pt x="144" y="10"/>
                    <a:pt x="115" y="19"/>
                  </a:cubicBezTo>
                  <a:cubicBezTo>
                    <a:pt x="106" y="38"/>
                    <a:pt x="96" y="57"/>
                    <a:pt x="77" y="67"/>
                  </a:cubicBezTo>
                  <a:cubicBezTo>
                    <a:pt x="29" y="163"/>
                    <a:pt x="0" y="268"/>
                    <a:pt x="0" y="383"/>
                  </a:cubicBezTo>
                  <a:cubicBezTo>
                    <a:pt x="0" y="431"/>
                    <a:pt x="10" y="469"/>
                    <a:pt x="29" y="517"/>
                  </a:cubicBezTo>
                  <a:cubicBezTo>
                    <a:pt x="48" y="459"/>
                    <a:pt x="77" y="402"/>
                    <a:pt x="106" y="364"/>
                  </a:cubicBezTo>
                  <a:cubicBezTo>
                    <a:pt x="134" y="335"/>
                    <a:pt x="163" y="325"/>
                    <a:pt x="201" y="325"/>
                  </a:cubicBezTo>
                  <a:lnTo>
                    <a:pt x="1828" y="325"/>
                  </a:lnTo>
                  <a:cubicBezTo>
                    <a:pt x="2049" y="325"/>
                    <a:pt x="2049" y="0"/>
                    <a:pt x="18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845;p37">
              <a:extLst>
                <a:ext uri="{FF2B5EF4-FFF2-40B4-BE49-F238E27FC236}">
                  <a16:creationId xmlns:a16="http://schemas.microsoft.com/office/drawing/2014/main" id="{7352FF5A-1EFF-D094-547E-D7CAC29BA487}"/>
                </a:ext>
              </a:extLst>
            </p:cNvPr>
            <p:cNvSpPr/>
            <p:nvPr/>
          </p:nvSpPr>
          <p:spPr>
            <a:xfrm>
              <a:off x="2778399" y="1380959"/>
              <a:ext cx="59820" cy="17620"/>
            </a:xfrm>
            <a:custGeom>
              <a:avLst/>
              <a:gdLst/>
              <a:ahLst/>
              <a:cxnLst/>
              <a:rect l="l" t="t" r="r" b="b"/>
              <a:pathLst>
                <a:path w="2278" h="671" extrusionOk="0">
                  <a:moveTo>
                    <a:pt x="402" y="0"/>
                  </a:moveTo>
                  <a:cubicBezTo>
                    <a:pt x="163" y="48"/>
                    <a:pt x="0" y="249"/>
                    <a:pt x="0" y="488"/>
                  </a:cubicBezTo>
                  <a:lnTo>
                    <a:pt x="0" y="508"/>
                  </a:lnTo>
                  <a:cubicBezTo>
                    <a:pt x="0" y="565"/>
                    <a:pt x="10" y="613"/>
                    <a:pt x="19" y="670"/>
                  </a:cubicBezTo>
                  <a:cubicBezTo>
                    <a:pt x="86" y="460"/>
                    <a:pt x="278" y="316"/>
                    <a:pt x="498" y="316"/>
                  </a:cubicBezTo>
                  <a:lnTo>
                    <a:pt x="2067" y="316"/>
                  </a:lnTo>
                  <a:cubicBezTo>
                    <a:pt x="2278" y="316"/>
                    <a:pt x="2278" y="0"/>
                    <a:pt x="2067" y="0"/>
                  </a:cubicBezTo>
                  <a:lnTo>
                    <a:pt x="450" y="0"/>
                  </a:lnTo>
                  <a:cubicBezTo>
                    <a:pt x="431" y="0"/>
                    <a:pt x="412" y="0"/>
                    <a:pt x="402" y="10"/>
                  </a:cubicBezTo>
                  <a:lnTo>
                    <a:pt x="4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846;p37">
              <a:extLst>
                <a:ext uri="{FF2B5EF4-FFF2-40B4-BE49-F238E27FC236}">
                  <a16:creationId xmlns:a16="http://schemas.microsoft.com/office/drawing/2014/main" id="{4439B626-2E67-D107-A4D7-25ED772BB311}"/>
                </a:ext>
              </a:extLst>
            </p:cNvPr>
            <p:cNvSpPr/>
            <p:nvPr/>
          </p:nvSpPr>
          <p:spPr>
            <a:xfrm>
              <a:off x="2834438" y="1429698"/>
              <a:ext cx="27652" cy="26181"/>
            </a:xfrm>
            <a:custGeom>
              <a:avLst/>
              <a:gdLst/>
              <a:ahLst/>
              <a:cxnLst/>
              <a:rect l="l" t="t" r="r" b="b"/>
              <a:pathLst>
                <a:path w="1053" h="997" extrusionOk="0">
                  <a:moveTo>
                    <a:pt x="613" y="1"/>
                  </a:moveTo>
                  <a:cubicBezTo>
                    <a:pt x="479" y="97"/>
                    <a:pt x="354" y="202"/>
                    <a:pt x="240" y="326"/>
                  </a:cubicBezTo>
                  <a:cubicBezTo>
                    <a:pt x="134" y="432"/>
                    <a:pt x="58" y="566"/>
                    <a:pt x="29" y="709"/>
                  </a:cubicBezTo>
                  <a:cubicBezTo>
                    <a:pt x="0" y="805"/>
                    <a:pt x="10" y="901"/>
                    <a:pt x="39" y="996"/>
                  </a:cubicBezTo>
                  <a:cubicBezTo>
                    <a:pt x="106" y="795"/>
                    <a:pt x="230" y="623"/>
                    <a:pt x="393" y="499"/>
                  </a:cubicBezTo>
                  <a:cubicBezTo>
                    <a:pt x="431" y="460"/>
                    <a:pt x="498" y="412"/>
                    <a:pt x="584" y="345"/>
                  </a:cubicBezTo>
                  <a:lnTo>
                    <a:pt x="613" y="326"/>
                  </a:lnTo>
                  <a:cubicBezTo>
                    <a:pt x="814" y="173"/>
                    <a:pt x="1053" y="1"/>
                    <a:pt x="1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847;p37">
              <a:extLst>
                <a:ext uri="{FF2B5EF4-FFF2-40B4-BE49-F238E27FC236}">
                  <a16:creationId xmlns:a16="http://schemas.microsoft.com/office/drawing/2014/main" id="{68D78078-1301-D33D-0332-17CE54D1A9D0}"/>
                </a:ext>
              </a:extLst>
            </p:cNvPr>
            <p:cNvSpPr/>
            <p:nvPr/>
          </p:nvSpPr>
          <p:spPr>
            <a:xfrm>
              <a:off x="2995280" y="1575729"/>
              <a:ext cx="165385" cy="128700"/>
            </a:xfrm>
            <a:custGeom>
              <a:avLst/>
              <a:gdLst/>
              <a:ahLst/>
              <a:cxnLst/>
              <a:rect l="l" t="t" r="r" b="b"/>
              <a:pathLst>
                <a:path w="6298" h="4901" extrusionOk="0">
                  <a:moveTo>
                    <a:pt x="3637" y="1"/>
                  </a:moveTo>
                  <a:cubicBezTo>
                    <a:pt x="3463" y="1"/>
                    <a:pt x="3222" y="67"/>
                    <a:pt x="2910" y="297"/>
                  </a:cubicBezTo>
                  <a:cubicBezTo>
                    <a:pt x="2680" y="469"/>
                    <a:pt x="2402" y="574"/>
                    <a:pt x="2115" y="613"/>
                  </a:cubicBezTo>
                  <a:cubicBezTo>
                    <a:pt x="1685" y="699"/>
                    <a:pt x="1350" y="795"/>
                    <a:pt x="842" y="1464"/>
                  </a:cubicBezTo>
                  <a:lnTo>
                    <a:pt x="0" y="1464"/>
                  </a:lnTo>
                  <a:lnTo>
                    <a:pt x="0" y="4336"/>
                  </a:lnTo>
                  <a:lnTo>
                    <a:pt x="1110" y="4336"/>
                  </a:lnTo>
                  <a:cubicBezTo>
                    <a:pt x="1494" y="4877"/>
                    <a:pt x="2873" y="4900"/>
                    <a:pt x="3164" y="4900"/>
                  </a:cubicBezTo>
                  <a:cubicBezTo>
                    <a:pt x="3192" y="4900"/>
                    <a:pt x="3210" y="4900"/>
                    <a:pt x="3216" y="4900"/>
                  </a:cubicBezTo>
                  <a:lnTo>
                    <a:pt x="4403" y="4900"/>
                  </a:lnTo>
                  <a:cubicBezTo>
                    <a:pt x="4680" y="4900"/>
                    <a:pt x="4910" y="4671"/>
                    <a:pt x="4910" y="4393"/>
                  </a:cubicBezTo>
                  <a:lnTo>
                    <a:pt x="4910" y="4374"/>
                  </a:lnTo>
                  <a:cubicBezTo>
                    <a:pt x="4910" y="4259"/>
                    <a:pt x="4862" y="4144"/>
                    <a:pt x="4785" y="4058"/>
                  </a:cubicBezTo>
                  <a:lnTo>
                    <a:pt x="5388" y="4058"/>
                  </a:lnTo>
                  <a:cubicBezTo>
                    <a:pt x="5666" y="4058"/>
                    <a:pt x="5886" y="3828"/>
                    <a:pt x="5886" y="3551"/>
                  </a:cubicBezTo>
                  <a:lnTo>
                    <a:pt x="5886" y="3541"/>
                  </a:lnTo>
                  <a:cubicBezTo>
                    <a:pt x="5886" y="3417"/>
                    <a:pt x="5848" y="3312"/>
                    <a:pt x="5781" y="3216"/>
                  </a:cubicBezTo>
                  <a:lnTo>
                    <a:pt x="5790" y="3216"/>
                  </a:lnTo>
                  <a:cubicBezTo>
                    <a:pt x="6068" y="3216"/>
                    <a:pt x="6288" y="2996"/>
                    <a:pt x="6288" y="2718"/>
                  </a:cubicBezTo>
                  <a:lnTo>
                    <a:pt x="6298" y="2699"/>
                  </a:lnTo>
                  <a:cubicBezTo>
                    <a:pt x="6298" y="2422"/>
                    <a:pt x="6077" y="2201"/>
                    <a:pt x="5800" y="2201"/>
                  </a:cubicBezTo>
                  <a:lnTo>
                    <a:pt x="5781" y="2201"/>
                  </a:lnTo>
                  <a:cubicBezTo>
                    <a:pt x="5857" y="2106"/>
                    <a:pt x="5905" y="1991"/>
                    <a:pt x="5905" y="1876"/>
                  </a:cubicBezTo>
                  <a:lnTo>
                    <a:pt x="5905" y="1857"/>
                  </a:lnTo>
                  <a:cubicBezTo>
                    <a:pt x="5905" y="1579"/>
                    <a:pt x="5675" y="1359"/>
                    <a:pt x="5398" y="1359"/>
                  </a:cubicBezTo>
                  <a:lnTo>
                    <a:pt x="3551" y="1359"/>
                  </a:lnTo>
                  <a:cubicBezTo>
                    <a:pt x="3790" y="1197"/>
                    <a:pt x="4077" y="938"/>
                    <a:pt x="4144" y="641"/>
                  </a:cubicBezTo>
                  <a:cubicBezTo>
                    <a:pt x="4182" y="469"/>
                    <a:pt x="4144" y="306"/>
                    <a:pt x="4039" y="172"/>
                  </a:cubicBezTo>
                  <a:lnTo>
                    <a:pt x="4001" y="125"/>
                  </a:lnTo>
                  <a:lnTo>
                    <a:pt x="3943" y="86"/>
                  </a:lnTo>
                  <a:cubicBezTo>
                    <a:pt x="3890" y="51"/>
                    <a:pt x="3789" y="1"/>
                    <a:pt x="3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848;p37">
              <a:extLst>
                <a:ext uri="{FF2B5EF4-FFF2-40B4-BE49-F238E27FC236}">
                  <a16:creationId xmlns:a16="http://schemas.microsoft.com/office/drawing/2014/main" id="{AC2970C5-3055-7E29-EE58-A167AF9F7A28}"/>
                </a:ext>
              </a:extLst>
            </p:cNvPr>
            <p:cNvSpPr/>
            <p:nvPr/>
          </p:nvSpPr>
          <p:spPr>
            <a:xfrm>
              <a:off x="2995280" y="1575861"/>
              <a:ext cx="109583" cy="45115"/>
            </a:xfrm>
            <a:custGeom>
              <a:avLst/>
              <a:gdLst/>
              <a:ahLst/>
              <a:cxnLst/>
              <a:rect l="l" t="t" r="r" b="b"/>
              <a:pathLst>
                <a:path w="4173" h="1718" extrusionOk="0">
                  <a:moveTo>
                    <a:pt x="3633" y="0"/>
                  </a:moveTo>
                  <a:cubicBezTo>
                    <a:pt x="3460" y="0"/>
                    <a:pt x="3222" y="67"/>
                    <a:pt x="2910" y="292"/>
                  </a:cubicBezTo>
                  <a:cubicBezTo>
                    <a:pt x="2670" y="464"/>
                    <a:pt x="2402" y="579"/>
                    <a:pt x="2115" y="617"/>
                  </a:cubicBezTo>
                  <a:cubicBezTo>
                    <a:pt x="1675" y="694"/>
                    <a:pt x="1350" y="799"/>
                    <a:pt x="833" y="1469"/>
                  </a:cubicBezTo>
                  <a:lnTo>
                    <a:pt x="0" y="1469"/>
                  </a:lnTo>
                  <a:lnTo>
                    <a:pt x="0" y="1718"/>
                  </a:lnTo>
                  <a:lnTo>
                    <a:pt x="957" y="1718"/>
                  </a:lnTo>
                  <a:cubicBezTo>
                    <a:pt x="1474" y="1048"/>
                    <a:pt x="1675" y="943"/>
                    <a:pt x="2115" y="866"/>
                  </a:cubicBezTo>
                  <a:cubicBezTo>
                    <a:pt x="2402" y="828"/>
                    <a:pt x="2680" y="723"/>
                    <a:pt x="2910" y="550"/>
                  </a:cubicBezTo>
                  <a:cubicBezTo>
                    <a:pt x="3222" y="320"/>
                    <a:pt x="3463" y="254"/>
                    <a:pt x="3637" y="254"/>
                  </a:cubicBezTo>
                  <a:cubicBezTo>
                    <a:pt x="3789" y="254"/>
                    <a:pt x="3890" y="304"/>
                    <a:pt x="3943" y="340"/>
                  </a:cubicBezTo>
                  <a:lnTo>
                    <a:pt x="3991" y="368"/>
                  </a:lnTo>
                  <a:lnTo>
                    <a:pt x="4029" y="426"/>
                  </a:lnTo>
                  <a:cubicBezTo>
                    <a:pt x="4087" y="493"/>
                    <a:pt x="4116" y="560"/>
                    <a:pt x="4135" y="646"/>
                  </a:cubicBezTo>
                  <a:lnTo>
                    <a:pt x="4135" y="636"/>
                  </a:lnTo>
                  <a:cubicBezTo>
                    <a:pt x="4173" y="474"/>
                    <a:pt x="4135" y="301"/>
                    <a:pt x="4029" y="167"/>
                  </a:cubicBezTo>
                  <a:lnTo>
                    <a:pt x="3991" y="120"/>
                  </a:lnTo>
                  <a:lnTo>
                    <a:pt x="3943" y="91"/>
                  </a:lnTo>
                  <a:cubicBezTo>
                    <a:pt x="3885" y="51"/>
                    <a:pt x="3784" y="0"/>
                    <a:pt x="36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849;p37">
              <a:extLst>
                <a:ext uri="{FF2B5EF4-FFF2-40B4-BE49-F238E27FC236}">
                  <a16:creationId xmlns:a16="http://schemas.microsoft.com/office/drawing/2014/main" id="{7D4612E4-7CAA-76DB-4C2F-14DB0C444390}"/>
                </a:ext>
              </a:extLst>
            </p:cNvPr>
            <p:cNvSpPr/>
            <p:nvPr/>
          </p:nvSpPr>
          <p:spPr>
            <a:xfrm>
              <a:off x="3096565" y="1659157"/>
              <a:ext cx="53807" cy="13603"/>
            </a:xfrm>
            <a:custGeom>
              <a:avLst/>
              <a:gdLst/>
              <a:ahLst/>
              <a:cxnLst/>
              <a:rect l="l" t="t" r="r" b="b"/>
              <a:pathLst>
                <a:path w="2049" h="518" extrusionOk="0">
                  <a:moveTo>
                    <a:pt x="211" y="1"/>
                  </a:moveTo>
                  <a:cubicBezTo>
                    <a:pt x="0" y="1"/>
                    <a:pt x="0" y="326"/>
                    <a:pt x="211" y="326"/>
                  </a:cubicBezTo>
                  <a:lnTo>
                    <a:pt x="1847" y="326"/>
                  </a:lnTo>
                  <a:cubicBezTo>
                    <a:pt x="1876" y="326"/>
                    <a:pt x="1914" y="336"/>
                    <a:pt x="1943" y="364"/>
                  </a:cubicBezTo>
                  <a:cubicBezTo>
                    <a:pt x="1972" y="412"/>
                    <a:pt x="2000" y="460"/>
                    <a:pt x="2019" y="517"/>
                  </a:cubicBezTo>
                  <a:cubicBezTo>
                    <a:pt x="2029" y="469"/>
                    <a:pt x="2039" y="431"/>
                    <a:pt x="2048" y="383"/>
                  </a:cubicBezTo>
                  <a:cubicBezTo>
                    <a:pt x="2048" y="278"/>
                    <a:pt x="2019" y="163"/>
                    <a:pt x="1962" y="68"/>
                  </a:cubicBezTo>
                  <a:cubicBezTo>
                    <a:pt x="1952" y="58"/>
                    <a:pt x="1943" y="39"/>
                    <a:pt x="1924" y="29"/>
                  </a:cubicBezTo>
                  <a:cubicBezTo>
                    <a:pt x="1895" y="10"/>
                    <a:pt x="1866" y="1"/>
                    <a:pt x="18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850;p37">
              <a:extLst>
                <a:ext uri="{FF2B5EF4-FFF2-40B4-BE49-F238E27FC236}">
                  <a16:creationId xmlns:a16="http://schemas.microsoft.com/office/drawing/2014/main" id="{B667A6AE-B1D3-76EA-5918-11CD04F6545F}"/>
                </a:ext>
              </a:extLst>
            </p:cNvPr>
            <p:cNvSpPr/>
            <p:nvPr/>
          </p:nvSpPr>
          <p:spPr>
            <a:xfrm>
              <a:off x="3087269" y="1682030"/>
              <a:ext cx="37210" cy="13340"/>
            </a:xfrm>
            <a:custGeom>
              <a:avLst/>
              <a:gdLst/>
              <a:ahLst/>
              <a:cxnLst/>
              <a:rect l="l" t="t" r="r" b="b"/>
              <a:pathLst>
                <a:path w="1417" h="508" extrusionOk="0">
                  <a:moveTo>
                    <a:pt x="211" y="0"/>
                  </a:moveTo>
                  <a:cubicBezTo>
                    <a:pt x="0" y="0"/>
                    <a:pt x="0" y="316"/>
                    <a:pt x="211" y="316"/>
                  </a:cubicBezTo>
                  <a:lnTo>
                    <a:pt x="1206" y="316"/>
                  </a:lnTo>
                  <a:cubicBezTo>
                    <a:pt x="1244" y="316"/>
                    <a:pt x="1273" y="335"/>
                    <a:pt x="1302" y="355"/>
                  </a:cubicBezTo>
                  <a:cubicBezTo>
                    <a:pt x="1340" y="402"/>
                    <a:pt x="1369" y="450"/>
                    <a:pt x="1388" y="508"/>
                  </a:cubicBezTo>
                  <a:cubicBezTo>
                    <a:pt x="1397" y="469"/>
                    <a:pt x="1407" y="422"/>
                    <a:pt x="1407" y="374"/>
                  </a:cubicBezTo>
                  <a:cubicBezTo>
                    <a:pt x="1416" y="268"/>
                    <a:pt x="1388" y="163"/>
                    <a:pt x="1330" y="67"/>
                  </a:cubicBezTo>
                  <a:cubicBezTo>
                    <a:pt x="1321" y="48"/>
                    <a:pt x="1302" y="29"/>
                    <a:pt x="1292" y="20"/>
                  </a:cubicBezTo>
                  <a:cubicBezTo>
                    <a:pt x="1263" y="0"/>
                    <a:pt x="1235" y="0"/>
                    <a:pt x="1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851;p37">
              <a:extLst>
                <a:ext uri="{FF2B5EF4-FFF2-40B4-BE49-F238E27FC236}">
                  <a16:creationId xmlns:a16="http://schemas.microsoft.com/office/drawing/2014/main" id="{A00D3554-273F-8956-0928-34C7BFA6C60F}"/>
                </a:ext>
              </a:extLst>
            </p:cNvPr>
            <p:cNvSpPr/>
            <p:nvPr/>
          </p:nvSpPr>
          <p:spPr>
            <a:xfrm>
              <a:off x="3100819" y="1633265"/>
              <a:ext cx="59847" cy="17620"/>
            </a:xfrm>
            <a:custGeom>
              <a:avLst/>
              <a:gdLst/>
              <a:ahLst/>
              <a:cxnLst/>
              <a:rect l="l" t="t" r="r" b="b"/>
              <a:pathLst>
                <a:path w="2279" h="671" extrusionOk="0">
                  <a:moveTo>
                    <a:pt x="211" y="1"/>
                  </a:moveTo>
                  <a:cubicBezTo>
                    <a:pt x="1" y="1"/>
                    <a:pt x="1" y="317"/>
                    <a:pt x="211" y="317"/>
                  </a:cubicBezTo>
                  <a:lnTo>
                    <a:pt x="1781" y="317"/>
                  </a:lnTo>
                  <a:cubicBezTo>
                    <a:pt x="2001" y="317"/>
                    <a:pt x="2192" y="460"/>
                    <a:pt x="2259" y="671"/>
                  </a:cubicBezTo>
                  <a:cubicBezTo>
                    <a:pt x="2269" y="613"/>
                    <a:pt x="2279" y="565"/>
                    <a:pt x="2279" y="508"/>
                  </a:cubicBezTo>
                  <a:lnTo>
                    <a:pt x="2279" y="498"/>
                  </a:lnTo>
                  <a:cubicBezTo>
                    <a:pt x="2279" y="259"/>
                    <a:pt x="2116" y="49"/>
                    <a:pt x="1877" y="1"/>
                  </a:cubicBezTo>
                  <a:lnTo>
                    <a:pt x="1877" y="10"/>
                  </a:lnTo>
                  <a:cubicBezTo>
                    <a:pt x="1867" y="1"/>
                    <a:pt x="1848" y="1"/>
                    <a:pt x="18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852;p37">
              <a:extLst>
                <a:ext uri="{FF2B5EF4-FFF2-40B4-BE49-F238E27FC236}">
                  <a16:creationId xmlns:a16="http://schemas.microsoft.com/office/drawing/2014/main" id="{DABB52DA-8932-26C7-6F18-5401E4AF47AB}"/>
                </a:ext>
              </a:extLst>
            </p:cNvPr>
            <p:cNvSpPr/>
            <p:nvPr/>
          </p:nvSpPr>
          <p:spPr>
            <a:xfrm>
              <a:off x="3076949" y="1610918"/>
              <a:ext cx="73160" cy="17857"/>
            </a:xfrm>
            <a:custGeom>
              <a:avLst/>
              <a:gdLst/>
              <a:ahLst/>
              <a:cxnLst/>
              <a:rect l="l" t="t" r="r" b="b"/>
              <a:pathLst>
                <a:path w="2786" h="680" extrusionOk="0">
                  <a:moveTo>
                    <a:pt x="470" y="0"/>
                  </a:moveTo>
                  <a:cubicBezTo>
                    <a:pt x="326" y="124"/>
                    <a:pt x="163" y="230"/>
                    <a:pt x="1" y="325"/>
                  </a:cubicBezTo>
                  <a:lnTo>
                    <a:pt x="1695" y="325"/>
                  </a:lnTo>
                  <a:lnTo>
                    <a:pt x="1685" y="335"/>
                  </a:lnTo>
                  <a:lnTo>
                    <a:pt x="2278" y="335"/>
                  </a:lnTo>
                  <a:cubicBezTo>
                    <a:pt x="2498" y="335"/>
                    <a:pt x="2690" y="469"/>
                    <a:pt x="2757" y="680"/>
                  </a:cubicBezTo>
                  <a:cubicBezTo>
                    <a:pt x="2776" y="632"/>
                    <a:pt x="2786" y="574"/>
                    <a:pt x="2786" y="526"/>
                  </a:cubicBezTo>
                  <a:lnTo>
                    <a:pt x="2786" y="507"/>
                  </a:lnTo>
                  <a:cubicBezTo>
                    <a:pt x="2786" y="230"/>
                    <a:pt x="2556" y="0"/>
                    <a:pt x="22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853;p37">
              <a:extLst>
                <a:ext uri="{FF2B5EF4-FFF2-40B4-BE49-F238E27FC236}">
                  <a16:creationId xmlns:a16="http://schemas.microsoft.com/office/drawing/2014/main" id="{EF7C2D3D-1DD1-1AED-4BF8-FB0B8258E1DE}"/>
                </a:ext>
              </a:extLst>
            </p:cNvPr>
            <p:cNvSpPr/>
            <p:nvPr/>
          </p:nvSpPr>
          <p:spPr>
            <a:xfrm>
              <a:off x="2984960" y="1351285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307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307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854;p37">
              <a:extLst>
                <a:ext uri="{FF2B5EF4-FFF2-40B4-BE49-F238E27FC236}">
                  <a16:creationId xmlns:a16="http://schemas.microsoft.com/office/drawing/2014/main" id="{1B80497E-C7FD-2351-FB64-95B51EC8C104}"/>
                </a:ext>
              </a:extLst>
            </p:cNvPr>
            <p:cNvSpPr/>
            <p:nvPr/>
          </p:nvSpPr>
          <p:spPr>
            <a:xfrm>
              <a:off x="3006572" y="1351285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298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298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855;p37">
              <a:extLst>
                <a:ext uri="{FF2B5EF4-FFF2-40B4-BE49-F238E27FC236}">
                  <a16:creationId xmlns:a16="http://schemas.microsoft.com/office/drawing/2014/main" id="{B349A04A-7AC5-4B4A-6C42-7A1239464AB7}"/>
                </a:ext>
              </a:extLst>
            </p:cNvPr>
            <p:cNvSpPr/>
            <p:nvPr/>
          </p:nvSpPr>
          <p:spPr>
            <a:xfrm>
              <a:off x="3124690" y="1537258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307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307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856;p37">
              <a:extLst>
                <a:ext uri="{FF2B5EF4-FFF2-40B4-BE49-F238E27FC236}">
                  <a16:creationId xmlns:a16="http://schemas.microsoft.com/office/drawing/2014/main" id="{70C10841-06E5-7B26-2149-1551586B1D4F}"/>
                </a:ext>
              </a:extLst>
            </p:cNvPr>
            <p:cNvSpPr/>
            <p:nvPr/>
          </p:nvSpPr>
          <p:spPr>
            <a:xfrm>
              <a:off x="3124690" y="1558897"/>
              <a:ext cx="15861" cy="15835"/>
            </a:xfrm>
            <a:custGeom>
              <a:avLst/>
              <a:gdLst/>
              <a:ahLst/>
              <a:cxnLst/>
              <a:rect l="l" t="t" r="r" b="b"/>
              <a:pathLst>
                <a:path w="604" h="603" extrusionOk="0">
                  <a:moveTo>
                    <a:pt x="307" y="0"/>
                  </a:moveTo>
                  <a:cubicBezTo>
                    <a:pt x="135" y="0"/>
                    <a:pt x="1" y="134"/>
                    <a:pt x="1" y="297"/>
                  </a:cubicBezTo>
                  <a:cubicBezTo>
                    <a:pt x="1" y="469"/>
                    <a:pt x="135" y="603"/>
                    <a:pt x="307" y="603"/>
                  </a:cubicBezTo>
                  <a:cubicBezTo>
                    <a:pt x="470" y="603"/>
                    <a:pt x="604" y="469"/>
                    <a:pt x="604" y="297"/>
                  </a:cubicBezTo>
                  <a:cubicBezTo>
                    <a:pt x="604" y="134"/>
                    <a:pt x="470" y="0"/>
                    <a:pt x="3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857;p37">
              <a:extLst>
                <a:ext uri="{FF2B5EF4-FFF2-40B4-BE49-F238E27FC236}">
                  <a16:creationId xmlns:a16="http://schemas.microsoft.com/office/drawing/2014/main" id="{A2820AA9-948F-DC36-B14C-0548267AFBAE}"/>
                </a:ext>
              </a:extLst>
            </p:cNvPr>
            <p:cNvSpPr/>
            <p:nvPr/>
          </p:nvSpPr>
          <p:spPr>
            <a:xfrm>
              <a:off x="2798987" y="1469665"/>
              <a:ext cx="15861" cy="15598"/>
            </a:xfrm>
            <a:custGeom>
              <a:avLst/>
              <a:gdLst/>
              <a:ahLst/>
              <a:cxnLst/>
              <a:rect l="l" t="t" r="r" b="b"/>
              <a:pathLst>
                <a:path w="604" h="594" extrusionOk="0">
                  <a:moveTo>
                    <a:pt x="307" y="1"/>
                  </a:moveTo>
                  <a:cubicBezTo>
                    <a:pt x="135" y="1"/>
                    <a:pt x="1" y="135"/>
                    <a:pt x="1" y="297"/>
                  </a:cubicBezTo>
                  <a:cubicBezTo>
                    <a:pt x="1" y="460"/>
                    <a:pt x="135" y="594"/>
                    <a:pt x="307" y="594"/>
                  </a:cubicBezTo>
                  <a:cubicBezTo>
                    <a:pt x="470" y="594"/>
                    <a:pt x="604" y="460"/>
                    <a:pt x="604" y="29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858;p37">
              <a:extLst>
                <a:ext uri="{FF2B5EF4-FFF2-40B4-BE49-F238E27FC236}">
                  <a16:creationId xmlns:a16="http://schemas.microsoft.com/office/drawing/2014/main" id="{D618894A-222C-B17C-CBB8-980619AF010C}"/>
                </a:ext>
              </a:extLst>
            </p:cNvPr>
            <p:cNvSpPr/>
            <p:nvPr/>
          </p:nvSpPr>
          <p:spPr>
            <a:xfrm>
              <a:off x="2798987" y="1491277"/>
              <a:ext cx="15861" cy="15598"/>
            </a:xfrm>
            <a:custGeom>
              <a:avLst/>
              <a:gdLst/>
              <a:ahLst/>
              <a:cxnLst/>
              <a:rect l="l" t="t" r="r" b="b"/>
              <a:pathLst>
                <a:path w="604" h="594" extrusionOk="0">
                  <a:moveTo>
                    <a:pt x="307" y="1"/>
                  </a:moveTo>
                  <a:cubicBezTo>
                    <a:pt x="135" y="1"/>
                    <a:pt x="1" y="125"/>
                    <a:pt x="1" y="297"/>
                  </a:cubicBezTo>
                  <a:cubicBezTo>
                    <a:pt x="1" y="460"/>
                    <a:pt x="135" y="594"/>
                    <a:pt x="307" y="594"/>
                  </a:cubicBezTo>
                  <a:cubicBezTo>
                    <a:pt x="470" y="594"/>
                    <a:pt x="604" y="460"/>
                    <a:pt x="604" y="297"/>
                  </a:cubicBezTo>
                  <a:cubicBezTo>
                    <a:pt x="604" y="12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859;p37">
              <a:extLst>
                <a:ext uri="{FF2B5EF4-FFF2-40B4-BE49-F238E27FC236}">
                  <a16:creationId xmlns:a16="http://schemas.microsoft.com/office/drawing/2014/main" id="{3D5E9460-0694-3C8B-7DD6-6944CC4B0A6A}"/>
                </a:ext>
              </a:extLst>
            </p:cNvPr>
            <p:cNvSpPr/>
            <p:nvPr/>
          </p:nvSpPr>
          <p:spPr>
            <a:xfrm>
              <a:off x="2917367" y="1677014"/>
              <a:ext cx="15598" cy="15835"/>
            </a:xfrm>
            <a:custGeom>
              <a:avLst/>
              <a:gdLst/>
              <a:ahLst/>
              <a:cxnLst/>
              <a:rect l="l" t="t" r="r" b="b"/>
              <a:pathLst>
                <a:path w="594" h="603" extrusionOk="0">
                  <a:moveTo>
                    <a:pt x="297" y="0"/>
                  </a:moveTo>
                  <a:cubicBezTo>
                    <a:pt x="134" y="0"/>
                    <a:pt x="0" y="134"/>
                    <a:pt x="0" y="306"/>
                  </a:cubicBezTo>
                  <a:cubicBezTo>
                    <a:pt x="0" y="469"/>
                    <a:pt x="134" y="603"/>
                    <a:pt x="297" y="603"/>
                  </a:cubicBezTo>
                  <a:cubicBezTo>
                    <a:pt x="460" y="603"/>
                    <a:pt x="594" y="469"/>
                    <a:pt x="594" y="306"/>
                  </a:cubicBezTo>
                  <a:cubicBezTo>
                    <a:pt x="594" y="134"/>
                    <a:pt x="460" y="0"/>
                    <a:pt x="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860;p37">
              <a:extLst>
                <a:ext uri="{FF2B5EF4-FFF2-40B4-BE49-F238E27FC236}">
                  <a16:creationId xmlns:a16="http://schemas.microsoft.com/office/drawing/2014/main" id="{42FB865C-E1C4-8F8C-69F6-EB37EC396F44}"/>
                </a:ext>
              </a:extLst>
            </p:cNvPr>
            <p:cNvSpPr/>
            <p:nvPr/>
          </p:nvSpPr>
          <p:spPr>
            <a:xfrm>
              <a:off x="2938716" y="1677014"/>
              <a:ext cx="15861" cy="15835"/>
            </a:xfrm>
            <a:custGeom>
              <a:avLst/>
              <a:gdLst/>
              <a:ahLst/>
              <a:cxnLst/>
              <a:rect l="l" t="t" r="r" b="b"/>
              <a:pathLst>
                <a:path w="604" h="603" extrusionOk="0">
                  <a:moveTo>
                    <a:pt x="307" y="0"/>
                  </a:moveTo>
                  <a:cubicBezTo>
                    <a:pt x="135" y="0"/>
                    <a:pt x="1" y="134"/>
                    <a:pt x="1" y="306"/>
                  </a:cubicBezTo>
                  <a:cubicBezTo>
                    <a:pt x="1" y="469"/>
                    <a:pt x="135" y="603"/>
                    <a:pt x="307" y="603"/>
                  </a:cubicBezTo>
                  <a:cubicBezTo>
                    <a:pt x="470" y="603"/>
                    <a:pt x="604" y="469"/>
                    <a:pt x="604" y="306"/>
                  </a:cubicBezTo>
                  <a:cubicBezTo>
                    <a:pt x="604" y="134"/>
                    <a:pt x="470" y="0"/>
                    <a:pt x="3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861;p37">
              <a:extLst>
                <a:ext uri="{FF2B5EF4-FFF2-40B4-BE49-F238E27FC236}">
                  <a16:creationId xmlns:a16="http://schemas.microsoft.com/office/drawing/2014/main" id="{628CF636-1DB8-E197-BEAD-AD70D2B09F2C}"/>
                </a:ext>
              </a:extLst>
            </p:cNvPr>
            <p:cNvSpPr/>
            <p:nvPr/>
          </p:nvSpPr>
          <p:spPr>
            <a:xfrm>
              <a:off x="2790190" y="1518430"/>
              <a:ext cx="95534" cy="32694"/>
            </a:xfrm>
            <a:custGeom>
              <a:avLst/>
              <a:gdLst/>
              <a:ahLst/>
              <a:cxnLst/>
              <a:rect l="l" t="t" r="r" b="b"/>
              <a:pathLst>
                <a:path w="3638" h="1245" extrusionOk="0">
                  <a:moveTo>
                    <a:pt x="20" y="0"/>
                  </a:moveTo>
                  <a:lnTo>
                    <a:pt x="20" y="1005"/>
                  </a:lnTo>
                  <a:cubicBezTo>
                    <a:pt x="1" y="1130"/>
                    <a:pt x="97" y="1235"/>
                    <a:pt x="221" y="1244"/>
                  </a:cubicBezTo>
                  <a:lnTo>
                    <a:pt x="3418" y="1244"/>
                  </a:lnTo>
                  <a:cubicBezTo>
                    <a:pt x="3542" y="1235"/>
                    <a:pt x="3638" y="1130"/>
                    <a:pt x="3618" y="1005"/>
                  </a:cubicBezTo>
                  <a:cubicBezTo>
                    <a:pt x="3618" y="996"/>
                    <a:pt x="3618" y="986"/>
                    <a:pt x="3618" y="976"/>
                  </a:cubicBezTo>
                  <a:lnTo>
                    <a:pt x="36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862;p37">
              <a:extLst>
                <a:ext uri="{FF2B5EF4-FFF2-40B4-BE49-F238E27FC236}">
                  <a16:creationId xmlns:a16="http://schemas.microsoft.com/office/drawing/2014/main" id="{BA1A0B4B-54B0-0644-2644-6C67F6F25743}"/>
                </a:ext>
              </a:extLst>
            </p:cNvPr>
            <p:cNvSpPr/>
            <p:nvPr/>
          </p:nvSpPr>
          <p:spPr>
            <a:xfrm>
              <a:off x="2814323" y="1518430"/>
              <a:ext cx="71401" cy="32694"/>
            </a:xfrm>
            <a:custGeom>
              <a:avLst/>
              <a:gdLst/>
              <a:ahLst/>
              <a:cxnLst/>
              <a:rect l="l" t="t" r="r" b="b"/>
              <a:pathLst>
                <a:path w="2719" h="1245" extrusionOk="0">
                  <a:moveTo>
                    <a:pt x="1" y="0"/>
                  </a:moveTo>
                  <a:lnTo>
                    <a:pt x="1" y="1244"/>
                  </a:lnTo>
                  <a:lnTo>
                    <a:pt x="2499" y="1244"/>
                  </a:lnTo>
                  <a:cubicBezTo>
                    <a:pt x="2623" y="1235"/>
                    <a:pt x="2719" y="1130"/>
                    <a:pt x="2699" y="1005"/>
                  </a:cubicBezTo>
                  <a:cubicBezTo>
                    <a:pt x="2699" y="996"/>
                    <a:pt x="2699" y="986"/>
                    <a:pt x="2699" y="976"/>
                  </a:cubicBezTo>
                  <a:lnTo>
                    <a:pt x="2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863;p37">
              <a:extLst>
                <a:ext uri="{FF2B5EF4-FFF2-40B4-BE49-F238E27FC236}">
                  <a16:creationId xmlns:a16="http://schemas.microsoft.com/office/drawing/2014/main" id="{9657D3EF-990C-2B31-53F3-4997AFF05D88}"/>
                </a:ext>
              </a:extLst>
            </p:cNvPr>
            <p:cNvSpPr/>
            <p:nvPr/>
          </p:nvSpPr>
          <p:spPr>
            <a:xfrm>
              <a:off x="2966631" y="1605324"/>
              <a:ext cx="32694" cy="94825"/>
            </a:xfrm>
            <a:custGeom>
              <a:avLst/>
              <a:gdLst/>
              <a:ahLst/>
              <a:cxnLst/>
              <a:rect l="l" t="t" r="r" b="b"/>
              <a:pathLst>
                <a:path w="1245" h="3611" extrusionOk="0">
                  <a:moveTo>
                    <a:pt x="1035" y="0"/>
                  </a:moveTo>
                  <a:cubicBezTo>
                    <a:pt x="1025" y="0"/>
                    <a:pt x="1015" y="1"/>
                    <a:pt x="1005" y="3"/>
                  </a:cubicBezTo>
                  <a:lnTo>
                    <a:pt x="0" y="3"/>
                  </a:lnTo>
                  <a:lnTo>
                    <a:pt x="0" y="3611"/>
                  </a:lnTo>
                  <a:lnTo>
                    <a:pt x="1005" y="3611"/>
                  </a:lnTo>
                  <a:lnTo>
                    <a:pt x="1005" y="3601"/>
                  </a:lnTo>
                  <a:cubicBezTo>
                    <a:pt x="1015" y="3603"/>
                    <a:pt x="1025" y="3603"/>
                    <a:pt x="1035" y="3603"/>
                  </a:cubicBezTo>
                  <a:cubicBezTo>
                    <a:pt x="1139" y="3603"/>
                    <a:pt x="1236" y="3514"/>
                    <a:pt x="1244" y="3400"/>
                  </a:cubicBezTo>
                  <a:lnTo>
                    <a:pt x="1244" y="203"/>
                  </a:lnTo>
                  <a:cubicBezTo>
                    <a:pt x="1236" y="90"/>
                    <a:pt x="1139" y="0"/>
                    <a:pt x="10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864;p37">
              <a:extLst>
                <a:ext uri="{FF2B5EF4-FFF2-40B4-BE49-F238E27FC236}">
                  <a16:creationId xmlns:a16="http://schemas.microsoft.com/office/drawing/2014/main" id="{EBC715AE-0311-FD06-5050-89AD5540E7B2}"/>
                </a:ext>
              </a:extLst>
            </p:cNvPr>
            <p:cNvSpPr/>
            <p:nvPr/>
          </p:nvSpPr>
          <p:spPr>
            <a:xfrm>
              <a:off x="2966368" y="1629247"/>
              <a:ext cx="32956" cy="70718"/>
            </a:xfrm>
            <a:custGeom>
              <a:avLst/>
              <a:gdLst/>
              <a:ahLst/>
              <a:cxnLst/>
              <a:rect l="l" t="t" r="r" b="b"/>
              <a:pathLst>
                <a:path w="1255" h="2693" extrusionOk="0">
                  <a:moveTo>
                    <a:pt x="1" y="1"/>
                  </a:moveTo>
                  <a:lnTo>
                    <a:pt x="1" y="2690"/>
                  </a:lnTo>
                  <a:lnTo>
                    <a:pt x="1015" y="2690"/>
                  </a:lnTo>
                  <a:cubicBezTo>
                    <a:pt x="1025" y="2692"/>
                    <a:pt x="1035" y="2692"/>
                    <a:pt x="1045" y="2692"/>
                  </a:cubicBezTo>
                  <a:cubicBezTo>
                    <a:pt x="1149" y="2692"/>
                    <a:pt x="1246" y="2603"/>
                    <a:pt x="1254" y="2489"/>
                  </a:cubicBezTo>
                  <a:lnTo>
                    <a:pt x="12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865;p37">
              <a:extLst>
                <a:ext uri="{FF2B5EF4-FFF2-40B4-BE49-F238E27FC236}">
                  <a16:creationId xmlns:a16="http://schemas.microsoft.com/office/drawing/2014/main" id="{47A190E4-8024-DC35-6D79-E9EC38D78E16}"/>
                </a:ext>
              </a:extLst>
            </p:cNvPr>
            <p:cNvSpPr/>
            <p:nvPr/>
          </p:nvSpPr>
          <p:spPr>
            <a:xfrm>
              <a:off x="3053578" y="1491041"/>
              <a:ext cx="95534" cy="32694"/>
            </a:xfrm>
            <a:custGeom>
              <a:avLst/>
              <a:gdLst/>
              <a:ahLst/>
              <a:cxnLst/>
              <a:rect l="l" t="t" r="r" b="b"/>
              <a:pathLst>
                <a:path w="3638" h="1245" extrusionOk="0">
                  <a:moveTo>
                    <a:pt x="221" y="0"/>
                  </a:moveTo>
                  <a:cubicBezTo>
                    <a:pt x="96" y="10"/>
                    <a:pt x="1" y="115"/>
                    <a:pt x="20" y="239"/>
                  </a:cubicBezTo>
                  <a:cubicBezTo>
                    <a:pt x="20" y="249"/>
                    <a:pt x="10" y="258"/>
                    <a:pt x="20" y="268"/>
                  </a:cubicBezTo>
                  <a:lnTo>
                    <a:pt x="20" y="1244"/>
                  </a:lnTo>
                  <a:lnTo>
                    <a:pt x="3618" y="1244"/>
                  </a:lnTo>
                  <a:lnTo>
                    <a:pt x="3618" y="239"/>
                  </a:lnTo>
                  <a:cubicBezTo>
                    <a:pt x="3637" y="115"/>
                    <a:pt x="3542" y="10"/>
                    <a:pt x="34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866;p37">
              <a:extLst>
                <a:ext uri="{FF2B5EF4-FFF2-40B4-BE49-F238E27FC236}">
                  <a16:creationId xmlns:a16="http://schemas.microsoft.com/office/drawing/2014/main" id="{5400C7B5-AF8D-F902-7C5D-DC7467D78B8F}"/>
                </a:ext>
              </a:extLst>
            </p:cNvPr>
            <p:cNvSpPr/>
            <p:nvPr/>
          </p:nvSpPr>
          <p:spPr>
            <a:xfrm>
              <a:off x="3053578" y="1491041"/>
              <a:ext cx="71401" cy="32930"/>
            </a:xfrm>
            <a:custGeom>
              <a:avLst/>
              <a:gdLst/>
              <a:ahLst/>
              <a:cxnLst/>
              <a:rect l="l" t="t" r="r" b="b"/>
              <a:pathLst>
                <a:path w="2719" h="1254" extrusionOk="0">
                  <a:moveTo>
                    <a:pt x="221" y="0"/>
                  </a:moveTo>
                  <a:cubicBezTo>
                    <a:pt x="96" y="10"/>
                    <a:pt x="1" y="115"/>
                    <a:pt x="20" y="239"/>
                  </a:cubicBezTo>
                  <a:cubicBezTo>
                    <a:pt x="20" y="249"/>
                    <a:pt x="10" y="258"/>
                    <a:pt x="20" y="278"/>
                  </a:cubicBezTo>
                  <a:lnTo>
                    <a:pt x="20" y="1254"/>
                  </a:lnTo>
                  <a:lnTo>
                    <a:pt x="2719" y="1254"/>
                  </a:lnTo>
                  <a:lnTo>
                    <a:pt x="27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867;p37">
              <a:extLst>
                <a:ext uri="{FF2B5EF4-FFF2-40B4-BE49-F238E27FC236}">
                  <a16:creationId xmlns:a16="http://schemas.microsoft.com/office/drawing/2014/main" id="{AE4C8A87-4BAA-57E2-104A-99BE2AA64BB0}"/>
                </a:ext>
              </a:extLst>
            </p:cNvPr>
            <p:cNvSpPr/>
            <p:nvPr/>
          </p:nvSpPr>
          <p:spPr>
            <a:xfrm>
              <a:off x="2941001" y="1341989"/>
              <a:ext cx="32694" cy="94851"/>
            </a:xfrm>
            <a:custGeom>
              <a:avLst/>
              <a:gdLst/>
              <a:ahLst/>
              <a:cxnLst/>
              <a:rect l="l" t="t" r="r" b="b"/>
              <a:pathLst>
                <a:path w="1245" h="3612" extrusionOk="0">
                  <a:moveTo>
                    <a:pt x="239" y="1"/>
                  </a:moveTo>
                  <a:lnTo>
                    <a:pt x="239" y="10"/>
                  </a:lnTo>
                  <a:cubicBezTo>
                    <a:pt x="229" y="9"/>
                    <a:pt x="220" y="8"/>
                    <a:pt x="210" y="8"/>
                  </a:cubicBezTo>
                  <a:cubicBezTo>
                    <a:pt x="106" y="8"/>
                    <a:pt x="9" y="98"/>
                    <a:pt x="0" y="211"/>
                  </a:cubicBezTo>
                  <a:lnTo>
                    <a:pt x="0" y="3408"/>
                  </a:lnTo>
                  <a:cubicBezTo>
                    <a:pt x="9" y="3522"/>
                    <a:pt x="106" y="3611"/>
                    <a:pt x="210" y="3611"/>
                  </a:cubicBezTo>
                  <a:cubicBezTo>
                    <a:pt x="220" y="3611"/>
                    <a:pt x="229" y="3611"/>
                    <a:pt x="239" y="3609"/>
                  </a:cubicBezTo>
                  <a:lnTo>
                    <a:pt x="1244" y="3609"/>
                  </a:lnTo>
                  <a:lnTo>
                    <a:pt x="12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868;p37">
              <a:extLst>
                <a:ext uri="{FF2B5EF4-FFF2-40B4-BE49-F238E27FC236}">
                  <a16:creationId xmlns:a16="http://schemas.microsoft.com/office/drawing/2014/main" id="{2E3415AC-9D1E-E113-C575-45A23936296F}"/>
                </a:ext>
              </a:extLst>
            </p:cNvPr>
            <p:cNvSpPr/>
            <p:nvPr/>
          </p:nvSpPr>
          <p:spPr>
            <a:xfrm>
              <a:off x="2941001" y="1341989"/>
              <a:ext cx="32930" cy="70902"/>
            </a:xfrm>
            <a:custGeom>
              <a:avLst/>
              <a:gdLst/>
              <a:ahLst/>
              <a:cxnLst/>
              <a:rect l="l" t="t" r="r" b="b"/>
              <a:pathLst>
                <a:path w="1254" h="2700" extrusionOk="0">
                  <a:moveTo>
                    <a:pt x="249" y="1"/>
                  </a:moveTo>
                  <a:lnTo>
                    <a:pt x="239" y="10"/>
                  </a:lnTo>
                  <a:cubicBezTo>
                    <a:pt x="229" y="9"/>
                    <a:pt x="220" y="8"/>
                    <a:pt x="210" y="8"/>
                  </a:cubicBezTo>
                  <a:cubicBezTo>
                    <a:pt x="106" y="8"/>
                    <a:pt x="9" y="98"/>
                    <a:pt x="0" y="211"/>
                  </a:cubicBezTo>
                  <a:lnTo>
                    <a:pt x="0" y="2700"/>
                  </a:lnTo>
                  <a:lnTo>
                    <a:pt x="1254" y="2700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1" name="Google Shape;2200;p44">
            <a:extLst>
              <a:ext uri="{FF2B5EF4-FFF2-40B4-BE49-F238E27FC236}">
                <a16:creationId xmlns:a16="http://schemas.microsoft.com/office/drawing/2014/main" id="{7F55A6AD-1F34-EA2E-B910-67E17F2D0E89}"/>
              </a:ext>
            </a:extLst>
          </p:cNvPr>
          <p:cNvGrpSpPr/>
          <p:nvPr/>
        </p:nvGrpSpPr>
        <p:grpSpPr>
          <a:xfrm>
            <a:off x="4832953" y="1024756"/>
            <a:ext cx="4235371" cy="3842527"/>
            <a:chOff x="3269537" y="773924"/>
            <a:chExt cx="5121988" cy="4093359"/>
          </a:xfrm>
        </p:grpSpPr>
        <p:sp>
          <p:nvSpPr>
            <p:cNvPr id="1042" name="Google Shape;2201;p44">
              <a:extLst>
                <a:ext uri="{FF2B5EF4-FFF2-40B4-BE49-F238E27FC236}">
                  <a16:creationId xmlns:a16="http://schemas.microsoft.com/office/drawing/2014/main" id="{FD3DC137-74C4-3F79-2040-4DA7FF03FA6C}"/>
                </a:ext>
              </a:extLst>
            </p:cNvPr>
            <p:cNvSpPr/>
            <p:nvPr/>
          </p:nvSpPr>
          <p:spPr>
            <a:xfrm flipH="1">
              <a:off x="7572509" y="2039889"/>
              <a:ext cx="54609" cy="54509"/>
            </a:xfrm>
            <a:custGeom>
              <a:avLst/>
              <a:gdLst/>
              <a:ahLst/>
              <a:cxnLst/>
              <a:rect l="l" t="t" r="r" b="b"/>
              <a:pathLst>
                <a:path w="540" h="539" extrusionOk="0">
                  <a:moveTo>
                    <a:pt x="270" y="100"/>
                  </a:moveTo>
                  <a:cubicBezTo>
                    <a:pt x="370" y="100"/>
                    <a:pt x="440" y="170"/>
                    <a:pt x="440" y="270"/>
                  </a:cubicBezTo>
                  <a:cubicBezTo>
                    <a:pt x="440" y="369"/>
                    <a:pt x="370" y="439"/>
                    <a:pt x="270" y="439"/>
                  </a:cubicBezTo>
                  <a:cubicBezTo>
                    <a:pt x="171" y="439"/>
                    <a:pt x="100" y="369"/>
                    <a:pt x="100" y="270"/>
                  </a:cubicBezTo>
                  <a:cubicBezTo>
                    <a:pt x="100" y="170"/>
                    <a:pt x="171" y="100"/>
                    <a:pt x="270" y="100"/>
                  </a:cubicBezTo>
                  <a:close/>
                  <a:moveTo>
                    <a:pt x="270" y="0"/>
                  </a:moveTo>
                  <a:cubicBezTo>
                    <a:pt x="124" y="0"/>
                    <a:pt x="1" y="123"/>
                    <a:pt x="1" y="270"/>
                  </a:cubicBezTo>
                  <a:cubicBezTo>
                    <a:pt x="1" y="416"/>
                    <a:pt x="124" y="539"/>
                    <a:pt x="270" y="539"/>
                  </a:cubicBezTo>
                  <a:cubicBezTo>
                    <a:pt x="417" y="539"/>
                    <a:pt x="540" y="416"/>
                    <a:pt x="540" y="270"/>
                  </a:cubicBezTo>
                  <a:cubicBezTo>
                    <a:pt x="540" y="123"/>
                    <a:pt x="417" y="0"/>
                    <a:pt x="270" y="0"/>
                  </a:cubicBez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2202;p44">
              <a:extLst>
                <a:ext uri="{FF2B5EF4-FFF2-40B4-BE49-F238E27FC236}">
                  <a16:creationId xmlns:a16="http://schemas.microsoft.com/office/drawing/2014/main" id="{677A9768-6FAA-6137-F60F-A84BC1912E2F}"/>
                </a:ext>
              </a:extLst>
            </p:cNvPr>
            <p:cNvSpPr/>
            <p:nvPr/>
          </p:nvSpPr>
          <p:spPr>
            <a:xfrm flipH="1">
              <a:off x="5238433" y="1447800"/>
              <a:ext cx="54609" cy="54509"/>
            </a:xfrm>
            <a:custGeom>
              <a:avLst/>
              <a:gdLst/>
              <a:ahLst/>
              <a:cxnLst/>
              <a:rect l="l" t="t" r="r" b="b"/>
              <a:pathLst>
                <a:path w="540" h="539" extrusionOk="0">
                  <a:moveTo>
                    <a:pt x="270" y="100"/>
                  </a:moveTo>
                  <a:cubicBezTo>
                    <a:pt x="364" y="100"/>
                    <a:pt x="440" y="170"/>
                    <a:pt x="440" y="269"/>
                  </a:cubicBezTo>
                  <a:cubicBezTo>
                    <a:pt x="440" y="369"/>
                    <a:pt x="364" y="439"/>
                    <a:pt x="270" y="439"/>
                  </a:cubicBezTo>
                  <a:cubicBezTo>
                    <a:pt x="171" y="439"/>
                    <a:pt x="100" y="369"/>
                    <a:pt x="100" y="269"/>
                  </a:cubicBezTo>
                  <a:cubicBezTo>
                    <a:pt x="100" y="170"/>
                    <a:pt x="171" y="100"/>
                    <a:pt x="270" y="100"/>
                  </a:cubicBezTo>
                  <a:close/>
                  <a:moveTo>
                    <a:pt x="270" y="0"/>
                  </a:moveTo>
                  <a:cubicBezTo>
                    <a:pt x="124" y="0"/>
                    <a:pt x="1" y="123"/>
                    <a:pt x="1" y="269"/>
                  </a:cubicBezTo>
                  <a:cubicBezTo>
                    <a:pt x="1" y="416"/>
                    <a:pt x="124" y="539"/>
                    <a:pt x="270" y="539"/>
                  </a:cubicBezTo>
                  <a:cubicBezTo>
                    <a:pt x="417" y="539"/>
                    <a:pt x="540" y="416"/>
                    <a:pt x="540" y="269"/>
                  </a:cubicBezTo>
                  <a:cubicBezTo>
                    <a:pt x="540" y="123"/>
                    <a:pt x="417" y="0"/>
                    <a:pt x="270" y="0"/>
                  </a:cubicBez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2203;p44">
              <a:extLst>
                <a:ext uri="{FF2B5EF4-FFF2-40B4-BE49-F238E27FC236}">
                  <a16:creationId xmlns:a16="http://schemas.microsoft.com/office/drawing/2014/main" id="{3C94B3E2-493C-A564-FF1F-A2282D87CF17}"/>
                </a:ext>
              </a:extLst>
            </p:cNvPr>
            <p:cNvSpPr/>
            <p:nvPr/>
          </p:nvSpPr>
          <p:spPr>
            <a:xfrm flipH="1">
              <a:off x="7350438" y="1549026"/>
              <a:ext cx="10214" cy="69375"/>
            </a:xfrm>
            <a:custGeom>
              <a:avLst/>
              <a:gdLst/>
              <a:ahLst/>
              <a:cxnLst/>
              <a:rect l="l" t="t" r="r" b="b"/>
              <a:pathLst>
                <a:path w="101" h="686" extrusionOk="0">
                  <a:moveTo>
                    <a:pt x="1" y="0"/>
                  </a:moveTo>
                  <a:lnTo>
                    <a:pt x="1" y="685"/>
                  </a:lnTo>
                  <a:lnTo>
                    <a:pt x="100" y="685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2204;p44">
              <a:extLst>
                <a:ext uri="{FF2B5EF4-FFF2-40B4-BE49-F238E27FC236}">
                  <a16:creationId xmlns:a16="http://schemas.microsoft.com/office/drawing/2014/main" id="{DFBDBA5A-A5E6-A996-9DD8-E2E029C057BA}"/>
                </a:ext>
              </a:extLst>
            </p:cNvPr>
            <p:cNvSpPr/>
            <p:nvPr/>
          </p:nvSpPr>
          <p:spPr>
            <a:xfrm flipH="1">
              <a:off x="7320909" y="1578656"/>
              <a:ext cx="69373" cy="10113"/>
            </a:xfrm>
            <a:custGeom>
              <a:avLst/>
              <a:gdLst/>
              <a:ahLst/>
              <a:cxnLst/>
              <a:rect l="l" t="t" r="r" b="b"/>
              <a:pathLst>
                <a:path w="686" h="100" extrusionOk="0">
                  <a:moveTo>
                    <a:pt x="1" y="0"/>
                  </a:moveTo>
                  <a:lnTo>
                    <a:pt x="1" y="100"/>
                  </a:lnTo>
                  <a:lnTo>
                    <a:pt x="686" y="100"/>
                  </a:lnTo>
                  <a:lnTo>
                    <a:pt x="686" y="0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2205;p44">
              <a:extLst>
                <a:ext uri="{FF2B5EF4-FFF2-40B4-BE49-F238E27FC236}">
                  <a16:creationId xmlns:a16="http://schemas.microsoft.com/office/drawing/2014/main" id="{85280D16-50DA-A8D4-3D9D-6926DDC24759}"/>
                </a:ext>
              </a:extLst>
            </p:cNvPr>
            <p:cNvSpPr/>
            <p:nvPr/>
          </p:nvSpPr>
          <p:spPr>
            <a:xfrm flipH="1">
              <a:off x="7594960" y="2999669"/>
              <a:ext cx="9607" cy="66442"/>
            </a:xfrm>
            <a:custGeom>
              <a:avLst/>
              <a:gdLst/>
              <a:ahLst/>
              <a:cxnLst/>
              <a:rect l="l" t="t" r="r" b="b"/>
              <a:pathLst>
                <a:path w="95" h="657" extrusionOk="0">
                  <a:moveTo>
                    <a:pt x="0" y="0"/>
                  </a:moveTo>
                  <a:lnTo>
                    <a:pt x="0" y="656"/>
                  </a:lnTo>
                  <a:lnTo>
                    <a:pt x="94" y="6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2206;p44">
              <a:extLst>
                <a:ext uri="{FF2B5EF4-FFF2-40B4-BE49-F238E27FC236}">
                  <a16:creationId xmlns:a16="http://schemas.microsoft.com/office/drawing/2014/main" id="{512ED132-877C-EF2F-0589-BE410662230E}"/>
                </a:ext>
              </a:extLst>
            </p:cNvPr>
            <p:cNvSpPr/>
            <p:nvPr/>
          </p:nvSpPr>
          <p:spPr>
            <a:xfrm flipH="1">
              <a:off x="7565430" y="3026872"/>
              <a:ext cx="68767" cy="9607"/>
            </a:xfrm>
            <a:custGeom>
              <a:avLst/>
              <a:gdLst/>
              <a:ahLst/>
              <a:cxnLst/>
              <a:rect l="l" t="t" r="r" b="b"/>
              <a:pathLst>
                <a:path w="680" h="95" extrusionOk="0">
                  <a:moveTo>
                    <a:pt x="1" y="1"/>
                  </a:moveTo>
                  <a:lnTo>
                    <a:pt x="1" y="94"/>
                  </a:lnTo>
                  <a:lnTo>
                    <a:pt x="680" y="94"/>
                  </a:lnTo>
                  <a:lnTo>
                    <a:pt x="680" y="1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2207;p44">
              <a:extLst>
                <a:ext uri="{FF2B5EF4-FFF2-40B4-BE49-F238E27FC236}">
                  <a16:creationId xmlns:a16="http://schemas.microsoft.com/office/drawing/2014/main" id="{6FB55BE5-2F7E-D9B0-954D-2DD90D2C98CC}"/>
                </a:ext>
              </a:extLst>
            </p:cNvPr>
            <p:cNvSpPr/>
            <p:nvPr/>
          </p:nvSpPr>
          <p:spPr>
            <a:xfrm flipH="1">
              <a:off x="5472947" y="1276740"/>
              <a:ext cx="292367" cy="354944"/>
            </a:xfrm>
            <a:custGeom>
              <a:avLst/>
              <a:gdLst/>
              <a:ahLst/>
              <a:cxnLst/>
              <a:rect l="l" t="t" r="r" b="b"/>
              <a:pathLst>
                <a:path w="2852" h="3462" extrusionOk="0">
                  <a:moveTo>
                    <a:pt x="1412" y="1"/>
                  </a:moveTo>
                  <a:cubicBezTo>
                    <a:pt x="633" y="1"/>
                    <a:pt x="0" y="633"/>
                    <a:pt x="0" y="1412"/>
                  </a:cubicBezTo>
                  <a:cubicBezTo>
                    <a:pt x="0" y="1728"/>
                    <a:pt x="94" y="2021"/>
                    <a:pt x="270" y="2267"/>
                  </a:cubicBezTo>
                  <a:cubicBezTo>
                    <a:pt x="463" y="2583"/>
                    <a:pt x="1002" y="2928"/>
                    <a:pt x="1002" y="3121"/>
                  </a:cubicBezTo>
                  <a:lnTo>
                    <a:pt x="1002" y="3367"/>
                  </a:lnTo>
                  <a:cubicBezTo>
                    <a:pt x="1002" y="3414"/>
                    <a:pt x="1049" y="3461"/>
                    <a:pt x="1095" y="3461"/>
                  </a:cubicBezTo>
                  <a:lnTo>
                    <a:pt x="1757" y="3461"/>
                  </a:lnTo>
                  <a:cubicBezTo>
                    <a:pt x="1804" y="3461"/>
                    <a:pt x="1851" y="3414"/>
                    <a:pt x="1851" y="3367"/>
                  </a:cubicBezTo>
                  <a:lnTo>
                    <a:pt x="1851" y="3121"/>
                  </a:lnTo>
                  <a:cubicBezTo>
                    <a:pt x="1851" y="2928"/>
                    <a:pt x="2389" y="2583"/>
                    <a:pt x="2583" y="2267"/>
                  </a:cubicBezTo>
                  <a:cubicBezTo>
                    <a:pt x="2758" y="2021"/>
                    <a:pt x="2852" y="1728"/>
                    <a:pt x="2852" y="1412"/>
                  </a:cubicBezTo>
                  <a:cubicBezTo>
                    <a:pt x="2852" y="633"/>
                    <a:pt x="2220" y="1"/>
                    <a:pt x="14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2208;p44">
              <a:extLst>
                <a:ext uri="{FF2B5EF4-FFF2-40B4-BE49-F238E27FC236}">
                  <a16:creationId xmlns:a16="http://schemas.microsoft.com/office/drawing/2014/main" id="{0C197949-C240-B449-75F5-78AC456A2BC0}"/>
                </a:ext>
              </a:extLst>
            </p:cNvPr>
            <p:cNvSpPr/>
            <p:nvPr/>
          </p:nvSpPr>
          <p:spPr>
            <a:xfrm flipH="1">
              <a:off x="5467514" y="1271409"/>
              <a:ext cx="303233" cy="365606"/>
            </a:xfrm>
            <a:custGeom>
              <a:avLst/>
              <a:gdLst/>
              <a:ahLst/>
              <a:cxnLst/>
              <a:rect l="l" t="t" r="r" b="b"/>
              <a:pathLst>
                <a:path w="2958" h="3566" extrusionOk="0">
                  <a:moveTo>
                    <a:pt x="1465" y="100"/>
                  </a:moveTo>
                  <a:cubicBezTo>
                    <a:pt x="1857" y="100"/>
                    <a:pt x="2196" y="246"/>
                    <a:pt x="2466" y="492"/>
                  </a:cubicBezTo>
                  <a:cubicBezTo>
                    <a:pt x="2712" y="755"/>
                    <a:pt x="2858" y="1101"/>
                    <a:pt x="2858" y="1464"/>
                  </a:cubicBezTo>
                  <a:cubicBezTo>
                    <a:pt x="2858" y="1780"/>
                    <a:pt x="2759" y="2049"/>
                    <a:pt x="2589" y="2295"/>
                  </a:cubicBezTo>
                  <a:cubicBezTo>
                    <a:pt x="2489" y="2442"/>
                    <a:pt x="2319" y="2611"/>
                    <a:pt x="2150" y="2758"/>
                  </a:cubicBezTo>
                  <a:cubicBezTo>
                    <a:pt x="2079" y="2834"/>
                    <a:pt x="2003" y="2904"/>
                    <a:pt x="1956" y="2980"/>
                  </a:cubicBezTo>
                  <a:cubicBezTo>
                    <a:pt x="1880" y="3051"/>
                    <a:pt x="1857" y="3097"/>
                    <a:pt x="1857" y="3173"/>
                  </a:cubicBezTo>
                  <a:lnTo>
                    <a:pt x="1857" y="3419"/>
                  </a:lnTo>
                  <a:cubicBezTo>
                    <a:pt x="1857" y="3443"/>
                    <a:pt x="1833" y="3466"/>
                    <a:pt x="1810" y="3466"/>
                  </a:cubicBezTo>
                  <a:lnTo>
                    <a:pt x="1148" y="3466"/>
                  </a:lnTo>
                  <a:cubicBezTo>
                    <a:pt x="1125" y="3466"/>
                    <a:pt x="1102" y="3443"/>
                    <a:pt x="1102" y="3419"/>
                  </a:cubicBezTo>
                  <a:lnTo>
                    <a:pt x="1102" y="3173"/>
                  </a:lnTo>
                  <a:cubicBezTo>
                    <a:pt x="1102" y="3097"/>
                    <a:pt x="1055" y="3051"/>
                    <a:pt x="1002" y="2980"/>
                  </a:cubicBezTo>
                  <a:cubicBezTo>
                    <a:pt x="932" y="2857"/>
                    <a:pt x="809" y="2758"/>
                    <a:pt x="686" y="2635"/>
                  </a:cubicBezTo>
                  <a:cubicBezTo>
                    <a:pt x="563" y="2512"/>
                    <a:pt x="440" y="2395"/>
                    <a:pt x="370" y="2295"/>
                  </a:cubicBezTo>
                  <a:cubicBezTo>
                    <a:pt x="200" y="2049"/>
                    <a:pt x="100" y="1780"/>
                    <a:pt x="100" y="1464"/>
                  </a:cubicBezTo>
                  <a:cubicBezTo>
                    <a:pt x="100" y="1101"/>
                    <a:pt x="247" y="755"/>
                    <a:pt x="493" y="492"/>
                  </a:cubicBezTo>
                  <a:cubicBezTo>
                    <a:pt x="762" y="246"/>
                    <a:pt x="1102" y="100"/>
                    <a:pt x="1465" y="100"/>
                  </a:cubicBezTo>
                  <a:close/>
                  <a:moveTo>
                    <a:pt x="1465" y="0"/>
                  </a:moveTo>
                  <a:cubicBezTo>
                    <a:pt x="662" y="0"/>
                    <a:pt x="1" y="662"/>
                    <a:pt x="1" y="1464"/>
                  </a:cubicBezTo>
                  <a:cubicBezTo>
                    <a:pt x="1" y="1809"/>
                    <a:pt x="100" y="2102"/>
                    <a:pt x="270" y="2342"/>
                  </a:cubicBezTo>
                  <a:cubicBezTo>
                    <a:pt x="393" y="2512"/>
                    <a:pt x="563" y="2658"/>
                    <a:pt x="733" y="2834"/>
                  </a:cubicBezTo>
                  <a:cubicBezTo>
                    <a:pt x="809" y="2904"/>
                    <a:pt x="879" y="2980"/>
                    <a:pt x="932" y="3027"/>
                  </a:cubicBezTo>
                  <a:cubicBezTo>
                    <a:pt x="979" y="3097"/>
                    <a:pt x="1002" y="3150"/>
                    <a:pt x="1002" y="3173"/>
                  </a:cubicBezTo>
                  <a:lnTo>
                    <a:pt x="1002" y="3419"/>
                  </a:lnTo>
                  <a:cubicBezTo>
                    <a:pt x="1002" y="3490"/>
                    <a:pt x="1078" y="3566"/>
                    <a:pt x="1148" y="3566"/>
                  </a:cubicBezTo>
                  <a:lnTo>
                    <a:pt x="1810" y="3566"/>
                  </a:lnTo>
                  <a:cubicBezTo>
                    <a:pt x="1880" y="3566"/>
                    <a:pt x="1956" y="3490"/>
                    <a:pt x="1956" y="3419"/>
                  </a:cubicBezTo>
                  <a:lnTo>
                    <a:pt x="1956" y="3173"/>
                  </a:lnTo>
                  <a:cubicBezTo>
                    <a:pt x="1956" y="3150"/>
                    <a:pt x="1980" y="3097"/>
                    <a:pt x="2027" y="3027"/>
                  </a:cubicBezTo>
                  <a:cubicBezTo>
                    <a:pt x="2103" y="2928"/>
                    <a:pt x="2226" y="2834"/>
                    <a:pt x="2343" y="2711"/>
                  </a:cubicBezTo>
                  <a:cubicBezTo>
                    <a:pt x="2466" y="2588"/>
                    <a:pt x="2589" y="2465"/>
                    <a:pt x="2688" y="2342"/>
                  </a:cubicBezTo>
                  <a:cubicBezTo>
                    <a:pt x="2858" y="2102"/>
                    <a:pt x="2958" y="1809"/>
                    <a:pt x="2958" y="1464"/>
                  </a:cubicBezTo>
                  <a:cubicBezTo>
                    <a:pt x="2958" y="662"/>
                    <a:pt x="2296" y="0"/>
                    <a:pt x="14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2209;p44">
              <a:extLst>
                <a:ext uri="{FF2B5EF4-FFF2-40B4-BE49-F238E27FC236}">
                  <a16:creationId xmlns:a16="http://schemas.microsoft.com/office/drawing/2014/main" id="{218692D5-F011-4E50-33E6-805FBEAF9BE1}"/>
                </a:ext>
              </a:extLst>
            </p:cNvPr>
            <p:cNvSpPr/>
            <p:nvPr/>
          </p:nvSpPr>
          <p:spPr>
            <a:xfrm flipH="1">
              <a:off x="5530561" y="1424575"/>
              <a:ext cx="177142" cy="204641"/>
            </a:xfrm>
            <a:custGeom>
              <a:avLst/>
              <a:gdLst/>
              <a:ahLst/>
              <a:cxnLst/>
              <a:rect l="l" t="t" r="r" b="b"/>
              <a:pathLst>
                <a:path w="1728" h="1996" extrusionOk="0">
                  <a:moveTo>
                    <a:pt x="217" y="22"/>
                  </a:moveTo>
                  <a:cubicBezTo>
                    <a:pt x="241" y="22"/>
                    <a:pt x="264" y="22"/>
                    <a:pt x="293" y="46"/>
                  </a:cubicBezTo>
                  <a:cubicBezTo>
                    <a:pt x="387" y="69"/>
                    <a:pt x="463" y="140"/>
                    <a:pt x="533" y="263"/>
                  </a:cubicBezTo>
                  <a:cubicBezTo>
                    <a:pt x="586" y="386"/>
                    <a:pt x="633" y="608"/>
                    <a:pt x="656" y="848"/>
                  </a:cubicBezTo>
                  <a:cubicBezTo>
                    <a:pt x="241" y="778"/>
                    <a:pt x="71" y="555"/>
                    <a:pt x="24" y="339"/>
                  </a:cubicBezTo>
                  <a:cubicBezTo>
                    <a:pt x="24" y="216"/>
                    <a:pt x="47" y="93"/>
                    <a:pt x="118" y="46"/>
                  </a:cubicBezTo>
                  <a:cubicBezTo>
                    <a:pt x="147" y="46"/>
                    <a:pt x="194" y="22"/>
                    <a:pt x="217" y="22"/>
                  </a:cubicBezTo>
                  <a:close/>
                  <a:moveTo>
                    <a:pt x="1511" y="22"/>
                  </a:moveTo>
                  <a:cubicBezTo>
                    <a:pt x="1535" y="22"/>
                    <a:pt x="1581" y="46"/>
                    <a:pt x="1611" y="46"/>
                  </a:cubicBezTo>
                  <a:cubicBezTo>
                    <a:pt x="1681" y="93"/>
                    <a:pt x="1704" y="216"/>
                    <a:pt x="1704" y="339"/>
                  </a:cubicBezTo>
                  <a:cubicBezTo>
                    <a:pt x="1658" y="555"/>
                    <a:pt x="1488" y="778"/>
                    <a:pt x="1072" y="848"/>
                  </a:cubicBezTo>
                  <a:cubicBezTo>
                    <a:pt x="1095" y="608"/>
                    <a:pt x="1142" y="386"/>
                    <a:pt x="1195" y="263"/>
                  </a:cubicBezTo>
                  <a:cubicBezTo>
                    <a:pt x="1265" y="140"/>
                    <a:pt x="1341" y="69"/>
                    <a:pt x="1435" y="46"/>
                  </a:cubicBezTo>
                  <a:cubicBezTo>
                    <a:pt x="1464" y="22"/>
                    <a:pt x="1488" y="22"/>
                    <a:pt x="1511" y="22"/>
                  </a:cubicBezTo>
                  <a:close/>
                  <a:moveTo>
                    <a:pt x="197" y="1"/>
                  </a:moveTo>
                  <a:cubicBezTo>
                    <a:pt x="169" y="1"/>
                    <a:pt x="144" y="8"/>
                    <a:pt x="118" y="22"/>
                  </a:cubicBezTo>
                  <a:cubicBezTo>
                    <a:pt x="24" y="69"/>
                    <a:pt x="1" y="216"/>
                    <a:pt x="1" y="339"/>
                  </a:cubicBezTo>
                  <a:cubicBezTo>
                    <a:pt x="47" y="579"/>
                    <a:pt x="241" y="801"/>
                    <a:pt x="656" y="871"/>
                  </a:cubicBezTo>
                  <a:cubicBezTo>
                    <a:pt x="703" y="1387"/>
                    <a:pt x="680" y="1972"/>
                    <a:pt x="680" y="1996"/>
                  </a:cubicBezTo>
                  <a:lnTo>
                    <a:pt x="703" y="1996"/>
                  </a:lnTo>
                  <a:cubicBezTo>
                    <a:pt x="703" y="1949"/>
                    <a:pt x="732" y="1387"/>
                    <a:pt x="680" y="871"/>
                  </a:cubicBezTo>
                  <a:lnTo>
                    <a:pt x="1049" y="871"/>
                  </a:lnTo>
                  <a:cubicBezTo>
                    <a:pt x="996" y="1387"/>
                    <a:pt x="1025" y="1949"/>
                    <a:pt x="1025" y="1996"/>
                  </a:cubicBezTo>
                  <a:lnTo>
                    <a:pt x="1049" y="1996"/>
                  </a:lnTo>
                  <a:cubicBezTo>
                    <a:pt x="1049" y="1972"/>
                    <a:pt x="1025" y="1387"/>
                    <a:pt x="1072" y="871"/>
                  </a:cubicBezTo>
                  <a:cubicBezTo>
                    <a:pt x="1488" y="801"/>
                    <a:pt x="1681" y="579"/>
                    <a:pt x="1728" y="339"/>
                  </a:cubicBezTo>
                  <a:cubicBezTo>
                    <a:pt x="1728" y="216"/>
                    <a:pt x="1704" y="69"/>
                    <a:pt x="1611" y="22"/>
                  </a:cubicBezTo>
                  <a:cubicBezTo>
                    <a:pt x="1584" y="8"/>
                    <a:pt x="1559" y="1"/>
                    <a:pt x="1532" y="1"/>
                  </a:cubicBezTo>
                  <a:cubicBezTo>
                    <a:pt x="1504" y="1"/>
                    <a:pt x="1473" y="8"/>
                    <a:pt x="1435" y="22"/>
                  </a:cubicBezTo>
                  <a:cubicBezTo>
                    <a:pt x="1341" y="46"/>
                    <a:pt x="1242" y="116"/>
                    <a:pt x="1172" y="239"/>
                  </a:cubicBezTo>
                  <a:cubicBezTo>
                    <a:pt x="1119" y="386"/>
                    <a:pt x="1072" y="608"/>
                    <a:pt x="1049" y="848"/>
                  </a:cubicBezTo>
                  <a:lnTo>
                    <a:pt x="680" y="848"/>
                  </a:lnTo>
                  <a:cubicBezTo>
                    <a:pt x="656" y="608"/>
                    <a:pt x="609" y="386"/>
                    <a:pt x="533" y="239"/>
                  </a:cubicBezTo>
                  <a:cubicBezTo>
                    <a:pt x="487" y="116"/>
                    <a:pt x="387" y="46"/>
                    <a:pt x="293" y="22"/>
                  </a:cubicBezTo>
                  <a:cubicBezTo>
                    <a:pt x="255" y="8"/>
                    <a:pt x="225" y="1"/>
                    <a:pt x="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2210;p44">
              <a:extLst>
                <a:ext uri="{FF2B5EF4-FFF2-40B4-BE49-F238E27FC236}">
                  <a16:creationId xmlns:a16="http://schemas.microsoft.com/office/drawing/2014/main" id="{F911115E-E70B-F77C-C71A-A4C1D11C9B87}"/>
                </a:ext>
              </a:extLst>
            </p:cNvPr>
            <p:cNvSpPr/>
            <p:nvPr/>
          </p:nvSpPr>
          <p:spPr>
            <a:xfrm flipH="1">
              <a:off x="5525127" y="1419039"/>
              <a:ext cx="188009" cy="214996"/>
            </a:xfrm>
            <a:custGeom>
              <a:avLst/>
              <a:gdLst/>
              <a:ahLst/>
              <a:cxnLst/>
              <a:rect l="l" t="t" r="r" b="b"/>
              <a:pathLst>
                <a:path w="1834" h="2097" extrusionOk="0">
                  <a:moveTo>
                    <a:pt x="270" y="123"/>
                  </a:moveTo>
                  <a:cubicBezTo>
                    <a:pt x="294" y="123"/>
                    <a:pt x="294" y="123"/>
                    <a:pt x="317" y="147"/>
                  </a:cubicBezTo>
                  <a:cubicBezTo>
                    <a:pt x="393" y="170"/>
                    <a:pt x="493" y="223"/>
                    <a:pt x="540" y="340"/>
                  </a:cubicBezTo>
                  <a:cubicBezTo>
                    <a:pt x="583" y="432"/>
                    <a:pt x="631" y="629"/>
                    <a:pt x="657" y="847"/>
                  </a:cubicBezTo>
                  <a:lnTo>
                    <a:pt x="657" y="847"/>
                  </a:lnTo>
                  <a:cubicBezTo>
                    <a:pt x="493" y="817"/>
                    <a:pt x="384" y="747"/>
                    <a:pt x="294" y="662"/>
                  </a:cubicBezTo>
                  <a:cubicBezTo>
                    <a:pt x="200" y="586"/>
                    <a:pt x="147" y="486"/>
                    <a:pt x="124" y="393"/>
                  </a:cubicBezTo>
                  <a:lnTo>
                    <a:pt x="124" y="340"/>
                  </a:lnTo>
                  <a:cubicBezTo>
                    <a:pt x="124" y="293"/>
                    <a:pt x="147" y="246"/>
                    <a:pt x="147" y="223"/>
                  </a:cubicBezTo>
                  <a:cubicBezTo>
                    <a:pt x="171" y="170"/>
                    <a:pt x="200" y="147"/>
                    <a:pt x="200" y="147"/>
                  </a:cubicBezTo>
                  <a:cubicBezTo>
                    <a:pt x="223" y="147"/>
                    <a:pt x="247" y="123"/>
                    <a:pt x="270" y="123"/>
                  </a:cubicBezTo>
                  <a:close/>
                  <a:moveTo>
                    <a:pt x="1564" y="123"/>
                  </a:moveTo>
                  <a:cubicBezTo>
                    <a:pt x="1588" y="123"/>
                    <a:pt x="1611" y="147"/>
                    <a:pt x="1634" y="147"/>
                  </a:cubicBezTo>
                  <a:cubicBezTo>
                    <a:pt x="1634" y="147"/>
                    <a:pt x="1664" y="170"/>
                    <a:pt x="1687" y="223"/>
                  </a:cubicBezTo>
                  <a:cubicBezTo>
                    <a:pt x="1687" y="246"/>
                    <a:pt x="1711" y="293"/>
                    <a:pt x="1711" y="340"/>
                  </a:cubicBezTo>
                  <a:lnTo>
                    <a:pt x="1711" y="393"/>
                  </a:lnTo>
                  <a:cubicBezTo>
                    <a:pt x="1687" y="486"/>
                    <a:pt x="1634" y="586"/>
                    <a:pt x="1541" y="662"/>
                  </a:cubicBezTo>
                  <a:cubicBezTo>
                    <a:pt x="1451" y="747"/>
                    <a:pt x="1341" y="817"/>
                    <a:pt x="1178" y="847"/>
                  </a:cubicBezTo>
                  <a:lnTo>
                    <a:pt x="1178" y="847"/>
                  </a:lnTo>
                  <a:cubicBezTo>
                    <a:pt x="1203" y="629"/>
                    <a:pt x="1252" y="432"/>
                    <a:pt x="1295" y="340"/>
                  </a:cubicBezTo>
                  <a:cubicBezTo>
                    <a:pt x="1342" y="223"/>
                    <a:pt x="1441" y="170"/>
                    <a:pt x="1517" y="147"/>
                  </a:cubicBezTo>
                  <a:cubicBezTo>
                    <a:pt x="1541" y="123"/>
                    <a:pt x="1541" y="123"/>
                    <a:pt x="1564" y="123"/>
                  </a:cubicBezTo>
                  <a:close/>
                  <a:moveTo>
                    <a:pt x="270" y="0"/>
                  </a:moveTo>
                  <a:cubicBezTo>
                    <a:pt x="223" y="0"/>
                    <a:pt x="171" y="24"/>
                    <a:pt x="147" y="47"/>
                  </a:cubicBezTo>
                  <a:cubicBezTo>
                    <a:pt x="100" y="76"/>
                    <a:pt x="77" y="123"/>
                    <a:pt x="54" y="170"/>
                  </a:cubicBezTo>
                  <a:cubicBezTo>
                    <a:pt x="24" y="223"/>
                    <a:pt x="1" y="270"/>
                    <a:pt x="1" y="340"/>
                  </a:cubicBezTo>
                  <a:lnTo>
                    <a:pt x="1" y="416"/>
                  </a:lnTo>
                  <a:cubicBezTo>
                    <a:pt x="24" y="539"/>
                    <a:pt x="100" y="662"/>
                    <a:pt x="200" y="756"/>
                  </a:cubicBezTo>
                  <a:cubicBezTo>
                    <a:pt x="309" y="849"/>
                    <a:pt x="470" y="942"/>
                    <a:pt x="667" y="973"/>
                  </a:cubicBezTo>
                  <a:lnTo>
                    <a:pt x="667" y="973"/>
                  </a:lnTo>
                  <a:cubicBezTo>
                    <a:pt x="686" y="1203"/>
                    <a:pt x="686" y="1431"/>
                    <a:pt x="686" y="1634"/>
                  </a:cubicBezTo>
                  <a:lnTo>
                    <a:pt x="686" y="2050"/>
                  </a:lnTo>
                  <a:lnTo>
                    <a:pt x="686" y="2097"/>
                  </a:lnTo>
                  <a:lnTo>
                    <a:pt x="809" y="2097"/>
                  </a:lnTo>
                  <a:lnTo>
                    <a:pt x="809" y="2050"/>
                  </a:lnTo>
                  <a:lnTo>
                    <a:pt x="809" y="1611"/>
                  </a:lnTo>
                  <a:cubicBezTo>
                    <a:pt x="809" y="1431"/>
                    <a:pt x="809" y="1206"/>
                    <a:pt x="790" y="978"/>
                  </a:cubicBezTo>
                  <a:lnTo>
                    <a:pt x="1044" y="978"/>
                  </a:lnTo>
                  <a:cubicBezTo>
                    <a:pt x="1026" y="1206"/>
                    <a:pt x="1026" y="1431"/>
                    <a:pt x="1026" y="1611"/>
                  </a:cubicBezTo>
                  <a:lnTo>
                    <a:pt x="1026" y="2050"/>
                  </a:lnTo>
                  <a:lnTo>
                    <a:pt x="1026" y="2097"/>
                  </a:lnTo>
                  <a:lnTo>
                    <a:pt x="1148" y="2097"/>
                  </a:lnTo>
                  <a:lnTo>
                    <a:pt x="1148" y="2050"/>
                  </a:lnTo>
                  <a:lnTo>
                    <a:pt x="1148" y="1634"/>
                  </a:lnTo>
                  <a:cubicBezTo>
                    <a:pt x="1148" y="1431"/>
                    <a:pt x="1148" y="1203"/>
                    <a:pt x="1168" y="973"/>
                  </a:cubicBezTo>
                  <a:lnTo>
                    <a:pt x="1168" y="973"/>
                  </a:lnTo>
                  <a:cubicBezTo>
                    <a:pt x="1365" y="942"/>
                    <a:pt x="1525" y="849"/>
                    <a:pt x="1634" y="756"/>
                  </a:cubicBezTo>
                  <a:cubicBezTo>
                    <a:pt x="1734" y="662"/>
                    <a:pt x="1810" y="539"/>
                    <a:pt x="1834" y="416"/>
                  </a:cubicBezTo>
                  <a:lnTo>
                    <a:pt x="1834" y="340"/>
                  </a:lnTo>
                  <a:cubicBezTo>
                    <a:pt x="1834" y="270"/>
                    <a:pt x="1810" y="223"/>
                    <a:pt x="1781" y="170"/>
                  </a:cubicBezTo>
                  <a:cubicBezTo>
                    <a:pt x="1757" y="123"/>
                    <a:pt x="1734" y="76"/>
                    <a:pt x="1687" y="47"/>
                  </a:cubicBezTo>
                  <a:cubicBezTo>
                    <a:pt x="1664" y="24"/>
                    <a:pt x="1611" y="0"/>
                    <a:pt x="1564" y="0"/>
                  </a:cubicBezTo>
                  <a:cubicBezTo>
                    <a:pt x="1541" y="0"/>
                    <a:pt x="1517" y="0"/>
                    <a:pt x="1465" y="24"/>
                  </a:cubicBezTo>
                  <a:cubicBezTo>
                    <a:pt x="1371" y="47"/>
                    <a:pt x="1248" y="147"/>
                    <a:pt x="1195" y="270"/>
                  </a:cubicBezTo>
                  <a:cubicBezTo>
                    <a:pt x="1130" y="407"/>
                    <a:pt x="1084" y="630"/>
                    <a:pt x="1055" y="855"/>
                  </a:cubicBezTo>
                  <a:lnTo>
                    <a:pt x="780" y="855"/>
                  </a:lnTo>
                  <a:cubicBezTo>
                    <a:pt x="750" y="630"/>
                    <a:pt x="705" y="407"/>
                    <a:pt x="639" y="270"/>
                  </a:cubicBezTo>
                  <a:cubicBezTo>
                    <a:pt x="586" y="147"/>
                    <a:pt x="463" y="47"/>
                    <a:pt x="346" y="24"/>
                  </a:cubicBezTo>
                  <a:cubicBezTo>
                    <a:pt x="317" y="0"/>
                    <a:pt x="294" y="0"/>
                    <a:pt x="2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2211;p44">
              <a:extLst>
                <a:ext uri="{FF2B5EF4-FFF2-40B4-BE49-F238E27FC236}">
                  <a16:creationId xmlns:a16="http://schemas.microsoft.com/office/drawing/2014/main" id="{F605BE82-0ACC-A0A9-733B-9D2F8C138ECC}"/>
                </a:ext>
              </a:extLst>
            </p:cNvPr>
            <p:cNvSpPr/>
            <p:nvPr/>
          </p:nvSpPr>
          <p:spPr>
            <a:xfrm flipH="1">
              <a:off x="5572592" y="1609318"/>
              <a:ext cx="93082" cy="82328"/>
            </a:xfrm>
            <a:custGeom>
              <a:avLst/>
              <a:gdLst/>
              <a:ahLst/>
              <a:cxnLst/>
              <a:rect l="l" t="t" r="r" b="b"/>
              <a:pathLst>
                <a:path w="908" h="803" extrusionOk="0">
                  <a:moveTo>
                    <a:pt x="0" y="0"/>
                  </a:moveTo>
                  <a:lnTo>
                    <a:pt x="0" y="416"/>
                  </a:lnTo>
                  <a:cubicBezTo>
                    <a:pt x="0" y="486"/>
                    <a:pt x="30" y="563"/>
                    <a:pt x="53" y="633"/>
                  </a:cubicBezTo>
                  <a:cubicBezTo>
                    <a:pt x="123" y="732"/>
                    <a:pt x="246" y="803"/>
                    <a:pt x="393" y="803"/>
                  </a:cubicBezTo>
                  <a:lnTo>
                    <a:pt x="516" y="803"/>
                  </a:lnTo>
                  <a:cubicBezTo>
                    <a:pt x="662" y="803"/>
                    <a:pt x="785" y="732"/>
                    <a:pt x="855" y="633"/>
                  </a:cubicBezTo>
                  <a:cubicBezTo>
                    <a:pt x="879" y="563"/>
                    <a:pt x="908" y="486"/>
                    <a:pt x="908" y="416"/>
                  </a:cubicBezTo>
                  <a:lnTo>
                    <a:pt x="9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2212;p44">
              <a:extLst>
                <a:ext uri="{FF2B5EF4-FFF2-40B4-BE49-F238E27FC236}">
                  <a16:creationId xmlns:a16="http://schemas.microsoft.com/office/drawing/2014/main" id="{F270461C-8A95-3519-13E4-DDE32AA47D3B}"/>
                </a:ext>
              </a:extLst>
            </p:cNvPr>
            <p:cNvSpPr/>
            <p:nvPr/>
          </p:nvSpPr>
          <p:spPr>
            <a:xfrm flipH="1">
              <a:off x="5567774" y="1603884"/>
              <a:ext cx="102718" cy="93196"/>
            </a:xfrm>
            <a:custGeom>
              <a:avLst/>
              <a:gdLst/>
              <a:ahLst/>
              <a:cxnLst/>
              <a:rect l="l" t="t" r="r" b="b"/>
              <a:pathLst>
                <a:path w="1002" h="909" extrusionOk="0">
                  <a:moveTo>
                    <a:pt x="902" y="100"/>
                  </a:moveTo>
                  <a:lnTo>
                    <a:pt x="902" y="469"/>
                  </a:lnTo>
                  <a:cubicBezTo>
                    <a:pt x="902" y="539"/>
                    <a:pt x="879" y="586"/>
                    <a:pt x="855" y="639"/>
                  </a:cubicBezTo>
                  <a:cubicBezTo>
                    <a:pt x="809" y="762"/>
                    <a:pt x="686" y="809"/>
                    <a:pt x="563" y="809"/>
                  </a:cubicBezTo>
                  <a:lnTo>
                    <a:pt x="440" y="809"/>
                  </a:lnTo>
                  <a:cubicBezTo>
                    <a:pt x="317" y="809"/>
                    <a:pt x="194" y="762"/>
                    <a:pt x="147" y="639"/>
                  </a:cubicBezTo>
                  <a:cubicBezTo>
                    <a:pt x="124" y="586"/>
                    <a:pt x="100" y="539"/>
                    <a:pt x="100" y="469"/>
                  </a:cubicBezTo>
                  <a:lnTo>
                    <a:pt x="100" y="100"/>
                  </a:lnTo>
                  <a:close/>
                  <a:moveTo>
                    <a:pt x="1" y="1"/>
                  </a:moveTo>
                  <a:lnTo>
                    <a:pt x="1" y="469"/>
                  </a:lnTo>
                  <a:cubicBezTo>
                    <a:pt x="1" y="563"/>
                    <a:pt x="24" y="639"/>
                    <a:pt x="77" y="709"/>
                  </a:cubicBezTo>
                  <a:cubicBezTo>
                    <a:pt x="147" y="832"/>
                    <a:pt x="293" y="908"/>
                    <a:pt x="440" y="908"/>
                  </a:cubicBezTo>
                  <a:lnTo>
                    <a:pt x="563" y="908"/>
                  </a:lnTo>
                  <a:cubicBezTo>
                    <a:pt x="709" y="908"/>
                    <a:pt x="855" y="832"/>
                    <a:pt x="926" y="709"/>
                  </a:cubicBezTo>
                  <a:cubicBezTo>
                    <a:pt x="978" y="639"/>
                    <a:pt x="1002" y="563"/>
                    <a:pt x="1002" y="469"/>
                  </a:cubicBezTo>
                  <a:lnTo>
                    <a:pt x="10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2213;p44">
              <a:extLst>
                <a:ext uri="{FF2B5EF4-FFF2-40B4-BE49-F238E27FC236}">
                  <a16:creationId xmlns:a16="http://schemas.microsoft.com/office/drawing/2014/main" id="{B73F59D3-1A5F-A6B3-FB04-5A86AE1089BC}"/>
                </a:ext>
              </a:extLst>
            </p:cNvPr>
            <p:cNvSpPr/>
            <p:nvPr/>
          </p:nvSpPr>
          <p:spPr>
            <a:xfrm flipH="1">
              <a:off x="5620569" y="1159149"/>
              <a:ext cx="103" cy="72691"/>
            </a:xfrm>
            <a:custGeom>
              <a:avLst/>
              <a:gdLst/>
              <a:ahLst/>
              <a:cxnLst/>
              <a:rect l="l" t="t" r="r" b="b"/>
              <a:pathLst>
                <a:path w="1" h="709" extrusionOk="0">
                  <a:moveTo>
                    <a:pt x="1" y="0"/>
                  </a:moveTo>
                  <a:lnTo>
                    <a:pt x="1" y="70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2214;p44">
              <a:extLst>
                <a:ext uri="{FF2B5EF4-FFF2-40B4-BE49-F238E27FC236}">
                  <a16:creationId xmlns:a16="http://schemas.microsoft.com/office/drawing/2014/main" id="{374385C8-4AB7-7CF3-0A24-08F1B781426A}"/>
                </a:ext>
              </a:extLst>
            </p:cNvPr>
            <p:cNvSpPr/>
            <p:nvPr/>
          </p:nvSpPr>
          <p:spPr>
            <a:xfrm flipH="1">
              <a:off x="5615136" y="1159149"/>
              <a:ext cx="10354" cy="72691"/>
            </a:xfrm>
            <a:custGeom>
              <a:avLst/>
              <a:gdLst/>
              <a:ahLst/>
              <a:cxnLst/>
              <a:rect l="l" t="t" r="r" b="b"/>
              <a:pathLst>
                <a:path w="101" h="709" extrusionOk="0">
                  <a:moveTo>
                    <a:pt x="1" y="0"/>
                  </a:moveTo>
                  <a:lnTo>
                    <a:pt x="1" y="709"/>
                  </a:lnTo>
                  <a:lnTo>
                    <a:pt x="100" y="709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2215;p44">
              <a:extLst>
                <a:ext uri="{FF2B5EF4-FFF2-40B4-BE49-F238E27FC236}">
                  <a16:creationId xmlns:a16="http://schemas.microsoft.com/office/drawing/2014/main" id="{A38BED4D-E6DA-3B94-6956-09AD610409D1}"/>
                </a:ext>
              </a:extLst>
            </p:cNvPr>
            <p:cNvSpPr/>
            <p:nvPr/>
          </p:nvSpPr>
          <p:spPr>
            <a:xfrm flipH="1">
              <a:off x="5482486" y="1204156"/>
              <a:ext cx="52999" cy="52288"/>
            </a:xfrm>
            <a:custGeom>
              <a:avLst/>
              <a:gdLst/>
              <a:ahLst/>
              <a:cxnLst/>
              <a:rect l="l" t="t" r="r" b="b"/>
              <a:pathLst>
                <a:path w="517" h="510" extrusionOk="0">
                  <a:moveTo>
                    <a:pt x="516" y="0"/>
                  </a:moveTo>
                  <a:lnTo>
                    <a:pt x="1" y="51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2216;p44">
              <a:extLst>
                <a:ext uri="{FF2B5EF4-FFF2-40B4-BE49-F238E27FC236}">
                  <a16:creationId xmlns:a16="http://schemas.microsoft.com/office/drawing/2014/main" id="{91EED1B8-C6FC-C6BC-5E45-94498FA626C9}"/>
                </a:ext>
              </a:extLst>
            </p:cNvPr>
            <p:cNvSpPr/>
            <p:nvPr/>
          </p:nvSpPr>
          <p:spPr>
            <a:xfrm flipH="1">
              <a:off x="5480128" y="1201695"/>
              <a:ext cx="57715" cy="57209"/>
            </a:xfrm>
            <a:custGeom>
              <a:avLst/>
              <a:gdLst/>
              <a:ahLst/>
              <a:cxnLst/>
              <a:rect l="l" t="t" r="r" b="b"/>
              <a:pathLst>
                <a:path w="563" h="558" extrusionOk="0">
                  <a:moveTo>
                    <a:pt x="487" y="1"/>
                  </a:moveTo>
                  <a:lnTo>
                    <a:pt x="1" y="487"/>
                  </a:lnTo>
                  <a:lnTo>
                    <a:pt x="71" y="557"/>
                  </a:lnTo>
                  <a:lnTo>
                    <a:pt x="563" y="7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2217;p44">
              <a:extLst>
                <a:ext uri="{FF2B5EF4-FFF2-40B4-BE49-F238E27FC236}">
                  <a16:creationId xmlns:a16="http://schemas.microsoft.com/office/drawing/2014/main" id="{11B30115-B2A3-1F01-DBA9-4F59E78A8BB3}"/>
                </a:ext>
              </a:extLst>
            </p:cNvPr>
            <p:cNvSpPr/>
            <p:nvPr/>
          </p:nvSpPr>
          <p:spPr>
            <a:xfrm flipH="1">
              <a:off x="5702781" y="1208974"/>
              <a:ext cx="52897" cy="49930"/>
            </a:xfrm>
            <a:custGeom>
              <a:avLst/>
              <a:gdLst/>
              <a:ahLst/>
              <a:cxnLst/>
              <a:rect l="l" t="t" r="r" b="b"/>
              <a:pathLst>
                <a:path w="516" h="487" extrusionOk="0">
                  <a:moveTo>
                    <a:pt x="0" y="0"/>
                  </a:moveTo>
                  <a:lnTo>
                    <a:pt x="515" y="4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2218;p44">
              <a:extLst>
                <a:ext uri="{FF2B5EF4-FFF2-40B4-BE49-F238E27FC236}">
                  <a16:creationId xmlns:a16="http://schemas.microsoft.com/office/drawing/2014/main" id="{474F209F-69A4-385A-E2E9-1E05246BE730}"/>
                </a:ext>
              </a:extLst>
            </p:cNvPr>
            <p:cNvSpPr/>
            <p:nvPr/>
          </p:nvSpPr>
          <p:spPr>
            <a:xfrm flipH="1">
              <a:off x="5700424" y="1204156"/>
              <a:ext cx="57715" cy="60080"/>
            </a:xfrm>
            <a:custGeom>
              <a:avLst/>
              <a:gdLst/>
              <a:ahLst/>
              <a:cxnLst/>
              <a:rect l="l" t="t" r="r" b="b"/>
              <a:pathLst>
                <a:path w="563" h="586" extrusionOk="0">
                  <a:moveTo>
                    <a:pt x="77" y="0"/>
                  </a:moveTo>
                  <a:lnTo>
                    <a:pt x="1" y="70"/>
                  </a:lnTo>
                  <a:lnTo>
                    <a:pt x="493" y="586"/>
                  </a:lnTo>
                  <a:lnTo>
                    <a:pt x="563" y="510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2219;p44">
              <a:extLst>
                <a:ext uri="{FF2B5EF4-FFF2-40B4-BE49-F238E27FC236}">
                  <a16:creationId xmlns:a16="http://schemas.microsoft.com/office/drawing/2014/main" id="{4584F4C1-76C3-7F70-D3F3-A633CCA7F7B3}"/>
                </a:ext>
              </a:extLst>
            </p:cNvPr>
            <p:cNvSpPr/>
            <p:nvPr/>
          </p:nvSpPr>
          <p:spPr>
            <a:xfrm flipH="1">
              <a:off x="6445155" y="4363850"/>
              <a:ext cx="441826" cy="461355"/>
            </a:xfrm>
            <a:custGeom>
              <a:avLst/>
              <a:gdLst/>
              <a:ahLst/>
              <a:cxnLst/>
              <a:rect l="l" t="t" r="r" b="b"/>
              <a:pathLst>
                <a:path w="4369" h="4562" extrusionOk="0">
                  <a:moveTo>
                    <a:pt x="2565" y="1"/>
                  </a:moveTo>
                  <a:lnTo>
                    <a:pt x="1" y="270"/>
                  </a:lnTo>
                  <a:lnTo>
                    <a:pt x="54" y="3490"/>
                  </a:lnTo>
                  <a:lnTo>
                    <a:pt x="24" y="4562"/>
                  </a:lnTo>
                  <a:lnTo>
                    <a:pt x="4176" y="4538"/>
                  </a:lnTo>
                  <a:cubicBezTo>
                    <a:pt x="4269" y="4538"/>
                    <a:pt x="4369" y="4468"/>
                    <a:pt x="4369" y="4368"/>
                  </a:cubicBezTo>
                  <a:cubicBezTo>
                    <a:pt x="4369" y="4269"/>
                    <a:pt x="4322" y="4222"/>
                    <a:pt x="4246" y="4199"/>
                  </a:cubicBezTo>
                  <a:lnTo>
                    <a:pt x="2442" y="3367"/>
                  </a:lnTo>
                  <a:lnTo>
                    <a:pt x="2565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2220;p44">
              <a:extLst>
                <a:ext uri="{FF2B5EF4-FFF2-40B4-BE49-F238E27FC236}">
                  <a16:creationId xmlns:a16="http://schemas.microsoft.com/office/drawing/2014/main" id="{BCA693A1-2039-FF1B-C124-EA9CC2BECD94}"/>
                </a:ext>
              </a:extLst>
            </p:cNvPr>
            <p:cNvSpPr/>
            <p:nvPr/>
          </p:nvSpPr>
          <p:spPr>
            <a:xfrm flipH="1">
              <a:off x="6420277" y="4704339"/>
              <a:ext cx="488547" cy="162920"/>
            </a:xfrm>
            <a:custGeom>
              <a:avLst/>
              <a:gdLst/>
              <a:ahLst/>
              <a:cxnLst/>
              <a:rect l="l" t="t" r="r" b="b"/>
              <a:pathLst>
                <a:path w="4831" h="1611" extrusionOk="0">
                  <a:moveTo>
                    <a:pt x="2658" y="0"/>
                  </a:moveTo>
                  <a:cubicBezTo>
                    <a:pt x="2243" y="165"/>
                    <a:pt x="1776" y="215"/>
                    <a:pt x="1365" y="215"/>
                  </a:cubicBezTo>
                  <a:cubicBezTo>
                    <a:pt x="739" y="215"/>
                    <a:pt x="240" y="100"/>
                    <a:pt x="240" y="100"/>
                  </a:cubicBezTo>
                  <a:lnTo>
                    <a:pt x="0" y="1511"/>
                  </a:lnTo>
                  <a:cubicBezTo>
                    <a:pt x="0" y="1564"/>
                    <a:pt x="47" y="1610"/>
                    <a:pt x="94" y="1610"/>
                  </a:cubicBezTo>
                  <a:lnTo>
                    <a:pt x="4731" y="1610"/>
                  </a:lnTo>
                  <a:cubicBezTo>
                    <a:pt x="4831" y="1610"/>
                    <a:pt x="4755" y="1124"/>
                    <a:pt x="4755" y="1124"/>
                  </a:cubicBezTo>
                  <a:cubicBezTo>
                    <a:pt x="4708" y="1001"/>
                    <a:pt x="4632" y="855"/>
                    <a:pt x="4561" y="808"/>
                  </a:cubicBezTo>
                  <a:lnTo>
                    <a:pt x="26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2221;p44">
              <a:extLst>
                <a:ext uri="{FF2B5EF4-FFF2-40B4-BE49-F238E27FC236}">
                  <a16:creationId xmlns:a16="http://schemas.microsoft.com/office/drawing/2014/main" id="{053555DA-1DA0-888B-B12E-A6D330960821}"/>
                </a:ext>
              </a:extLst>
            </p:cNvPr>
            <p:cNvSpPr/>
            <p:nvPr/>
          </p:nvSpPr>
          <p:spPr>
            <a:xfrm flipH="1">
              <a:off x="6595536" y="4709092"/>
              <a:ext cx="34484" cy="49756"/>
            </a:xfrm>
            <a:custGeom>
              <a:avLst/>
              <a:gdLst/>
              <a:ahLst/>
              <a:cxnLst/>
              <a:rect l="l" t="t" r="r" b="b"/>
              <a:pathLst>
                <a:path w="341" h="492" extrusionOk="0">
                  <a:moveTo>
                    <a:pt x="294" y="0"/>
                  </a:moveTo>
                  <a:cubicBezTo>
                    <a:pt x="171" y="146"/>
                    <a:pt x="71" y="293"/>
                    <a:pt x="1" y="468"/>
                  </a:cubicBezTo>
                  <a:lnTo>
                    <a:pt x="71" y="492"/>
                  </a:lnTo>
                  <a:cubicBezTo>
                    <a:pt x="147" y="346"/>
                    <a:pt x="241" y="199"/>
                    <a:pt x="341" y="53"/>
                  </a:cubicBezTo>
                  <a:lnTo>
                    <a:pt x="2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2222;p44">
              <a:extLst>
                <a:ext uri="{FF2B5EF4-FFF2-40B4-BE49-F238E27FC236}">
                  <a16:creationId xmlns:a16="http://schemas.microsoft.com/office/drawing/2014/main" id="{D0D59974-2D8D-8BE6-22AB-5BEB4D7B4E48}"/>
                </a:ext>
              </a:extLst>
            </p:cNvPr>
            <p:cNvSpPr/>
            <p:nvPr/>
          </p:nvSpPr>
          <p:spPr>
            <a:xfrm flipH="1">
              <a:off x="6570660" y="4723856"/>
              <a:ext cx="29731" cy="42171"/>
            </a:xfrm>
            <a:custGeom>
              <a:avLst/>
              <a:gdLst/>
              <a:ahLst/>
              <a:cxnLst/>
              <a:rect l="l" t="t" r="r" b="b"/>
              <a:pathLst>
                <a:path w="294" h="417" extrusionOk="0">
                  <a:moveTo>
                    <a:pt x="217" y="0"/>
                  </a:moveTo>
                  <a:cubicBezTo>
                    <a:pt x="118" y="147"/>
                    <a:pt x="71" y="246"/>
                    <a:pt x="1" y="393"/>
                  </a:cubicBezTo>
                  <a:lnTo>
                    <a:pt x="71" y="416"/>
                  </a:lnTo>
                  <a:cubicBezTo>
                    <a:pt x="147" y="270"/>
                    <a:pt x="171" y="200"/>
                    <a:pt x="293" y="53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2223;p44">
              <a:extLst>
                <a:ext uri="{FF2B5EF4-FFF2-40B4-BE49-F238E27FC236}">
                  <a16:creationId xmlns:a16="http://schemas.microsoft.com/office/drawing/2014/main" id="{434E25C8-A638-3E00-BD8A-4328DCB7A40C}"/>
                </a:ext>
              </a:extLst>
            </p:cNvPr>
            <p:cNvSpPr/>
            <p:nvPr/>
          </p:nvSpPr>
          <p:spPr>
            <a:xfrm flipH="1">
              <a:off x="6551143" y="4733867"/>
              <a:ext cx="27304" cy="39845"/>
            </a:xfrm>
            <a:custGeom>
              <a:avLst/>
              <a:gdLst/>
              <a:ahLst/>
              <a:cxnLst/>
              <a:rect l="l" t="t" r="r" b="b"/>
              <a:pathLst>
                <a:path w="270" h="394" extrusionOk="0">
                  <a:moveTo>
                    <a:pt x="223" y="1"/>
                  </a:moveTo>
                  <a:cubicBezTo>
                    <a:pt x="147" y="124"/>
                    <a:pt x="76" y="247"/>
                    <a:pt x="0" y="370"/>
                  </a:cubicBezTo>
                  <a:lnTo>
                    <a:pt x="76" y="393"/>
                  </a:lnTo>
                  <a:cubicBezTo>
                    <a:pt x="123" y="294"/>
                    <a:pt x="194" y="147"/>
                    <a:pt x="270" y="48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2224;p44">
              <a:extLst>
                <a:ext uri="{FF2B5EF4-FFF2-40B4-BE49-F238E27FC236}">
                  <a16:creationId xmlns:a16="http://schemas.microsoft.com/office/drawing/2014/main" id="{DAA3B196-99D2-719F-9611-9CA6CBACE710}"/>
                </a:ext>
              </a:extLst>
            </p:cNvPr>
            <p:cNvSpPr/>
            <p:nvPr/>
          </p:nvSpPr>
          <p:spPr>
            <a:xfrm flipH="1">
              <a:off x="6425637" y="4830442"/>
              <a:ext cx="480861" cy="9607"/>
            </a:xfrm>
            <a:custGeom>
              <a:avLst/>
              <a:gdLst/>
              <a:ahLst/>
              <a:cxnLst/>
              <a:rect l="l" t="t" r="r" b="b"/>
              <a:pathLst>
                <a:path w="4755" h="95" extrusionOk="0">
                  <a:moveTo>
                    <a:pt x="4755" y="0"/>
                  </a:moveTo>
                  <a:lnTo>
                    <a:pt x="1" y="24"/>
                  </a:lnTo>
                  <a:lnTo>
                    <a:pt x="1" y="94"/>
                  </a:lnTo>
                  <a:lnTo>
                    <a:pt x="4755" y="71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2225;p44">
              <a:extLst>
                <a:ext uri="{FF2B5EF4-FFF2-40B4-BE49-F238E27FC236}">
                  <a16:creationId xmlns:a16="http://schemas.microsoft.com/office/drawing/2014/main" id="{37163661-5FEF-F710-A8B6-F4F69FC6282C}"/>
                </a:ext>
              </a:extLst>
            </p:cNvPr>
            <p:cNvSpPr/>
            <p:nvPr/>
          </p:nvSpPr>
          <p:spPr>
            <a:xfrm flipH="1">
              <a:off x="6766032" y="4761171"/>
              <a:ext cx="125701" cy="74128"/>
            </a:xfrm>
            <a:custGeom>
              <a:avLst/>
              <a:gdLst/>
              <a:ahLst/>
              <a:cxnLst/>
              <a:rect l="l" t="t" r="r" b="b"/>
              <a:pathLst>
                <a:path w="1243" h="733" extrusionOk="0">
                  <a:moveTo>
                    <a:pt x="1" y="0"/>
                  </a:moveTo>
                  <a:lnTo>
                    <a:pt x="1" y="71"/>
                  </a:lnTo>
                  <a:lnTo>
                    <a:pt x="48" y="71"/>
                  </a:lnTo>
                  <a:cubicBezTo>
                    <a:pt x="147" y="71"/>
                    <a:pt x="417" y="123"/>
                    <a:pt x="657" y="194"/>
                  </a:cubicBezTo>
                  <a:cubicBezTo>
                    <a:pt x="780" y="246"/>
                    <a:pt x="903" y="317"/>
                    <a:pt x="1002" y="416"/>
                  </a:cubicBezTo>
                  <a:cubicBezTo>
                    <a:pt x="1096" y="486"/>
                    <a:pt x="1149" y="609"/>
                    <a:pt x="1172" y="732"/>
                  </a:cubicBezTo>
                  <a:lnTo>
                    <a:pt x="1242" y="732"/>
                  </a:lnTo>
                  <a:cubicBezTo>
                    <a:pt x="1219" y="562"/>
                    <a:pt x="1125" y="416"/>
                    <a:pt x="1002" y="317"/>
                  </a:cubicBezTo>
                  <a:cubicBezTo>
                    <a:pt x="803" y="170"/>
                    <a:pt x="563" y="100"/>
                    <a:pt x="364" y="47"/>
                  </a:cubicBezTo>
                  <a:cubicBezTo>
                    <a:pt x="147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2226;p44">
              <a:extLst>
                <a:ext uri="{FF2B5EF4-FFF2-40B4-BE49-F238E27FC236}">
                  <a16:creationId xmlns:a16="http://schemas.microsoft.com/office/drawing/2014/main" id="{44B4B742-7617-95B4-56BF-E299ED93D9F0}"/>
                </a:ext>
              </a:extLst>
            </p:cNvPr>
            <p:cNvSpPr/>
            <p:nvPr/>
          </p:nvSpPr>
          <p:spPr>
            <a:xfrm flipH="1">
              <a:off x="6484804" y="4768250"/>
              <a:ext cx="44496" cy="67049"/>
            </a:xfrm>
            <a:custGeom>
              <a:avLst/>
              <a:gdLst/>
              <a:ahLst/>
              <a:cxnLst/>
              <a:rect l="l" t="t" r="r" b="b"/>
              <a:pathLst>
                <a:path w="440" h="663" extrusionOk="0">
                  <a:moveTo>
                    <a:pt x="393" y="1"/>
                  </a:moveTo>
                  <a:cubicBezTo>
                    <a:pt x="393" y="1"/>
                    <a:pt x="322" y="100"/>
                    <a:pt x="223" y="247"/>
                  </a:cubicBezTo>
                  <a:cubicBezTo>
                    <a:pt x="147" y="369"/>
                    <a:pt x="53" y="539"/>
                    <a:pt x="0" y="639"/>
                  </a:cubicBezTo>
                  <a:lnTo>
                    <a:pt x="76" y="662"/>
                  </a:lnTo>
                  <a:cubicBezTo>
                    <a:pt x="100" y="563"/>
                    <a:pt x="199" y="416"/>
                    <a:pt x="293" y="270"/>
                  </a:cubicBezTo>
                  <a:cubicBezTo>
                    <a:pt x="322" y="200"/>
                    <a:pt x="369" y="147"/>
                    <a:pt x="393" y="100"/>
                  </a:cubicBezTo>
                  <a:cubicBezTo>
                    <a:pt x="416" y="53"/>
                    <a:pt x="439" y="30"/>
                    <a:pt x="439" y="30"/>
                  </a:cubicBezTo>
                  <a:lnTo>
                    <a:pt x="3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2227;p44">
              <a:extLst>
                <a:ext uri="{FF2B5EF4-FFF2-40B4-BE49-F238E27FC236}">
                  <a16:creationId xmlns:a16="http://schemas.microsoft.com/office/drawing/2014/main" id="{6932C74A-2695-F47D-9676-CBA54B400F08}"/>
                </a:ext>
              </a:extLst>
            </p:cNvPr>
            <p:cNvSpPr/>
            <p:nvPr/>
          </p:nvSpPr>
          <p:spPr>
            <a:xfrm flipH="1">
              <a:off x="6590776" y="2980152"/>
              <a:ext cx="427061" cy="1675218"/>
            </a:xfrm>
            <a:custGeom>
              <a:avLst/>
              <a:gdLst/>
              <a:ahLst/>
              <a:cxnLst/>
              <a:rect l="l" t="t" r="r" b="b"/>
              <a:pathLst>
                <a:path w="4223" h="16565" extrusionOk="0">
                  <a:moveTo>
                    <a:pt x="3368" y="0"/>
                  </a:moveTo>
                  <a:lnTo>
                    <a:pt x="393" y="510"/>
                  </a:lnTo>
                  <a:cubicBezTo>
                    <a:pt x="393" y="510"/>
                    <a:pt x="1" y="1874"/>
                    <a:pt x="346" y="4269"/>
                  </a:cubicBezTo>
                  <a:cubicBezTo>
                    <a:pt x="516" y="5756"/>
                    <a:pt x="932" y="16564"/>
                    <a:pt x="932" y="16564"/>
                  </a:cubicBezTo>
                  <a:lnTo>
                    <a:pt x="4222" y="16564"/>
                  </a:lnTo>
                  <a:cubicBezTo>
                    <a:pt x="4222" y="16564"/>
                    <a:pt x="3906" y="5094"/>
                    <a:pt x="33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2228;p44">
              <a:extLst>
                <a:ext uri="{FF2B5EF4-FFF2-40B4-BE49-F238E27FC236}">
                  <a16:creationId xmlns:a16="http://schemas.microsoft.com/office/drawing/2014/main" id="{EDB7E466-E0DE-4147-675D-010006E3CED7}"/>
                </a:ext>
              </a:extLst>
            </p:cNvPr>
            <p:cNvSpPr/>
            <p:nvPr/>
          </p:nvSpPr>
          <p:spPr>
            <a:xfrm flipH="1">
              <a:off x="6590777" y="4571055"/>
              <a:ext cx="335238" cy="7787"/>
            </a:xfrm>
            <a:custGeom>
              <a:avLst/>
              <a:gdLst/>
              <a:ahLst/>
              <a:cxnLst/>
              <a:rect l="l" t="t" r="r" b="b"/>
              <a:pathLst>
                <a:path w="3315" h="77" extrusionOk="0">
                  <a:moveTo>
                    <a:pt x="0" y="1"/>
                  </a:moveTo>
                  <a:lnTo>
                    <a:pt x="0" y="77"/>
                  </a:lnTo>
                  <a:lnTo>
                    <a:pt x="3314" y="77"/>
                  </a:lnTo>
                  <a:lnTo>
                    <a:pt x="331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2229;p44">
              <a:extLst>
                <a:ext uri="{FF2B5EF4-FFF2-40B4-BE49-F238E27FC236}">
                  <a16:creationId xmlns:a16="http://schemas.microsoft.com/office/drawing/2014/main" id="{62C3ED4E-227C-54B6-7F2E-0EF24D9530E3}"/>
                </a:ext>
              </a:extLst>
            </p:cNvPr>
            <p:cNvSpPr/>
            <p:nvPr/>
          </p:nvSpPr>
          <p:spPr>
            <a:xfrm flipH="1">
              <a:off x="6876766" y="3880066"/>
              <a:ext cx="49249" cy="769903"/>
            </a:xfrm>
            <a:custGeom>
              <a:avLst/>
              <a:gdLst/>
              <a:ahLst/>
              <a:cxnLst/>
              <a:rect l="l" t="t" r="r" b="b"/>
              <a:pathLst>
                <a:path w="487" h="7613" extrusionOk="0">
                  <a:moveTo>
                    <a:pt x="71" y="1"/>
                  </a:moveTo>
                  <a:lnTo>
                    <a:pt x="0" y="30"/>
                  </a:lnTo>
                  <a:cubicBezTo>
                    <a:pt x="94" y="1348"/>
                    <a:pt x="194" y="3251"/>
                    <a:pt x="293" y="4808"/>
                  </a:cubicBezTo>
                  <a:cubicBezTo>
                    <a:pt x="317" y="5593"/>
                    <a:pt x="340" y="6295"/>
                    <a:pt x="363" y="6810"/>
                  </a:cubicBezTo>
                  <a:cubicBezTo>
                    <a:pt x="387" y="7056"/>
                    <a:pt x="387" y="7250"/>
                    <a:pt x="387" y="7396"/>
                  </a:cubicBezTo>
                  <a:cubicBezTo>
                    <a:pt x="410" y="7542"/>
                    <a:pt x="410" y="7613"/>
                    <a:pt x="410" y="7613"/>
                  </a:cubicBezTo>
                  <a:lnTo>
                    <a:pt x="486" y="7613"/>
                  </a:lnTo>
                  <a:cubicBezTo>
                    <a:pt x="486" y="7613"/>
                    <a:pt x="264" y="2688"/>
                    <a:pt x="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2230;p44">
              <a:extLst>
                <a:ext uri="{FF2B5EF4-FFF2-40B4-BE49-F238E27FC236}">
                  <a16:creationId xmlns:a16="http://schemas.microsoft.com/office/drawing/2014/main" id="{5CEA1349-E89D-2334-BA62-293C1BFABD5F}"/>
                </a:ext>
              </a:extLst>
            </p:cNvPr>
            <p:cNvSpPr/>
            <p:nvPr/>
          </p:nvSpPr>
          <p:spPr>
            <a:xfrm flipH="1">
              <a:off x="6810420" y="4363850"/>
              <a:ext cx="441219" cy="461355"/>
            </a:xfrm>
            <a:custGeom>
              <a:avLst/>
              <a:gdLst/>
              <a:ahLst/>
              <a:cxnLst/>
              <a:rect l="l" t="t" r="r" b="b"/>
              <a:pathLst>
                <a:path w="4363" h="4562" extrusionOk="0">
                  <a:moveTo>
                    <a:pt x="2559" y="1"/>
                  </a:moveTo>
                  <a:lnTo>
                    <a:pt x="0" y="270"/>
                  </a:lnTo>
                  <a:lnTo>
                    <a:pt x="47" y="3490"/>
                  </a:lnTo>
                  <a:lnTo>
                    <a:pt x="23" y="4562"/>
                  </a:lnTo>
                  <a:lnTo>
                    <a:pt x="4169" y="4538"/>
                  </a:lnTo>
                  <a:cubicBezTo>
                    <a:pt x="4268" y="4538"/>
                    <a:pt x="4362" y="4468"/>
                    <a:pt x="4362" y="4368"/>
                  </a:cubicBezTo>
                  <a:cubicBezTo>
                    <a:pt x="4362" y="4269"/>
                    <a:pt x="4315" y="4222"/>
                    <a:pt x="4245" y="4199"/>
                  </a:cubicBezTo>
                  <a:lnTo>
                    <a:pt x="2436" y="3367"/>
                  </a:lnTo>
                  <a:lnTo>
                    <a:pt x="2559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2231;p44">
              <a:extLst>
                <a:ext uri="{FF2B5EF4-FFF2-40B4-BE49-F238E27FC236}">
                  <a16:creationId xmlns:a16="http://schemas.microsoft.com/office/drawing/2014/main" id="{22CDBDF7-A950-B59F-38FA-E0FF5F77F1AD}"/>
                </a:ext>
              </a:extLst>
            </p:cNvPr>
            <p:cNvSpPr/>
            <p:nvPr/>
          </p:nvSpPr>
          <p:spPr>
            <a:xfrm flipH="1">
              <a:off x="6785542" y="4704339"/>
              <a:ext cx="488648" cy="162920"/>
            </a:xfrm>
            <a:custGeom>
              <a:avLst/>
              <a:gdLst/>
              <a:ahLst/>
              <a:cxnLst/>
              <a:rect l="l" t="t" r="r" b="b"/>
              <a:pathLst>
                <a:path w="4832" h="1611" extrusionOk="0">
                  <a:moveTo>
                    <a:pt x="2659" y="0"/>
                  </a:moveTo>
                  <a:cubicBezTo>
                    <a:pt x="2243" y="165"/>
                    <a:pt x="1778" y="215"/>
                    <a:pt x="1367" y="215"/>
                  </a:cubicBezTo>
                  <a:cubicBezTo>
                    <a:pt x="743" y="215"/>
                    <a:pt x="246" y="100"/>
                    <a:pt x="246" y="100"/>
                  </a:cubicBezTo>
                  <a:lnTo>
                    <a:pt x="1" y="1511"/>
                  </a:lnTo>
                  <a:cubicBezTo>
                    <a:pt x="1" y="1564"/>
                    <a:pt x="47" y="1610"/>
                    <a:pt x="100" y="1610"/>
                  </a:cubicBezTo>
                  <a:lnTo>
                    <a:pt x="4732" y="1610"/>
                  </a:lnTo>
                  <a:cubicBezTo>
                    <a:pt x="4831" y="1610"/>
                    <a:pt x="4761" y="1124"/>
                    <a:pt x="4761" y="1124"/>
                  </a:cubicBezTo>
                  <a:cubicBezTo>
                    <a:pt x="4708" y="1001"/>
                    <a:pt x="4638" y="855"/>
                    <a:pt x="4562" y="808"/>
                  </a:cubicBezTo>
                  <a:lnTo>
                    <a:pt x="26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2232;p44">
              <a:extLst>
                <a:ext uri="{FF2B5EF4-FFF2-40B4-BE49-F238E27FC236}">
                  <a16:creationId xmlns:a16="http://schemas.microsoft.com/office/drawing/2014/main" id="{F1A9E2C5-428A-9942-FAD1-845579DC5E6F}"/>
                </a:ext>
              </a:extLst>
            </p:cNvPr>
            <p:cNvSpPr/>
            <p:nvPr/>
          </p:nvSpPr>
          <p:spPr>
            <a:xfrm flipH="1">
              <a:off x="6960903" y="4709092"/>
              <a:ext cx="34383" cy="49756"/>
            </a:xfrm>
            <a:custGeom>
              <a:avLst/>
              <a:gdLst/>
              <a:ahLst/>
              <a:cxnLst/>
              <a:rect l="l" t="t" r="r" b="b"/>
              <a:pathLst>
                <a:path w="340" h="492" extrusionOk="0">
                  <a:moveTo>
                    <a:pt x="293" y="0"/>
                  </a:moveTo>
                  <a:cubicBezTo>
                    <a:pt x="170" y="146"/>
                    <a:pt x="71" y="293"/>
                    <a:pt x="0" y="468"/>
                  </a:cubicBezTo>
                  <a:lnTo>
                    <a:pt x="71" y="492"/>
                  </a:lnTo>
                  <a:cubicBezTo>
                    <a:pt x="147" y="346"/>
                    <a:pt x="246" y="199"/>
                    <a:pt x="340" y="53"/>
                  </a:cubicBezTo>
                  <a:lnTo>
                    <a:pt x="2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2233;p44">
              <a:extLst>
                <a:ext uri="{FF2B5EF4-FFF2-40B4-BE49-F238E27FC236}">
                  <a16:creationId xmlns:a16="http://schemas.microsoft.com/office/drawing/2014/main" id="{90027834-04E4-7E4B-AFC6-C5A1109EC402}"/>
                </a:ext>
              </a:extLst>
            </p:cNvPr>
            <p:cNvSpPr/>
            <p:nvPr/>
          </p:nvSpPr>
          <p:spPr>
            <a:xfrm flipH="1">
              <a:off x="6936026" y="4723856"/>
              <a:ext cx="29630" cy="42171"/>
            </a:xfrm>
            <a:custGeom>
              <a:avLst/>
              <a:gdLst/>
              <a:ahLst/>
              <a:cxnLst/>
              <a:rect l="l" t="t" r="r" b="b"/>
              <a:pathLst>
                <a:path w="293" h="417" extrusionOk="0">
                  <a:moveTo>
                    <a:pt x="217" y="0"/>
                  </a:moveTo>
                  <a:cubicBezTo>
                    <a:pt x="123" y="147"/>
                    <a:pt x="70" y="246"/>
                    <a:pt x="0" y="393"/>
                  </a:cubicBezTo>
                  <a:lnTo>
                    <a:pt x="70" y="416"/>
                  </a:lnTo>
                  <a:cubicBezTo>
                    <a:pt x="146" y="270"/>
                    <a:pt x="170" y="200"/>
                    <a:pt x="293" y="53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2234;p44">
              <a:extLst>
                <a:ext uri="{FF2B5EF4-FFF2-40B4-BE49-F238E27FC236}">
                  <a16:creationId xmlns:a16="http://schemas.microsoft.com/office/drawing/2014/main" id="{981B6989-3AA8-450E-0DA3-B62BE21EE6E7}"/>
                </a:ext>
              </a:extLst>
            </p:cNvPr>
            <p:cNvSpPr/>
            <p:nvPr/>
          </p:nvSpPr>
          <p:spPr>
            <a:xfrm flipH="1">
              <a:off x="6916408" y="4733867"/>
              <a:ext cx="27406" cy="39845"/>
            </a:xfrm>
            <a:custGeom>
              <a:avLst/>
              <a:gdLst/>
              <a:ahLst/>
              <a:cxnLst/>
              <a:rect l="l" t="t" r="r" b="b"/>
              <a:pathLst>
                <a:path w="271" h="394" extrusionOk="0">
                  <a:moveTo>
                    <a:pt x="223" y="1"/>
                  </a:moveTo>
                  <a:cubicBezTo>
                    <a:pt x="147" y="124"/>
                    <a:pt x="77" y="247"/>
                    <a:pt x="1" y="370"/>
                  </a:cubicBezTo>
                  <a:lnTo>
                    <a:pt x="77" y="393"/>
                  </a:lnTo>
                  <a:cubicBezTo>
                    <a:pt x="124" y="294"/>
                    <a:pt x="200" y="147"/>
                    <a:pt x="270" y="48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2235;p44">
              <a:extLst>
                <a:ext uri="{FF2B5EF4-FFF2-40B4-BE49-F238E27FC236}">
                  <a16:creationId xmlns:a16="http://schemas.microsoft.com/office/drawing/2014/main" id="{6A6C42E6-97FD-497A-BEB7-199114F63485}"/>
                </a:ext>
              </a:extLst>
            </p:cNvPr>
            <p:cNvSpPr/>
            <p:nvPr/>
          </p:nvSpPr>
          <p:spPr>
            <a:xfrm flipH="1">
              <a:off x="6790295" y="4830442"/>
              <a:ext cx="481569" cy="9607"/>
            </a:xfrm>
            <a:custGeom>
              <a:avLst/>
              <a:gdLst/>
              <a:ahLst/>
              <a:cxnLst/>
              <a:rect l="l" t="t" r="r" b="b"/>
              <a:pathLst>
                <a:path w="4762" h="95" extrusionOk="0">
                  <a:moveTo>
                    <a:pt x="4761" y="0"/>
                  </a:moveTo>
                  <a:lnTo>
                    <a:pt x="1" y="24"/>
                  </a:lnTo>
                  <a:lnTo>
                    <a:pt x="1" y="94"/>
                  </a:lnTo>
                  <a:lnTo>
                    <a:pt x="4761" y="71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2236;p44">
              <a:extLst>
                <a:ext uri="{FF2B5EF4-FFF2-40B4-BE49-F238E27FC236}">
                  <a16:creationId xmlns:a16="http://schemas.microsoft.com/office/drawing/2014/main" id="{871AA0D5-C58F-68D6-8A99-4F96108CD29B}"/>
                </a:ext>
              </a:extLst>
            </p:cNvPr>
            <p:cNvSpPr/>
            <p:nvPr/>
          </p:nvSpPr>
          <p:spPr>
            <a:xfrm flipH="1">
              <a:off x="7130792" y="4761171"/>
              <a:ext cx="126207" cy="74128"/>
            </a:xfrm>
            <a:custGeom>
              <a:avLst/>
              <a:gdLst/>
              <a:ahLst/>
              <a:cxnLst/>
              <a:rect l="l" t="t" r="r" b="b"/>
              <a:pathLst>
                <a:path w="1248" h="733" extrusionOk="0">
                  <a:moveTo>
                    <a:pt x="0" y="0"/>
                  </a:moveTo>
                  <a:lnTo>
                    <a:pt x="0" y="71"/>
                  </a:lnTo>
                  <a:lnTo>
                    <a:pt x="53" y="71"/>
                  </a:lnTo>
                  <a:cubicBezTo>
                    <a:pt x="147" y="71"/>
                    <a:pt x="416" y="123"/>
                    <a:pt x="662" y="194"/>
                  </a:cubicBezTo>
                  <a:cubicBezTo>
                    <a:pt x="785" y="246"/>
                    <a:pt x="902" y="317"/>
                    <a:pt x="1002" y="416"/>
                  </a:cubicBezTo>
                  <a:cubicBezTo>
                    <a:pt x="1101" y="486"/>
                    <a:pt x="1148" y="609"/>
                    <a:pt x="1171" y="732"/>
                  </a:cubicBezTo>
                  <a:lnTo>
                    <a:pt x="1247" y="732"/>
                  </a:lnTo>
                  <a:cubicBezTo>
                    <a:pt x="1224" y="562"/>
                    <a:pt x="1125" y="416"/>
                    <a:pt x="1002" y="317"/>
                  </a:cubicBezTo>
                  <a:cubicBezTo>
                    <a:pt x="808" y="170"/>
                    <a:pt x="562" y="100"/>
                    <a:pt x="369" y="47"/>
                  </a:cubicBezTo>
                  <a:cubicBezTo>
                    <a:pt x="147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2237;p44">
              <a:extLst>
                <a:ext uri="{FF2B5EF4-FFF2-40B4-BE49-F238E27FC236}">
                  <a16:creationId xmlns:a16="http://schemas.microsoft.com/office/drawing/2014/main" id="{517BBE0F-B0DC-04EE-397A-110976F4D0AC}"/>
                </a:ext>
              </a:extLst>
            </p:cNvPr>
            <p:cNvSpPr/>
            <p:nvPr/>
          </p:nvSpPr>
          <p:spPr>
            <a:xfrm flipH="1">
              <a:off x="6849563" y="4768250"/>
              <a:ext cx="44496" cy="67049"/>
            </a:xfrm>
            <a:custGeom>
              <a:avLst/>
              <a:gdLst/>
              <a:ahLst/>
              <a:cxnLst/>
              <a:rect l="l" t="t" r="r" b="b"/>
              <a:pathLst>
                <a:path w="440" h="663" extrusionOk="0">
                  <a:moveTo>
                    <a:pt x="387" y="1"/>
                  </a:moveTo>
                  <a:cubicBezTo>
                    <a:pt x="387" y="1"/>
                    <a:pt x="317" y="100"/>
                    <a:pt x="217" y="247"/>
                  </a:cubicBezTo>
                  <a:cubicBezTo>
                    <a:pt x="147" y="369"/>
                    <a:pt x="47" y="539"/>
                    <a:pt x="1" y="639"/>
                  </a:cubicBezTo>
                  <a:lnTo>
                    <a:pt x="71" y="662"/>
                  </a:lnTo>
                  <a:cubicBezTo>
                    <a:pt x="94" y="563"/>
                    <a:pt x="194" y="416"/>
                    <a:pt x="293" y="270"/>
                  </a:cubicBezTo>
                  <a:cubicBezTo>
                    <a:pt x="317" y="200"/>
                    <a:pt x="364" y="147"/>
                    <a:pt x="387" y="100"/>
                  </a:cubicBezTo>
                  <a:cubicBezTo>
                    <a:pt x="416" y="53"/>
                    <a:pt x="440" y="30"/>
                    <a:pt x="440" y="30"/>
                  </a:cubicBezTo>
                  <a:lnTo>
                    <a:pt x="3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2238;p44">
              <a:extLst>
                <a:ext uri="{FF2B5EF4-FFF2-40B4-BE49-F238E27FC236}">
                  <a16:creationId xmlns:a16="http://schemas.microsoft.com/office/drawing/2014/main" id="{01938CEA-9926-C2D7-9BC6-19D9092A4706}"/>
                </a:ext>
              </a:extLst>
            </p:cNvPr>
            <p:cNvSpPr/>
            <p:nvPr/>
          </p:nvSpPr>
          <p:spPr>
            <a:xfrm flipH="1">
              <a:off x="6903961" y="2980152"/>
              <a:ext cx="449006" cy="1675218"/>
            </a:xfrm>
            <a:custGeom>
              <a:avLst/>
              <a:gdLst/>
              <a:ahLst/>
              <a:cxnLst/>
              <a:rect l="l" t="t" r="r" b="b"/>
              <a:pathLst>
                <a:path w="4440" h="16565" extrusionOk="0">
                  <a:moveTo>
                    <a:pt x="4316" y="0"/>
                  </a:moveTo>
                  <a:lnTo>
                    <a:pt x="387" y="510"/>
                  </a:lnTo>
                  <a:cubicBezTo>
                    <a:pt x="387" y="510"/>
                    <a:pt x="1" y="1874"/>
                    <a:pt x="340" y="4269"/>
                  </a:cubicBezTo>
                  <a:cubicBezTo>
                    <a:pt x="510" y="5756"/>
                    <a:pt x="340" y="16564"/>
                    <a:pt x="340" y="16564"/>
                  </a:cubicBezTo>
                  <a:lnTo>
                    <a:pt x="4047" y="16564"/>
                  </a:lnTo>
                  <a:cubicBezTo>
                    <a:pt x="4047" y="16564"/>
                    <a:pt x="4439" y="4292"/>
                    <a:pt x="43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2239;p44">
              <a:extLst>
                <a:ext uri="{FF2B5EF4-FFF2-40B4-BE49-F238E27FC236}">
                  <a16:creationId xmlns:a16="http://schemas.microsoft.com/office/drawing/2014/main" id="{E92E62CF-2976-7D29-96C4-DEC900FE6529}"/>
                </a:ext>
              </a:extLst>
            </p:cNvPr>
            <p:cNvSpPr/>
            <p:nvPr/>
          </p:nvSpPr>
          <p:spPr>
            <a:xfrm flipH="1">
              <a:off x="7249211" y="3029299"/>
              <a:ext cx="27304" cy="1626069"/>
            </a:xfrm>
            <a:custGeom>
              <a:avLst/>
              <a:gdLst/>
              <a:ahLst/>
              <a:cxnLst/>
              <a:rect l="l" t="t" r="r" b="b"/>
              <a:pathLst>
                <a:path w="270" h="16079" extrusionOk="0">
                  <a:moveTo>
                    <a:pt x="193" y="0"/>
                  </a:moveTo>
                  <a:cubicBezTo>
                    <a:pt x="193" y="24"/>
                    <a:pt x="0" y="709"/>
                    <a:pt x="0" y="1926"/>
                  </a:cubicBezTo>
                  <a:cubicBezTo>
                    <a:pt x="0" y="2465"/>
                    <a:pt x="24" y="3074"/>
                    <a:pt x="123" y="3783"/>
                  </a:cubicBezTo>
                  <a:cubicBezTo>
                    <a:pt x="193" y="4269"/>
                    <a:pt x="193" y="5808"/>
                    <a:pt x="193" y="7635"/>
                  </a:cubicBezTo>
                  <a:cubicBezTo>
                    <a:pt x="193" y="9439"/>
                    <a:pt x="193" y="11564"/>
                    <a:pt x="170" y="13221"/>
                  </a:cubicBezTo>
                  <a:cubicBezTo>
                    <a:pt x="146" y="14029"/>
                    <a:pt x="146" y="14761"/>
                    <a:pt x="146" y="15247"/>
                  </a:cubicBezTo>
                  <a:cubicBezTo>
                    <a:pt x="146" y="15516"/>
                    <a:pt x="146" y="15709"/>
                    <a:pt x="123" y="15856"/>
                  </a:cubicBezTo>
                  <a:lnTo>
                    <a:pt x="123" y="16078"/>
                  </a:lnTo>
                  <a:lnTo>
                    <a:pt x="193" y="16078"/>
                  </a:lnTo>
                  <a:cubicBezTo>
                    <a:pt x="193" y="16078"/>
                    <a:pt x="269" y="11271"/>
                    <a:pt x="269" y="7635"/>
                  </a:cubicBezTo>
                  <a:cubicBezTo>
                    <a:pt x="269" y="5808"/>
                    <a:pt x="269" y="4269"/>
                    <a:pt x="193" y="3783"/>
                  </a:cubicBezTo>
                  <a:cubicBezTo>
                    <a:pt x="100" y="3074"/>
                    <a:pt x="70" y="2442"/>
                    <a:pt x="70" y="1926"/>
                  </a:cubicBezTo>
                  <a:cubicBezTo>
                    <a:pt x="70" y="1318"/>
                    <a:pt x="123" y="855"/>
                    <a:pt x="170" y="510"/>
                  </a:cubicBezTo>
                  <a:cubicBezTo>
                    <a:pt x="193" y="363"/>
                    <a:pt x="217" y="246"/>
                    <a:pt x="246" y="147"/>
                  </a:cubicBezTo>
                  <a:lnTo>
                    <a:pt x="246" y="70"/>
                  </a:lnTo>
                  <a:cubicBezTo>
                    <a:pt x="269" y="47"/>
                    <a:pt x="269" y="24"/>
                    <a:pt x="269" y="24"/>
                  </a:cubicBezTo>
                  <a:lnTo>
                    <a:pt x="1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2240;p44">
              <a:extLst>
                <a:ext uri="{FF2B5EF4-FFF2-40B4-BE49-F238E27FC236}">
                  <a16:creationId xmlns:a16="http://schemas.microsoft.com/office/drawing/2014/main" id="{502D13F4-58AC-D66A-147A-E596CB3FA1E3}"/>
                </a:ext>
              </a:extLst>
            </p:cNvPr>
            <p:cNvSpPr/>
            <p:nvPr/>
          </p:nvSpPr>
          <p:spPr>
            <a:xfrm flipH="1">
              <a:off x="6911149" y="2980152"/>
              <a:ext cx="29731" cy="1413494"/>
            </a:xfrm>
            <a:custGeom>
              <a:avLst/>
              <a:gdLst/>
              <a:ahLst/>
              <a:cxnLst/>
              <a:rect l="l" t="t" r="r" b="b"/>
              <a:pathLst>
                <a:path w="294" h="13977" extrusionOk="0">
                  <a:moveTo>
                    <a:pt x="194" y="0"/>
                  </a:moveTo>
                  <a:cubicBezTo>
                    <a:pt x="218" y="586"/>
                    <a:pt x="218" y="1341"/>
                    <a:pt x="218" y="2196"/>
                  </a:cubicBezTo>
                  <a:cubicBezTo>
                    <a:pt x="218" y="5709"/>
                    <a:pt x="95" y="10902"/>
                    <a:pt x="1" y="13976"/>
                  </a:cubicBezTo>
                  <a:lnTo>
                    <a:pt x="71" y="13976"/>
                  </a:lnTo>
                  <a:cubicBezTo>
                    <a:pt x="171" y="10902"/>
                    <a:pt x="294" y="5709"/>
                    <a:pt x="294" y="2196"/>
                  </a:cubicBezTo>
                  <a:cubicBezTo>
                    <a:pt x="294" y="1341"/>
                    <a:pt x="294" y="586"/>
                    <a:pt x="2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2241;p44">
              <a:extLst>
                <a:ext uri="{FF2B5EF4-FFF2-40B4-BE49-F238E27FC236}">
                  <a16:creationId xmlns:a16="http://schemas.microsoft.com/office/drawing/2014/main" id="{D6550E5D-8533-E485-FFE9-6F3FDC0D9345}"/>
                </a:ext>
              </a:extLst>
            </p:cNvPr>
            <p:cNvSpPr/>
            <p:nvPr/>
          </p:nvSpPr>
          <p:spPr>
            <a:xfrm flipH="1">
              <a:off x="7121285" y="3006748"/>
              <a:ext cx="148152" cy="116198"/>
            </a:xfrm>
            <a:custGeom>
              <a:avLst/>
              <a:gdLst/>
              <a:ahLst/>
              <a:cxnLst/>
              <a:rect l="l" t="t" r="r" b="b"/>
              <a:pathLst>
                <a:path w="1465" h="1149" extrusionOk="0">
                  <a:moveTo>
                    <a:pt x="1417" y="1"/>
                  </a:moveTo>
                  <a:cubicBezTo>
                    <a:pt x="1248" y="469"/>
                    <a:pt x="879" y="733"/>
                    <a:pt x="586" y="879"/>
                  </a:cubicBezTo>
                  <a:cubicBezTo>
                    <a:pt x="416" y="955"/>
                    <a:pt x="270" y="1002"/>
                    <a:pt x="176" y="1025"/>
                  </a:cubicBezTo>
                  <a:cubicBezTo>
                    <a:pt x="123" y="1055"/>
                    <a:pt x="76" y="1055"/>
                    <a:pt x="53" y="1055"/>
                  </a:cubicBezTo>
                  <a:cubicBezTo>
                    <a:pt x="30" y="1055"/>
                    <a:pt x="30" y="1078"/>
                    <a:pt x="30" y="1078"/>
                  </a:cubicBezTo>
                  <a:lnTo>
                    <a:pt x="0" y="1078"/>
                  </a:lnTo>
                  <a:lnTo>
                    <a:pt x="30" y="1148"/>
                  </a:lnTo>
                  <a:cubicBezTo>
                    <a:pt x="30" y="1148"/>
                    <a:pt x="293" y="1101"/>
                    <a:pt x="615" y="955"/>
                  </a:cubicBezTo>
                  <a:cubicBezTo>
                    <a:pt x="931" y="785"/>
                    <a:pt x="1294" y="516"/>
                    <a:pt x="1464" y="53"/>
                  </a:cubicBezTo>
                  <a:lnTo>
                    <a:pt x="14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2242;p44">
              <a:extLst>
                <a:ext uri="{FF2B5EF4-FFF2-40B4-BE49-F238E27FC236}">
                  <a16:creationId xmlns:a16="http://schemas.microsoft.com/office/drawing/2014/main" id="{D73FEFE4-C3DA-2470-2380-47A025981C00}"/>
                </a:ext>
              </a:extLst>
            </p:cNvPr>
            <p:cNvSpPr/>
            <p:nvPr/>
          </p:nvSpPr>
          <p:spPr>
            <a:xfrm flipH="1">
              <a:off x="6876766" y="2997242"/>
              <a:ext cx="37417" cy="180113"/>
            </a:xfrm>
            <a:custGeom>
              <a:avLst/>
              <a:gdLst/>
              <a:ahLst/>
              <a:cxnLst/>
              <a:rect l="l" t="t" r="r" b="b"/>
              <a:pathLst>
                <a:path w="370" h="1781" extrusionOk="0">
                  <a:moveTo>
                    <a:pt x="270" y="1"/>
                  </a:moveTo>
                  <a:lnTo>
                    <a:pt x="270" y="417"/>
                  </a:lnTo>
                  <a:cubicBezTo>
                    <a:pt x="293" y="633"/>
                    <a:pt x="293" y="949"/>
                    <a:pt x="293" y="1195"/>
                  </a:cubicBezTo>
                  <a:lnTo>
                    <a:pt x="293" y="1488"/>
                  </a:lnTo>
                  <a:cubicBezTo>
                    <a:pt x="293" y="1535"/>
                    <a:pt x="293" y="1558"/>
                    <a:pt x="270" y="1588"/>
                  </a:cubicBezTo>
                  <a:lnTo>
                    <a:pt x="270" y="1635"/>
                  </a:lnTo>
                  <a:cubicBezTo>
                    <a:pt x="270" y="1635"/>
                    <a:pt x="246" y="1658"/>
                    <a:pt x="223" y="1658"/>
                  </a:cubicBezTo>
                  <a:cubicBezTo>
                    <a:pt x="200" y="1681"/>
                    <a:pt x="123" y="1705"/>
                    <a:pt x="77" y="1705"/>
                  </a:cubicBezTo>
                  <a:lnTo>
                    <a:pt x="0" y="1705"/>
                  </a:lnTo>
                  <a:lnTo>
                    <a:pt x="0" y="1781"/>
                  </a:lnTo>
                  <a:cubicBezTo>
                    <a:pt x="0" y="1781"/>
                    <a:pt x="77" y="1781"/>
                    <a:pt x="147" y="1757"/>
                  </a:cubicBezTo>
                  <a:cubicBezTo>
                    <a:pt x="176" y="1757"/>
                    <a:pt x="223" y="1757"/>
                    <a:pt x="246" y="1734"/>
                  </a:cubicBezTo>
                  <a:cubicBezTo>
                    <a:pt x="293" y="1705"/>
                    <a:pt x="323" y="1705"/>
                    <a:pt x="346" y="1658"/>
                  </a:cubicBezTo>
                  <a:lnTo>
                    <a:pt x="346" y="1635"/>
                  </a:lnTo>
                  <a:cubicBezTo>
                    <a:pt x="346" y="1611"/>
                    <a:pt x="369" y="1535"/>
                    <a:pt x="369" y="1465"/>
                  </a:cubicBezTo>
                  <a:lnTo>
                    <a:pt x="369" y="1195"/>
                  </a:lnTo>
                  <a:cubicBezTo>
                    <a:pt x="369" y="680"/>
                    <a:pt x="346" y="1"/>
                    <a:pt x="3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2243;p44">
              <a:extLst>
                <a:ext uri="{FF2B5EF4-FFF2-40B4-BE49-F238E27FC236}">
                  <a16:creationId xmlns:a16="http://schemas.microsoft.com/office/drawing/2014/main" id="{2E7B1052-95BD-EBEF-08A5-F01F08D191D7}"/>
                </a:ext>
              </a:extLst>
            </p:cNvPr>
            <p:cNvSpPr/>
            <p:nvPr/>
          </p:nvSpPr>
          <p:spPr>
            <a:xfrm flipH="1">
              <a:off x="6664806" y="3009681"/>
              <a:ext cx="106083" cy="113266"/>
            </a:xfrm>
            <a:custGeom>
              <a:avLst/>
              <a:gdLst/>
              <a:ahLst/>
              <a:cxnLst/>
              <a:rect l="l" t="t" r="r" b="b"/>
              <a:pathLst>
                <a:path w="1049" h="1120" extrusionOk="0">
                  <a:moveTo>
                    <a:pt x="0" y="1"/>
                  </a:moveTo>
                  <a:cubicBezTo>
                    <a:pt x="0" y="1"/>
                    <a:pt x="24" y="264"/>
                    <a:pt x="194" y="557"/>
                  </a:cubicBezTo>
                  <a:cubicBezTo>
                    <a:pt x="270" y="680"/>
                    <a:pt x="369" y="826"/>
                    <a:pt x="516" y="926"/>
                  </a:cubicBezTo>
                  <a:cubicBezTo>
                    <a:pt x="662" y="1049"/>
                    <a:pt x="832" y="1119"/>
                    <a:pt x="1049" y="1119"/>
                  </a:cubicBezTo>
                  <a:lnTo>
                    <a:pt x="1049" y="1049"/>
                  </a:lnTo>
                  <a:cubicBezTo>
                    <a:pt x="855" y="1049"/>
                    <a:pt x="685" y="973"/>
                    <a:pt x="563" y="879"/>
                  </a:cubicBezTo>
                  <a:cubicBezTo>
                    <a:pt x="369" y="733"/>
                    <a:pt x="223" y="510"/>
                    <a:pt x="147" y="317"/>
                  </a:cubicBezTo>
                  <a:cubicBezTo>
                    <a:pt x="123" y="241"/>
                    <a:pt x="100" y="147"/>
                    <a:pt x="77" y="95"/>
                  </a:cubicBezTo>
                  <a:lnTo>
                    <a:pt x="77" y="24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2244;p44">
              <a:extLst>
                <a:ext uri="{FF2B5EF4-FFF2-40B4-BE49-F238E27FC236}">
                  <a16:creationId xmlns:a16="http://schemas.microsoft.com/office/drawing/2014/main" id="{047A9AAB-212E-2E86-EB2B-926616CA3797}"/>
                </a:ext>
              </a:extLst>
            </p:cNvPr>
            <p:cNvSpPr/>
            <p:nvPr/>
          </p:nvSpPr>
          <p:spPr>
            <a:xfrm flipH="1">
              <a:off x="6940772" y="4571055"/>
              <a:ext cx="377812" cy="7787"/>
            </a:xfrm>
            <a:custGeom>
              <a:avLst/>
              <a:gdLst/>
              <a:ahLst/>
              <a:cxnLst/>
              <a:rect l="l" t="t" r="r" b="b"/>
              <a:pathLst>
                <a:path w="3736" h="77" extrusionOk="0">
                  <a:moveTo>
                    <a:pt x="0" y="1"/>
                  </a:moveTo>
                  <a:lnTo>
                    <a:pt x="0" y="77"/>
                  </a:lnTo>
                  <a:lnTo>
                    <a:pt x="3736" y="77"/>
                  </a:lnTo>
                  <a:lnTo>
                    <a:pt x="37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2245;p44">
              <a:extLst>
                <a:ext uri="{FF2B5EF4-FFF2-40B4-BE49-F238E27FC236}">
                  <a16:creationId xmlns:a16="http://schemas.microsoft.com/office/drawing/2014/main" id="{16FCE7A2-D589-32FB-9F13-135E05FE6DAC}"/>
                </a:ext>
              </a:extLst>
            </p:cNvPr>
            <p:cNvSpPr/>
            <p:nvPr/>
          </p:nvSpPr>
          <p:spPr>
            <a:xfrm flipH="1">
              <a:off x="6657108" y="2141115"/>
              <a:ext cx="691105" cy="890652"/>
            </a:xfrm>
            <a:custGeom>
              <a:avLst/>
              <a:gdLst/>
              <a:ahLst/>
              <a:cxnLst/>
              <a:rect l="l" t="t" r="r" b="b"/>
              <a:pathLst>
                <a:path w="6834" h="8807" extrusionOk="0">
                  <a:moveTo>
                    <a:pt x="2612" y="0"/>
                  </a:moveTo>
                  <a:lnTo>
                    <a:pt x="686" y="1710"/>
                  </a:lnTo>
                  <a:cubicBezTo>
                    <a:pt x="1" y="4169"/>
                    <a:pt x="293" y="8807"/>
                    <a:pt x="293" y="8807"/>
                  </a:cubicBezTo>
                  <a:lnTo>
                    <a:pt x="6834" y="8807"/>
                  </a:lnTo>
                  <a:cubicBezTo>
                    <a:pt x="6810" y="7173"/>
                    <a:pt x="6488" y="3098"/>
                    <a:pt x="5979" y="1634"/>
                  </a:cubicBezTo>
                  <a:lnTo>
                    <a:pt x="4222" y="71"/>
                  </a:lnTo>
                  <a:lnTo>
                    <a:pt x="26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2246;p44">
              <a:extLst>
                <a:ext uri="{FF2B5EF4-FFF2-40B4-BE49-F238E27FC236}">
                  <a16:creationId xmlns:a16="http://schemas.microsoft.com/office/drawing/2014/main" id="{6C38D5DD-46A9-3E38-FC15-B55DDB3E238C}"/>
                </a:ext>
              </a:extLst>
            </p:cNvPr>
            <p:cNvSpPr/>
            <p:nvPr/>
          </p:nvSpPr>
          <p:spPr>
            <a:xfrm flipH="1">
              <a:off x="6807484" y="2429423"/>
              <a:ext cx="589877" cy="399868"/>
            </a:xfrm>
            <a:custGeom>
              <a:avLst/>
              <a:gdLst/>
              <a:ahLst/>
              <a:cxnLst/>
              <a:rect l="l" t="t" r="r" b="b"/>
              <a:pathLst>
                <a:path w="5833" h="3954" extrusionOk="0">
                  <a:moveTo>
                    <a:pt x="2366" y="1"/>
                  </a:moveTo>
                  <a:lnTo>
                    <a:pt x="1" y="469"/>
                  </a:lnTo>
                  <a:cubicBezTo>
                    <a:pt x="1" y="469"/>
                    <a:pt x="47" y="3953"/>
                    <a:pt x="1172" y="3953"/>
                  </a:cubicBezTo>
                  <a:cubicBezTo>
                    <a:pt x="2466" y="3953"/>
                    <a:pt x="5510" y="1904"/>
                    <a:pt x="5510" y="1904"/>
                  </a:cubicBezTo>
                  <a:lnTo>
                    <a:pt x="5832" y="1933"/>
                  </a:lnTo>
                  <a:lnTo>
                    <a:pt x="5803" y="1026"/>
                  </a:lnTo>
                  <a:cubicBezTo>
                    <a:pt x="5803" y="1026"/>
                    <a:pt x="5613" y="952"/>
                    <a:pt x="5226" y="952"/>
                  </a:cubicBezTo>
                  <a:cubicBezTo>
                    <a:pt x="5177" y="952"/>
                    <a:pt x="5126" y="953"/>
                    <a:pt x="5071" y="955"/>
                  </a:cubicBezTo>
                  <a:cubicBezTo>
                    <a:pt x="4585" y="1002"/>
                    <a:pt x="2466" y="1564"/>
                    <a:pt x="2466" y="1564"/>
                  </a:cubicBezTo>
                  <a:lnTo>
                    <a:pt x="2366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2247;p44">
              <a:extLst>
                <a:ext uri="{FF2B5EF4-FFF2-40B4-BE49-F238E27FC236}">
                  <a16:creationId xmlns:a16="http://schemas.microsoft.com/office/drawing/2014/main" id="{9F4AA6C4-233B-12DB-3AB5-47BA2466AF5D}"/>
                </a:ext>
              </a:extLst>
            </p:cNvPr>
            <p:cNvSpPr/>
            <p:nvPr/>
          </p:nvSpPr>
          <p:spPr>
            <a:xfrm flipH="1">
              <a:off x="6553457" y="2397468"/>
              <a:ext cx="609394" cy="415745"/>
            </a:xfrm>
            <a:custGeom>
              <a:avLst/>
              <a:gdLst/>
              <a:ahLst/>
              <a:cxnLst/>
              <a:rect l="l" t="t" r="r" b="b"/>
              <a:pathLst>
                <a:path w="6026" h="4111" extrusionOk="0">
                  <a:moveTo>
                    <a:pt x="3414" y="1"/>
                  </a:moveTo>
                  <a:lnTo>
                    <a:pt x="3513" y="2249"/>
                  </a:lnTo>
                  <a:lnTo>
                    <a:pt x="486" y="2150"/>
                  </a:lnTo>
                  <a:lnTo>
                    <a:pt x="0" y="2858"/>
                  </a:lnTo>
                  <a:cubicBezTo>
                    <a:pt x="0" y="2858"/>
                    <a:pt x="2552" y="4110"/>
                    <a:pt x="4499" y="4110"/>
                  </a:cubicBezTo>
                  <a:cubicBezTo>
                    <a:pt x="4602" y="4110"/>
                    <a:pt x="4703" y="4107"/>
                    <a:pt x="4802" y="4099"/>
                  </a:cubicBezTo>
                  <a:cubicBezTo>
                    <a:pt x="6025" y="4006"/>
                    <a:pt x="5340" y="147"/>
                    <a:pt x="5340" y="147"/>
                  </a:cubicBezTo>
                  <a:lnTo>
                    <a:pt x="3414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2248;p44">
              <a:extLst>
                <a:ext uri="{FF2B5EF4-FFF2-40B4-BE49-F238E27FC236}">
                  <a16:creationId xmlns:a16="http://schemas.microsoft.com/office/drawing/2014/main" id="{7309BB21-23BE-E622-1260-F3D490761DB2}"/>
                </a:ext>
              </a:extLst>
            </p:cNvPr>
            <p:cNvSpPr/>
            <p:nvPr/>
          </p:nvSpPr>
          <p:spPr>
            <a:xfrm flipH="1">
              <a:off x="6802738" y="2498694"/>
              <a:ext cx="232189" cy="241701"/>
            </a:xfrm>
            <a:custGeom>
              <a:avLst/>
              <a:gdLst/>
              <a:ahLst/>
              <a:cxnLst/>
              <a:rect l="l" t="t" r="r" b="b"/>
              <a:pathLst>
                <a:path w="2296" h="2390" extrusionOk="0">
                  <a:moveTo>
                    <a:pt x="2149" y="1"/>
                  </a:moveTo>
                  <a:lnTo>
                    <a:pt x="2219" y="1195"/>
                  </a:lnTo>
                  <a:lnTo>
                    <a:pt x="1903" y="1195"/>
                  </a:lnTo>
                  <a:lnTo>
                    <a:pt x="0" y="2320"/>
                  </a:lnTo>
                  <a:lnTo>
                    <a:pt x="53" y="2390"/>
                  </a:lnTo>
                  <a:lnTo>
                    <a:pt x="1926" y="1272"/>
                  </a:lnTo>
                  <a:lnTo>
                    <a:pt x="2272" y="1272"/>
                  </a:lnTo>
                  <a:cubicBezTo>
                    <a:pt x="2295" y="1272"/>
                    <a:pt x="2295" y="1248"/>
                    <a:pt x="2295" y="1248"/>
                  </a:cubicBezTo>
                  <a:lnTo>
                    <a:pt x="2219" y="1"/>
                  </a:lnTo>
                  <a:close/>
                </a:path>
              </a:pathLst>
            </a:custGeom>
            <a:solidFill>
              <a:srgbClr val="B87F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2249;p44">
              <a:extLst>
                <a:ext uri="{FF2B5EF4-FFF2-40B4-BE49-F238E27FC236}">
                  <a16:creationId xmlns:a16="http://schemas.microsoft.com/office/drawing/2014/main" id="{3AC8348F-5E06-3F10-B6D0-E8EC3EF74D65}"/>
                </a:ext>
              </a:extLst>
            </p:cNvPr>
            <p:cNvSpPr/>
            <p:nvPr/>
          </p:nvSpPr>
          <p:spPr>
            <a:xfrm flipH="1">
              <a:off x="7083966" y="2140812"/>
              <a:ext cx="353036" cy="429701"/>
            </a:xfrm>
            <a:custGeom>
              <a:avLst/>
              <a:gdLst/>
              <a:ahLst/>
              <a:cxnLst/>
              <a:rect l="l" t="t" r="r" b="b"/>
              <a:pathLst>
                <a:path w="3491" h="4249" extrusionOk="0">
                  <a:moveTo>
                    <a:pt x="3348" y="1"/>
                  </a:moveTo>
                  <a:cubicBezTo>
                    <a:pt x="2858" y="1"/>
                    <a:pt x="1228" y="88"/>
                    <a:pt x="609" y="1221"/>
                  </a:cubicBezTo>
                  <a:cubicBezTo>
                    <a:pt x="0" y="2322"/>
                    <a:pt x="416" y="4248"/>
                    <a:pt x="416" y="4248"/>
                  </a:cubicBezTo>
                  <a:lnTo>
                    <a:pt x="2928" y="3880"/>
                  </a:lnTo>
                  <a:lnTo>
                    <a:pt x="2928" y="1930"/>
                  </a:lnTo>
                  <a:lnTo>
                    <a:pt x="3490" y="3"/>
                  </a:lnTo>
                  <a:cubicBezTo>
                    <a:pt x="3490" y="3"/>
                    <a:pt x="3438" y="1"/>
                    <a:pt x="3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2250;p44">
              <a:extLst>
                <a:ext uri="{FF2B5EF4-FFF2-40B4-BE49-F238E27FC236}">
                  <a16:creationId xmlns:a16="http://schemas.microsoft.com/office/drawing/2014/main" id="{57F64C55-F944-68D6-CCEF-633DD1619495}"/>
                </a:ext>
              </a:extLst>
            </p:cNvPr>
            <p:cNvSpPr/>
            <p:nvPr/>
          </p:nvSpPr>
          <p:spPr>
            <a:xfrm flipH="1">
              <a:off x="6607969" y="2148093"/>
              <a:ext cx="313293" cy="350719"/>
            </a:xfrm>
            <a:custGeom>
              <a:avLst/>
              <a:gdLst/>
              <a:ahLst/>
              <a:cxnLst/>
              <a:rect l="l" t="t" r="r" b="b"/>
              <a:pathLst>
                <a:path w="3098" h="3468" extrusionOk="0">
                  <a:moveTo>
                    <a:pt x="91" y="0"/>
                  </a:moveTo>
                  <a:cubicBezTo>
                    <a:pt x="33" y="0"/>
                    <a:pt x="0" y="2"/>
                    <a:pt x="0" y="2"/>
                  </a:cubicBezTo>
                  <a:lnTo>
                    <a:pt x="656" y="1735"/>
                  </a:lnTo>
                  <a:lnTo>
                    <a:pt x="802" y="3468"/>
                  </a:lnTo>
                  <a:lnTo>
                    <a:pt x="3098" y="3468"/>
                  </a:lnTo>
                  <a:cubicBezTo>
                    <a:pt x="3098" y="3468"/>
                    <a:pt x="3027" y="1542"/>
                    <a:pt x="2243" y="734"/>
                  </a:cubicBezTo>
                  <a:cubicBezTo>
                    <a:pt x="1580" y="51"/>
                    <a:pt x="421" y="0"/>
                    <a:pt x="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2251;p44">
              <a:extLst>
                <a:ext uri="{FF2B5EF4-FFF2-40B4-BE49-F238E27FC236}">
                  <a16:creationId xmlns:a16="http://schemas.microsoft.com/office/drawing/2014/main" id="{657AC37E-6473-5A76-C110-072AF1533E5F}"/>
                </a:ext>
              </a:extLst>
            </p:cNvPr>
            <p:cNvSpPr/>
            <p:nvPr/>
          </p:nvSpPr>
          <p:spPr>
            <a:xfrm flipH="1">
              <a:off x="7140901" y="2491616"/>
              <a:ext cx="261819" cy="39238"/>
            </a:xfrm>
            <a:custGeom>
              <a:avLst/>
              <a:gdLst/>
              <a:ahLst/>
              <a:cxnLst/>
              <a:rect l="l" t="t" r="r" b="b"/>
              <a:pathLst>
                <a:path w="2589" h="388" extrusionOk="0">
                  <a:moveTo>
                    <a:pt x="2566" y="1"/>
                  </a:moveTo>
                  <a:lnTo>
                    <a:pt x="1" y="317"/>
                  </a:lnTo>
                  <a:lnTo>
                    <a:pt x="1" y="387"/>
                  </a:lnTo>
                  <a:lnTo>
                    <a:pt x="2589" y="71"/>
                  </a:lnTo>
                  <a:lnTo>
                    <a:pt x="25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2252;p44">
              <a:extLst>
                <a:ext uri="{FF2B5EF4-FFF2-40B4-BE49-F238E27FC236}">
                  <a16:creationId xmlns:a16="http://schemas.microsoft.com/office/drawing/2014/main" id="{F8B0EBA8-DD86-9433-A758-B4B085D98D5E}"/>
                </a:ext>
              </a:extLst>
            </p:cNvPr>
            <p:cNvSpPr/>
            <p:nvPr/>
          </p:nvSpPr>
          <p:spPr>
            <a:xfrm flipH="1">
              <a:off x="6610297" y="2454300"/>
              <a:ext cx="215098" cy="10214"/>
            </a:xfrm>
            <a:custGeom>
              <a:avLst/>
              <a:gdLst/>
              <a:ahLst/>
              <a:cxnLst/>
              <a:rect l="l" t="t" r="r" b="b"/>
              <a:pathLst>
                <a:path w="2127" h="101" extrusionOk="0">
                  <a:moveTo>
                    <a:pt x="2126" y="1"/>
                  </a:moveTo>
                  <a:lnTo>
                    <a:pt x="1" y="24"/>
                  </a:lnTo>
                  <a:lnTo>
                    <a:pt x="1" y="100"/>
                  </a:lnTo>
                  <a:lnTo>
                    <a:pt x="2126" y="77"/>
                  </a:lnTo>
                  <a:lnTo>
                    <a:pt x="21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2253;p44">
              <a:extLst>
                <a:ext uri="{FF2B5EF4-FFF2-40B4-BE49-F238E27FC236}">
                  <a16:creationId xmlns:a16="http://schemas.microsoft.com/office/drawing/2014/main" id="{3914EC19-33D6-0295-CEA9-868433C6C74F}"/>
                </a:ext>
              </a:extLst>
            </p:cNvPr>
            <p:cNvSpPr/>
            <p:nvPr/>
          </p:nvSpPr>
          <p:spPr>
            <a:xfrm flipH="1">
              <a:off x="7138480" y="2367838"/>
              <a:ext cx="7180" cy="165348"/>
            </a:xfrm>
            <a:custGeom>
              <a:avLst/>
              <a:gdLst/>
              <a:ahLst/>
              <a:cxnLst/>
              <a:rect l="l" t="t" r="r" b="b"/>
              <a:pathLst>
                <a:path w="71" h="1635" extrusionOk="0">
                  <a:moveTo>
                    <a:pt x="0" y="1"/>
                  </a:moveTo>
                  <a:lnTo>
                    <a:pt x="0" y="1635"/>
                  </a:lnTo>
                  <a:lnTo>
                    <a:pt x="70" y="1635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2254;p44">
              <a:extLst>
                <a:ext uri="{FF2B5EF4-FFF2-40B4-BE49-F238E27FC236}">
                  <a16:creationId xmlns:a16="http://schemas.microsoft.com/office/drawing/2014/main" id="{47EB4FA3-B88D-3FF4-710A-04026A00F80E}"/>
                </a:ext>
              </a:extLst>
            </p:cNvPr>
            <p:cNvSpPr/>
            <p:nvPr/>
          </p:nvSpPr>
          <p:spPr>
            <a:xfrm flipH="1">
              <a:off x="6815181" y="2355501"/>
              <a:ext cx="27406" cy="143301"/>
            </a:xfrm>
            <a:custGeom>
              <a:avLst/>
              <a:gdLst/>
              <a:ahLst/>
              <a:cxnLst/>
              <a:rect l="l" t="t" r="r" b="b"/>
              <a:pathLst>
                <a:path w="271" h="1417" extrusionOk="0">
                  <a:moveTo>
                    <a:pt x="1" y="0"/>
                  </a:moveTo>
                  <a:lnTo>
                    <a:pt x="200" y="1417"/>
                  </a:lnTo>
                  <a:lnTo>
                    <a:pt x="270" y="1417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2255;p44">
              <a:extLst>
                <a:ext uri="{FF2B5EF4-FFF2-40B4-BE49-F238E27FC236}">
                  <a16:creationId xmlns:a16="http://schemas.microsoft.com/office/drawing/2014/main" id="{4B93D78F-CD61-EF63-F6AE-E3B073BAE088}"/>
                </a:ext>
              </a:extLst>
            </p:cNvPr>
            <p:cNvSpPr/>
            <p:nvPr/>
          </p:nvSpPr>
          <p:spPr>
            <a:xfrm flipH="1">
              <a:off x="6827615" y="1846031"/>
              <a:ext cx="224503" cy="240588"/>
            </a:xfrm>
            <a:custGeom>
              <a:avLst/>
              <a:gdLst/>
              <a:ahLst/>
              <a:cxnLst/>
              <a:rect l="l" t="t" r="r" b="b"/>
              <a:pathLst>
                <a:path w="2220" h="2379" extrusionOk="0">
                  <a:moveTo>
                    <a:pt x="1450" y="0"/>
                  </a:moveTo>
                  <a:cubicBezTo>
                    <a:pt x="1002" y="0"/>
                    <a:pt x="425" y="100"/>
                    <a:pt x="123" y="553"/>
                  </a:cubicBezTo>
                  <a:cubicBezTo>
                    <a:pt x="0" y="770"/>
                    <a:pt x="293" y="1941"/>
                    <a:pt x="539" y="2140"/>
                  </a:cubicBezTo>
                  <a:cubicBezTo>
                    <a:pt x="705" y="2289"/>
                    <a:pt x="980" y="2378"/>
                    <a:pt x="1237" y="2378"/>
                  </a:cubicBezTo>
                  <a:cubicBezTo>
                    <a:pt x="1432" y="2378"/>
                    <a:pt x="1617" y="2327"/>
                    <a:pt x="1733" y="2210"/>
                  </a:cubicBezTo>
                  <a:cubicBezTo>
                    <a:pt x="2219" y="1701"/>
                    <a:pt x="2073" y="61"/>
                    <a:pt x="2073" y="61"/>
                  </a:cubicBezTo>
                  <a:cubicBezTo>
                    <a:pt x="2073" y="61"/>
                    <a:pt x="1801" y="0"/>
                    <a:pt x="1450" y="0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2256;p44">
              <a:extLst>
                <a:ext uri="{FF2B5EF4-FFF2-40B4-BE49-F238E27FC236}">
                  <a16:creationId xmlns:a16="http://schemas.microsoft.com/office/drawing/2014/main" id="{0E6BF436-74FA-FFF7-DE5C-17BBFEC6D590}"/>
                </a:ext>
              </a:extLst>
            </p:cNvPr>
            <p:cNvSpPr/>
            <p:nvPr/>
          </p:nvSpPr>
          <p:spPr>
            <a:xfrm flipH="1">
              <a:off x="6914079" y="2000146"/>
              <a:ext cx="180108" cy="177180"/>
            </a:xfrm>
            <a:custGeom>
              <a:avLst/>
              <a:gdLst/>
              <a:ahLst/>
              <a:cxnLst/>
              <a:rect l="l" t="t" r="r" b="b"/>
              <a:pathLst>
                <a:path w="1781" h="1752" extrusionOk="0">
                  <a:moveTo>
                    <a:pt x="978" y="1"/>
                  </a:moveTo>
                  <a:lnTo>
                    <a:pt x="200" y="393"/>
                  </a:lnTo>
                  <a:lnTo>
                    <a:pt x="1" y="1394"/>
                  </a:lnTo>
                  <a:cubicBezTo>
                    <a:pt x="1" y="1394"/>
                    <a:pt x="441" y="1752"/>
                    <a:pt x="970" y="1752"/>
                  </a:cubicBezTo>
                  <a:cubicBezTo>
                    <a:pt x="1209" y="1752"/>
                    <a:pt x="1467" y="1678"/>
                    <a:pt x="1710" y="1465"/>
                  </a:cubicBezTo>
                  <a:lnTo>
                    <a:pt x="1780" y="417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2257;p44">
              <a:extLst>
                <a:ext uri="{FF2B5EF4-FFF2-40B4-BE49-F238E27FC236}">
                  <a16:creationId xmlns:a16="http://schemas.microsoft.com/office/drawing/2014/main" id="{C7139B59-B265-74C4-809C-E22A1555E733}"/>
                </a:ext>
              </a:extLst>
            </p:cNvPr>
            <p:cNvSpPr/>
            <p:nvPr/>
          </p:nvSpPr>
          <p:spPr>
            <a:xfrm flipH="1">
              <a:off x="6812850" y="1786469"/>
              <a:ext cx="288416" cy="253533"/>
            </a:xfrm>
            <a:custGeom>
              <a:avLst/>
              <a:gdLst/>
              <a:ahLst/>
              <a:cxnLst/>
              <a:rect l="l" t="t" r="r" b="b"/>
              <a:pathLst>
                <a:path w="2852" h="2507" extrusionOk="0">
                  <a:moveTo>
                    <a:pt x="1317" y="1"/>
                  </a:moveTo>
                  <a:cubicBezTo>
                    <a:pt x="720" y="1"/>
                    <a:pt x="175" y="426"/>
                    <a:pt x="71" y="1089"/>
                  </a:cubicBezTo>
                  <a:cubicBezTo>
                    <a:pt x="0" y="1505"/>
                    <a:pt x="47" y="1897"/>
                    <a:pt x="170" y="2290"/>
                  </a:cubicBezTo>
                  <a:cubicBezTo>
                    <a:pt x="217" y="2407"/>
                    <a:pt x="270" y="2506"/>
                    <a:pt x="270" y="2506"/>
                  </a:cubicBezTo>
                  <a:cubicBezTo>
                    <a:pt x="270" y="2506"/>
                    <a:pt x="732" y="2483"/>
                    <a:pt x="756" y="2383"/>
                  </a:cubicBezTo>
                  <a:cubicBezTo>
                    <a:pt x="855" y="2190"/>
                    <a:pt x="779" y="1968"/>
                    <a:pt x="826" y="1774"/>
                  </a:cubicBezTo>
                  <a:lnTo>
                    <a:pt x="826" y="1751"/>
                  </a:lnTo>
                  <a:cubicBezTo>
                    <a:pt x="855" y="1704"/>
                    <a:pt x="855" y="1675"/>
                    <a:pt x="902" y="1628"/>
                  </a:cubicBezTo>
                  <a:cubicBezTo>
                    <a:pt x="949" y="1558"/>
                    <a:pt x="1001" y="1482"/>
                    <a:pt x="1048" y="1411"/>
                  </a:cubicBezTo>
                  <a:cubicBezTo>
                    <a:pt x="1072" y="1359"/>
                    <a:pt x="1095" y="1288"/>
                    <a:pt x="1148" y="1236"/>
                  </a:cubicBezTo>
                  <a:cubicBezTo>
                    <a:pt x="1189" y="1154"/>
                    <a:pt x="1288" y="1085"/>
                    <a:pt x="1375" y="1085"/>
                  </a:cubicBezTo>
                  <a:cubicBezTo>
                    <a:pt x="1388" y="1085"/>
                    <a:pt x="1400" y="1086"/>
                    <a:pt x="1411" y="1089"/>
                  </a:cubicBezTo>
                  <a:cubicBezTo>
                    <a:pt x="1478" y="1089"/>
                    <a:pt x="1544" y="1102"/>
                    <a:pt x="1602" y="1102"/>
                  </a:cubicBezTo>
                  <a:cubicBezTo>
                    <a:pt x="1631" y="1102"/>
                    <a:pt x="1657" y="1099"/>
                    <a:pt x="1681" y="1089"/>
                  </a:cubicBezTo>
                  <a:cubicBezTo>
                    <a:pt x="1757" y="1089"/>
                    <a:pt x="1827" y="1019"/>
                    <a:pt x="1903" y="996"/>
                  </a:cubicBezTo>
                  <a:cubicBezTo>
                    <a:pt x="2219" y="1019"/>
                    <a:pt x="2729" y="1335"/>
                    <a:pt x="2729" y="1335"/>
                  </a:cubicBezTo>
                  <a:cubicBezTo>
                    <a:pt x="2852" y="1119"/>
                    <a:pt x="2805" y="849"/>
                    <a:pt x="2729" y="627"/>
                  </a:cubicBezTo>
                  <a:cubicBezTo>
                    <a:pt x="2635" y="410"/>
                    <a:pt x="2436" y="264"/>
                    <a:pt x="2026" y="211"/>
                  </a:cubicBezTo>
                  <a:cubicBezTo>
                    <a:pt x="1797" y="67"/>
                    <a:pt x="1553" y="1"/>
                    <a:pt x="13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2258;p44">
              <a:extLst>
                <a:ext uri="{FF2B5EF4-FFF2-40B4-BE49-F238E27FC236}">
                  <a16:creationId xmlns:a16="http://schemas.microsoft.com/office/drawing/2014/main" id="{0082A8D7-CA80-59B0-8725-E8E938C14EF7}"/>
                </a:ext>
              </a:extLst>
            </p:cNvPr>
            <p:cNvSpPr/>
            <p:nvPr/>
          </p:nvSpPr>
          <p:spPr>
            <a:xfrm flipH="1">
              <a:off x="6918833" y="2057080"/>
              <a:ext cx="88891" cy="37317"/>
            </a:xfrm>
            <a:custGeom>
              <a:avLst/>
              <a:gdLst/>
              <a:ahLst/>
              <a:cxnLst/>
              <a:rect l="l" t="t" r="r" b="b"/>
              <a:pathLst>
                <a:path w="879" h="369" extrusionOk="0">
                  <a:moveTo>
                    <a:pt x="24" y="0"/>
                  </a:moveTo>
                  <a:lnTo>
                    <a:pt x="0" y="76"/>
                  </a:lnTo>
                  <a:cubicBezTo>
                    <a:pt x="0" y="76"/>
                    <a:pt x="369" y="293"/>
                    <a:pt x="879" y="369"/>
                  </a:cubicBezTo>
                  <a:lnTo>
                    <a:pt x="879" y="293"/>
                  </a:lnTo>
                  <a:cubicBezTo>
                    <a:pt x="633" y="246"/>
                    <a:pt x="416" y="199"/>
                    <a:pt x="270" y="123"/>
                  </a:cubicBezTo>
                  <a:cubicBezTo>
                    <a:pt x="194" y="100"/>
                    <a:pt x="147" y="53"/>
                    <a:pt x="100" y="53"/>
                  </a:cubicBezTo>
                  <a:cubicBezTo>
                    <a:pt x="76" y="23"/>
                    <a:pt x="76" y="23"/>
                    <a:pt x="47" y="23"/>
                  </a:cubicBezTo>
                  <a:cubicBezTo>
                    <a:pt x="47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B87F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2259;p44">
              <a:extLst>
                <a:ext uri="{FF2B5EF4-FFF2-40B4-BE49-F238E27FC236}">
                  <a16:creationId xmlns:a16="http://schemas.microsoft.com/office/drawing/2014/main" id="{AE51E6C4-5C44-5B1D-20E6-7E2BF2D68DAC}"/>
                </a:ext>
              </a:extLst>
            </p:cNvPr>
            <p:cNvSpPr/>
            <p:nvPr/>
          </p:nvSpPr>
          <p:spPr>
            <a:xfrm flipH="1">
              <a:off x="6881519" y="1951000"/>
              <a:ext cx="34990" cy="64116"/>
            </a:xfrm>
            <a:custGeom>
              <a:avLst/>
              <a:gdLst/>
              <a:ahLst/>
              <a:cxnLst/>
              <a:rect l="l" t="t" r="r" b="b"/>
              <a:pathLst>
                <a:path w="346" h="634" extrusionOk="0">
                  <a:moveTo>
                    <a:pt x="223" y="1"/>
                  </a:moveTo>
                  <a:lnTo>
                    <a:pt x="146" y="24"/>
                  </a:lnTo>
                  <a:cubicBezTo>
                    <a:pt x="146" y="24"/>
                    <a:pt x="170" y="48"/>
                    <a:pt x="170" y="77"/>
                  </a:cubicBezTo>
                  <a:cubicBezTo>
                    <a:pt x="199" y="124"/>
                    <a:pt x="223" y="194"/>
                    <a:pt x="246" y="270"/>
                  </a:cubicBezTo>
                  <a:cubicBezTo>
                    <a:pt x="269" y="370"/>
                    <a:pt x="269" y="440"/>
                    <a:pt x="269" y="487"/>
                  </a:cubicBezTo>
                  <a:lnTo>
                    <a:pt x="269" y="516"/>
                  </a:lnTo>
                  <a:cubicBezTo>
                    <a:pt x="269" y="540"/>
                    <a:pt x="246" y="540"/>
                    <a:pt x="223" y="540"/>
                  </a:cubicBezTo>
                  <a:cubicBezTo>
                    <a:pt x="199" y="563"/>
                    <a:pt x="170" y="563"/>
                    <a:pt x="123" y="563"/>
                  </a:cubicBezTo>
                  <a:lnTo>
                    <a:pt x="23" y="563"/>
                  </a:lnTo>
                  <a:lnTo>
                    <a:pt x="23" y="540"/>
                  </a:lnTo>
                  <a:lnTo>
                    <a:pt x="0" y="610"/>
                  </a:lnTo>
                  <a:cubicBezTo>
                    <a:pt x="0" y="610"/>
                    <a:pt x="76" y="633"/>
                    <a:pt x="123" y="633"/>
                  </a:cubicBezTo>
                  <a:cubicBezTo>
                    <a:pt x="170" y="633"/>
                    <a:pt x="199" y="633"/>
                    <a:pt x="246" y="610"/>
                  </a:cubicBezTo>
                  <a:cubicBezTo>
                    <a:pt x="269" y="610"/>
                    <a:pt x="316" y="586"/>
                    <a:pt x="346" y="540"/>
                  </a:cubicBezTo>
                  <a:lnTo>
                    <a:pt x="346" y="487"/>
                  </a:lnTo>
                  <a:cubicBezTo>
                    <a:pt x="346" y="393"/>
                    <a:pt x="316" y="294"/>
                    <a:pt x="293" y="194"/>
                  </a:cubicBezTo>
                  <a:cubicBezTo>
                    <a:pt x="246" y="77"/>
                    <a:pt x="223" y="1"/>
                    <a:pt x="223" y="1"/>
                  </a:cubicBezTo>
                  <a:close/>
                </a:path>
              </a:pathLst>
            </a:custGeom>
            <a:solidFill>
              <a:srgbClr val="B87F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2260;p44">
              <a:extLst>
                <a:ext uri="{FF2B5EF4-FFF2-40B4-BE49-F238E27FC236}">
                  <a16:creationId xmlns:a16="http://schemas.microsoft.com/office/drawing/2014/main" id="{C5EECA18-6299-9598-FFEE-E395AE409697}"/>
                </a:ext>
              </a:extLst>
            </p:cNvPr>
            <p:cNvSpPr/>
            <p:nvPr/>
          </p:nvSpPr>
          <p:spPr>
            <a:xfrm flipH="1">
              <a:off x="6889204" y="2020372"/>
              <a:ext cx="69373" cy="36912"/>
            </a:xfrm>
            <a:custGeom>
              <a:avLst/>
              <a:gdLst/>
              <a:ahLst/>
              <a:cxnLst/>
              <a:rect l="l" t="t" r="r" b="b"/>
              <a:pathLst>
                <a:path w="686" h="365" extrusionOk="0">
                  <a:moveTo>
                    <a:pt x="0" y="0"/>
                  </a:moveTo>
                  <a:cubicBezTo>
                    <a:pt x="0" y="0"/>
                    <a:pt x="53" y="363"/>
                    <a:pt x="416" y="363"/>
                  </a:cubicBezTo>
                  <a:cubicBezTo>
                    <a:pt x="425" y="364"/>
                    <a:pt x="434" y="364"/>
                    <a:pt x="442" y="364"/>
                  </a:cubicBezTo>
                  <a:cubicBezTo>
                    <a:pt x="685" y="364"/>
                    <a:pt x="685" y="47"/>
                    <a:pt x="685" y="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2261;p44">
              <a:extLst>
                <a:ext uri="{FF2B5EF4-FFF2-40B4-BE49-F238E27FC236}">
                  <a16:creationId xmlns:a16="http://schemas.microsoft.com/office/drawing/2014/main" id="{59ED8B3E-E748-84B8-F1B4-688CC311B727}"/>
                </a:ext>
              </a:extLst>
            </p:cNvPr>
            <p:cNvSpPr/>
            <p:nvPr/>
          </p:nvSpPr>
          <p:spPr>
            <a:xfrm flipH="1">
              <a:off x="6866755" y="1945943"/>
              <a:ext cx="7787" cy="16484"/>
            </a:xfrm>
            <a:custGeom>
              <a:avLst/>
              <a:gdLst/>
              <a:ahLst/>
              <a:cxnLst/>
              <a:rect l="l" t="t" r="r" b="b"/>
              <a:pathLst>
                <a:path w="77" h="163" extrusionOk="0">
                  <a:moveTo>
                    <a:pt x="48" y="1"/>
                  </a:moveTo>
                  <a:cubicBezTo>
                    <a:pt x="26" y="1"/>
                    <a:pt x="1" y="14"/>
                    <a:pt x="1" y="28"/>
                  </a:cubicBezTo>
                  <a:lnTo>
                    <a:pt x="1" y="127"/>
                  </a:lnTo>
                  <a:cubicBezTo>
                    <a:pt x="1" y="151"/>
                    <a:pt x="20" y="162"/>
                    <a:pt x="39" y="162"/>
                  </a:cubicBezTo>
                  <a:cubicBezTo>
                    <a:pt x="58" y="162"/>
                    <a:pt x="77" y="151"/>
                    <a:pt x="77" y="127"/>
                  </a:cubicBezTo>
                  <a:lnTo>
                    <a:pt x="77" y="28"/>
                  </a:lnTo>
                  <a:cubicBezTo>
                    <a:pt x="77" y="8"/>
                    <a:pt x="63" y="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2262;p44">
              <a:extLst>
                <a:ext uri="{FF2B5EF4-FFF2-40B4-BE49-F238E27FC236}">
                  <a16:creationId xmlns:a16="http://schemas.microsoft.com/office/drawing/2014/main" id="{90DE8C1D-3600-1522-BC06-DEC8250BF647}"/>
                </a:ext>
              </a:extLst>
            </p:cNvPr>
            <p:cNvSpPr/>
            <p:nvPr/>
          </p:nvSpPr>
          <p:spPr>
            <a:xfrm flipH="1">
              <a:off x="6851890" y="1923797"/>
              <a:ext cx="29731" cy="11933"/>
            </a:xfrm>
            <a:custGeom>
              <a:avLst/>
              <a:gdLst/>
              <a:ahLst/>
              <a:cxnLst/>
              <a:rect l="l" t="t" r="r" b="b"/>
              <a:pathLst>
                <a:path w="294" h="118" extrusionOk="0">
                  <a:moveTo>
                    <a:pt x="147" y="1"/>
                  </a:moveTo>
                  <a:cubicBezTo>
                    <a:pt x="71" y="1"/>
                    <a:pt x="1" y="53"/>
                    <a:pt x="1" y="53"/>
                  </a:cubicBezTo>
                  <a:lnTo>
                    <a:pt x="1" y="77"/>
                  </a:lnTo>
                  <a:lnTo>
                    <a:pt x="47" y="77"/>
                  </a:lnTo>
                  <a:cubicBezTo>
                    <a:pt x="47" y="77"/>
                    <a:pt x="94" y="53"/>
                    <a:pt x="147" y="53"/>
                  </a:cubicBezTo>
                  <a:cubicBezTo>
                    <a:pt x="170" y="53"/>
                    <a:pt x="217" y="53"/>
                    <a:pt x="264" y="100"/>
                  </a:cubicBezTo>
                  <a:cubicBezTo>
                    <a:pt x="264" y="112"/>
                    <a:pt x="271" y="118"/>
                    <a:pt x="279" y="118"/>
                  </a:cubicBezTo>
                  <a:cubicBezTo>
                    <a:pt x="286" y="118"/>
                    <a:pt x="293" y="112"/>
                    <a:pt x="293" y="100"/>
                  </a:cubicBezTo>
                  <a:lnTo>
                    <a:pt x="293" y="77"/>
                  </a:lnTo>
                  <a:cubicBezTo>
                    <a:pt x="241" y="1"/>
                    <a:pt x="194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2263;p44">
              <a:extLst>
                <a:ext uri="{FF2B5EF4-FFF2-40B4-BE49-F238E27FC236}">
                  <a16:creationId xmlns:a16="http://schemas.microsoft.com/office/drawing/2014/main" id="{83C1F4C3-2739-D72A-CA8F-1696C6FB7FDC}"/>
                </a:ext>
              </a:extLst>
            </p:cNvPr>
            <p:cNvSpPr/>
            <p:nvPr/>
          </p:nvSpPr>
          <p:spPr>
            <a:xfrm flipH="1">
              <a:off x="6936026" y="1945134"/>
              <a:ext cx="10113" cy="17293"/>
            </a:xfrm>
            <a:custGeom>
              <a:avLst/>
              <a:gdLst/>
              <a:ahLst/>
              <a:cxnLst/>
              <a:rect l="l" t="t" r="r" b="b"/>
              <a:pathLst>
                <a:path w="100" h="171" extrusionOk="0">
                  <a:moveTo>
                    <a:pt x="50" y="0"/>
                  </a:moveTo>
                  <a:cubicBezTo>
                    <a:pt x="37" y="0"/>
                    <a:pt x="24" y="12"/>
                    <a:pt x="24" y="36"/>
                  </a:cubicBezTo>
                  <a:cubicBezTo>
                    <a:pt x="24" y="59"/>
                    <a:pt x="0" y="106"/>
                    <a:pt x="0" y="135"/>
                  </a:cubicBezTo>
                  <a:cubicBezTo>
                    <a:pt x="0" y="159"/>
                    <a:pt x="25" y="170"/>
                    <a:pt x="50" y="170"/>
                  </a:cubicBezTo>
                  <a:cubicBezTo>
                    <a:pt x="75" y="170"/>
                    <a:pt x="100" y="159"/>
                    <a:pt x="100" y="135"/>
                  </a:cubicBezTo>
                  <a:cubicBezTo>
                    <a:pt x="100" y="106"/>
                    <a:pt x="100" y="59"/>
                    <a:pt x="76" y="36"/>
                  </a:cubicBezTo>
                  <a:cubicBezTo>
                    <a:pt x="76" y="12"/>
                    <a:pt x="63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2264;p44">
              <a:extLst>
                <a:ext uri="{FF2B5EF4-FFF2-40B4-BE49-F238E27FC236}">
                  <a16:creationId xmlns:a16="http://schemas.microsoft.com/office/drawing/2014/main" id="{E8D4D23D-3883-555F-7E24-1638D13020EF}"/>
                </a:ext>
              </a:extLst>
            </p:cNvPr>
            <p:cNvSpPr/>
            <p:nvPr/>
          </p:nvSpPr>
          <p:spPr>
            <a:xfrm flipH="1">
              <a:off x="6925913" y="1919044"/>
              <a:ext cx="39743" cy="13653"/>
            </a:xfrm>
            <a:custGeom>
              <a:avLst/>
              <a:gdLst/>
              <a:ahLst/>
              <a:cxnLst/>
              <a:rect l="l" t="t" r="r" b="b"/>
              <a:pathLst>
                <a:path w="393" h="135" extrusionOk="0">
                  <a:moveTo>
                    <a:pt x="269" y="1"/>
                  </a:moveTo>
                  <a:cubicBezTo>
                    <a:pt x="193" y="1"/>
                    <a:pt x="100" y="24"/>
                    <a:pt x="0" y="100"/>
                  </a:cubicBezTo>
                  <a:lnTo>
                    <a:pt x="0" y="124"/>
                  </a:lnTo>
                  <a:cubicBezTo>
                    <a:pt x="0" y="124"/>
                    <a:pt x="10" y="134"/>
                    <a:pt x="17" y="134"/>
                  </a:cubicBezTo>
                  <a:cubicBezTo>
                    <a:pt x="21" y="134"/>
                    <a:pt x="23" y="132"/>
                    <a:pt x="23" y="124"/>
                  </a:cubicBezTo>
                  <a:cubicBezTo>
                    <a:pt x="123" y="48"/>
                    <a:pt x="193" y="48"/>
                    <a:pt x="269" y="48"/>
                  </a:cubicBezTo>
                  <a:lnTo>
                    <a:pt x="340" y="48"/>
                  </a:lnTo>
                  <a:cubicBezTo>
                    <a:pt x="340" y="48"/>
                    <a:pt x="340" y="71"/>
                    <a:pt x="363" y="71"/>
                  </a:cubicBezTo>
                  <a:cubicBezTo>
                    <a:pt x="363" y="71"/>
                    <a:pt x="392" y="71"/>
                    <a:pt x="392" y="48"/>
                  </a:cubicBezTo>
                  <a:lnTo>
                    <a:pt x="392" y="24"/>
                  </a:lnTo>
                  <a:cubicBezTo>
                    <a:pt x="392" y="24"/>
                    <a:pt x="340" y="1"/>
                    <a:pt x="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2265;p44">
              <a:extLst>
                <a:ext uri="{FF2B5EF4-FFF2-40B4-BE49-F238E27FC236}">
                  <a16:creationId xmlns:a16="http://schemas.microsoft.com/office/drawing/2014/main" id="{4C240343-E8FF-B382-6DEA-3FDC948A5389}"/>
                </a:ext>
              </a:extLst>
            </p:cNvPr>
            <p:cNvSpPr/>
            <p:nvPr/>
          </p:nvSpPr>
          <p:spPr>
            <a:xfrm flipH="1">
              <a:off x="6999937" y="1956359"/>
              <a:ext cx="59362" cy="78679"/>
            </a:xfrm>
            <a:custGeom>
              <a:avLst/>
              <a:gdLst/>
              <a:ahLst/>
              <a:cxnLst/>
              <a:rect l="l" t="t" r="r" b="b"/>
              <a:pathLst>
                <a:path w="587" h="778" extrusionOk="0">
                  <a:moveTo>
                    <a:pt x="265" y="0"/>
                  </a:moveTo>
                  <a:cubicBezTo>
                    <a:pt x="211" y="0"/>
                    <a:pt x="160" y="29"/>
                    <a:pt x="118" y="71"/>
                  </a:cubicBezTo>
                  <a:cubicBezTo>
                    <a:pt x="1" y="241"/>
                    <a:pt x="147" y="610"/>
                    <a:pt x="218" y="680"/>
                  </a:cubicBezTo>
                  <a:cubicBezTo>
                    <a:pt x="302" y="741"/>
                    <a:pt x="387" y="778"/>
                    <a:pt x="455" y="778"/>
                  </a:cubicBezTo>
                  <a:cubicBezTo>
                    <a:pt x="522" y="778"/>
                    <a:pt x="572" y="741"/>
                    <a:pt x="586" y="656"/>
                  </a:cubicBezTo>
                  <a:lnTo>
                    <a:pt x="487" y="194"/>
                  </a:lnTo>
                  <a:cubicBezTo>
                    <a:pt x="416" y="52"/>
                    <a:pt x="338" y="0"/>
                    <a:pt x="265" y="0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2266;p44">
              <a:extLst>
                <a:ext uri="{FF2B5EF4-FFF2-40B4-BE49-F238E27FC236}">
                  <a16:creationId xmlns:a16="http://schemas.microsoft.com/office/drawing/2014/main" id="{EAFE848C-E182-D28E-E9AF-36DB6E3585DA}"/>
                </a:ext>
              </a:extLst>
            </p:cNvPr>
            <p:cNvSpPr/>
            <p:nvPr/>
          </p:nvSpPr>
          <p:spPr>
            <a:xfrm flipH="1">
              <a:off x="7162743" y="3314674"/>
              <a:ext cx="325833" cy="211058"/>
            </a:xfrm>
            <a:custGeom>
              <a:avLst/>
              <a:gdLst/>
              <a:ahLst/>
              <a:cxnLst/>
              <a:rect l="l" t="t" r="r" b="b"/>
              <a:pathLst>
                <a:path w="3222" h="2087" extrusionOk="0">
                  <a:moveTo>
                    <a:pt x="1462" y="0"/>
                  </a:moveTo>
                  <a:cubicBezTo>
                    <a:pt x="1296" y="0"/>
                    <a:pt x="1131" y="6"/>
                    <a:pt x="973" y="6"/>
                  </a:cubicBezTo>
                  <a:lnTo>
                    <a:pt x="1" y="1007"/>
                  </a:lnTo>
                  <a:cubicBezTo>
                    <a:pt x="173" y="984"/>
                    <a:pt x="352" y="958"/>
                    <a:pt x="528" y="958"/>
                  </a:cubicBezTo>
                  <a:cubicBezTo>
                    <a:pt x="698" y="958"/>
                    <a:pt x="867" y="982"/>
                    <a:pt x="1026" y="1054"/>
                  </a:cubicBezTo>
                  <a:cubicBezTo>
                    <a:pt x="1318" y="1177"/>
                    <a:pt x="1512" y="1447"/>
                    <a:pt x="1728" y="1692"/>
                  </a:cubicBezTo>
                  <a:cubicBezTo>
                    <a:pt x="1928" y="1887"/>
                    <a:pt x="2185" y="2087"/>
                    <a:pt x="2448" y="2087"/>
                  </a:cubicBezTo>
                  <a:cubicBezTo>
                    <a:pt x="2477" y="2087"/>
                    <a:pt x="2507" y="2084"/>
                    <a:pt x="2536" y="2079"/>
                  </a:cubicBezTo>
                  <a:cubicBezTo>
                    <a:pt x="2876" y="2055"/>
                    <a:pt x="3122" y="1739"/>
                    <a:pt x="3169" y="1400"/>
                  </a:cubicBezTo>
                  <a:cubicBezTo>
                    <a:pt x="3221" y="1031"/>
                    <a:pt x="3075" y="691"/>
                    <a:pt x="2829" y="445"/>
                  </a:cubicBezTo>
                  <a:cubicBezTo>
                    <a:pt x="2583" y="205"/>
                    <a:pt x="2267" y="82"/>
                    <a:pt x="1951" y="30"/>
                  </a:cubicBezTo>
                  <a:cubicBezTo>
                    <a:pt x="1793" y="6"/>
                    <a:pt x="1627" y="0"/>
                    <a:pt x="1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2267;p44">
              <a:extLst>
                <a:ext uri="{FF2B5EF4-FFF2-40B4-BE49-F238E27FC236}">
                  <a16:creationId xmlns:a16="http://schemas.microsoft.com/office/drawing/2014/main" id="{A1216B5F-DFB4-E549-C03B-B2048C314212}"/>
                </a:ext>
              </a:extLst>
            </p:cNvPr>
            <p:cNvSpPr/>
            <p:nvPr/>
          </p:nvSpPr>
          <p:spPr>
            <a:xfrm flipH="1">
              <a:off x="7168105" y="3695411"/>
              <a:ext cx="214390" cy="128536"/>
            </a:xfrm>
            <a:custGeom>
              <a:avLst/>
              <a:gdLst/>
              <a:ahLst/>
              <a:cxnLst/>
              <a:rect l="l" t="t" r="r" b="b"/>
              <a:pathLst>
                <a:path w="2120" h="1271" extrusionOk="0">
                  <a:moveTo>
                    <a:pt x="972" y="0"/>
                  </a:moveTo>
                  <a:lnTo>
                    <a:pt x="0" y="123"/>
                  </a:lnTo>
                  <a:cubicBezTo>
                    <a:pt x="70" y="316"/>
                    <a:pt x="269" y="416"/>
                    <a:pt x="463" y="486"/>
                  </a:cubicBezTo>
                  <a:cubicBezTo>
                    <a:pt x="632" y="562"/>
                    <a:pt x="802" y="609"/>
                    <a:pt x="949" y="732"/>
                  </a:cubicBezTo>
                  <a:cubicBezTo>
                    <a:pt x="1072" y="832"/>
                    <a:pt x="1171" y="949"/>
                    <a:pt x="1294" y="1072"/>
                  </a:cubicBezTo>
                  <a:cubicBezTo>
                    <a:pt x="1411" y="1171"/>
                    <a:pt x="1534" y="1271"/>
                    <a:pt x="1704" y="1271"/>
                  </a:cubicBezTo>
                  <a:cubicBezTo>
                    <a:pt x="1926" y="1271"/>
                    <a:pt x="2120" y="1001"/>
                    <a:pt x="2096" y="732"/>
                  </a:cubicBezTo>
                  <a:cubicBezTo>
                    <a:pt x="2073" y="486"/>
                    <a:pt x="1880" y="269"/>
                    <a:pt x="1657" y="170"/>
                  </a:cubicBezTo>
                  <a:cubicBezTo>
                    <a:pt x="1464" y="47"/>
                    <a:pt x="1194" y="24"/>
                    <a:pt x="9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2268;p44">
              <a:extLst>
                <a:ext uri="{FF2B5EF4-FFF2-40B4-BE49-F238E27FC236}">
                  <a16:creationId xmlns:a16="http://schemas.microsoft.com/office/drawing/2014/main" id="{91B464B3-FDE0-6B13-311D-2C45F1751B63}"/>
                </a:ext>
              </a:extLst>
            </p:cNvPr>
            <p:cNvSpPr/>
            <p:nvPr/>
          </p:nvSpPr>
          <p:spPr>
            <a:xfrm flipH="1">
              <a:off x="7204810" y="3662546"/>
              <a:ext cx="402184" cy="267388"/>
            </a:xfrm>
            <a:custGeom>
              <a:avLst/>
              <a:gdLst/>
              <a:ahLst/>
              <a:cxnLst/>
              <a:rect l="l" t="t" r="r" b="b"/>
              <a:pathLst>
                <a:path w="3977" h="2644" extrusionOk="0">
                  <a:moveTo>
                    <a:pt x="2301" y="0"/>
                  </a:moveTo>
                  <a:cubicBezTo>
                    <a:pt x="1776" y="0"/>
                    <a:pt x="1250" y="204"/>
                    <a:pt x="850" y="571"/>
                  </a:cubicBezTo>
                  <a:cubicBezTo>
                    <a:pt x="294" y="1080"/>
                    <a:pt x="1" y="1859"/>
                    <a:pt x="24" y="2644"/>
                  </a:cubicBezTo>
                  <a:cubicBezTo>
                    <a:pt x="510" y="2398"/>
                    <a:pt x="1172" y="2035"/>
                    <a:pt x="1582" y="1666"/>
                  </a:cubicBezTo>
                  <a:cubicBezTo>
                    <a:pt x="1681" y="1566"/>
                    <a:pt x="1781" y="1473"/>
                    <a:pt x="1875" y="1397"/>
                  </a:cubicBezTo>
                  <a:cubicBezTo>
                    <a:pt x="2039" y="1282"/>
                    <a:pt x="2839" y="531"/>
                    <a:pt x="3781" y="531"/>
                  </a:cubicBezTo>
                  <a:cubicBezTo>
                    <a:pt x="3845" y="531"/>
                    <a:pt x="3911" y="534"/>
                    <a:pt x="3977" y="542"/>
                  </a:cubicBezTo>
                  <a:cubicBezTo>
                    <a:pt x="3608" y="302"/>
                    <a:pt x="3221" y="202"/>
                    <a:pt x="2929" y="103"/>
                  </a:cubicBezTo>
                  <a:cubicBezTo>
                    <a:pt x="2725" y="34"/>
                    <a:pt x="2513" y="0"/>
                    <a:pt x="2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2269;p44">
              <a:extLst>
                <a:ext uri="{FF2B5EF4-FFF2-40B4-BE49-F238E27FC236}">
                  <a16:creationId xmlns:a16="http://schemas.microsoft.com/office/drawing/2014/main" id="{1297E784-C59D-5DC9-5CBE-896EC7A4EFA7}"/>
                </a:ext>
              </a:extLst>
            </p:cNvPr>
            <p:cNvSpPr/>
            <p:nvPr/>
          </p:nvSpPr>
          <p:spPr>
            <a:xfrm flipH="1">
              <a:off x="7281159" y="3294449"/>
              <a:ext cx="405117" cy="452557"/>
            </a:xfrm>
            <a:custGeom>
              <a:avLst/>
              <a:gdLst/>
              <a:ahLst/>
              <a:cxnLst/>
              <a:rect l="l" t="t" r="r" b="b"/>
              <a:pathLst>
                <a:path w="4006" h="4475" extrusionOk="0">
                  <a:moveTo>
                    <a:pt x="1966" y="1"/>
                  </a:moveTo>
                  <a:cubicBezTo>
                    <a:pt x="1298" y="1"/>
                    <a:pt x="657" y="485"/>
                    <a:pt x="346" y="1108"/>
                  </a:cubicBezTo>
                  <a:cubicBezTo>
                    <a:pt x="0" y="1793"/>
                    <a:pt x="0" y="2601"/>
                    <a:pt x="147" y="3356"/>
                  </a:cubicBezTo>
                  <a:cubicBezTo>
                    <a:pt x="223" y="3719"/>
                    <a:pt x="317" y="4088"/>
                    <a:pt x="270" y="4475"/>
                  </a:cubicBezTo>
                  <a:cubicBezTo>
                    <a:pt x="1394" y="3304"/>
                    <a:pt x="1464" y="1916"/>
                    <a:pt x="2196" y="1524"/>
                  </a:cubicBezTo>
                  <a:cubicBezTo>
                    <a:pt x="2881" y="1137"/>
                    <a:pt x="3297" y="475"/>
                    <a:pt x="4005" y="306"/>
                  </a:cubicBezTo>
                  <a:cubicBezTo>
                    <a:pt x="3929" y="230"/>
                    <a:pt x="3783" y="206"/>
                    <a:pt x="3660" y="206"/>
                  </a:cubicBezTo>
                  <a:cubicBezTo>
                    <a:pt x="3540" y="206"/>
                    <a:pt x="3418" y="212"/>
                    <a:pt x="3293" y="212"/>
                  </a:cubicBezTo>
                  <a:cubicBezTo>
                    <a:pt x="3168" y="212"/>
                    <a:pt x="3039" y="206"/>
                    <a:pt x="2904" y="183"/>
                  </a:cubicBezTo>
                  <a:cubicBezTo>
                    <a:pt x="2659" y="136"/>
                    <a:pt x="2395" y="36"/>
                    <a:pt x="2149" y="13"/>
                  </a:cubicBezTo>
                  <a:cubicBezTo>
                    <a:pt x="2088" y="5"/>
                    <a:pt x="2027" y="1"/>
                    <a:pt x="19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2270;p44">
              <a:extLst>
                <a:ext uri="{FF2B5EF4-FFF2-40B4-BE49-F238E27FC236}">
                  <a16:creationId xmlns:a16="http://schemas.microsoft.com/office/drawing/2014/main" id="{7CEF6B18-E3C4-CC64-C258-95606DC6A049}"/>
                </a:ext>
              </a:extLst>
            </p:cNvPr>
            <p:cNvSpPr/>
            <p:nvPr/>
          </p:nvSpPr>
          <p:spPr>
            <a:xfrm flipH="1">
              <a:off x="7693247" y="2996736"/>
              <a:ext cx="350710" cy="659064"/>
            </a:xfrm>
            <a:custGeom>
              <a:avLst/>
              <a:gdLst/>
              <a:ahLst/>
              <a:cxnLst/>
              <a:rect l="l" t="t" r="r" b="b"/>
              <a:pathLst>
                <a:path w="3468" h="6517" extrusionOk="0">
                  <a:moveTo>
                    <a:pt x="718" y="0"/>
                  </a:moveTo>
                  <a:cubicBezTo>
                    <a:pt x="506" y="0"/>
                    <a:pt x="294" y="59"/>
                    <a:pt x="171" y="223"/>
                  </a:cubicBezTo>
                  <a:cubicBezTo>
                    <a:pt x="48" y="346"/>
                    <a:pt x="1" y="539"/>
                    <a:pt x="1" y="738"/>
                  </a:cubicBezTo>
                  <a:cubicBezTo>
                    <a:pt x="1" y="908"/>
                    <a:pt x="48" y="1101"/>
                    <a:pt x="100" y="1271"/>
                  </a:cubicBezTo>
                  <a:cubicBezTo>
                    <a:pt x="171" y="1517"/>
                    <a:pt x="247" y="1739"/>
                    <a:pt x="317" y="1956"/>
                  </a:cubicBezTo>
                  <a:cubicBezTo>
                    <a:pt x="393" y="2202"/>
                    <a:pt x="463" y="2418"/>
                    <a:pt x="563" y="2641"/>
                  </a:cubicBezTo>
                  <a:cubicBezTo>
                    <a:pt x="662" y="2834"/>
                    <a:pt x="780" y="3027"/>
                    <a:pt x="879" y="3226"/>
                  </a:cubicBezTo>
                  <a:cubicBezTo>
                    <a:pt x="1072" y="3519"/>
                    <a:pt x="1248" y="3812"/>
                    <a:pt x="1418" y="4105"/>
                  </a:cubicBezTo>
                  <a:cubicBezTo>
                    <a:pt x="1541" y="4321"/>
                    <a:pt x="1658" y="4520"/>
                    <a:pt x="1804" y="4690"/>
                  </a:cubicBezTo>
                  <a:cubicBezTo>
                    <a:pt x="2074" y="5006"/>
                    <a:pt x="2390" y="5223"/>
                    <a:pt x="2659" y="5492"/>
                  </a:cubicBezTo>
                  <a:cubicBezTo>
                    <a:pt x="2928" y="5762"/>
                    <a:pt x="3174" y="6101"/>
                    <a:pt x="3198" y="6517"/>
                  </a:cubicBezTo>
                  <a:cubicBezTo>
                    <a:pt x="3467" y="5955"/>
                    <a:pt x="3368" y="4883"/>
                    <a:pt x="3297" y="4397"/>
                  </a:cubicBezTo>
                  <a:cubicBezTo>
                    <a:pt x="3268" y="4151"/>
                    <a:pt x="3221" y="3935"/>
                    <a:pt x="3174" y="3712"/>
                  </a:cubicBezTo>
                  <a:cubicBezTo>
                    <a:pt x="2952" y="3004"/>
                    <a:pt x="2489" y="2418"/>
                    <a:pt x="2243" y="1739"/>
                  </a:cubicBezTo>
                  <a:cubicBezTo>
                    <a:pt x="2097" y="1370"/>
                    <a:pt x="2027" y="931"/>
                    <a:pt x="1781" y="638"/>
                  </a:cubicBezTo>
                  <a:cubicBezTo>
                    <a:pt x="1687" y="515"/>
                    <a:pt x="1564" y="422"/>
                    <a:pt x="1441" y="322"/>
                  </a:cubicBezTo>
                  <a:cubicBezTo>
                    <a:pt x="1271" y="176"/>
                    <a:pt x="1049" y="53"/>
                    <a:pt x="832" y="6"/>
                  </a:cubicBezTo>
                  <a:cubicBezTo>
                    <a:pt x="794" y="2"/>
                    <a:pt x="756" y="0"/>
                    <a:pt x="7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2271;p44">
              <a:extLst>
                <a:ext uri="{FF2B5EF4-FFF2-40B4-BE49-F238E27FC236}">
                  <a16:creationId xmlns:a16="http://schemas.microsoft.com/office/drawing/2014/main" id="{7FDCA63D-B4D0-F6D3-F038-74AA4F5A2016}"/>
                </a:ext>
              </a:extLst>
            </p:cNvPr>
            <p:cNvSpPr/>
            <p:nvPr/>
          </p:nvSpPr>
          <p:spPr>
            <a:xfrm flipH="1">
              <a:off x="7690923" y="3076019"/>
              <a:ext cx="259493" cy="1125172"/>
            </a:xfrm>
            <a:custGeom>
              <a:avLst/>
              <a:gdLst/>
              <a:ahLst/>
              <a:cxnLst/>
              <a:rect l="l" t="t" r="r" b="b"/>
              <a:pathLst>
                <a:path w="2566" h="11126" extrusionOk="0">
                  <a:moveTo>
                    <a:pt x="77" y="1"/>
                  </a:moveTo>
                  <a:lnTo>
                    <a:pt x="1" y="48"/>
                  </a:lnTo>
                  <a:cubicBezTo>
                    <a:pt x="393" y="832"/>
                    <a:pt x="809" y="1611"/>
                    <a:pt x="1201" y="2366"/>
                  </a:cubicBezTo>
                  <a:cubicBezTo>
                    <a:pt x="1348" y="2659"/>
                    <a:pt x="1494" y="2952"/>
                    <a:pt x="1611" y="3244"/>
                  </a:cubicBezTo>
                  <a:cubicBezTo>
                    <a:pt x="1933" y="3953"/>
                    <a:pt x="2150" y="5100"/>
                    <a:pt x="2273" y="6371"/>
                  </a:cubicBezTo>
                  <a:cubicBezTo>
                    <a:pt x="2419" y="7659"/>
                    <a:pt x="2466" y="9053"/>
                    <a:pt x="2466" y="10247"/>
                  </a:cubicBezTo>
                  <a:lnTo>
                    <a:pt x="2466" y="11125"/>
                  </a:lnTo>
                  <a:lnTo>
                    <a:pt x="2565" y="11125"/>
                  </a:lnTo>
                  <a:lnTo>
                    <a:pt x="2565" y="10247"/>
                  </a:lnTo>
                  <a:cubicBezTo>
                    <a:pt x="2565" y="9029"/>
                    <a:pt x="2519" y="7636"/>
                    <a:pt x="2372" y="6371"/>
                  </a:cubicBezTo>
                  <a:cubicBezTo>
                    <a:pt x="2249" y="5100"/>
                    <a:pt x="2027" y="3953"/>
                    <a:pt x="1711" y="3221"/>
                  </a:cubicBezTo>
                  <a:cubicBezTo>
                    <a:pt x="1588" y="2905"/>
                    <a:pt x="1441" y="2612"/>
                    <a:pt x="1295" y="2343"/>
                  </a:cubicBezTo>
                  <a:cubicBezTo>
                    <a:pt x="879" y="1564"/>
                    <a:pt x="493" y="779"/>
                    <a:pt x="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2272;p44">
              <a:extLst>
                <a:ext uri="{FF2B5EF4-FFF2-40B4-BE49-F238E27FC236}">
                  <a16:creationId xmlns:a16="http://schemas.microsoft.com/office/drawing/2014/main" id="{E42BDA73-853E-8339-1A27-CF1FAFA71032}"/>
                </a:ext>
              </a:extLst>
            </p:cNvPr>
            <p:cNvSpPr/>
            <p:nvPr/>
          </p:nvSpPr>
          <p:spPr>
            <a:xfrm flipH="1">
              <a:off x="7399580" y="3310528"/>
              <a:ext cx="276685" cy="801860"/>
            </a:xfrm>
            <a:custGeom>
              <a:avLst/>
              <a:gdLst/>
              <a:ahLst/>
              <a:cxnLst/>
              <a:rect l="l" t="t" r="r" b="b"/>
              <a:pathLst>
                <a:path w="2736" h="7929" extrusionOk="0">
                  <a:moveTo>
                    <a:pt x="2636" y="0"/>
                  </a:moveTo>
                  <a:cubicBezTo>
                    <a:pt x="2296" y="0"/>
                    <a:pt x="1974" y="170"/>
                    <a:pt x="1711" y="393"/>
                  </a:cubicBezTo>
                  <a:cubicBezTo>
                    <a:pt x="780" y="1148"/>
                    <a:pt x="440" y="2413"/>
                    <a:pt x="247" y="3584"/>
                  </a:cubicBezTo>
                  <a:cubicBezTo>
                    <a:pt x="71" y="4684"/>
                    <a:pt x="1" y="5809"/>
                    <a:pt x="1" y="6903"/>
                  </a:cubicBezTo>
                  <a:cubicBezTo>
                    <a:pt x="1" y="7243"/>
                    <a:pt x="1" y="7589"/>
                    <a:pt x="24" y="7928"/>
                  </a:cubicBezTo>
                  <a:lnTo>
                    <a:pt x="124" y="7905"/>
                  </a:lnTo>
                  <a:cubicBezTo>
                    <a:pt x="100" y="7589"/>
                    <a:pt x="100" y="7243"/>
                    <a:pt x="100" y="6903"/>
                  </a:cubicBezTo>
                  <a:cubicBezTo>
                    <a:pt x="100" y="5809"/>
                    <a:pt x="171" y="4684"/>
                    <a:pt x="340" y="3613"/>
                  </a:cubicBezTo>
                  <a:cubicBezTo>
                    <a:pt x="540" y="2413"/>
                    <a:pt x="879" y="1195"/>
                    <a:pt x="1757" y="463"/>
                  </a:cubicBezTo>
                  <a:cubicBezTo>
                    <a:pt x="2027" y="246"/>
                    <a:pt x="2320" y="100"/>
                    <a:pt x="2636" y="100"/>
                  </a:cubicBezTo>
                  <a:lnTo>
                    <a:pt x="2735" y="100"/>
                  </a:lnTo>
                  <a:lnTo>
                    <a:pt x="27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2273;p44">
              <a:extLst>
                <a:ext uri="{FF2B5EF4-FFF2-40B4-BE49-F238E27FC236}">
                  <a16:creationId xmlns:a16="http://schemas.microsoft.com/office/drawing/2014/main" id="{ABCE74B6-149E-8860-821D-3079D740C13B}"/>
                </a:ext>
              </a:extLst>
            </p:cNvPr>
            <p:cNvSpPr/>
            <p:nvPr/>
          </p:nvSpPr>
          <p:spPr>
            <a:xfrm flipH="1">
              <a:off x="7288846" y="3680546"/>
              <a:ext cx="345350" cy="554900"/>
            </a:xfrm>
            <a:custGeom>
              <a:avLst/>
              <a:gdLst/>
              <a:ahLst/>
              <a:cxnLst/>
              <a:rect l="l" t="t" r="r" b="b"/>
              <a:pathLst>
                <a:path w="3415" h="5487" extrusionOk="0">
                  <a:moveTo>
                    <a:pt x="2952" y="1"/>
                  </a:moveTo>
                  <a:cubicBezTo>
                    <a:pt x="2290" y="1"/>
                    <a:pt x="1658" y="317"/>
                    <a:pt x="1195" y="779"/>
                  </a:cubicBezTo>
                  <a:cubicBezTo>
                    <a:pt x="610" y="1388"/>
                    <a:pt x="293" y="2196"/>
                    <a:pt x="147" y="2999"/>
                  </a:cubicBezTo>
                  <a:cubicBezTo>
                    <a:pt x="24" y="3660"/>
                    <a:pt x="1" y="4293"/>
                    <a:pt x="1" y="4954"/>
                  </a:cubicBezTo>
                  <a:lnTo>
                    <a:pt x="1" y="5487"/>
                  </a:lnTo>
                  <a:lnTo>
                    <a:pt x="94" y="5487"/>
                  </a:lnTo>
                  <a:lnTo>
                    <a:pt x="94" y="4954"/>
                  </a:lnTo>
                  <a:cubicBezTo>
                    <a:pt x="94" y="4316"/>
                    <a:pt x="124" y="3660"/>
                    <a:pt x="241" y="3028"/>
                  </a:cubicBezTo>
                  <a:cubicBezTo>
                    <a:pt x="387" y="2220"/>
                    <a:pt x="709" y="1441"/>
                    <a:pt x="1265" y="856"/>
                  </a:cubicBezTo>
                  <a:cubicBezTo>
                    <a:pt x="1704" y="393"/>
                    <a:pt x="2343" y="100"/>
                    <a:pt x="2952" y="100"/>
                  </a:cubicBezTo>
                  <a:cubicBezTo>
                    <a:pt x="3098" y="100"/>
                    <a:pt x="3244" y="124"/>
                    <a:pt x="3391" y="147"/>
                  </a:cubicBezTo>
                  <a:lnTo>
                    <a:pt x="3414" y="48"/>
                  </a:lnTo>
                  <a:cubicBezTo>
                    <a:pt x="3268" y="24"/>
                    <a:pt x="3098" y="1"/>
                    <a:pt x="29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2274;p44">
              <a:extLst>
                <a:ext uri="{FF2B5EF4-FFF2-40B4-BE49-F238E27FC236}">
                  <a16:creationId xmlns:a16="http://schemas.microsoft.com/office/drawing/2014/main" id="{10FAF538-895F-ABE6-D137-765A423B93E1}"/>
                </a:ext>
              </a:extLst>
            </p:cNvPr>
            <p:cNvSpPr/>
            <p:nvPr/>
          </p:nvSpPr>
          <p:spPr>
            <a:xfrm flipH="1">
              <a:off x="7764941" y="3478700"/>
              <a:ext cx="552561" cy="410588"/>
            </a:xfrm>
            <a:custGeom>
              <a:avLst/>
              <a:gdLst/>
              <a:ahLst/>
              <a:cxnLst/>
              <a:rect l="l" t="t" r="r" b="b"/>
              <a:pathLst>
                <a:path w="5464" h="4060" extrusionOk="0">
                  <a:moveTo>
                    <a:pt x="2102" y="1"/>
                  </a:moveTo>
                  <a:cubicBezTo>
                    <a:pt x="1915" y="1"/>
                    <a:pt x="1726" y="23"/>
                    <a:pt x="1535" y="70"/>
                  </a:cubicBezTo>
                  <a:cubicBezTo>
                    <a:pt x="996" y="217"/>
                    <a:pt x="510" y="433"/>
                    <a:pt x="1" y="656"/>
                  </a:cubicBezTo>
                  <a:cubicBezTo>
                    <a:pt x="477" y="553"/>
                    <a:pt x="822" y="498"/>
                    <a:pt x="1124" y="498"/>
                  </a:cubicBezTo>
                  <a:cubicBezTo>
                    <a:pt x="1546" y="498"/>
                    <a:pt x="1881" y="607"/>
                    <a:pt x="2366" y="849"/>
                  </a:cubicBezTo>
                  <a:cubicBezTo>
                    <a:pt x="3168" y="1265"/>
                    <a:pt x="3607" y="2290"/>
                    <a:pt x="4123" y="3045"/>
                  </a:cubicBezTo>
                  <a:cubicBezTo>
                    <a:pt x="4254" y="3234"/>
                    <a:pt x="4905" y="4059"/>
                    <a:pt x="5233" y="4059"/>
                  </a:cubicBezTo>
                  <a:cubicBezTo>
                    <a:pt x="5330" y="4059"/>
                    <a:pt x="5399" y="3986"/>
                    <a:pt x="5417" y="3800"/>
                  </a:cubicBezTo>
                  <a:cubicBezTo>
                    <a:pt x="5464" y="3045"/>
                    <a:pt x="5270" y="2143"/>
                    <a:pt x="4831" y="1581"/>
                  </a:cubicBezTo>
                  <a:cubicBezTo>
                    <a:pt x="4125" y="711"/>
                    <a:pt x="3156" y="1"/>
                    <a:pt x="2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2275;p44">
              <a:extLst>
                <a:ext uri="{FF2B5EF4-FFF2-40B4-BE49-F238E27FC236}">
                  <a16:creationId xmlns:a16="http://schemas.microsoft.com/office/drawing/2014/main" id="{224E7675-F92F-5A1C-F11B-CAC58D4C713E}"/>
                </a:ext>
              </a:extLst>
            </p:cNvPr>
            <p:cNvSpPr/>
            <p:nvPr/>
          </p:nvSpPr>
          <p:spPr>
            <a:xfrm flipH="1">
              <a:off x="7713469" y="3485779"/>
              <a:ext cx="493300" cy="693448"/>
            </a:xfrm>
            <a:custGeom>
              <a:avLst/>
              <a:gdLst/>
              <a:ahLst/>
              <a:cxnLst/>
              <a:rect l="l" t="t" r="r" b="b"/>
              <a:pathLst>
                <a:path w="4878" h="6857" extrusionOk="0">
                  <a:moveTo>
                    <a:pt x="779" y="0"/>
                  </a:moveTo>
                  <a:cubicBezTo>
                    <a:pt x="516" y="0"/>
                    <a:pt x="247" y="24"/>
                    <a:pt x="1" y="94"/>
                  </a:cubicBezTo>
                  <a:lnTo>
                    <a:pt x="24" y="170"/>
                  </a:lnTo>
                  <a:cubicBezTo>
                    <a:pt x="270" y="123"/>
                    <a:pt x="539" y="94"/>
                    <a:pt x="779" y="94"/>
                  </a:cubicBezTo>
                  <a:cubicBezTo>
                    <a:pt x="1441" y="94"/>
                    <a:pt x="2050" y="293"/>
                    <a:pt x="2536" y="756"/>
                  </a:cubicBezTo>
                  <a:cubicBezTo>
                    <a:pt x="2881" y="1072"/>
                    <a:pt x="3221" y="1611"/>
                    <a:pt x="3514" y="2196"/>
                  </a:cubicBezTo>
                  <a:cubicBezTo>
                    <a:pt x="3830" y="2782"/>
                    <a:pt x="4076" y="3391"/>
                    <a:pt x="4222" y="3877"/>
                  </a:cubicBezTo>
                  <a:cubicBezTo>
                    <a:pt x="4515" y="4831"/>
                    <a:pt x="4638" y="5856"/>
                    <a:pt x="4784" y="6857"/>
                  </a:cubicBezTo>
                  <a:lnTo>
                    <a:pt x="4878" y="6857"/>
                  </a:lnTo>
                  <a:cubicBezTo>
                    <a:pt x="4732" y="5832"/>
                    <a:pt x="4615" y="4831"/>
                    <a:pt x="4322" y="3853"/>
                  </a:cubicBezTo>
                  <a:cubicBezTo>
                    <a:pt x="4146" y="3367"/>
                    <a:pt x="3906" y="2729"/>
                    <a:pt x="3613" y="2143"/>
                  </a:cubicBezTo>
                  <a:cubicBezTo>
                    <a:pt x="3321" y="1558"/>
                    <a:pt x="2952" y="1025"/>
                    <a:pt x="2612" y="680"/>
                  </a:cubicBezTo>
                  <a:cubicBezTo>
                    <a:pt x="2097" y="194"/>
                    <a:pt x="1441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2276;p44">
              <a:extLst>
                <a:ext uri="{FF2B5EF4-FFF2-40B4-BE49-F238E27FC236}">
                  <a16:creationId xmlns:a16="http://schemas.microsoft.com/office/drawing/2014/main" id="{8E29C472-BDBA-A29D-41AF-34B892B99412}"/>
                </a:ext>
              </a:extLst>
            </p:cNvPr>
            <p:cNvSpPr/>
            <p:nvPr/>
          </p:nvSpPr>
          <p:spPr>
            <a:xfrm flipH="1">
              <a:off x="7464094" y="4084946"/>
              <a:ext cx="451332" cy="409880"/>
            </a:xfrm>
            <a:custGeom>
              <a:avLst/>
              <a:gdLst/>
              <a:ahLst/>
              <a:cxnLst/>
              <a:rect l="l" t="t" r="r" b="b"/>
              <a:pathLst>
                <a:path w="4463" h="4053" extrusionOk="0">
                  <a:moveTo>
                    <a:pt x="0" y="1"/>
                  </a:moveTo>
                  <a:lnTo>
                    <a:pt x="633" y="4053"/>
                  </a:lnTo>
                  <a:lnTo>
                    <a:pt x="3853" y="4053"/>
                  </a:lnTo>
                  <a:lnTo>
                    <a:pt x="44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2277;p44">
              <a:extLst>
                <a:ext uri="{FF2B5EF4-FFF2-40B4-BE49-F238E27FC236}">
                  <a16:creationId xmlns:a16="http://schemas.microsoft.com/office/drawing/2014/main" id="{6A0A920F-887D-1F86-DFAF-DC6162CB0840}"/>
                </a:ext>
              </a:extLst>
            </p:cNvPr>
            <p:cNvSpPr/>
            <p:nvPr/>
          </p:nvSpPr>
          <p:spPr>
            <a:xfrm flipH="1">
              <a:off x="7478960" y="4176161"/>
              <a:ext cx="421702" cy="24979"/>
            </a:xfrm>
            <a:custGeom>
              <a:avLst/>
              <a:gdLst/>
              <a:ahLst/>
              <a:cxnLst/>
              <a:rect l="l" t="t" r="r" b="b"/>
              <a:pathLst>
                <a:path w="4170" h="247" extrusionOk="0">
                  <a:moveTo>
                    <a:pt x="1" y="0"/>
                  </a:moveTo>
                  <a:lnTo>
                    <a:pt x="24" y="246"/>
                  </a:lnTo>
                  <a:lnTo>
                    <a:pt x="4146" y="246"/>
                  </a:lnTo>
                  <a:lnTo>
                    <a:pt x="41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2278;p44">
              <a:extLst>
                <a:ext uri="{FF2B5EF4-FFF2-40B4-BE49-F238E27FC236}">
                  <a16:creationId xmlns:a16="http://schemas.microsoft.com/office/drawing/2014/main" id="{9BE80BD3-7DB7-540B-B990-D678D3D77FD1}"/>
                </a:ext>
              </a:extLst>
            </p:cNvPr>
            <p:cNvSpPr/>
            <p:nvPr/>
          </p:nvSpPr>
          <p:spPr>
            <a:xfrm flipH="1">
              <a:off x="7826535" y="4188600"/>
              <a:ext cx="109015" cy="678683"/>
            </a:xfrm>
            <a:custGeom>
              <a:avLst/>
              <a:gdLst/>
              <a:ahLst/>
              <a:cxnLst/>
              <a:rect l="l" t="t" r="r" b="b"/>
              <a:pathLst>
                <a:path w="1078" h="6711" extrusionOk="0">
                  <a:moveTo>
                    <a:pt x="978" y="0"/>
                  </a:moveTo>
                  <a:lnTo>
                    <a:pt x="0" y="6710"/>
                  </a:lnTo>
                  <a:lnTo>
                    <a:pt x="100" y="6710"/>
                  </a:lnTo>
                  <a:lnTo>
                    <a:pt x="10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2279;p44">
              <a:extLst>
                <a:ext uri="{FF2B5EF4-FFF2-40B4-BE49-F238E27FC236}">
                  <a16:creationId xmlns:a16="http://schemas.microsoft.com/office/drawing/2014/main" id="{34D343BB-7330-8E2C-A93E-EA92C95CA29E}"/>
                </a:ext>
              </a:extLst>
            </p:cNvPr>
            <p:cNvSpPr/>
            <p:nvPr/>
          </p:nvSpPr>
          <p:spPr>
            <a:xfrm flipH="1">
              <a:off x="7443977" y="4188600"/>
              <a:ext cx="111443" cy="678683"/>
            </a:xfrm>
            <a:custGeom>
              <a:avLst/>
              <a:gdLst/>
              <a:ahLst/>
              <a:cxnLst/>
              <a:rect l="l" t="t" r="r" b="b"/>
              <a:pathLst>
                <a:path w="1102" h="6711" extrusionOk="0">
                  <a:moveTo>
                    <a:pt x="0" y="0"/>
                  </a:moveTo>
                  <a:lnTo>
                    <a:pt x="1002" y="6710"/>
                  </a:lnTo>
                  <a:lnTo>
                    <a:pt x="1101" y="671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2280;p44">
              <a:extLst>
                <a:ext uri="{FF2B5EF4-FFF2-40B4-BE49-F238E27FC236}">
                  <a16:creationId xmlns:a16="http://schemas.microsoft.com/office/drawing/2014/main" id="{B0286A8F-7204-86A5-8E1C-E46D8B838833}"/>
                </a:ext>
              </a:extLst>
            </p:cNvPr>
            <p:cNvSpPr/>
            <p:nvPr/>
          </p:nvSpPr>
          <p:spPr>
            <a:xfrm flipH="1">
              <a:off x="7686175" y="4188600"/>
              <a:ext cx="9607" cy="678683"/>
            </a:xfrm>
            <a:custGeom>
              <a:avLst/>
              <a:gdLst/>
              <a:ahLst/>
              <a:cxnLst/>
              <a:rect l="l" t="t" r="r" b="b"/>
              <a:pathLst>
                <a:path w="95" h="6711" extrusionOk="0">
                  <a:moveTo>
                    <a:pt x="1" y="0"/>
                  </a:moveTo>
                  <a:lnTo>
                    <a:pt x="1" y="6710"/>
                  </a:lnTo>
                  <a:lnTo>
                    <a:pt x="94" y="67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2281;p44">
              <a:extLst>
                <a:ext uri="{FF2B5EF4-FFF2-40B4-BE49-F238E27FC236}">
                  <a16:creationId xmlns:a16="http://schemas.microsoft.com/office/drawing/2014/main" id="{7CB9A2AA-3860-4C41-C3D7-9325E21747AD}"/>
                </a:ext>
              </a:extLst>
            </p:cNvPr>
            <p:cNvSpPr/>
            <p:nvPr/>
          </p:nvSpPr>
          <p:spPr>
            <a:xfrm flipH="1">
              <a:off x="7930181" y="3477183"/>
              <a:ext cx="461344" cy="252825"/>
            </a:xfrm>
            <a:custGeom>
              <a:avLst/>
              <a:gdLst/>
              <a:ahLst/>
              <a:cxnLst/>
              <a:rect l="l" t="t" r="r" b="b"/>
              <a:pathLst>
                <a:path w="4562" h="2500" extrusionOk="0">
                  <a:moveTo>
                    <a:pt x="2821" y="1"/>
                  </a:moveTo>
                  <a:cubicBezTo>
                    <a:pt x="2740" y="1"/>
                    <a:pt x="2661" y="4"/>
                    <a:pt x="2583" y="9"/>
                  </a:cubicBezTo>
                  <a:cubicBezTo>
                    <a:pt x="1951" y="62"/>
                    <a:pt x="1289" y="279"/>
                    <a:pt x="756" y="648"/>
                  </a:cubicBezTo>
                  <a:cubicBezTo>
                    <a:pt x="264" y="1011"/>
                    <a:pt x="1" y="1497"/>
                    <a:pt x="411" y="2111"/>
                  </a:cubicBezTo>
                  <a:cubicBezTo>
                    <a:pt x="606" y="2378"/>
                    <a:pt x="924" y="2500"/>
                    <a:pt x="1247" y="2500"/>
                  </a:cubicBezTo>
                  <a:cubicBezTo>
                    <a:pt x="1457" y="2500"/>
                    <a:pt x="1669" y="2448"/>
                    <a:pt x="1851" y="2351"/>
                  </a:cubicBezTo>
                  <a:cubicBezTo>
                    <a:pt x="2343" y="2111"/>
                    <a:pt x="2682" y="1672"/>
                    <a:pt x="3046" y="1280"/>
                  </a:cubicBezTo>
                  <a:cubicBezTo>
                    <a:pt x="3414" y="864"/>
                    <a:pt x="4562" y="618"/>
                    <a:pt x="4562" y="618"/>
                  </a:cubicBezTo>
                  <a:cubicBezTo>
                    <a:pt x="4562" y="618"/>
                    <a:pt x="4293" y="355"/>
                    <a:pt x="4000" y="232"/>
                  </a:cubicBezTo>
                  <a:cubicBezTo>
                    <a:pt x="3854" y="179"/>
                    <a:pt x="3707" y="109"/>
                    <a:pt x="3561" y="85"/>
                  </a:cubicBezTo>
                  <a:cubicBezTo>
                    <a:pt x="3322" y="28"/>
                    <a:pt x="3067" y="1"/>
                    <a:pt x="28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2282;p44">
              <a:extLst>
                <a:ext uri="{FF2B5EF4-FFF2-40B4-BE49-F238E27FC236}">
                  <a16:creationId xmlns:a16="http://schemas.microsoft.com/office/drawing/2014/main" id="{81F80011-713A-7188-EE37-4AB21EDA7F22}"/>
                </a:ext>
              </a:extLst>
            </p:cNvPr>
            <p:cNvSpPr/>
            <p:nvPr/>
          </p:nvSpPr>
          <p:spPr>
            <a:xfrm flipH="1">
              <a:off x="8031412" y="3480419"/>
              <a:ext cx="256459" cy="143402"/>
            </a:xfrm>
            <a:custGeom>
              <a:avLst/>
              <a:gdLst/>
              <a:ahLst/>
              <a:cxnLst/>
              <a:rect l="l" t="t" r="r" b="b"/>
              <a:pathLst>
                <a:path w="2536" h="1418" extrusionOk="0">
                  <a:moveTo>
                    <a:pt x="2536" y="1"/>
                  </a:moveTo>
                  <a:cubicBezTo>
                    <a:pt x="1950" y="53"/>
                    <a:pt x="1412" y="223"/>
                    <a:pt x="972" y="469"/>
                  </a:cubicBezTo>
                  <a:cubicBezTo>
                    <a:pt x="533" y="709"/>
                    <a:pt x="170" y="1002"/>
                    <a:pt x="0" y="1371"/>
                  </a:cubicBezTo>
                  <a:lnTo>
                    <a:pt x="71" y="1418"/>
                  </a:lnTo>
                  <a:cubicBezTo>
                    <a:pt x="241" y="1078"/>
                    <a:pt x="586" y="785"/>
                    <a:pt x="996" y="539"/>
                  </a:cubicBezTo>
                  <a:cubicBezTo>
                    <a:pt x="1435" y="323"/>
                    <a:pt x="1974" y="147"/>
                    <a:pt x="2536" y="100"/>
                  </a:cubicBezTo>
                  <a:lnTo>
                    <a:pt x="25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2283;p44">
              <a:extLst>
                <a:ext uri="{FF2B5EF4-FFF2-40B4-BE49-F238E27FC236}">
                  <a16:creationId xmlns:a16="http://schemas.microsoft.com/office/drawing/2014/main" id="{5B19D569-F8C6-80EF-06D1-C6B6A7BF8A00}"/>
                </a:ext>
              </a:extLst>
            </p:cNvPr>
            <p:cNvSpPr/>
            <p:nvPr/>
          </p:nvSpPr>
          <p:spPr>
            <a:xfrm>
              <a:off x="6045250" y="1479575"/>
              <a:ext cx="609402" cy="430332"/>
            </a:xfrm>
            <a:custGeom>
              <a:avLst/>
              <a:gdLst/>
              <a:ahLst/>
              <a:cxnLst/>
              <a:rect l="l" t="t" r="r" b="b"/>
              <a:pathLst>
                <a:path w="4322" h="3052" extrusionOk="0">
                  <a:moveTo>
                    <a:pt x="3027" y="100"/>
                  </a:moveTo>
                  <a:cubicBezTo>
                    <a:pt x="3343" y="100"/>
                    <a:pt x="3660" y="247"/>
                    <a:pt x="3882" y="463"/>
                  </a:cubicBezTo>
                  <a:cubicBezTo>
                    <a:pt x="4099" y="686"/>
                    <a:pt x="4222" y="979"/>
                    <a:pt x="4222" y="1318"/>
                  </a:cubicBezTo>
                  <a:cubicBezTo>
                    <a:pt x="4222" y="1828"/>
                    <a:pt x="3929" y="2243"/>
                    <a:pt x="3513" y="2442"/>
                  </a:cubicBezTo>
                  <a:lnTo>
                    <a:pt x="3466" y="2466"/>
                  </a:lnTo>
                  <a:lnTo>
                    <a:pt x="3613" y="2829"/>
                  </a:lnTo>
                  <a:lnTo>
                    <a:pt x="3074" y="2536"/>
                  </a:lnTo>
                  <a:lnTo>
                    <a:pt x="1318" y="2536"/>
                  </a:lnTo>
                  <a:cubicBezTo>
                    <a:pt x="978" y="2536"/>
                    <a:pt x="685" y="2390"/>
                    <a:pt x="469" y="2173"/>
                  </a:cubicBezTo>
                  <a:cubicBezTo>
                    <a:pt x="246" y="1951"/>
                    <a:pt x="100" y="1658"/>
                    <a:pt x="100" y="1318"/>
                  </a:cubicBezTo>
                  <a:cubicBezTo>
                    <a:pt x="100" y="979"/>
                    <a:pt x="246" y="686"/>
                    <a:pt x="469" y="463"/>
                  </a:cubicBezTo>
                  <a:cubicBezTo>
                    <a:pt x="685" y="247"/>
                    <a:pt x="978" y="100"/>
                    <a:pt x="1318" y="100"/>
                  </a:cubicBezTo>
                  <a:close/>
                  <a:moveTo>
                    <a:pt x="1318" y="1"/>
                  </a:moveTo>
                  <a:cubicBezTo>
                    <a:pt x="586" y="1"/>
                    <a:pt x="0" y="586"/>
                    <a:pt x="0" y="1318"/>
                  </a:cubicBezTo>
                  <a:cubicBezTo>
                    <a:pt x="0" y="2050"/>
                    <a:pt x="586" y="2636"/>
                    <a:pt x="1318" y="2636"/>
                  </a:cubicBezTo>
                  <a:lnTo>
                    <a:pt x="3051" y="2636"/>
                  </a:lnTo>
                  <a:lnTo>
                    <a:pt x="3783" y="3051"/>
                  </a:lnTo>
                  <a:lnTo>
                    <a:pt x="3578" y="2497"/>
                  </a:lnTo>
                  <a:lnTo>
                    <a:pt x="3578" y="2497"/>
                  </a:lnTo>
                  <a:cubicBezTo>
                    <a:pt x="4021" y="2296"/>
                    <a:pt x="4321" y="1843"/>
                    <a:pt x="4321" y="1318"/>
                  </a:cubicBezTo>
                  <a:cubicBezTo>
                    <a:pt x="4321" y="586"/>
                    <a:pt x="3736" y="1"/>
                    <a:pt x="30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2284;p44">
              <a:extLst>
                <a:ext uri="{FF2B5EF4-FFF2-40B4-BE49-F238E27FC236}">
                  <a16:creationId xmlns:a16="http://schemas.microsoft.com/office/drawing/2014/main" id="{11288564-EA56-5970-F97A-48842FC705BB}"/>
                </a:ext>
              </a:extLst>
            </p:cNvPr>
            <p:cNvSpPr/>
            <p:nvPr/>
          </p:nvSpPr>
          <p:spPr>
            <a:xfrm>
              <a:off x="6189634" y="1568828"/>
              <a:ext cx="320493" cy="179211"/>
            </a:xfrm>
            <a:custGeom>
              <a:avLst/>
              <a:gdLst/>
              <a:ahLst/>
              <a:cxnLst/>
              <a:rect l="l" t="t" r="r" b="b"/>
              <a:pathLst>
                <a:path w="2273" h="1271" extrusionOk="0">
                  <a:moveTo>
                    <a:pt x="2197" y="0"/>
                  </a:moveTo>
                  <a:lnTo>
                    <a:pt x="1348" y="832"/>
                  </a:lnTo>
                  <a:lnTo>
                    <a:pt x="879" y="439"/>
                  </a:lnTo>
                  <a:lnTo>
                    <a:pt x="1" y="1195"/>
                  </a:lnTo>
                  <a:lnTo>
                    <a:pt x="54" y="1271"/>
                  </a:lnTo>
                  <a:lnTo>
                    <a:pt x="879" y="562"/>
                  </a:lnTo>
                  <a:lnTo>
                    <a:pt x="1348" y="978"/>
                  </a:lnTo>
                  <a:lnTo>
                    <a:pt x="2273" y="76"/>
                  </a:lnTo>
                  <a:lnTo>
                    <a:pt x="21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2285;p44">
              <a:extLst>
                <a:ext uri="{FF2B5EF4-FFF2-40B4-BE49-F238E27FC236}">
                  <a16:creationId xmlns:a16="http://schemas.microsoft.com/office/drawing/2014/main" id="{3A17BB60-26FC-9812-A8A9-C609AD760744}"/>
                </a:ext>
              </a:extLst>
            </p:cNvPr>
            <p:cNvSpPr/>
            <p:nvPr/>
          </p:nvSpPr>
          <p:spPr>
            <a:xfrm flipH="1">
              <a:off x="3269537" y="1310737"/>
              <a:ext cx="928177" cy="328620"/>
            </a:xfrm>
            <a:custGeom>
              <a:avLst/>
              <a:gdLst/>
              <a:ahLst/>
              <a:cxnLst/>
              <a:rect l="l" t="t" r="r" b="b"/>
              <a:pathLst>
                <a:path w="12744" h="4512" extrusionOk="0">
                  <a:moveTo>
                    <a:pt x="7302" y="1"/>
                  </a:moveTo>
                  <a:cubicBezTo>
                    <a:pt x="6564" y="1"/>
                    <a:pt x="5857" y="546"/>
                    <a:pt x="5534" y="1053"/>
                  </a:cubicBezTo>
                  <a:cubicBezTo>
                    <a:pt x="5150" y="1599"/>
                    <a:pt x="4958" y="2237"/>
                    <a:pt x="4866" y="2883"/>
                  </a:cubicBezTo>
                  <a:cubicBezTo>
                    <a:pt x="4543" y="2498"/>
                    <a:pt x="3936" y="2175"/>
                    <a:pt x="3390" y="2175"/>
                  </a:cubicBezTo>
                  <a:cubicBezTo>
                    <a:pt x="3006" y="2175"/>
                    <a:pt x="2652" y="2337"/>
                    <a:pt x="2460" y="2752"/>
                  </a:cubicBezTo>
                  <a:cubicBezTo>
                    <a:pt x="2268" y="3167"/>
                    <a:pt x="2307" y="3651"/>
                    <a:pt x="2307" y="4097"/>
                  </a:cubicBezTo>
                  <a:cubicBezTo>
                    <a:pt x="2076" y="4035"/>
                    <a:pt x="1853" y="4005"/>
                    <a:pt x="1630" y="4005"/>
                  </a:cubicBezTo>
                  <a:cubicBezTo>
                    <a:pt x="1054" y="4005"/>
                    <a:pt x="477" y="4197"/>
                    <a:pt x="1" y="4512"/>
                  </a:cubicBezTo>
                  <a:lnTo>
                    <a:pt x="12713" y="4512"/>
                  </a:lnTo>
                  <a:cubicBezTo>
                    <a:pt x="12743" y="3620"/>
                    <a:pt x="12490" y="2752"/>
                    <a:pt x="12036" y="2306"/>
                  </a:cubicBezTo>
                  <a:cubicBezTo>
                    <a:pt x="11783" y="2014"/>
                    <a:pt x="11337" y="1822"/>
                    <a:pt x="10914" y="1822"/>
                  </a:cubicBezTo>
                  <a:cubicBezTo>
                    <a:pt x="10791" y="1822"/>
                    <a:pt x="10691" y="1822"/>
                    <a:pt x="10599" y="1853"/>
                  </a:cubicBezTo>
                  <a:cubicBezTo>
                    <a:pt x="9953" y="2014"/>
                    <a:pt x="9538" y="2468"/>
                    <a:pt x="9123" y="2752"/>
                  </a:cubicBezTo>
                  <a:cubicBezTo>
                    <a:pt x="8962" y="1538"/>
                    <a:pt x="8455" y="385"/>
                    <a:pt x="7909" y="162"/>
                  </a:cubicBezTo>
                  <a:cubicBezTo>
                    <a:pt x="7717" y="62"/>
                    <a:pt x="7494" y="1"/>
                    <a:pt x="7302" y="1"/>
                  </a:cubicBezTo>
                  <a:close/>
                </a:path>
              </a:pathLst>
            </a:custGeom>
            <a:solidFill>
              <a:srgbClr val="EBF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2286;p44">
              <a:extLst>
                <a:ext uri="{FF2B5EF4-FFF2-40B4-BE49-F238E27FC236}">
                  <a16:creationId xmlns:a16="http://schemas.microsoft.com/office/drawing/2014/main" id="{7BC02626-053E-A8B0-6E59-721E08D26701}"/>
                </a:ext>
              </a:extLst>
            </p:cNvPr>
            <p:cNvSpPr/>
            <p:nvPr/>
          </p:nvSpPr>
          <p:spPr>
            <a:xfrm flipH="1">
              <a:off x="4364862" y="773924"/>
              <a:ext cx="928177" cy="328620"/>
            </a:xfrm>
            <a:custGeom>
              <a:avLst/>
              <a:gdLst/>
              <a:ahLst/>
              <a:cxnLst/>
              <a:rect l="l" t="t" r="r" b="b"/>
              <a:pathLst>
                <a:path w="12744" h="4512" extrusionOk="0">
                  <a:moveTo>
                    <a:pt x="7302" y="1"/>
                  </a:moveTo>
                  <a:cubicBezTo>
                    <a:pt x="6564" y="1"/>
                    <a:pt x="5857" y="546"/>
                    <a:pt x="5534" y="1053"/>
                  </a:cubicBezTo>
                  <a:cubicBezTo>
                    <a:pt x="5150" y="1599"/>
                    <a:pt x="4958" y="2237"/>
                    <a:pt x="4866" y="2883"/>
                  </a:cubicBezTo>
                  <a:cubicBezTo>
                    <a:pt x="4543" y="2498"/>
                    <a:pt x="3936" y="2175"/>
                    <a:pt x="3390" y="2175"/>
                  </a:cubicBezTo>
                  <a:cubicBezTo>
                    <a:pt x="3006" y="2175"/>
                    <a:pt x="2652" y="2337"/>
                    <a:pt x="2460" y="2752"/>
                  </a:cubicBezTo>
                  <a:cubicBezTo>
                    <a:pt x="2268" y="3167"/>
                    <a:pt x="2307" y="3651"/>
                    <a:pt x="2307" y="4097"/>
                  </a:cubicBezTo>
                  <a:cubicBezTo>
                    <a:pt x="2076" y="4035"/>
                    <a:pt x="1853" y="4005"/>
                    <a:pt x="1630" y="4005"/>
                  </a:cubicBezTo>
                  <a:cubicBezTo>
                    <a:pt x="1054" y="4005"/>
                    <a:pt x="477" y="4197"/>
                    <a:pt x="1" y="4512"/>
                  </a:cubicBezTo>
                  <a:lnTo>
                    <a:pt x="12713" y="4512"/>
                  </a:lnTo>
                  <a:cubicBezTo>
                    <a:pt x="12743" y="3620"/>
                    <a:pt x="12490" y="2752"/>
                    <a:pt x="12036" y="2306"/>
                  </a:cubicBezTo>
                  <a:cubicBezTo>
                    <a:pt x="11783" y="2014"/>
                    <a:pt x="11337" y="1822"/>
                    <a:pt x="10914" y="1822"/>
                  </a:cubicBezTo>
                  <a:cubicBezTo>
                    <a:pt x="10791" y="1822"/>
                    <a:pt x="10691" y="1822"/>
                    <a:pt x="10599" y="1853"/>
                  </a:cubicBezTo>
                  <a:cubicBezTo>
                    <a:pt x="9953" y="2014"/>
                    <a:pt x="9538" y="2468"/>
                    <a:pt x="9123" y="2752"/>
                  </a:cubicBezTo>
                  <a:cubicBezTo>
                    <a:pt x="8962" y="1538"/>
                    <a:pt x="8455" y="385"/>
                    <a:pt x="7909" y="162"/>
                  </a:cubicBezTo>
                  <a:cubicBezTo>
                    <a:pt x="7717" y="62"/>
                    <a:pt x="7494" y="1"/>
                    <a:pt x="7302" y="1"/>
                  </a:cubicBezTo>
                  <a:close/>
                </a:path>
              </a:pathLst>
            </a:custGeom>
            <a:solidFill>
              <a:srgbClr val="EBF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2" name="Google Shape;2952;p55">
            <a:extLst>
              <a:ext uri="{FF2B5EF4-FFF2-40B4-BE49-F238E27FC236}">
                <a16:creationId xmlns:a16="http://schemas.microsoft.com/office/drawing/2014/main" id="{3A46090C-6C26-8146-9D58-363C4CBB638B}"/>
              </a:ext>
            </a:extLst>
          </p:cNvPr>
          <p:cNvGrpSpPr/>
          <p:nvPr/>
        </p:nvGrpSpPr>
        <p:grpSpPr>
          <a:xfrm>
            <a:off x="1411962" y="3191399"/>
            <a:ext cx="5852838" cy="742139"/>
            <a:chOff x="1483962" y="2514600"/>
            <a:chExt cx="3266100" cy="704100"/>
          </a:xfrm>
        </p:grpSpPr>
        <p:sp>
          <p:nvSpPr>
            <p:cNvPr id="1755" name="Google Shape;2955;p55">
              <a:extLst>
                <a:ext uri="{FF2B5EF4-FFF2-40B4-BE49-F238E27FC236}">
                  <a16:creationId xmlns:a16="http://schemas.microsoft.com/office/drawing/2014/main" id="{CECABBC4-0F32-AF21-8056-6B6463EDC511}"/>
                </a:ext>
              </a:extLst>
            </p:cNvPr>
            <p:cNvSpPr/>
            <p:nvPr/>
          </p:nvSpPr>
          <p:spPr>
            <a:xfrm>
              <a:off x="2749962" y="2514600"/>
              <a:ext cx="2000100" cy="704100"/>
            </a:xfrm>
            <a:prstGeom prst="roundRect">
              <a:avLst>
                <a:gd name="adj" fmla="val 50000"/>
              </a:avLst>
            </a:prstGeom>
            <a:solidFill>
              <a:srgbClr val="94A2D3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2956;p55">
              <a:extLst>
                <a:ext uri="{FF2B5EF4-FFF2-40B4-BE49-F238E27FC236}">
                  <a16:creationId xmlns:a16="http://schemas.microsoft.com/office/drawing/2014/main" id="{A433A220-0C27-0B76-6497-4F2497E75799}"/>
                </a:ext>
              </a:extLst>
            </p:cNvPr>
            <p:cNvSpPr/>
            <p:nvPr/>
          </p:nvSpPr>
          <p:spPr>
            <a:xfrm>
              <a:off x="1483962" y="2514600"/>
              <a:ext cx="1818300" cy="70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1" name="Google Shape;2962;p55">
            <a:extLst>
              <a:ext uri="{FF2B5EF4-FFF2-40B4-BE49-F238E27FC236}">
                <a16:creationId xmlns:a16="http://schemas.microsoft.com/office/drawing/2014/main" id="{166B704C-7191-EFEA-8CAC-7A2BD108418B}"/>
              </a:ext>
            </a:extLst>
          </p:cNvPr>
          <p:cNvSpPr txBox="1">
            <a:spLocks/>
          </p:cNvSpPr>
          <p:nvPr/>
        </p:nvSpPr>
        <p:spPr>
          <a:xfrm>
            <a:off x="4319362" y="3341938"/>
            <a:ext cx="3183038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Comfortaa"/>
              <a:buNone/>
              <a:defRPr sz="28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 dirty="0">
                <a:solidFill>
                  <a:schemeClr val="lt1"/>
                </a:solidFill>
              </a:rPr>
              <a:t>Employees by age</a:t>
            </a:r>
          </a:p>
        </p:txBody>
      </p:sp>
      <p:sp>
        <p:nvSpPr>
          <p:cNvPr id="1762" name="Google Shape;2965;p55">
            <a:extLst>
              <a:ext uri="{FF2B5EF4-FFF2-40B4-BE49-F238E27FC236}">
                <a16:creationId xmlns:a16="http://schemas.microsoft.com/office/drawing/2014/main" id="{885C3627-E651-1420-9933-0E3D7265AE3F}"/>
              </a:ext>
            </a:extLst>
          </p:cNvPr>
          <p:cNvSpPr txBox="1">
            <a:spLocks/>
          </p:cNvSpPr>
          <p:nvPr/>
        </p:nvSpPr>
        <p:spPr>
          <a:xfrm>
            <a:off x="2072362" y="3341938"/>
            <a:ext cx="18183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Comfortaa"/>
              <a:buNone/>
              <a:defRPr sz="28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 dirty="0"/>
              <a:t>Attrition rate</a:t>
            </a:r>
          </a:p>
        </p:txBody>
      </p:sp>
    </p:spTree>
    <p:extLst>
      <p:ext uri="{BB962C8B-B14F-4D97-AF65-F5344CB8AC3E}">
        <p14:creationId xmlns:p14="http://schemas.microsoft.com/office/powerpoint/2010/main" val="3375550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0">
          <a:extLst>
            <a:ext uri="{FF2B5EF4-FFF2-40B4-BE49-F238E27FC236}">
              <a16:creationId xmlns:a16="http://schemas.microsoft.com/office/drawing/2014/main" id="{4BDB6B64-309C-273D-4814-3F1201A5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p45">
            <a:extLst>
              <a:ext uri="{FF2B5EF4-FFF2-40B4-BE49-F238E27FC236}">
                <a16:creationId xmlns:a16="http://schemas.microsoft.com/office/drawing/2014/main" id="{71E187B7-8820-36BD-9884-1A17D1F964CA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3225" y="-8575"/>
            <a:ext cx="771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Employee attrition rate section</a:t>
            </a:r>
            <a:endParaRPr dirty="0"/>
          </a:p>
        </p:txBody>
      </p:sp>
      <p:sp>
        <p:nvSpPr>
          <p:cNvPr id="2299" name="Google Shape;2299;p45">
            <a:extLst>
              <a:ext uri="{FF2B5EF4-FFF2-40B4-BE49-F238E27FC236}">
                <a16:creationId xmlns:a16="http://schemas.microsoft.com/office/drawing/2014/main" id="{53B4A5AD-303C-A803-AAA1-9E99055FF42F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798584" y="1499568"/>
            <a:ext cx="8266216" cy="5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According to the summary table Employee Attrition Rate is 16%. 237 employees became inactive out of 1,470 total</a:t>
            </a:r>
            <a:endParaRPr dirty="0"/>
          </a:p>
        </p:txBody>
      </p:sp>
      <p:grpSp>
        <p:nvGrpSpPr>
          <p:cNvPr id="2310" name="Google Shape;2310;p45">
            <a:extLst>
              <a:ext uri="{FF2B5EF4-FFF2-40B4-BE49-F238E27FC236}">
                <a16:creationId xmlns:a16="http://schemas.microsoft.com/office/drawing/2014/main" id="{3A01916D-8073-0470-FD74-C38C1A2516EC}"/>
              </a:ext>
            </a:extLst>
          </p:cNvPr>
          <p:cNvGrpSpPr/>
          <p:nvPr/>
        </p:nvGrpSpPr>
        <p:grpSpPr>
          <a:xfrm>
            <a:off x="3028970" y="1707761"/>
            <a:ext cx="3066003" cy="1822598"/>
            <a:chOff x="3028970" y="1793486"/>
            <a:chExt cx="3066003" cy="1822598"/>
          </a:xfrm>
        </p:grpSpPr>
        <p:sp>
          <p:nvSpPr>
            <p:cNvPr id="2311" name="Google Shape;2311;p45">
              <a:extLst>
                <a:ext uri="{FF2B5EF4-FFF2-40B4-BE49-F238E27FC236}">
                  <a16:creationId xmlns:a16="http://schemas.microsoft.com/office/drawing/2014/main" id="{0453055A-C06C-5D30-C84C-55700A208F47}"/>
                </a:ext>
              </a:extLst>
            </p:cNvPr>
            <p:cNvSpPr/>
            <p:nvPr/>
          </p:nvSpPr>
          <p:spPr>
            <a:xfrm>
              <a:off x="6031835" y="1793486"/>
              <a:ext cx="61932" cy="61933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5">
              <a:extLst>
                <a:ext uri="{FF2B5EF4-FFF2-40B4-BE49-F238E27FC236}">
                  <a16:creationId xmlns:a16="http://schemas.microsoft.com/office/drawing/2014/main" id="{23DE6FA7-184B-3A1A-66A1-4B988C6C26BE}"/>
                </a:ext>
              </a:extLst>
            </p:cNvPr>
            <p:cNvSpPr/>
            <p:nvPr/>
          </p:nvSpPr>
          <p:spPr>
            <a:xfrm>
              <a:off x="3028970" y="2061237"/>
              <a:ext cx="154088" cy="151682"/>
            </a:xfrm>
            <a:custGeom>
              <a:avLst/>
              <a:gdLst/>
              <a:ahLst/>
              <a:cxnLst/>
              <a:rect l="l" t="t" r="r" b="b"/>
              <a:pathLst>
                <a:path w="4354" h="4286" fill="none" extrusionOk="0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5">
              <a:extLst>
                <a:ext uri="{FF2B5EF4-FFF2-40B4-BE49-F238E27FC236}">
                  <a16:creationId xmlns:a16="http://schemas.microsoft.com/office/drawing/2014/main" id="{6E6D8399-F423-D910-F55C-0D24B8369991}"/>
                </a:ext>
              </a:extLst>
            </p:cNvPr>
            <p:cNvSpPr/>
            <p:nvPr/>
          </p:nvSpPr>
          <p:spPr>
            <a:xfrm>
              <a:off x="3243368" y="3551745"/>
              <a:ext cx="35" cy="64339"/>
            </a:xfrm>
            <a:custGeom>
              <a:avLst/>
              <a:gdLst/>
              <a:ahLst/>
              <a:cxnLst/>
              <a:rect l="l" t="t" r="r" b="b"/>
              <a:pathLst>
                <a:path w="1" h="1818" fill="none" extrusionOk="0">
                  <a:moveTo>
                    <a:pt x="1" y="0"/>
                  </a:moveTo>
                  <a:lnTo>
                    <a:pt x="1" y="1818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5">
              <a:extLst>
                <a:ext uri="{FF2B5EF4-FFF2-40B4-BE49-F238E27FC236}">
                  <a16:creationId xmlns:a16="http://schemas.microsoft.com/office/drawing/2014/main" id="{325D5EBE-F74E-824C-8858-4A6A98B97CF8}"/>
                </a:ext>
              </a:extLst>
            </p:cNvPr>
            <p:cNvSpPr/>
            <p:nvPr/>
          </p:nvSpPr>
          <p:spPr>
            <a:xfrm>
              <a:off x="3211234" y="3583880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5">
              <a:extLst>
                <a:ext uri="{FF2B5EF4-FFF2-40B4-BE49-F238E27FC236}">
                  <a16:creationId xmlns:a16="http://schemas.microsoft.com/office/drawing/2014/main" id="{11E6FC13-FAF1-CE05-ECAE-3FD55DD4F31A}"/>
                </a:ext>
              </a:extLst>
            </p:cNvPr>
            <p:cNvSpPr/>
            <p:nvPr/>
          </p:nvSpPr>
          <p:spPr>
            <a:xfrm>
              <a:off x="3095977" y="3081255"/>
              <a:ext cx="112363" cy="35"/>
            </a:xfrm>
            <a:custGeom>
              <a:avLst/>
              <a:gdLst/>
              <a:ahLst/>
              <a:cxnLst/>
              <a:rect l="l" t="t" r="r" b="b"/>
              <a:pathLst>
                <a:path w="3175" h="1" fill="none" extrusionOk="0">
                  <a:moveTo>
                    <a:pt x="1" y="0"/>
                  </a:moveTo>
                  <a:lnTo>
                    <a:pt x="3174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5">
              <a:extLst>
                <a:ext uri="{FF2B5EF4-FFF2-40B4-BE49-F238E27FC236}">
                  <a16:creationId xmlns:a16="http://schemas.microsoft.com/office/drawing/2014/main" id="{F7C0EB35-9CA6-A83A-9CA4-C449BA3DC351}"/>
                </a:ext>
              </a:extLst>
            </p:cNvPr>
            <p:cNvSpPr/>
            <p:nvPr/>
          </p:nvSpPr>
          <p:spPr>
            <a:xfrm>
              <a:off x="6062768" y="3399345"/>
              <a:ext cx="35" cy="64339"/>
            </a:xfrm>
            <a:custGeom>
              <a:avLst/>
              <a:gdLst/>
              <a:ahLst/>
              <a:cxnLst/>
              <a:rect l="l" t="t" r="r" b="b"/>
              <a:pathLst>
                <a:path w="1" h="1818" fill="none" extrusionOk="0">
                  <a:moveTo>
                    <a:pt x="1" y="0"/>
                  </a:moveTo>
                  <a:lnTo>
                    <a:pt x="1" y="1818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5">
              <a:extLst>
                <a:ext uri="{FF2B5EF4-FFF2-40B4-BE49-F238E27FC236}">
                  <a16:creationId xmlns:a16="http://schemas.microsoft.com/office/drawing/2014/main" id="{9D244AE5-BB09-E0BE-E408-494F12595512}"/>
                </a:ext>
              </a:extLst>
            </p:cNvPr>
            <p:cNvSpPr/>
            <p:nvPr/>
          </p:nvSpPr>
          <p:spPr>
            <a:xfrm>
              <a:off x="6030634" y="3431480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1"/>
                  </a:moveTo>
                  <a:lnTo>
                    <a:pt x="0" y="1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5">
              <a:extLst>
                <a:ext uri="{FF2B5EF4-FFF2-40B4-BE49-F238E27FC236}">
                  <a16:creationId xmlns:a16="http://schemas.microsoft.com/office/drawing/2014/main" id="{15D62794-9FF9-761C-A1B9-F36A934302A5}"/>
                </a:ext>
              </a:extLst>
            </p:cNvPr>
            <p:cNvSpPr/>
            <p:nvPr/>
          </p:nvSpPr>
          <p:spPr>
            <a:xfrm>
              <a:off x="5915377" y="2928855"/>
              <a:ext cx="112363" cy="35"/>
            </a:xfrm>
            <a:custGeom>
              <a:avLst/>
              <a:gdLst/>
              <a:ahLst/>
              <a:cxnLst/>
              <a:rect l="l" t="t" r="r" b="b"/>
              <a:pathLst>
                <a:path w="3175" h="1" fill="none" extrusionOk="0">
                  <a:moveTo>
                    <a:pt x="1" y="0"/>
                  </a:moveTo>
                  <a:lnTo>
                    <a:pt x="3174" y="0"/>
                  </a:lnTo>
                </a:path>
              </a:pathLst>
            </a:custGeom>
            <a:noFill/>
            <a:ln w="577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596C2F5D-FF4A-3039-63E9-3FE37249E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84" y="679582"/>
            <a:ext cx="7978831" cy="861135"/>
          </a:xfrm>
          <a:prstGeom prst="rect">
            <a:avLst/>
          </a:prstGeom>
        </p:spPr>
      </p:pic>
      <p:cxnSp>
        <p:nvCxnSpPr>
          <p:cNvPr id="43" name="Google Shape;2014;p40">
            <a:extLst>
              <a:ext uri="{FF2B5EF4-FFF2-40B4-BE49-F238E27FC236}">
                <a16:creationId xmlns:a16="http://schemas.microsoft.com/office/drawing/2014/main" id="{9B6BB9F2-4885-3B5C-38EA-C8CB05227C4F}"/>
              </a:ext>
            </a:extLst>
          </p:cNvPr>
          <p:cNvCxnSpPr>
            <a:cxnSpLocks/>
          </p:cNvCxnSpPr>
          <p:nvPr/>
        </p:nvCxnSpPr>
        <p:spPr>
          <a:xfrm flipH="1">
            <a:off x="612000" y="1703195"/>
            <a:ext cx="186584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7" name="Google Shape;2299;p45">
            <a:extLst>
              <a:ext uri="{FF2B5EF4-FFF2-40B4-BE49-F238E27FC236}">
                <a16:creationId xmlns:a16="http://schemas.microsoft.com/office/drawing/2014/main" id="{F36700CD-D7DA-05BC-BEEC-785215814FB0}"/>
              </a:ext>
            </a:extLst>
          </p:cNvPr>
          <p:cNvSpPr txBox="1">
            <a:spLocks/>
          </p:cNvSpPr>
          <p:nvPr/>
        </p:nvSpPr>
        <p:spPr>
          <a:xfrm>
            <a:off x="571050" y="1977606"/>
            <a:ext cx="3951304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US" dirty="0"/>
              <a:t>Employee Average Age is 37 years old</a:t>
            </a:r>
          </a:p>
        </p:txBody>
      </p:sp>
      <p:cxnSp>
        <p:nvCxnSpPr>
          <p:cNvPr id="48" name="Google Shape;2014;p40">
            <a:extLst>
              <a:ext uri="{FF2B5EF4-FFF2-40B4-BE49-F238E27FC236}">
                <a16:creationId xmlns:a16="http://schemas.microsoft.com/office/drawing/2014/main" id="{F2D46135-C2DC-09CF-3C2F-9854F6ABAF57}"/>
              </a:ext>
            </a:extLst>
          </p:cNvPr>
          <p:cNvCxnSpPr>
            <a:cxnSpLocks/>
          </p:cNvCxnSpPr>
          <p:nvPr/>
        </p:nvCxnSpPr>
        <p:spPr>
          <a:xfrm flipH="1">
            <a:off x="620400" y="2181233"/>
            <a:ext cx="186584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C2EB105D-EF8F-7348-09C9-6CD43A0F0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997" y="2547202"/>
            <a:ext cx="3697180" cy="2596298"/>
          </a:xfrm>
          <a:prstGeom prst="rect">
            <a:avLst/>
          </a:prstGeom>
        </p:spPr>
      </p:pic>
      <p:sp>
        <p:nvSpPr>
          <p:cNvPr id="53" name="Google Shape;2299;p45">
            <a:extLst>
              <a:ext uri="{FF2B5EF4-FFF2-40B4-BE49-F238E27FC236}">
                <a16:creationId xmlns:a16="http://schemas.microsoft.com/office/drawing/2014/main" id="{EB43FEC4-8836-45DF-ED51-44CD8AF09FF5}"/>
              </a:ext>
            </a:extLst>
          </p:cNvPr>
          <p:cNvSpPr txBox="1">
            <a:spLocks/>
          </p:cNvSpPr>
          <p:nvPr/>
        </p:nvSpPr>
        <p:spPr>
          <a:xfrm>
            <a:off x="5134550" y="2567831"/>
            <a:ext cx="4009449" cy="71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/>
              <a:t>Age range parameter control allows defining the gap between displayed employee ages</a:t>
            </a:r>
          </a:p>
        </p:txBody>
      </p:sp>
      <p:cxnSp>
        <p:nvCxnSpPr>
          <p:cNvPr id="54" name="Google Shape;2014;p40">
            <a:extLst>
              <a:ext uri="{FF2B5EF4-FFF2-40B4-BE49-F238E27FC236}">
                <a16:creationId xmlns:a16="http://schemas.microsoft.com/office/drawing/2014/main" id="{E439D37E-1FE9-3083-E16A-0AAABE2E04AF}"/>
              </a:ext>
            </a:extLst>
          </p:cNvPr>
          <p:cNvCxnSpPr>
            <a:cxnSpLocks/>
          </p:cNvCxnSpPr>
          <p:nvPr/>
        </p:nvCxnSpPr>
        <p:spPr>
          <a:xfrm flipH="1">
            <a:off x="4939567" y="2771459"/>
            <a:ext cx="186584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5" name="Google Shape;2299;p45">
            <a:extLst>
              <a:ext uri="{FF2B5EF4-FFF2-40B4-BE49-F238E27FC236}">
                <a16:creationId xmlns:a16="http://schemas.microsoft.com/office/drawing/2014/main" id="{8570B884-8EC5-1002-387D-F3F9392A4522}"/>
              </a:ext>
            </a:extLst>
          </p:cNvPr>
          <p:cNvSpPr txBox="1">
            <a:spLocks/>
          </p:cNvSpPr>
          <p:nvPr/>
        </p:nvSpPr>
        <p:spPr>
          <a:xfrm>
            <a:off x="5126151" y="3342350"/>
            <a:ext cx="3723770" cy="924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/>
              <a:t>Employees by age graph shows how many employees the company has in the defined age range. Most of them (274) are about 32 years old</a:t>
            </a:r>
          </a:p>
        </p:txBody>
      </p:sp>
      <p:cxnSp>
        <p:nvCxnSpPr>
          <p:cNvPr id="56" name="Google Shape;2014;p40">
            <a:extLst>
              <a:ext uri="{FF2B5EF4-FFF2-40B4-BE49-F238E27FC236}">
                <a16:creationId xmlns:a16="http://schemas.microsoft.com/office/drawing/2014/main" id="{74F3DEC5-17FE-98C2-0526-1C34EC5323CD}"/>
              </a:ext>
            </a:extLst>
          </p:cNvPr>
          <p:cNvCxnSpPr>
            <a:cxnSpLocks/>
          </p:cNvCxnSpPr>
          <p:nvPr/>
        </p:nvCxnSpPr>
        <p:spPr>
          <a:xfrm flipH="1">
            <a:off x="4947967" y="3538544"/>
            <a:ext cx="186584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57" name="Google Shape;2200;p44">
            <a:extLst>
              <a:ext uri="{FF2B5EF4-FFF2-40B4-BE49-F238E27FC236}">
                <a16:creationId xmlns:a16="http://schemas.microsoft.com/office/drawing/2014/main" id="{A33E6100-3BD4-5893-6263-0D1F7F734FB9}"/>
              </a:ext>
            </a:extLst>
          </p:cNvPr>
          <p:cNvGrpSpPr/>
          <p:nvPr/>
        </p:nvGrpSpPr>
        <p:grpSpPr>
          <a:xfrm>
            <a:off x="-662926" y="1947527"/>
            <a:ext cx="2036734" cy="1773301"/>
            <a:chOff x="3269537" y="773924"/>
            <a:chExt cx="5121988" cy="4093359"/>
          </a:xfrm>
        </p:grpSpPr>
        <p:sp>
          <p:nvSpPr>
            <p:cNvPr id="58" name="Google Shape;2201;p44">
              <a:extLst>
                <a:ext uri="{FF2B5EF4-FFF2-40B4-BE49-F238E27FC236}">
                  <a16:creationId xmlns:a16="http://schemas.microsoft.com/office/drawing/2014/main" id="{B29EB512-4670-E16C-20D3-5C7E201838B7}"/>
                </a:ext>
              </a:extLst>
            </p:cNvPr>
            <p:cNvSpPr/>
            <p:nvPr/>
          </p:nvSpPr>
          <p:spPr>
            <a:xfrm flipH="1">
              <a:off x="7572509" y="2039889"/>
              <a:ext cx="54609" cy="54509"/>
            </a:xfrm>
            <a:custGeom>
              <a:avLst/>
              <a:gdLst/>
              <a:ahLst/>
              <a:cxnLst/>
              <a:rect l="l" t="t" r="r" b="b"/>
              <a:pathLst>
                <a:path w="540" h="539" extrusionOk="0">
                  <a:moveTo>
                    <a:pt x="270" y="100"/>
                  </a:moveTo>
                  <a:cubicBezTo>
                    <a:pt x="370" y="100"/>
                    <a:pt x="440" y="170"/>
                    <a:pt x="440" y="270"/>
                  </a:cubicBezTo>
                  <a:cubicBezTo>
                    <a:pt x="440" y="369"/>
                    <a:pt x="370" y="439"/>
                    <a:pt x="270" y="439"/>
                  </a:cubicBezTo>
                  <a:cubicBezTo>
                    <a:pt x="171" y="439"/>
                    <a:pt x="100" y="369"/>
                    <a:pt x="100" y="270"/>
                  </a:cubicBezTo>
                  <a:cubicBezTo>
                    <a:pt x="100" y="170"/>
                    <a:pt x="171" y="100"/>
                    <a:pt x="270" y="100"/>
                  </a:cubicBezTo>
                  <a:close/>
                  <a:moveTo>
                    <a:pt x="270" y="0"/>
                  </a:moveTo>
                  <a:cubicBezTo>
                    <a:pt x="124" y="0"/>
                    <a:pt x="1" y="123"/>
                    <a:pt x="1" y="270"/>
                  </a:cubicBezTo>
                  <a:cubicBezTo>
                    <a:pt x="1" y="416"/>
                    <a:pt x="124" y="539"/>
                    <a:pt x="270" y="539"/>
                  </a:cubicBezTo>
                  <a:cubicBezTo>
                    <a:pt x="417" y="539"/>
                    <a:pt x="540" y="416"/>
                    <a:pt x="540" y="270"/>
                  </a:cubicBezTo>
                  <a:cubicBezTo>
                    <a:pt x="540" y="123"/>
                    <a:pt x="417" y="0"/>
                    <a:pt x="270" y="0"/>
                  </a:cubicBez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202;p44">
              <a:extLst>
                <a:ext uri="{FF2B5EF4-FFF2-40B4-BE49-F238E27FC236}">
                  <a16:creationId xmlns:a16="http://schemas.microsoft.com/office/drawing/2014/main" id="{C102C529-7660-8FE9-22A6-7D821972373A}"/>
                </a:ext>
              </a:extLst>
            </p:cNvPr>
            <p:cNvSpPr/>
            <p:nvPr/>
          </p:nvSpPr>
          <p:spPr>
            <a:xfrm flipH="1">
              <a:off x="5238433" y="1447800"/>
              <a:ext cx="54609" cy="54509"/>
            </a:xfrm>
            <a:custGeom>
              <a:avLst/>
              <a:gdLst/>
              <a:ahLst/>
              <a:cxnLst/>
              <a:rect l="l" t="t" r="r" b="b"/>
              <a:pathLst>
                <a:path w="540" h="539" extrusionOk="0">
                  <a:moveTo>
                    <a:pt x="270" y="100"/>
                  </a:moveTo>
                  <a:cubicBezTo>
                    <a:pt x="364" y="100"/>
                    <a:pt x="440" y="170"/>
                    <a:pt x="440" y="269"/>
                  </a:cubicBezTo>
                  <a:cubicBezTo>
                    <a:pt x="440" y="369"/>
                    <a:pt x="364" y="439"/>
                    <a:pt x="270" y="439"/>
                  </a:cubicBezTo>
                  <a:cubicBezTo>
                    <a:pt x="171" y="439"/>
                    <a:pt x="100" y="369"/>
                    <a:pt x="100" y="269"/>
                  </a:cubicBezTo>
                  <a:cubicBezTo>
                    <a:pt x="100" y="170"/>
                    <a:pt x="171" y="100"/>
                    <a:pt x="270" y="100"/>
                  </a:cubicBezTo>
                  <a:close/>
                  <a:moveTo>
                    <a:pt x="270" y="0"/>
                  </a:moveTo>
                  <a:cubicBezTo>
                    <a:pt x="124" y="0"/>
                    <a:pt x="1" y="123"/>
                    <a:pt x="1" y="269"/>
                  </a:cubicBezTo>
                  <a:cubicBezTo>
                    <a:pt x="1" y="416"/>
                    <a:pt x="124" y="539"/>
                    <a:pt x="270" y="539"/>
                  </a:cubicBezTo>
                  <a:cubicBezTo>
                    <a:pt x="417" y="539"/>
                    <a:pt x="540" y="416"/>
                    <a:pt x="540" y="269"/>
                  </a:cubicBezTo>
                  <a:cubicBezTo>
                    <a:pt x="540" y="123"/>
                    <a:pt x="417" y="0"/>
                    <a:pt x="270" y="0"/>
                  </a:cubicBez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203;p44">
              <a:extLst>
                <a:ext uri="{FF2B5EF4-FFF2-40B4-BE49-F238E27FC236}">
                  <a16:creationId xmlns:a16="http://schemas.microsoft.com/office/drawing/2014/main" id="{81ED682A-415F-E435-08C9-FE8272AD03CF}"/>
                </a:ext>
              </a:extLst>
            </p:cNvPr>
            <p:cNvSpPr/>
            <p:nvPr/>
          </p:nvSpPr>
          <p:spPr>
            <a:xfrm flipH="1">
              <a:off x="7350438" y="1549026"/>
              <a:ext cx="10214" cy="69375"/>
            </a:xfrm>
            <a:custGeom>
              <a:avLst/>
              <a:gdLst/>
              <a:ahLst/>
              <a:cxnLst/>
              <a:rect l="l" t="t" r="r" b="b"/>
              <a:pathLst>
                <a:path w="101" h="686" extrusionOk="0">
                  <a:moveTo>
                    <a:pt x="1" y="0"/>
                  </a:moveTo>
                  <a:lnTo>
                    <a:pt x="1" y="685"/>
                  </a:lnTo>
                  <a:lnTo>
                    <a:pt x="100" y="685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204;p44">
              <a:extLst>
                <a:ext uri="{FF2B5EF4-FFF2-40B4-BE49-F238E27FC236}">
                  <a16:creationId xmlns:a16="http://schemas.microsoft.com/office/drawing/2014/main" id="{B0E43E4F-6237-472A-1410-670812552EBA}"/>
                </a:ext>
              </a:extLst>
            </p:cNvPr>
            <p:cNvSpPr/>
            <p:nvPr/>
          </p:nvSpPr>
          <p:spPr>
            <a:xfrm flipH="1">
              <a:off x="7320909" y="1578656"/>
              <a:ext cx="69373" cy="10113"/>
            </a:xfrm>
            <a:custGeom>
              <a:avLst/>
              <a:gdLst/>
              <a:ahLst/>
              <a:cxnLst/>
              <a:rect l="l" t="t" r="r" b="b"/>
              <a:pathLst>
                <a:path w="686" h="100" extrusionOk="0">
                  <a:moveTo>
                    <a:pt x="1" y="0"/>
                  </a:moveTo>
                  <a:lnTo>
                    <a:pt x="1" y="100"/>
                  </a:lnTo>
                  <a:lnTo>
                    <a:pt x="686" y="100"/>
                  </a:lnTo>
                  <a:lnTo>
                    <a:pt x="686" y="0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205;p44">
              <a:extLst>
                <a:ext uri="{FF2B5EF4-FFF2-40B4-BE49-F238E27FC236}">
                  <a16:creationId xmlns:a16="http://schemas.microsoft.com/office/drawing/2014/main" id="{287F4916-6DCC-3868-EA7C-9FC3C0B8D5A6}"/>
                </a:ext>
              </a:extLst>
            </p:cNvPr>
            <p:cNvSpPr/>
            <p:nvPr/>
          </p:nvSpPr>
          <p:spPr>
            <a:xfrm flipH="1">
              <a:off x="7594960" y="2999669"/>
              <a:ext cx="9607" cy="66442"/>
            </a:xfrm>
            <a:custGeom>
              <a:avLst/>
              <a:gdLst/>
              <a:ahLst/>
              <a:cxnLst/>
              <a:rect l="l" t="t" r="r" b="b"/>
              <a:pathLst>
                <a:path w="95" h="657" extrusionOk="0">
                  <a:moveTo>
                    <a:pt x="0" y="0"/>
                  </a:moveTo>
                  <a:lnTo>
                    <a:pt x="0" y="656"/>
                  </a:lnTo>
                  <a:lnTo>
                    <a:pt x="94" y="6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206;p44">
              <a:extLst>
                <a:ext uri="{FF2B5EF4-FFF2-40B4-BE49-F238E27FC236}">
                  <a16:creationId xmlns:a16="http://schemas.microsoft.com/office/drawing/2014/main" id="{F5F8DEFE-5F98-D989-6ACC-5D194D3DDCA5}"/>
                </a:ext>
              </a:extLst>
            </p:cNvPr>
            <p:cNvSpPr/>
            <p:nvPr/>
          </p:nvSpPr>
          <p:spPr>
            <a:xfrm flipH="1">
              <a:off x="7565430" y="3026872"/>
              <a:ext cx="68767" cy="9607"/>
            </a:xfrm>
            <a:custGeom>
              <a:avLst/>
              <a:gdLst/>
              <a:ahLst/>
              <a:cxnLst/>
              <a:rect l="l" t="t" r="r" b="b"/>
              <a:pathLst>
                <a:path w="680" h="95" extrusionOk="0">
                  <a:moveTo>
                    <a:pt x="1" y="1"/>
                  </a:moveTo>
                  <a:lnTo>
                    <a:pt x="1" y="94"/>
                  </a:lnTo>
                  <a:lnTo>
                    <a:pt x="680" y="94"/>
                  </a:lnTo>
                  <a:lnTo>
                    <a:pt x="680" y="1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07;p44">
              <a:extLst>
                <a:ext uri="{FF2B5EF4-FFF2-40B4-BE49-F238E27FC236}">
                  <a16:creationId xmlns:a16="http://schemas.microsoft.com/office/drawing/2014/main" id="{4A9257D3-8335-98D2-CC00-6138D4F72444}"/>
                </a:ext>
              </a:extLst>
            </p:cNvPr>
            <p:cNvSpPr/>
            <p:nvPr/>
          </p:nvSpPr>
          <p:spPr>
            <a:xfrm flipH="1">
              <a:off x="5472947" y="1276740"/>
              <a:ext cx="292367" cy="354944"/>
            </a:xfrm>
            <a:custGeom>
              <a:avLst/>
              <a:gdLst/>
              <a:ahLst/>
              <a:cxnLst/>
              <a:rect l="l" t="t" r="r" b="b"/>
              <a:pathLst>
                <a:path w="2852" h="3462" extrusionOk="0">
                  <a:moveTo>
                    <a:pt x="1412" y="1"/>
                  </a:moveTo>
                  <a:cubicBezTo>
                    <a:pt x="633" y="1"/>
                    <a:pt x="0" y="633"/>
                    <a:pt x="0" y="1412"/>
                  </a:cubicBezTo>
                  <a:cubicBezTo>
                    <a:pt x="0" y="1728"/>
                    <a:pt x="94" y="2021"/>
                    <a:pt x="270" y="2267"/>
                  </a:cubicBezTo>
                  <a:cubicBezTo>
                    <a:pt x="463" y="2583"/>
                    <a:pt x="1002" y="2928"/>
                    <a:pt x="1002" y="3121"/>
                  </a:cubicBezTo>
                  <a:lnTo>
                    <a:pt x="1002" y="3367"/>
                  </a:lnTo>
                  <a:cubicBezTo>
                    <a:pt x="1002" y="3414"/>
                    <a:pt x="1049" y="3461"/>
                    <a:pt x="1095" y="3461"/>
                  </a:cubicBezTo>
                  <a:lnTo>
                    <a:pt x="1757" y="3461"/>
                  </a:lnTo>
                  <a:cubicBezTo>
                    <a:pt x="1804" y="3461"/>
                    <a:pt x="1851" y="3414"/>
                    <a:pt x="1851" y="3367"/>
                  </a:cubicBezTo>
                  <a:lnTo>
                    <a:pt x="1851" y="3121"/>
                  </a:lnTo>
                  <a:cubicBezTo>
                    <a:pt x="1851" y="2928"/>
                    <a:pt x="2389" y="2583"/>
                    <a:pt x="2583" y="2267"/>
                  </a:cubicBezTo>
                  <a:cubicBezTo>
                    <a:pt x="2758" y="2021"/>
                    <a:pt x="2852" y="1728"/>
                    <a:pt x="2852" y="1412"/>
                  </a:cubicBezTo>
                  <a:cubicBezTo>
                    <a:pt x="2852" y="633"/>
                    <a:pt x="2220" y="1"/>
                    <a:pt x="14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08;p44">
              <a:extLst>
                <a:ext uri="{FF2B5EF4-FFF2-40B4-BE49-F238E27FC236}">
                  <a16:creationId xmlns:a16="http://schemas.microsoft.com/office/drawing/2014/main" id="{1255003E-B81B-7616-29D1-BACC39E895B5}"/>
                </a:ext>
              </a:extLst>
            </p:cNvPr>
            <p:cNvSpPr/>
            <p:nvPr/>
          </p:nvSpPr>
          <p:spPr>
            <a:xfrm flipH="1">
              <a:off x="5467514" y="1271409"/>
              <a:ext cx="303233" cy="365606"/>
            </a:xfrm>
            <a:custGeom>
              <a:avLst/>
              <a:gdLst/>
              <a:ahLst/>
              <a:cxnLst/>
              <a:rect l="l" t="t" r="r" b="b"/>
              <a:pathLst>
                <a:path w="2958" h="3566" extrusionOk="0">
                  <a:moveTo>
                    <a:pt x="1465" y="100"/>
                  </a:moveTo>
                  <a:cubicBezTo>
                    <a:pt x="1857" y="100"/>
                    <a:pt x="2196" y="246"/>
                    <a:pt x="2466" y="492"/>
                  </a:cubicBezTo>
                  <a:cubicBezTo>
                    <a:pt x="2712" y="755"/>
                    <a:pt x="2858" y="1101"/>
                    <a:pt x="2858" y="1464"/>
                  </a:cubicBezTo>
                  <a:cubicBezTo>
                    <a:pt x="2858" y="1780"/>
                    <a:pt x="2759" y="2049"/>
                    <a:pt x="2589" y="2295"/>
                  </a:cubicBezTo>
                  <a:cubicBezTo>
                    <a:pt x="2489" y="2442"/>
                    <a:pt x="2319" y="2611"/>
                    <a:pt x="2150" y="2758"/>
                  </a:cubicBezTo>
                  <a:cubicBezTo>
                    <a:pt x="2079" y="2834"/>
                    <a:pt x="2003" y="2904"/>
                    <a:pt x="1956" y="2980"/>
                  </a:cubicBezTo>
                  <a:cubicBezTo>
                    <a:pt x="1880" y="3051"/>
                    <a:pt x="1857" y="3097"/>
                    <a:pt x="1857" y="3173"/>
                  </a:cubicBezTo>
                  <a:lnTo>
                    <a:pt x="1857" y="3419"/>
                  </a:lnTo>
                  <a:cubicBezTo>
                    <a:pt x="1857" y="3443"/>
                    <a:pt x="1833" y="3466"/>
                    <a:pt x="1810" y="3466"/>
                  </a:cubicBezTo>
                  <a:lnTo>
                    <a:pt x="1148" y="3466"/>
                  </a:lnTo>
                  <a:cubicBezTo>
                    <a:pt x="1125" y="3466"/>
                    <a:pt x="1102" y="3443"/>
                    <a:pt x="1102" y="3419"/>
                  </a:cubicBezTo>
                  <a:lnTo>
                    <a:pt x="1102" y="3173"/>
                  </a:lnTo>
                  <a:cubicBezTo>
                    <a:pt x="1102" y="3097"/>
                    <a:pt x="1055" y="3051"/>
                    <a:pt x="1002" y="2980"/>
                  </a:cubicBezTo>
                  <a:cubicBezTo>
                    <a:pt x="932" y="2857"/>
                    <a:pt x="809" y="2758"/>
                    <a:pt x="686" y="2635"/>
                  </a:cubicBezTo>
                  <a:cubicBezTo>
                    <a:pt x="563" y="2512"/>
                    <a:pt x="440" y="2395"/>
                    <a:pt x="370" y="2295"/>
                  </a:cubicBezTo>
                  <a:cubicBezTo>
                    <a:pt x="200" y="2049"/>
                    <a:pt x="100" y="1780"/>
                    <a:pt x="100" y="1464"/>
                  </a:cubicBezTo>
                  <a:cubicBezTo>
                    <a:pt x="100" y="1101"/>
                    <a:pt x="247" y="755"/>
                    <a:pt x="493" y="492"/>
                  </a:cubicBezTo>
                  <a:cubicBezTo>
                    <a:pt x="762" y="246"/>
                    <a:pt x="1102" y="100"/>
                    <a:pt x="1465" y="100"/>
                  </a:cubicBezTo>
                  <a:close/>
                  <a:moveTo>
                    <a:pt x="1465" y="0"/>
                  </a:moveTo>
                  <a:cubicBezTo>
                    <a:pt x="662" y="0"/>
                    <a:pt x="1" y="662"/>
                    <a:pt x="1" y="1464"/>
                  </a:cubicBezTo>
                  <a:cubicBezTo>
                    <a:pt x="1" y="1809"/>
                    <a:pt x="100" y="2102"/>
                    <a:pt x="270" y="2342"/>
                  </a:cubicBezTo>
                  <a:cubicBezTo>
                    <a:pt x="393" y="2512"/>
                    <a:pt x="563" y="2658"/>
                    <a:pt x="733" y="2834"/>
                  </a:cubicBezTo>
                  <a:cubicBezTo>
                    <a:pt x="809" y="2904"/>
                    <a:pt x="879" y="2980"/>
                    <a:pt x="932" y="3027"/>
                  </a:cubicBezTo>
                  <a:cubicBezTo>
                    <a:pt x="979" y="3097"/>
                    <a:pt x="1002" y="3150"/>
                    <a:pt x="1002" y="3173"/>
                  </a:cubicBezTo>
                  <a:lnTo>
                    <a:pt x="1002" y="3419"/>
                  </a:lnTo>
                  <a:cubicBezTo>
                    <a:pt x="1002" y="3490"/>
                    <a:pt x="1078" y="3566"/>
                    <a:pt x="1148" y="3566"/>
                  </a:cubicBezTo>
                  <a:lnTo>
                    <a:pt x="1810" y="3566"/>
                  </a:lnTo>
                  <a:cubicBezTo>
                    <a:pt x="1880" y="3566"/>
                    <a:pt x="1956" y="3490"/>
                    <a:pt x="1956" y="3419"/>
                  </a:cubicBezTo>
                  <a:lnTo>
                    <a:pt x="1956" y="3173"/>
                  </a:lnTo>
                  <a:cubicBezTo>
                    <a:pt x="1956" y="3150"/>
                    <a:pt x="1980" y="3097"/>
                    <a:pt x="2027" y="3027"/>
                  </a:cubicBezTo>
                  <a:cubicBezTo>
                    <a:pt x="2103" y="2928"/>
                    <a:pt x="2226" y="2834"/>
                    <a:pt x="2343" y="2711"/>
                  </a:cubicBezTo>
                  <a:cubicBezTo>
                    <a:pt x="2466" y="2588"/>
                    <a:pt x="2589" y="2465"/>
                    <a:pt x="2688" y="2342"/>
                  </a:cubicBezTo>
                  <a:cubicBezTo>
                    <a:pt x="2858" y="2102"/>
                    <a:pt x="2958" y="1809"/>
                    <a:pt x="2958" y="1464"/>
                  </a:cubicBezTo>
                  <a:cubicBezTo>
                    <a:pt x="2958" y="662"/>
                    <a:pt x="2296" y="0"/>
                    <a:pt x="14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09;p44">
              <a:extLst>
                <a:ext uri="{FF2B5EF4-FFF2-40B4-BE49-F238E27FC236}">
                  <a16:creationId xmlns:a16="http://schemas.microsoft.com/office/drawing/2014/main" id="{4AE58C3A-E960-ABFF-B968-DDD6738933D9}"/>
                </a:ext>
              </a:extLst>
            </p:cNvPr>
            <p:cNvSpPr/>
            <p:nvPr/>
          </p:nvSpPr>
          <p:spPr>
            <a:xfrm flipH="1">
              <a:off x="5530561" y="1424575"/>
              <a:ext cx="177142" cy="204641"/>
            </a:xfrm>
            <a:custGeom>
              <a:avLst/>
              <a:gdLst/>
              <a:ahLst/>
              <a:cxnLst/>
              <a:rect l="l" t="t" r="r" b="b"/>
              <a:pathLst>
                <a:path w="1728" h="1996" extrusionOk="0">
                  <a:moveTo>
                    <a:pt x="217" y="22"/>
                  </a:moveTo>
                  <a:cubicBezTo>
                    <a:pt x="241" y="22"/>
                    <a:pt x="264" y="22"/>
                    <a:pt x="293" y="46"/>
                  </a:cubicBezTo>
                  <a:cubicBezTo>
                    <a:pt x="387" y="69"/>
                    <a:pt x="463" y="140"/>
                    <a:pt x="533" y="263"/>
                  </a:cubicBezTo>
                  <a:cubicBezTo>
                    <a:pt x="586" y="386"/>
                    <a:pt x="633" y="608"/>
                    <a:pt x="656" y="848"/>
                  </a:cubicBezTo>
                  <a:cubicBezTo>
                    <a:pt x="241" y="778"/>
                    <a:pt x="71" y="555"/>
                    <a:pt x="24" y="339"/>
                  </a:cubicBezTo>
                  <a:cubicBezTo>
                    <a:pt x="24" y="216"/>
                    <a:pt x="47" y="93"/>
                    <a:pt x="118" y="46"/>
                  </a:cubicBezTo>
                  <a:cubicBezTo>
                    <a:pt x="147" y="46"/>
                    <a:pt x="194" y="22"/>
                    <a:pt x="217" y="22"/>
                  </a:cubicBezTo>
                  <a:close/>
                  <a:moveTo>
                    <a:pt x="1511" y="22"/>
                  </a:moveTo>
                  <a:cubicBezTo>
                    <a:pt x="1535" y="22"/>
                    <a:pt x="1581" y="46"/>
                    <a:pt x="1611" y="46"/>
                  </a:cubicBezTo>
                  <a:cubicBezTo>
                    <a:pt x="1681" y="93"/>
                    <a:pt x="1704" y="216"/>
                    <a:pt x="1704" y="339"/>
                  </a:cubicBezTo>
                  <a:cubicBezTo>
                    <a:pt x="1658" y="555"/>
                    <a:pt x="1488" y="778"/>
                    <a:pt x="1072" y="848"/>
                  </a:cubicBezTo>
                  <a:cubicBezTo>
                    <a:pt x="1095" y="608"/>
                    <a:pt x="1142" y="386"/>
                    <a:pt x="1195" y="263"/>
                  </a:cubicBezTo>
                  <a:cubicBezTo>
                    <a:pt x="1265" y="140"/>
                    <a:pt x="1341" y="69"/>
                    <a:pt x="1435" y="46"/>
                  </a:cubicBezTo>
                  <a:cubicBezTo>
                    <a:pt x="1464" y="22"/>
                    <a:pt x="1488" y="22"/>
                    <a:pt x="1511" y="22"/>
                  </a:cubicBezTo>
                  <a:close/>
                  <a:moveTo>
                    <a:pt x="197" y="1"/>
                  </a:moveTo>
                  <a:cubicBezTo>
                    <a:pt x="169" y="1"/>
                    <a:pt x="144" y="8"/>
                    <a:pt x="118" y="22"/>
                  </a:cubicBezTo>
                  <a:cubicBezTo>
                    <a:pt x="24" y="69"/>
                    <a:pt x="1" y="216"/>
                    <a:pt x="1" y="339"/>
                  </a:cubicBezTo>
                  <a:cubicBezTo>
                    <a:pt x="47" y="579"/>
                    <a:pt x="241" y="801"/>
                    <a:pt x="656" y="871"/>
                  </a:cubicBezTo>
                  <a:cubicBezTo>
                    <a:pt x="703" y="1387"/>
                    <a:pt x="680" y="1972"/>
                    <a:pt x="680" y="1996"/>
                  </a:cubicBezTo>
                  <a:lnTo>
                    <a:pt x="703" y="1996"/>
                  </a:lnTo>
                  <a:cubicBezTo>
                    <a:pt x="703" y="1949"/>
                    <a:pt x="732" y="1387"/>
                    <a:pt x="680" y="871"/>
                  </a:cubicBezTo>
                  <a:lnTo>
                    <a:pt x="1049" y="871"/>
                  </a:lnTo>
                  <a:cubicBezTo>
                    <a:pt x="996" y="1387"/>
                    <a:pt x="1025" y="1949"/>
                    <a:pt x="1025" y="1996"/>
                  </a:cubicBezTo>
                  <a:lnTo>
                    <a:pt x="1049" y="1996"/>
                  </a:lnTo>
                  <a:cubicBezTo>
                    <a:pt x="1049" y="1972"/>
                    <a:pt x="1025" y="1387"/>
                    <a:pt x="1072" y="871"/>
                  </a:cubicBezTo>
                  <a:cubicBezTo>
                    <a:pt x="1488" y="801"/>
                    <a:pt x="1681" y="579"/>
                    <a:pt x="1728" y="339"/>
                  </a:cubicBezTo>
                  <a:cubicBezTo>
                    <a:pt x="1728" y="216"/>
                    <a:pt x="1704" y="69"/>
                    <a:pt x="1611" y="22"/>
                  </a:cubicBezTo>
                  <a:cubicBezTo>
                    <a:pt x="1584" y="8"/>
                    <a:pt x="1559" y="1"/>
                    <a:pt x="1532" y="1"/>
                  </a:cubicBezTo>
                  <a:cubicBezTo>
                    <a:pt x="1504" y="1"/>
                    <a:pt x="1473" y="8"/>
                    <a:pt x="1435" y="22"/>
                  </a:cubicBezTo>
                  <a:cubicBezTo>
                    <a:pt x="1341" y="46"/>
                    <a:pt x="1242" y="116"/>
                    <a:pt x="1172" y="239"/>
                  </a:cubicBezTo>
                  <a:cubicBezTo>
                    <a:pt x="1119" y="386"/>
                    <a:pt x="1072" y="608"/>
                    <a:pt x="1049" y="848"/>
                  </a:cubicBezTo>
                  <a:lnTo>
                    <a:pt x="680" y="848"/>
                  </a:lnTo>
                  <a:cubicBezTo>
                    <a:pt x="656" y="608"/>
                    <a:pt x="609" y="386"/>
                    <a:pt x="533" y="239"/>
                  </a:cubicBezTo>
                  <a:cubicBezTo>
                    <a:pt x="487" y="116"/>
                    <a:pt x="387" y="46"/>
                    <a:pt x="293" y="22"/>
                  </a:cubicBezTo>
                  <a:cubicBezTo>
                    <a:pt x="255" y="8"/>
                    <a:pt x="225" y="1"/>
                    <a:pt x="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10;p44">
              <a:extLst>
                <a:ext uri="{FF2B5EF4-FFF2-40B4-BE49-F238E27FC236}">
                  <a16:creationId xmlns:a16="http://schemas.microsoft.com/office/drawing/2014/main" id="{4E830228-6ECE-87AA-9AF8-3961A6A4BBB1}"/>
                </a:ext>
              </a:extLst>
            </p:cNvPr>
            <p:cNvSpPr/>
            <p:nvPr/>
          </p:nvSpPr>
          <p:spPr>
            <a:xfrm flipH="1">
              <a:off x="5525127" y="1419039"/>
              <a:ext cx="188009" cy="214996"/>
            </a:xfrm>
            <a:custGeom>
              <a:avLst/>
              <a:gdLst/>
              <a:ahLst/>
              <a:cxnLst/>
              <a:rect l="l" t="t" r="r" b="b"/>
              <a:pathLst>
                <a:path w="1834" h="2097" extrusionOk="0">
                  <a:moveTo>
                    <a:pt x="270" y="123"/>
                  </a:moveTo>
                  <a:cubicBezTo>
                    <a:pt x="294" y="123"/>
                    <a:pt x="294" y="123"/>
                    <a:pt x="317" y="147"/>
                  </a:cubicBezTo>
                  <a:cubicBezTo>
                    <a:pt x="393" y="170"/>
                    <a:pt x="493" y="223"/>
                    <a:pt x="540" y="340"/>
                  </a:cubicBezTo>
                  <a:cubicBezTo>
                    <a:pt x="583" y="432"/>
                    <a:pt x="631" y="629"/>
                    <a:pt x="657" y="847"/>
                  </a:cubicBezTo>
                  <a:lnTo>
                    <a:pt x="657" y="847"/>
                  </a:lnTo>
                  <a:cubicBezTo>
                    <a:pt x="493" y="817"/>
                    <a:pt x="384" y="747"/>
                    <a:pt x="294" y="662"/>
                  </a:cubicBezTo>
                  <a:cubicBezTo>
                    <a:pt x="200" y="586"/>
                    <a:pt x="147" y="486"/>
                    <a:pt x="124" y="393"/>
                  </a:cubicBezTo>
                  <a:lnTo>
                    <a:pt x="124" y="340"/>
                  </a:lnTo>
                  <a:cubicBezTo>
                    <a:pt x="124" y="293"/>
                    <a:pt x="147" y="246"/>
                    <a:pt x="147" y="223"/>
                  </a:cubicBezTo>
                  <a:cubicBezTo>
                    <a:pt x="171" y="170"/>
                    <a:pt x="200" y="147"/>
                    <a:pt x="200" y="147"/>
                  </a:cubicBezTo>
                  <a:cubicBezTo>
                    <a:pt x="223" y="147"/>
                    <a:pt x="247" y="123"/>
                    <a:pt x="270" y="123"/>
                  </a:cubicBezTo>
                  <a:close/>
                  <a:moveTo>
                    <a:pt x="1564" y="123"/>
                  </a:moveTo>
                  <a:cubicBezTo>
                    <a:pt x="1588" y="123"/>
                    <a:pt x="1611" y="147"/>
                    <a:pt x="1634" y="147"/>
                  </a:cubicBezTo>
                  <a:cubicBezTo>
                    <a:pt x="1634" y="147"/>
                    <a:pt x="1664" y="170"/>
                    <a:pt x="1687" y="223"/>
                  </a:cubicBezTo>
                  <a:cubicBezTo>
                    <a:pt x="1687" y="246"/>
                    <a:pt x="1711" y="293"/>
                    <a:pt x="1711" y="340"/>
                  </a:cubicBezTo>
                  <a:lnTo>
                    <a:pt x="1711" y="393"/>
                  </a:lnTo>
                  <a:cubicBezTo>
                    <a:pt x="1687" y="486"/>
                    <a:pt x="1634" y="586"/>
                    <a:pt x="1541" y="662"/>
                  </a:cubicBezTo>
                  <a:cubicBezTo>
                    <a:pt x="1451" y="747"/>
                    <a:pt x="1341" y="817"/>
                    <a:pt x="1178" y="847"/>
                  </a:cubicBezTo>
                  <a:lnTo>
                    <a:pt x="1178" y="847"/>
                  </a:lnTo>
                  <a:cubicBezTo>
                    <a:pt x="1203" y="629"/>
                    <a:pt x="1252" y="432"/>
                    <a:pt x="1295" y="340"/>
                  </a:cubicBezTo>
                  <a:cubicBezTo>
                    <a:pt x="1342" y="223"/>
                    <a:pt x="1441" y="170"/>
                    <a:pt x="1517" y="147"/>
                  </a:cubicBezTo>
                  <a:cubicBezTo>
                    <a:pt x="1541" y="123"/>
                    <a:pt x="1541" y="123"/>
                    <a:pt x="1564" y="123"/>
                  </a:cubicBezTo>
                  <a:close/>
                  <a:moveTo>
                    <a:pt x="270" y="0"/>
                  </a:moveTo>
                  <a:cubicBezTo>
                    <a:pt x="223" y="0"/>
                    <a:pt x="171" y="24"/>
                    <a:pt x="147" y="47"/>
                  </a:cubicBezTo>
                  <a:cubicBezTo>
                    <a:pt x="100" y="76"/>
                    <a:pt x="77" y="123"/>
                    <a:pt x="54" y="170"/>
                  </a:cubicBezTo>
                  <a:cubicBezTo>
                    <a:pt x="24" y="223"/>
                    <a:pt x="1" y="270"/>
                    <a:pt x="1" y="340"/>
                  </a:cubicBezTo>
                  <a:lnTo>
                    <a:pt x="1" y="416"/>
                  </a:lnTo>
                  <a:cubicBezTo>
                    <a:pt x="24" y="539"/>
                    <a:pt x="100" y="662"/>
                    <a:pt x="200" y="756"/>
                  </a:cubicBezTo>
                  <a:cubicBezTo>
                    <a:pt x="309" y="849"/>
                    <a:pt x="470" y="942"/>
                    <a:pt x="667" y="973"/>
                  </a:cubicBezTo>
                  <a:lnTo>
                    <a:pt x="667" y="973"/>
                  </a:lnTo>
                  <a:cubicBezTo>
                    <a:pt x="686" y="1203"/>
                    <a:pt x="686" y="1431"/>
                    <a:pt x="686" y="1634"/>
                  </a:cubicBezTo>
                  <a:lnTo>
                    <a:pt x="686" y="2050"/>
                  </a:lnTo>
                  <a:lnTo>
                    <a:pt x="686" y="2097"/>
                  </a:lnTo>
                  <a:lnTo>
                    <a:pt x="809" y="2097"/>
                  </a:lnTo>
                  <a:lnTo>
                    <a:pt x="809" y="2050"/>
                  </a:lnTo>
                  <a:lnTo>
                    <a:pt x="809" y="1611"/>
                  </a:lnTo>
                  <a:cubicBezTo>
                    <a:pt x="809" y="1431"/>
                    <a:pt x="809" y="1206"/>
                    <a:pt x="790" y="978"/>
                  </a:cubicBezTo>
                  <a:lnTo>
                    <a:pt x="1044" y="978"/>
                  </a:lnTo>
                  <a:cubicBezTo>
                    <a:pt x="1026" y="1206"/>
                    <a:pt x="1026" y="1431"/>
                    <a:pt x="1026" y="1611"/>
                  </a:cubicBezTo>
                  <a:lnTo>
                    <a:pt x="1026" y="2050"/>
                  </a:lnTo>
                  <a:lnTo>
                    <a:pt x="1026" y="2097"/>
                  </a:lnTo>
                  <a:lnTo>
                    <a:pt x="1148" y="2097"/>
                  </a:lnTo>
                  <a:lnTo>
                    <a:pt x="1148" y="2050"/>
                  </a:lnTo>
                  <a:lnTo>
                    <a:pt x="1148" y="1634"/>
                  </a:lnTo>
                  <a:cubicBezTo>
                    <a:pt x="1148" y="1431"/>
                    <a:pt x="1148" y="1203"/>
                    <a:pt x="1168" y="973"/>
                  </a:cubicBezTo>
                  <a:lnTo>
                    <a:pt x="1168" y="973"/>
                  </a:lnTo>
                  <a:cubicBezTo>
                    <a:pt x="1365" y="942"/>
                    <a:pt x="1525" y="849"/>
                    <a:pt x="1634" y="756"/>
                  </a:cubicBezTo>
                  <a:cubicBezTo>
                    <a:pt x="1734" y="662"/>
                    <a:pt x="1810" y="539"/>
                    <a:pt x="1834" y="416"/>
                  </a:cubicBezTo>
                  <a:lnTo>
                    <a:pt x="1834" y="340"/>
                  </a:lnTo>
                  <a:cubicBezTo>
                    <a:pt x="1834" y="270"/>
                    <a:pt x="1810" y="223"/>
                    <a:pt x="1781" y="170"/>
                  </a:cubicBezTo>
                  <a:cubicBezTo>
                    <a:pt x="1757" y="123"/>
                    <a:pt x="1734" y="76"/>
                    <a:pt x="1687" y="47"/>
                  </a:cubicBezTo>
                  <a:cubicBezTo>
                    <a:pt x="1664" y="24"/>
                    <a:pt x="1611" y="0"/>
                    <a:pt x="1564" y="0"/>
                  </a:cubicBezTo>
                  <a:cubicBezTo>
                    <a:pt x="1541" y="0"/>
                    <a:pt x="1517" y="0"/>
                    <a:pt x="1465" y="24"/>
                  </a:cubicBezTo>
                  <a:cubicBezTo>
                    <a:pt x="1371" y="47"/>
                    <a:pt x="1248" y="147"/>
                    <a:pt x="1195" y="270"/>
                  </a:cubicBezTo>
                  <a:cubicBezTo>
                    <a:pt x="1130" y="407"/>
                    <a:pt x="1084" y="630"/>
                    <a:pt x="1055" y="855"/>
                  </a:cubicBezTo>
                  <a:lnTo>
                    <a:pt x="780" y="855"/>
                  </a:lnTo>
                  <a:cubicBezTo>
                    <a:pt x="750" y="630"/>
                    <a:pt x="705" y="407"/>
                    <a:pt x="639" y="270"/>
                  </a:cubicBezTo>
                  <a:cubicBezTo>
                    <a:pt x="586" y="147"/>
                    <a:pt x="463" y="47"/>
                    <a:pt x="346" y="24"/>
                  </a:cubicBezTo>
                  <a:cubicBezTo>
                    <a:pt x="317" y="0"/>
                    <a:pt x="294" y="0"/>
                    <a:pt x="2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11;p44">
              <a:extLst>
                <a:ext uri="{FF2B5EF4-FFF2-40B4-BE49-F238E27FC236}">
                  <a16:creationId xmlns:a16="http://schemas.microsoft.com/office/drawing/2014/main" id="{D24C4CAB-04A9-7B59-0CCB-A9124B0D60A8}"/>
                </a:ext>
              </a:extLst>
            </p:cNvPr>
            <p:cNvSpPr/>
            <p:nvPr/>
          </p:nvSpPr>
          <p:spPr>
            <a:xfrm flipH="1">
              <a:off x="5572592" y="1609318"/>
              <a:ext cx="93082" cy="82328"/>
            </a:xfrm>
            <a:custGeom>
              <a:avLst/>
              <a:gdLst/>
              <a:ahLst/>
              <a:cxnLst/>
              <a:rect l="l" t="t" r="r" b="b"/>
              <a:pathLst>
                <a:path w="908" h="803" extrusionOk="0">
                  <a:moveTo>
                    <a:pt x="0" y="0"/>
                  </a:moveTo>
                  <a:lnTo>
                    <a:pt x="0" y="416"/>
                  </a:lnTo>
                  <a:cubicBezTo>
                    <a:pt x="0" y="486"/>
                    <a:pt x="30" y="563"/>
                    <a:pt x="53" y="633"/>
                  </a:cubicBezTo>
                  <a:cubicBezTo>
                    <a:pt x="123" y="732"/>
                    <a:pt x="246" y="803"/>
                    <a:pt x="393" y="803"/>
                  </a:cubicBezTo>
                  <a:lnTo>
                    <a:pt x="516" y="803"/>
                  </a:lnTo>
                  <a:cubicBezTo>
                    <a:pt x="662" y="803"/>
                    <a:pt x="785" y="732"/>
                    <a:pt x="855" y="633"/>
                  </a:cubicBezTo>
                  <a:cubicBezTo>
                    <a:pt x="879" y="563"/>
                    <a:pt x="908" y="486"/>
                    <a:pt x="908" y="416"/>
                  </a:cubicBezTo>
                  <a:lnTo>
                    <a:pt x="9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12;p44">
              <a:extLst>
                <a:ext uri="{FF2B5EF4-FFF2-40B4-BE49-F238E27FC236}">
                  <a16:creationId xmlns:a16="http://schemas.microsoft.com/office/drawing/2014/main" id="{26924E8D-D922-8EBB-39C6-A73693CE0FE3}"/>
                </a:ext>
              </a:extLst>
            </p:cNvPr>
            <p:cNvSpPr/>
            <p:nvPr/>
          </p:nvSpPr>
          <p:spPr>
            <a:xfrm flipH="1">
              <a:off x="5567774" y="1603884"/>
              <a:ext cx="102718" cy="93196"/>
            </a:xfrm>
            <a:custGeom>
              <a:avLst/>
              <a:gdLst/>
              <a:ahLst/>
              <a:cxnLst/>
              <a:rect l="l" t="t" r="r" b="b"/>
              <a:pathLst>
                <a:path w="1002" h="909" extrusionOk="0">
                  <a:moveTo>
                    <a:pt x="902" y="100"/>
                  </a:moveTo>
                  <a:lnTo>
                    <a:pt x="902" y="469"/>
                  </a:lnTo>
                  <a:cubicBezTo>
                    <a:pt x="902" y="539"/>
                    <a:pt x="879" y="586"/>
                    <a:pt x="855" y="639"/>
                  </a:cubicBezTo>
                  <a:cubicBezTo>
                    <a:pt x="809" y="762"/>
                    <a:pt x="686" y="809"/>
                    <a:pt x="563" y="809"/>
                  </a:cubicBezTo>
                  <a:lnTo>
                    <a:pt x="440" y="809"/>
                  </a:lnTo>
                  <a:cubicBezTo>
                    <a:pt x="317" y="809"/>
                    <a:pt x="194" y="762"/>
                    <a:pt x="147" y="639"/>
                  </a:cubicBezTo>
                  <a:cubicBezTo>
                    <a:pt x="124" y="586"/>
                    <a:pt x="100" y="539"/>
                    <a:pt x="100" y="469"/>
                  </a:cubicBezTo>
                  <a:lnTo>
                    <a:pt x="100" y="100"/>
                  </a:lnTo>
                  <a:close/>
                  <a:moveTo>
                    <a:pt x="1" y="1"/>
                  </a:moveTo>
                  <a:lnTo>
                    <a:pt x="1" y="469"/>
                  </a:lnTo>
                  <a:cubicBezTo>
                    <a:pt x="1" y="563"/>
                    <a:pt x="24" y="639"/>
                    <a:pt x="77" y="709"/>
                  </a:cubicBezTo>
                  <a:cubicBezTo>
                    <a:pt x="147" y="832"/>
                    <a:pt x="293" y="908"/>
                    <a:pt x="440" y="908"/>
                  </a:cubicBezTo>
                  <a:lnTo>
                    <a:pt x="563" y="908"/>
                  </a:lnTo>
                  <a:cubicBezTo>
                    <a:pt x="709" y="908"/>
                    <a:pt x="855" y="832"/>
                    <a:pt x="926" y="709"/>
                  </a:cubicBezTo>
                  <a:cubicBezTo>
                    <a:pt x="978" y="639"/>
                    <a:pt x="1002" y="563"/>
                    <a:pt x="1002" y="469"/>
                  </a:cubicBezTo>
                  <a:lnTo>
                    <a:pt x="10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13;p44">
              <a:extLst>
                <a:ext uri="{FF2B5EF4-FFF2-40B4-BE49-F238E27FC236}">
                  <a16:creationId xmlns:a16="http://schemas.microsoft.com/office/drawing/2014/main" id="{41E2B607-9AC6-A179-593E-B0BB8E3247E1}"/>
                </a:ext>
              </a:extLst>
            </p:cNvPr>
            <p:cNvSpPr/>
            <p:nvPr/>
          </p:nvSpPr>
          <p:spPr>
            <a:xfrm flipH="1">
              <a:off x="5620569" y="1159149"/>
              <a:ext cx="103" cy="72691"/>
            </a:xfrm>
            <a:custGeom>
              <a:avLst/>
              <a:gdLst/>
              <a:ahLst/>
              <a:cxnLst/>
              <a:rect l="l" t="t" r="r" b="b"/>
              <a:pathLst>
                <a:path w="1" h="709" extrusionOk="0">
                  <a:moveTo>
                    <a:pt x="1" y="0"/>
                  </a:moveTo>
                  <a:lnTo>
                    <a:pt x="1" y="70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14;p44">
              <a:extLst>
                <a:ext uri="{FF2B5EF4-FFF2-40B4-BE49-F238E27FC236}">
                  <a16:creationId xmlns:a16="http://schemas.microsoft.com/office/drawing/2014/main" id="{F6AE5EE8-D80A-A037-6BBA-5ECE364F36F0}"/>
                </a:ext>
              </a:extLst>
            </p:cNvPr>
            <p:cNvSpPr/>
            <p:nvPr/>
          </p:nvSpPr>
          <p:spPr>
            <a:xfrm flipH="1">
              <a:off x="5615136" y="1159149"/>
              <a:ext cx="10354" cy="72691"/>
            </a:xfrm>
            <a:custGeom>
              <a:avLst/>
              <a:gdLst/>
              <a:ahLst/>
              <a:cxnLst/>
              <a:rect l="l" t="t" r="r" b="b"/>
              <a:pathLst>
                <a:path w="101" h="709" extrusionOk="0">
                  <a:moveTo>
                    <a:pt x="1" y="0"/>
                  </a:moveTo>
                  <a:lnTo>
                    <a:pt x="1" y="709"/>
                  </a:lnTo>
                  <a:lnTo>
                    <a:pt x="100" y="709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15;p44">
              <a:extLst>
                <a:ext uri="{FF2B5EF4-FFF2-40B4-BE49-F238E27FC236}">
                  <a16:creationId xmlns:a16="http://schemas.microsoft.com/office/drawing/2014/main" id="{EB9F30DA-BB3F-3BA9-2861-2B6ADA9A7FAE}"/>
                </a:ext>
              </a:extLst>
            </p:cNvPr>
            <p:cNvSpPr/>
            <p:nvPr/>
          </p:nvSpPr>
          <p:spPr>
            <a:xfrm flipH="1">
              <a:off x="5482486" y="1204156"/>
              <a:ext cx="52999" cy="52288"/>
            </a:xfrm>
            <a:custGeom>
              <a:avLst/>
              <a:gdLst/>
              <a:ahLst/>
              <a:cxnLst/>
              <a:rect l="l" t="t" r="r" b="b"/>
              <a:pathLst>
                <a:path w="517" h="510" extrusionOk="0">
                  <a:moveTo>
                    <a:pt x="516" y="0"/>
                  </a:moveTo>
                  <a:lnTo>
                    <a:pt x="1" y="51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16;p44">
              <a:extLst>
                <a:ext uri="{FF2B5EF4-FFF2-40B4-BE49-F238E27FC236}">
                  <a16:creationId xmlns:a16="http://schemas.microsoft.com/office/drawing/2014/main" id="{F309869F-E46C-3498-24B2-FD516544D6AE}"/>
                </a:ext>
              </a:extLst>
            </p:cNvPr>
            <p:cNvSpPr/>
            <p:nvPr/>
          </p:nvSpPr>
          <p:spPr>
            <a:xfrm flipH="1">
              <a:off x="5480128" y="1201695"/>
              <a:ext cx="57715" cy="57209"/>
            </a:xfrm>
            <a:custGeom>
              <a:avLst/>
              <a:gdLst/>
              <a:ahLst/>
              <a:cxnLst/>
              <a:rect l="l" t="t" r="r" b="b"/>
              <a:pathLst>
                <a:path w="563" h="558" extrusionOk="0">
                  <a:moveTo>
                    <a:pt x="487" y="1"/>
                  </a:moveTo>
                  <a:lnTo>
                    <a:pt x="1" y="487"/>
                  </a:lnTo>
                  <a:lnTo>
                    <a:pt x="71" y="557"/>
                  </a:lnTo>
                  <a:lnTo>
                    <a:pt x="563" y="7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17;p44">
              <a:extLst>
                <a:ext uri="{FF2B5EF4-FFF2-40B4-BE49-F238E27FC236}">
                  <a16:creationId xmlns:a16="http://schemas.microsoft.com/office/drawing/2014/main" id="{1671CD12-BBF2-CCE1-D0E2-ADBF9331849A}"/>
                </a:ext>
              </a:extLst>
            </p:cNvPr>
            <p:cNvSpPr/>
            <p:nvPr/>
          </p:nvSpPr>
          <p:spPr>
            <a:xfrm flipH="1">
              <a:off x="5702781" y="1208974"/>
              <a:ext cx="52897" cy="49930"/>
            </a:xfrm>
            <a:custGeom>
              <a:avLst/>
              <a:gdLst/>
              <a:ahLst/>
              <a:cxnLst/>
              <a:rect l="l" t="t" r="r" b="b"/>
              <a:pathLst>
                <a:path w="516" h="487" extrusionOk="0">
                  <a:moveTo>
                    <a:pt x="0" y="0"/>
                  </a:moveTo>
                  <a:lnTo>
                    <a:pt x="515" y="4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18;p44">
              <a:extLst>
                <a:ext uri="{FF2B5EF4-FFF2-40B4-BE49-F238E27FC236}">
                  <a16:creationId xmlns:a16="http://schemas.microsoft.com/office/drawing/2014/main" id="{441D48F0-3B42-6185-3500-2EF0E99EBCE4}"/>
                </a:ext>
              </a:extLst>
            </p:cNvPr>
            <p:cNvSpPr/>
            <p:nvPr/>
          </p:nvSpPr>
          <p:spPr>
            <a:xfrm flipH="1">
              <a:off x="5700424" y="1204156"/>
              <a:ext cx="57715" cy="60080"/>
            </a:xfrm>
            <a:custGeom>
              <a:avLst/>
              <a:gdLst/>
              <a:ahLst/>
              <a:cxnLst/>
              <a:rect l="l" t="t" r="r" b="b"/>
              <a:pathLst>
                <a:path w="563" h="586" extrusionOk="0">
                  <a:moveTo>
                    <a:pt x="77" y="0"/>
                  </a:moveTo>
                  <a:lnTo>
                    <a:pt x="1" y="70"/>
                  </a:lnTo>
                  <a:lnTo>
                    <a:pt x="493" y="586"/>
                  </a:lnTo>
                  <a:lnTo>
                    <a:pt x="563" y="510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19;p44">
              <a:extLst>
                <a:ext uri="{FF2B5EF4-FFF2-40B4-BE49-F238E27FC236}">
                  <a16:creationId xmlns:a16="http://schemas.microsoft.com/office/drawing/2014/main" id="{D7C54323-9D1B-184E-A51D-D93139F6A70E}"/>
                </a:ext>
              </a:extLst>
            </p:cNvPr>
            <p:cNvSpPr/>
            <p:nvPr/>
          </p:nvSpPr>
          <p:spPr>
            <a:xfrm flipH="1">
              <a:off x="6445155" y="4363850"/>
              <a:ext cx="441826" cy="461355"/>
            </a:xfrm>
            <a:custGeom>
              <a:avLst/>
              <a:gdLst/>
              <a:ahLst/>
              <a:cxnLst/>
              <a:rect l="l" t="t" r="r" b="b"/>
              <a:pathLst>
                <a:path w="4369" h="4562" extrusionOk="0">
                  <a:moveTo>
                    <a:pt x="2565" y="1"/>
                  </a:moveTo>
                  <a:lnTo>
                    <a:pt x="1" y="270"/>
                  </a:lnTo>
                  <a:lnTo>
                    <a:pt x="54" y="3490"/>
                  </a:lnTo>
                  <a:lnTo>
                    <a:pt x="24" y="4562"/>
                  </a:lnTo>
                  <a:lnTo>
                    <a:pt x="4176" y="4538"/>
                  </a:lnTo>
                  <a:cubicBezTo>
                    <a:pt x="4269" y="4538"/>
                    <a:pt x="4369" y="4468"/>
                    <a:pt x="4369" y="4368"/>
                  </a:cubicBezTo>
                  <a:cubicBezTo>
                    <a:pt x="4369" y="4269"/>
                    <a:pt x="4322" y="4222"/>
                    <a:pt x="4246" y="4199"/>
                  </a:cubicBezTo>
                  <a:lnTo>
                    <a:pt x="2442" y="3367"/>
                  </a:lnTo>
                  <a:lnTo>
                    <a:pt x="2565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20;p44">
              <a:extLst>
                <a:ext uri="{FF2B5EF4-FFF2-40B4-BE49-F238E27FC236}">
                  <a16:creationId xmlns:a16="http://schemas.microsoft.com/office/drawing/2014/main" id="{5AD10110-A0AD-E962-2A64-178FA315E5EF}"/>
                </a:ext>
              </a:extLst>
            </p:cNvPr>
            <p:cNvSpPr/>
            <p:nvPr/>
          </p:nvSpPr>
          <p:spPr>
            <a:xfrm flipH="1">
              <a:off x="6420277" y="4704339"/>
              <a:ext cx="488547" cy="162920"/>
            </a:xfrm>
            <a:custGeom>
              <a:avLst/>
              <a:gdLst/>
              <a:ahLst/>
              <a:cxnLst/>
              <a:rect l="l" t="t" r="r" b="b"/>
              <a:pathLst>
                <a:path w="4831" h="1611" extrusionOk="0">
                  <a:moveTo>
                    <a:pt x="2658" y="0"/>
                  </a:moveTo>
                  <a:cubicBezTo>
                    <a:pt x="2243" y="165"/>
                    <a:pt x="1776" y="215"/>
                    <a:pt x="1365" y="215"/>
                  </a:cubicBezTo>
                  <a:cubicBezTo>
                    <a:pt x="739" y="215"/>
                    <a:pt x="240" y="100"/>
                    <a:pt x="240" y="100"/>
                  </a:cubicBezTo>
                  <a:lnTo>
                    <a:pt x="0" y="1511"/>
                  </a:lnTo>
                  <a:cubicBezTo>
                    <a:pt x="0" y="1564"/>
                    <a:pt x="47" y="1610"/>
                    <a:pt x="94" y="1610"/>
                  </a:cubicBezTo>
                  <a:lnTo>
                    <a:pt x="4731" y="1610"/>
                  </a:lnTo>
                  <a:cubicBezTo>
                    <a:pt x="4831" y="1610"/>
                    <a:pt x="4755" y="1124"/>
                    <a:pt x="4755" y="1124"/>
                  </a:cubicBezTo>
                  <a:cubicBezTo>
                    <a:pt x="4708" y="1001"/>
                    <a:pt x="4632" y="855"/>
                    <a:pt x="4561" y="808"/>
                  </a:cubicBezTo>
                  <a:lnTo>
                    <a:pt x="26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21;p44">
              <a:extLst>
                <a:ext uri="{FF2B5EF4-FFF2-40B4-BE49-F238E27FC236}">
                  <a16:creationId xmlns:a16="http://schemas.microsoft.com/office/drawing/2014/main" id="{EF7B1DB3-CA3B-1FBD-C687-E2DA7BD0FDF7}"/>
                </a:ext>
              </a:extLst>
            </p:cNvPr>
            <p:cNvSpPr/>
            <p:nvPr/>
          </p:nvSpPr>
          <p:spPr>
            <a:xfrm flipH="1">
              <a:off x="6595536" y="4709092"/>
              <a:ext cx="34484" cy="49756"/>
            </a:xfrm>
            <a:custGeom>
              <a:avLst/>
              <a:gdLst/>
              <a:ahLst/>
              <a:cxnLst/>
              <a:rect l="l" t="t" r="r" b="b"/>
              <a:pathLst>
                <a:path w="341" h="492" extrusionOk="0">
                  <a:moveTo>
                    <a:pt x="294" y="0"/>
                  </a:moveTo>
                  <a:cubicBezTo>
                    <a:pt x="171" y="146"/>
                    <a:pt x="71" y="293"/>
                    <a:pt x="1" y="468"/>
                  </a:cubicBezTo>
                  <a:lnTo>
                    <a:pt x="71" y="492"/>
                  </a:lnTo>
                  <a:cubicBezTo>
                    <a:pt x="147" y="346"/>
                    <a:pt x="241" y="199"/>
                    <a:pt x="341" y="53"/>
                  </a:cubicBezTo>
                  <a:lnTo>
                    <a:pt x="2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22;p44">
              <a:extLst>
                <a:ext uri="{FF2B5EF4-FFF2-40B4-BE49-F238E27FC236}">
                  <a16:creationId xmlns:a16="http://schemas.microsoft.com/office/drawing/2014/main" id="{64F6A38E-CA5D-8244-075F-BBEED942CD82}"/>
                </a:ext>
              </a:extLst>
            </p:cNvPr>
            <p:cNvSpPr/>
            <p:nvPr/>
          </p:nvSpPr>
          <p:spPr>
            <a:xfrm flipH="1">
              <a:off x="6570660" y="4723856"/>
              <a:ext cx="29731" cy="42171"/>
            </a:xfrm>
            <a:custGeom>
              <a:avLst/>
              <a:gdLst/>
              <a:ahLst/>
              <a:cxnLst/>
              <a:rect l="l" t="t" r="r" b="b"/>
              <a:pathLst>
                <a:path w="294" h="417" extrusionOk="0">
                  <a:moveTo>
                    <a:pt x="217" y="0"/>
                  </a:moveTo>
                  <a:cubicBezTo>
                    <a:pt x="118" y="147"/>
                    <a:pt x="71" y="246"/>
                    <a:pt x="1" y="393"/>
                  </a:cubicBezTo>
                  <a:lnTo>
                    <a:pt x="71" y="416"/>
                  </a:lnTo>
                  <a:cubicBezTo>
                    <a:pt x="147" y="270"/>
                    <a:pt x="171" y="200"/>
                    <a:pt x="293" y="53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23;p44">
              <a:extLst>
                <a:ext uri="{FF2B5EF4-FFF2-40B4-BE49-F238E27FC236}">
                  <a16:creationId xmlns:a16="http://schemas.microsoft.com/office/drawing/2014/main" id="{87DC743C-A8F6-5361-F4FF-25A9006D374B}"/>
                </a:ext>
              </a:extLst>
            </p:cNvPr>
            <p:cNvSpPr/>
            <p:nvPr/>
          </p:nvSpPr>
          <p:spPr>
            <a:xfrm flipH="1">
              <a:off x="6551143" y="4733867"/>
              <a:ext cx="27304" cy="39845"/>
            </a:xfrm>
            <a:custGeom>
              <a:avLst/>
              <a:gdLst/>
              <a:ahLst/>
              <a:cxnLst/>
              <a:rect l="l" t="t" r="r" b="b"/>
              <a:pathLst>
                <a:path w="270" h="394" extrusionOk="0">
                  <a:moveTo>
                    <a:pt x="223" y="1"/>
                  </a:moveTo>
                  <a:cubicBezTo>
                    <a:pt x="147" y="124"/>
                    <a:pt x="76" y="247"/>
                    <a:pt x="0" y="370"/>
                  </a:cubicBezTo>
                  <a:lnTo>
                    <a:pt x="76" y="393"/>
                  </a:lnTo>
                  <a:cubicBezTo>
                    <a:pt x="123" y="294"/>
                    <a:pt x="194" y="147"/>
                    <a:pt x="270" y="48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24;p44">
              <a:extLst>
                <a:ext uri="{FF2B5EF4-FFF2-40B4-BE49-F238E27FC236}">
                  <a16:creationId xmlns:a16="http://schemas.microsoft.com/office/drawing/2014/main" id="{0C8441FA-B7E7-F013-E817-E2E5578AB83A}"/>
                </a:ext>
              </a:extLst>
            </p:cNvPr>
            <p:cNvSpPr/>
            <p:nvPr/>
          </p:nvSpPr>
          <p:spPr>
            <a:xfrm flipH="1">
              <a:off x="6425637" y="4830442"/>
              <a:ext cx="480861" cy="9607"/>
            </a:xfrm>
            <a:custGeom>
              <a:avLst/>
              <a:gdLst/>
              <a:ahLst/>
              <a:cxnLst/>
              <a:rect l="l" t="t" r="r" b="b"/>
              <a:pathLst>
                <a:path w="4755" h="95" extrusionOk="0">
                  <a:moveTo>
                    <a:pt x="4755" y="0"/>
                  </a:moveTo>
                  <a:lnTo>
                    <a:pt x="1" y="24"/>
                  </a:lnTo>
                  <a:lnTo>
                    <a:pt x="1" y="94"/>
                  </a:lnTo>
                  <a:lnTo>
                    <a:pt x="4755" y="71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25;p44">
              <a:extLst>
                <a:ext uri="{FF2B5EF4-FFF2-40B4-BE49-F238E27FC236}">
                  <a16:creationId xmlns:a16="http://schemas.microsoft.com/office/drawing/2014/main" id="{F3E8AA8D-C258-50D1-4E45-4E8F6CEA6370}"/>
                </a:ext>
              </a:extLst>
            </p:cNvPr>
            <p:cNvSpPr/>
            <p:nvPr/>
          </p:nvSpPr>
          <p:spPr>
            <a:xfrm flipH="1">
              <a:off x="6766032" y="4761171"/>
              <a:ext cx="125701" cy="74128"/>
            </a:xfrm>
            <a:custGeom>
              <a:avLst/>
              <a:gdLst/>
              <a:ahLst/>
              <a:cxnLst/>
              <a:rect l="l" t="t" r="r" b="b"/>
              <a:pathLst>
                <a:path w="1243" h="733" extrusionOk="0">
                  <a:moveTo>
                    <a:pt x="1" y="0"/>
                  </a:moveTo>
                  <a:lnTo>
                    <a:pt x="1" y="71"/>
                  </a:lnTo>
                  <a:lnTo>
                    <a:pt x="48" y="71"/>
                  </a:lnTo>
                  <a:cubicBezTo>
                    <a:pt x="147" y="71"/>
                    <a:pt x="417" y="123"/>
                    <a:pt x="657" y="194"/>
                  </a:cubicBezTo>
                  <a:cubicBezTo>
                    <a:pt x="780" y="246"/>
                    <a:pt x="903" y="317"/>
                    <a:pt x="1002" y="416"/>
                  </a:cubicBezTo>
                  <a:cubicBezTo>
                    <a:pt x="1096" y="486"/>
                    <a:pt x="1149" y="609"/>
                    <a:pt x="1172" y="732"/>
                  </a:cubicBezTo>
                  <a:lnTo>
                    <a:pt x="1242" y="732"/>
                  </a:lnTo>
                  <a:cubicBezTo>
                    <a:pt x="1219" y="562"/>
                    <a:pt x="1125" y="416"/>
                    <a:pt x="1002" y="317"/>
                  </a:cubicBezTo>
                  <a:cubicBezTo>
                    <a:pt x="803" y="170"/>
                    <a:pt x="563" y="100"/>
                    <a:pt x="364" y="47"/>
                  </a:cubicBezTo>
                  <a:cubicBezTo>
                    <a:pt x="147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26;p44">
              <a:extLst>
                <a:ext uri="{FF2B5EF4-FFF2-40B4-BE49-F238E27FC236}">
                  <a16:creationId xmlns:a16="http://schemas.microsoft.com/office/drawing/2014/main" id="{1693B68F-2694-7EAA-EEA3-0C6CDF5B5CC6}"/>
                </a:ext>
              </a:extLst>
            </p:cNvPr>
            <p:cNvSpPr/>
            <p:nvPr/>
          </p:nvSpPr>
          <p:spPr>
            <a:xfrm flipH="1">
              <a:off x="6484804" y="4768250"/>
              <a:ext cx="44496" cy="67049"/>
            </a:xfrm>
            <a:custGeom>
              <a:avLst/>
              <a:gdLst/>
              <a:ahLst/>
              <a:cxnLst/>
              <a:rect l="l" t="t" r="r" b="b"/>
              <a:pathLst>
                <a:path w="440" h="663" extrusionOk="0">
                  <a:moveTo>
                    <a:pt x="393" y="1"/>
                  </a:moveTo>
                  <a:cubicBezTo>
                    <a:pt x="393" y="1"/>
                    <a:pt x="322" y="100"/>
                    <a:pt x="223" y="247"/>
                  </a:cubicBezTo>
                  <a:cubicBezTo>
                    <a:pt x="147" y="369"/>
                    <a:pt x="53" y="539"/>
                    <a:pt x="0" y="639"/>
                  </a:cubicBezTo>
                  <a:lnTo>
                    <a:pt x="76" y="662"/>
                  </a:lnTo>
                  <a:cubicBezTo>
                    <a:pt x="100" y="563"/>
                    <a:pt x="199" y="416"/>
                    <a:pt x="293" y="270"/>
                  </a:cubicBezTo>
                  <a:cubicBezTo>
                    <a:pt x="322" y="200"/>
                    <a:pt x="369" y="147"/>
                    <a:pt x="393" y="100"/>
                  </a:cubicBezTo>
                  <a:cubicBezTo>
                    <a:pt x="416" y="53"/>
                    <a:pt x="439" y="30"/>
                    <a:pt x="439" y="30"/>
                  </a:cubicBezTo>
                  <a:lnTo>
                    <a:pt x="3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27;p44">
              <a:extLst>
                <a:ext uri="{FF2B5EF4-FFF2-40B4-BE49-F238E27FC236}">
                  <a16:creationId xmlns:a16="http://schemas.microsoft.com/office/drawing/2014/main" id="{6113E136-F47A-2CBC-3CA2-25E4C43B5032}"/>
                </a:ext>
              </a:extLst>
            </p:cNvPr>
            <p:cNvSpPr/>
            <p:nvPr/>
          </p:nvSpPr>
          <p:spPr>
            <a:xfrm flipH="1">
              <a:off x="6590776" y="2980152"/>
              <a:ext cx="427061" cy="1675218"/>
            </a:xfrm>
            <a:custGeom>
              <a:avLst/>
              <a:gdLst/>
              <a:ahLst/>
              <a:cxnLst/>
              <a:rect l="l" t="t" r="r" b="b"/>
              <a:pathLst>
                <a:path w="4223" h="16565" extrusionOk="0">
                  <a:moveTo>
                    <a:pt x="3368" y="0"/>
                  </a:moveTo>
                  <a:lnTo>
                    <a:pt x="393" y="510"/>
                  </a:lnTo>
                  <a:cubicBezTo>
                    <a:pt x="393" y="510"/>
                    <a:pt x="1" y="1874"/>
                    <a:pt x="346" y="4269"/>
                  </a:cubicBezTo>
                  <a:cubicBezTo>
                    <a:pt x="516" y="5756"/>
                    <a:pt x="932" y="16564"/>
                    <a:pt x="932" y="16564"/>
                  </a:cubicBezTo>
                  <a:lnTo>
                    <a:pt x="4222" y="16564"/>
                  </a:lnTo>
                  <a:cubicBezTo>
                    <a:pt x="4222" y="16564"/>
                    <a:pt x="3906" y="5094"/>
                    <a:pt x="33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28;p44">
              <a:extLst>
                <a:ext uri="{FF2B5EF4-FFF2-40B4-BE49-F238E27FC236}">
                  <a16:creationId xmlns:a16="http://schemas.microsoft.com/office/drawing/2014/main" id="{98FED450-2BB7-3DC4-5E8D-A30930396FA0}"/>
                </a:ext>
              </a:extLst>
            </p:cNvPr>
            <p:cNvSpPr/>
            <p:nvPr/>
          </p:nvSpPr>
          <p:spPr>
            <a:xfrm flipH="1">
              <a:off x="6590777" y="4571055"/>
              <a:ext cx="335238" cy="7787"/>
            </a:xfrm>
            <a:custGeom>
              <a:avLst/>
              <a:gdLst/>
              <a:ahLst/>
              <a:cxnLst/>
              <a:rect l="l" t="t" r="r" b="b"/>
              <a:pathLst>
                <a:path w="3315" h="77" extrusionOk="0">
                  <a:moveTo>
                    <a:pt x="0" y="1"/>
                  </a:moveTo>
                  <a:lnTo>
                    <a:pt x="0" y="77"/>
                  </a:lnTo>
                  <a:lnTo>
                    <a:pt x="3314" y="77"/>
                  </a:lnTo>
                  <a:lnTo>
                    <a:pt x="331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29;p44">
              <a:extLst>
                <a:ext uri="{FF2B5EF4-FFF2-40B4-BE49-F238E27FC236}">
                  <a16:creationId xmlns:a16="http://schemas.microsoft.com/office/drawing/2014/main" id="{AD18A3B1-1B11-DE84-AF07-DB74313B54F0}"/>
                </a:ext>
              </a:extLst>
            </p:cNvPr>
            <p:cNvSpPr/>
            <p:nvPr/>
          </p:nvSpPr>
          <p:spPr>
            <a:xfrm flipH="1">
              <a:off x="6876766" y="3880066"/>
              <a:ext cx="49249" cy="769903"/>
            </a:xfrm>
            <a:custGeom>
              <a:avLst/>
              <a:gdLst/>
              <a:ahLst/>
              <a:cxnLst/>
              <a:rect l="l" t="t" r="r" b="b"/>
              <a:pathLst>
                <a:path w="487" h="7613" extrusionOk="0">
                  <a:moveTo>
                    <a:pt x="71" y="1"/>
                  </a:moveTo>
                  <a:lnTo>
                    <a:pt x="0" y="30"/>
                  </a:lnTo>
                  <a:cubicBezTo>
                    <a:pt x="94" y="1348"/>
                    <a:pt x="194" y="3251"/>
                    <a:pt x="293" y="4808"/>
                  </a:cubicBezTo>
                  <a:cubicBezTo>
                    <a:pt x="317" y="5593"/>
                    <a:pt x="340" y="6295"/>
                    <a:pt x="363" y="6810"/>
                  </a:cubicBezTo>
                  <a:cubicBezTo>
                    <a:pt x="387" y="7056"/>
                    <a:pt x="387" y="7250"/>
                    <a:pt x="387" y="7396"/>
                  </a:cubicBezTo>
                  <a:cubicBezTo>
                    <a:pt x="410" y="7542"/>
                    <a:pt x="410" y="7613"/>
                    <a:pt x="410" y="7613"/>
                  </a:cubicBezTo>
                  <a:lnTo>
                    <a:pt x="486" y="7613"/>
                  </a:lnTo>
                  <a:cubicBezTo>
                    <a:pt x="486" y="7613"/>
                    <a:pt x="264" y="2688"/>
                    <a:pt x="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30;p44">
              <a:extLst>
                <a:ext uri="{FF2B5EF4-FFF2-40B4-BE49-F238E27FC236}">
                  <a16:creationId xmlns:a16="http://schemas.microsoft.com/office/drawing/2014/main" id="{14E8C5BE-BD19-4F3C-19CB-FA055712B268}"/>
                </a:ext>
              </a:extLst>
            </p:cNvPr>
            <p:cNvSpPr/>
            <p:nvPr/>
          </p:nvSpPr>
          <p:spPr>
            <a:xfrm flipH="1">
              <a:off x="6810420" y="4363850"/>
              <a:ext cx="441219" cy="461355"/>
            </a:xfrm>
            <a:custGeom>
              <a:avLst/>
              <a:gdLst/>
              <a:ahLst/>
              <a:cxnLst/>
              <a:rect l="l" t="t" r="r" b="b"/>
              <a:pathLst>
                <a:path w="4363" h="4562" extrusionOk="0">
                  <a:moveTo>
                    <a:pt x="2559" y="1"/>
                  </a:moveTo>
                  <a:lnTo>
                    <a:pt x="0" y="270"/>
                  </a:lnTo>
                  <a:lnTo>
                    <a:pt x="47" y="3490"/>
                  </a:lnTo>
                  <a:lnTo>
                    <a:pt x="23" y="4562"/>
                  </a:lnTo>
                  <a:lnTo>
                    <a:pt x="4169" y="4538"/>
                  </a:lnTo>
                  <a:cubicBezTo>
                    <a:pt x="4268" y="4538"/>
                    <a:pt x="4362" y="4468"/>
                    <a:pt x="4362" y="4368"/>
                  </a:cubicBezTo>
                  <a:cubicBezTo>
                    <a:pt x="4362" y="4269"/>
                    <a:pt x="4315" y="4222"/>
                    <a:pt x="4245" y="4199"/>
                  </a:cubicBezTo>
                  <a:lnTo>
                    <a:pt x="2436" y="3367"/>
                  </a:lnTo>
                  <a:lnTo>
                    <a:pt x="2559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31;p44">
              <a:extLst>
                <a:ext uri="{FF2B5EF4-FFF2-40B4-BE49-F238E27FC236}">
                  <a16:creationId xmlns:a16="http://schemas.microsoft.com/office/drawing/2014/main" id="{7518360F-A3B4-3E68-FCDE-D82191C65353}"/>
                </a:ext>
              </a:extLst>
            </p:cNvPr>
            <p:cNvSpPr/>
            <p:nvPr/>
          </p:nvSpPr>
          <p:spPr>
            <a:xfrm flipH="1">
              <a:off x="6785542" y="4704339"/>
              <a:ext cx="488648" cy="162920"/>
            </a:xfrm>
            <a:custGeom>
              <a:avLst/>
              <a:gdLst/>
              <a:ahLst/>
              <a:cxnLst/>
              <a:rect l="l" t="t" r="r" b="b"/>
              <a:pathLst>
                <a:path w="4832" h="1611" extrusionOk="0">
                  <a:moveTo>
                    <a:pt x="2659" y="0"/>
                  </a:moveTo>
                  <a:cubicBezTo>
                    <a:pt x="2243" y="165"/>
                    <a:pt x="1778" y="215"/>
                    <a:pt x="1367" y="215"/>
                  </a:cubicBezTo>
                  <a:cubicBezTo>
                    <a:pt x="743" y="215"/>
                    <a:pt x="246" y="100"/>
                    <a:pt x="246" y="100"/>
                  </a:cubicBezTo>
                  <a:lnTo>
                    <a:pt x="1" y="1511"/>
                  </a:lnTo>
                  <a:cubicBezTo>
                    <a:pt x="1" y="1564"/>
                    <a:pt x="47" y="1610"/>
                    <a:pt x="100" y="1610"/>
                  </a:cubicBezTo>
                  <a:lnTo>
                    <a:pt x="4732" y="1610"/>
                  </a:lnTo>
                  <a:cubicBezTo>
                    <a:pt x="4831" y="1610"/>
                    <a:pt x="4761" y="1124"/>
                    <a:pt x="4761" y="1124"/>
                  </a:cubicBezTo>
                  <a:cubicBezTo>
                    <a:pt x="4708" y="1001"/>
                    <a:pt x="4638" y="855"/>
                    <a:pt x="4562" y="808"/>
                  </a:cubicBezTo>
                  <a:lnTo>
                    <a:pt x="26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32;p44">
              <a:extLst>
                <a:ext uri="{FF2B5EF4-FFF2-40B4-BE49-F238E27FC236}">
                  <a16:creationId xmlns:a16="http://schemas.microsoft.com/office/drawing/2014/main" id="{603DA7AC-AF31-6EA8-870B-7E884484455D}"/>
                </a:ext>
              </a:extLst>
            </p:cNvPr>
            <p:cNvSpPr/>
            <p:nvPr/>
          </p:nvSpPr>
          <p:spPr>
            <a:xfrm flipH="1">
              <a:off x="6960903" y="4709092"/>
              <a:ext cx="34383" cy="49756"/>
            </a:xfrm>
            <a:custGeom>
              <a:avLst/>
              <a:gdLst/>
              <a:ahLst/>
              <a:cxnLst/>
              <a:rect l="l" t="t" r="r" b="b"/>
              <a:pathLst>
                <a:path w="340" h="492" extrusionOk="0">
                  <a:moveTo>
                    <a:pt x="293" y="0"/>
                  </a:moveTo>
                  <a:cubicBezTo>
                    <a:pt x="170" y="146"/>
                    <a:pt x="71" y="293"/>
                    <a:pt x="0" y="468"/>
                  </a:cubicBezTo>
                  <a:lnTo>
                    <a:pt x="71" y="492"/>
                  </a:lnTo>
                  <a:cubicBezTo>
                    <a:pt x="147" y="346"/>
                    <a:pt x="246" y="199"/>
                    <a:pt x="340" y="53"/>
                  </a:cubicBezTo>
                  <a:lnTo>
                    <a:pt x="2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33;p44">
              <a:extLst>
                <a:ext uri="{FF2B5EF4-FFF2-40B4-BE49-F238E27FC236}">
                  <a16:creationId xmlns:a16="http://schemas.microsoft.com/office/drawing/2014/main" id="{F33F30A3-4EDB-A917-D810-EB468205F879}"/>
                </a:ext>
              </a:extLst>
            </p:cNvPr>
            <p:cNvSpPr/>
            <p:nvPr/>
          </p:nvSpPr>
          <p:spPr>
            <a:xfrm flipH="1">
              <a:off x="6936026" y="4723856"/>
              <a:ext cx="29630" cy="42171"/>
            </a:xfrm>
            <a:custGeom>
              <a:avLst/>
              <a:gdLst/>
              <a:ahLst/>
              <a:cxnLst/>
              <a:rect l="l" t="t" r="r" b="b"/>
              <a:pathLst>
                <a:path w="293" h="417" extrusionOk="0">
                  <a:moveTo>
                    <a:pt x="217" y="0"/>
                  </a:moveTo>
                  <a:cubicBezTo>
                    <a:pt x="123" y="147"/>
                    <a:pt x="70" y="246"/>
                    <a:pt x="0" y="393"/>
                  </a:cubicBezTo>
                  <a:lnTo>
                    <a:pt x="70" y="416"/>
                  </a:lnTo>
                  <a:cubicBezTo>
                    <a:pt x="146" y="270"/>
                    <a:pt x="170" y="200"/>
                    <a:pt x="293" y="53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34;p44">
              <a:extLst>
                <a:ext uri="{FF2B5EF4-FFF2-40B4-BE49-F238E27FC236}">
                  <a16:creationId xmlns:a16="http://schemas.microsoft.com/office/drawing/2014/main" id="{6D851D87-9440-9D85-4953-EB704F34B706}"/>
                </a:ext>
              </a:extLst>
            </p:cNvPr>
            <p:cNvSpPr/>
            <p:nvPr/>
          </p:nvSpPr>
          <p:spPr>
            <a:xfrm flipH="1">
              <a:off x="6916408" y="4733867"/>
              <a:ext cx="27406" cy="39845"/>
            </a:xfrm>
            <a:custGeom>
              <a:avLst/>
              <a:gdLst/>
              <a:ahLst/>
              <a:cxnLst/>
              <a:rect l="l" t="t" r="r" b="b"/>
              <a:pathLst>
                <a:path w="271" h="394" extrusionOk="0">
                  <a:moveTo>
                    <a:pt x="223" y="1"/>
                  </a:moveTo>
                  <a:cubicBezTo>
                    <a:pt x="147" y="124"/>
                    <a:pt x="77" y="247"/>
                    <a:pt x="1" y="370"/>
                  </a:cubicBezTo>
                  <a:lnTo>
                    <a:pt x="77" y="393"/>
                  </a:lnTo>
                  <a:cubicBezTo>
                    <a:pt x="124" y="294"/>
                    <a:pt x="200" y="147"/>
                    <a:pt x="270" y="48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35;p44">
              <a:extLst>
                <a:ext uri="{FF2B5EF4-FFF2-40B4-BE49-F238E27FC236}">
                  <a16:creationId xmlns:a16="http://schemas.microsoft.com/office/drawing/2014/main" id="{DB284F0C-FD7C-221F-D472-3424368EE5F6}"/>
                </a:ext>
              </a:extLst>
            </p:cNvPr>
            <p:cNvSpPr/>
            <p:nvPr/>
          </p:nvSpPr>
          <p:spPr>
            <a:xfrm flipH="1">
              <a:off x="6790295" y="4830442"/>
              <a:ext cx="481569" cy="9607"/>
            </a:xfrm>
            <a:custGeom>
              <a:avLst/>
              <a:gdLst/>
              <a:ahLst/>
              <a:cxnLst/>
              <a:rect l="l" t="t" r="r" b="b"/>
              <a:pathLst>
                <a:path w="4762" h="95" extrusionOk="0">
                  <a:moveTo>
                    <a:pt x="4761" y="0"/>
                  </a:moveTo>
                  <a:lnTo>
                    <a:pt x="1" y="24"/>
                  </a:lnTo>
                  <a:lnTo>
                    <a:pt x="1" y="94"/>
                  </a:lnTo>
                  <a:lnTo>
                    <a:pt x="4761" y="71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36;p44">
              <a:extLst>
                <a:ext uri="{FF2B5EF4-FFF2-40B4-BE49-F238E27FC236}">
                  <a16:creationId xmlns:a16="http://schemas.microsoft.com/office/drawing/2014/main" id="{699080C5-5512-34F5-4509-3303E7EE373C}"/>
                </a:ext>
              </a:extLst>
            </p:cNvPr>
            <p:cNvSpPr/>
            <p:nvPr/>
          </p:nvSpPr>
          <p:spPr>
            <a:xfrm flipH="1">
              <a:off x="7130792" y="4761171"/>
              <a:ext cx="126207" cy="74128"/>
            </a:xfrm>
            <a:custGeom>
              <a:avLst/>
              <a:gdLst/>
              <a:ahLst/>
              <a:cxnLst/>
              <a:rect l="l" t="t" r="r" b="b"/>
              <a:pathLst>
                <a:path w="1248" h="733" extrusionOk="0">
                  <a:moveTo>
                    <a:pt x="0" y="0"/>
                  </a:moveTo>
                  <a:lnTo>
                    <a:pt x="0" y="71"/>
                  </a:lnTo>
                  <a:lnTo>
                    <a:pt x="53" y="71"/>
                  </a:lnTo>
                  <a:cubicBezTo>
                    <a:pt x="147" y="71"/>
                    <a:pt x="416" y="123"/>
                    <a:pt x="662" y="194"/>
                  </a:cubicBezTo>
                  <a:cubicBezTo>
                    <a:pt x="785" y="246"/>
                    <a:pt x="902" y="317"/>
                    <a:pt x="1002" y="416"/>
                  </a:cubicBezTo>
                  <a:cubicBezTo>
                    <a:pt x="1101" y="486"/>
                    <a:pt x="1148" y="609"/>
                    <a:pt x="1171" y="732"/>
                  </a:cubicBezTo>
                  <a:lnTo>
                    <a:pt x="1247" y="732"/>
                  </a:lnTo>
                  <a:cubicBezTo>
                    <a:pt x="1224" y="562"/>
                    <a:pt x="1125" y="416"/>
                    <a:pt x="1002" y="317"/>
                  </a:cubicBezTo>
                  <a:cubicBezTo>
                    <a:pt x="808" y="170"/>
                    <a:pt x="562" y="100"/>
                    <a:pt x="369" y="47"/>
                  </a:cubicBezTo>
                  <a:cubicBezTo>
                    <a:pt x="147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37;p44">
              <a:extLst>
                <a:ext uri="{FF2B5EF4-FFF2-40B4-BE49-F238E27FC236}">
                  <a16:creationId xmlns:a16="http://schemas.microsoft.com/office/drawing/2014/main" id="{FFC043EB-BAC4-A1B5-ED05-8562F1679B5F}"/>
                </a:ext>
              </a:extLst>
            </p:cNvPr>
            <p:cNvSpPr/>
            <p:nvPr/>
          </p:nvSpPr>
          <p:spPr>
            <a:xfrm flipH="1">
              <a:off x="6849563" y="4768250"/>
              <a:ext cx="44496" cy="67049"/>
            </a:xfrm>
            <a:custGeom>
              <a:avLst/>
              <a:gdLst/>
              <a:ahLst/>
              <a:cxnLst/>
              <a:rect l="l" t="t" r="r" b="b"/>
              <a:pathLst>
                <a:path w="440" h="663" extrusionOk="0">
                  <a:moveTo>
                    <a:pt x="387" y="1"/>
                  </a:moveTo>
                  <a:cubicBezTo>
                    <a:pt x="387" y="1"/>
                    <a:pt x="317" y="100"/>
                    <a:pt x="217" y="247"/>
                  </a:cubicBezTo>
                  <a:cubicBezTo>
                    <a:pt x="147" y="369"/>
                    <a:pt x="47" y="539"/>
                    <a:pt x="1" y="639"/>
                  </a:cubicBezTo>
                  <a:lnTo>
                    <a:pt x="71" y="662"/>
                  </a:lnTo>
                  <a:cubicBezTo>
                    <a:pt x="94" y="563"/>
                    <a:pt x="194" y="416"/>
                    <a:pt x="293" y="270"/>
                  </a:cubicBezTo>
                  <a:cubicBezTo>
                    <a:pt x="317" y="200"/>
                    <a:pt x="364" y="147"/>
                    <a:pt x="387" y="100"/>
                  </a:cubicBezTo>
                  <a:cubicBezTo>
                    <a:pt x="416" y="53"/>
                    <a:pt x="440" y="30"/>
                    <a:pt x="440" y="30"/>
                  </a:cubicBezTo>
                  <a:lnTo>
                    <a:pt x="3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38;p44">
              <a:extLst>
                <a:ext uri="{FF2B5EF4-FFF2-40B4-BE49-F238E27FC236}">
                  <a16:creationId xmlns:a16="http://schemas.microsoft.com/office/drawing/2014/main" id="{0DE197E6-CB95-CFF9-4B3C-E871199F171F}"/>
                </a:ext>
              </a:extLst>
            </p:cNvPr>
            <p:cNvSpPr/>
            <p:nvPr/>
          </p:nvSpPr>
          <p:spPr>
            <a:xfrm flipH="1">
              <a:off x="6903961" y="2980152"/>
              <a:ext cx="449006" cy="1675218"/>
            </a:xfrm>
            <a:custGeom>
              <a:avLst/>
              <a:gdLst/>
              <a:ahLst/>
              <a:cxnLst/>
              <a:rect l="l" t="t" r="r" b="b"/>
              <a:pathLst>
                <a:path w="4440" h="16565" extrusionOk="0">
                  <a:moveTo>
                    <a:pt x="4316" y="0"/>
                  </a:moveTo>
                  <a:lnTo>
                    <a:pt x="387" y="510"/>
                  </a:lnTo>
                  <a:cubicBezTo>
                    <a:pt x="387" y="510"/>
                    <a:pt x="1" y="1874"/>
                    <a:pt x="340" y="4269"/>
                  </a:cubicBezTo>
                  <a:cubicBezTo>
                    <a:pt x="510" y="5756"/>
                    <a:pt x="340" y="16564"/>
                    <a:pt x="340" y="16564"/>
                  </a:cubicBezTo>
                  <a:lnTo>
                    <a:pt x="4047" y="16564"/>
                  </a:lnTo>
                  <a:cubicBezTo>
                    <a:pt x="4047" y="16564"/>
                    <a:pt x="4439" y="4292"/>
                    <a:pt x="43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39;p44">
              <a:extLst>
                <a:ext uri="{FF2B5EF4-FFF2-40B4-BE49-F238E27FC236}">
                  <a16:creationId xmlns:a16="http://schemas.microsoft.com/office/drawing/2014/main" id="{6D2B1A65-878A-E67A-ACA0-6304F4697EE4}"/>
                </a:ext>
              </a:extLst>
            </p:cNvPr>
            <p:cNvSpPr/>
            <p:nvPr/>
          </p:nvSpPr>
          <p:spPr>
            <a:xfrm flipH="1">
              <a:off x="7249211" y="3029299"/>
              <a:ext cx="27304" cy="1626069"/>
            </a:xfrm>
            <a:custGeom>
              <a:avLst/>
              <a:gdLst/>
              <a:ahLst/>
              <a:cxnLst/>
              <a:rect l="l" t="t" r="r" b="b"/>
              <a:pathLst>
                <a:path w="270" h="16079" extrusionOk="0">
                  <a:moveTo>
                    <a:pt x="193" y="0"/>
                  </a:moveTo>
                  <a:cubicBezTo>
                    <a:pt x="193" y="24"/>
                    <a:pt x="0" y="709"/>
                    <a:pt x="0" y="1926"/>
                  </a:cubicBezTo>
                  <a:cubicBezTo>
                    <a:pt x="0" y="2465"/>
                    <a:pt x="24" y="3074"/>
                    <a:pt x="123" y="3783"/>
                  </a:cubicBezTo>
                  <a:cubicBezTo>
                    <a:pt x="193" y="4269"/>
                    <a:pt x="193" y="5808"/>
                    <a:pt x="193" y="7635"/>
                  </a:cubicBezTo>
                  <a:cubicBezTo>
                    <a:pt x="193" y="9439"/>
                    <a:pt x="193" y="11564"/>
                    <a:pt x="170" y="13221"/>
                  </a:cubicBezTo>
                  <a:cubicBezTo>
                    <a:pt x="146" y="14029"/>
                    <a:pt x="146" y="14761"/>
                    <a:pt x="146" y="15247"/>
                  </a:cubicBezTo>
                  <a:cubicBezTo>
                    <a:pt x="146" y="15516"/>
                    <a:pt x="146" y="15709"/>
                    <a:pt x="123" y="15856"/>
                  </a:cubicBezTo>
                  <a:lnTo>
                    <a:pt x="123" y="16078"/>
                  </a:lnTo>
                  <a:lnTo>
                    <a:pt x="193" y="16078"/>
                  </a:lnTo>
                  <a:cubicBezTo>
                    <a:pt x="193" y="16078"/>
                    <a:pt x="269" y="11271"/>
                    <a:pt x="269" y="7635"/>
                  </a:cubicBezTo>
                  <a:cubicBezTo>
                    <a:pt x="269" y="5808"/>
                    <a:pt x="269" y="4269"/>
                    <a:pt x="193" y="3783"/>
                  </a:cubicBezTo>
                  <a:cubicBezTo>
                    <a:pt x="100" y="3074"/>
                    <a:pt x="70" y="2442"/>
                    <a:pt x="70" y="1926"/>
                  </a:cubicBezTo>
                  <a:cubicBezTo>
                    <a:pt x="70" y="1318"/>
                    <a:pt x="123" y="855"/>
                    <a:pt x="170" y="510"/>
                  </a:cubicBezTo>
                  <a:cubicBezTo>
                    <a:pt x="193" y="363"/>
                    <a:pt x="217" y="246"/>
                    <a:pt x="246" y="147"/>
                  </a:cubicBezTo>
                  <a:lnTo>
                    <a:pt x="246" y="70"/>
                  </a:lnTo>
                  <a:cubicBezTo>
                    <a:pt x="269" y="47"/>
                    <a:pt x="269" y="24"/>
                    <a:pt x="269" y="24"/>
                  </a:cubicBezTo>
                  <a:lnTo>
                    <a:pt x="1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40;p44">
              <a:extLst>
                <a:ext uri="{FF2B5EF4-FFF2-40B4-BE49-F238E27FC236}">
                  <a16:creationId xmlns:a16="http://schemas.microsoft.com/office/drawing/2014/main" id="{2993BA40-69AD-8EA2-2BD4-0C9FAB4B1977}"/>
                </a:ext>
              </a:extLst>
            </p:cNvPr>
            <p:cNvSpPr/>
            <p:nvPr/>
          </p:nvSpPr>
          <p:spPr>
            <a:xfrm flipH="1">
              <a:off x="6911149" y="2980152"/>
              <a:ext cx="29731" cy="1413494"/>
            </a:xfrm>
            <a:custGeom>
              <a:avLst/>
              <a:gdLst/>
              <a:ahLst/>
              <a:cxnLst/>
              <a:rect l="l" t="t" r="r" b="b"/>
              <a:pathLst>
                <a:path w="294" h="13977" extrusionOk="0">
                  <a:moveTo>
                    <a:pt x="194" y="0"/>
                  </a:moveTo>
                  <a:cubicBezTo>
                    <a:pt x="218" y="586"/>
                    <a:pt x="218" y="1341"/>
                    <a:pt x="218" y="2196"/>
                  </a:cubicBezTo>
                  <a:cubicBezTo>
                    <a:pt x="218" y="5709"/>
                    <a:pt x="95" y="10902"/>
                    <a:pt x="1" y="13976"/>
                  </a:cubicBezTo>
                  <a:lnTo>
                    <a:pt x="71" y="13976"/>
                  </a:lnTo>
                  <a:cubicBezTo>
                    <a:pt x="171" y="10902"/>
                    <a:pt x="294" y="5709"/>
                    <a:pt x="294" y="2196"/>
                  </a:cubicBezTo>
                  <a:cubicBezTo>
                    <a:pt x="294" y="1341"/>
                    <a:pt x="294" y="586"/>
                    <a:pt x="2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41;p44">
              <a:extLst>
                <a:ext uri="{FF2B5EF4-FFF2-40B4-BE49-F238E27FC236}">
                  <a16:creationId xmlns:a16="http://schemas.microsoft.com/office/drawing/2014/main" id="{56E3F188-3E9D-67D4-2591-FED25C337DA9}"/>
                </a:ext>
              </a:extLst>
            </p:cNvPr>
            <p:cNvSpPr/>
            <p:nvPr/>
          </p:nvSpPr>
          <p:spPr>
            <a:xfrm flipH="1">
              <a:off x="7121285" y="3006748"/>
              <a:ext cx="148152" cy="116198"/>
            </a:xfrm>
            <a:custGeom>
              <a:avLst/>
              <a:gdLst/>
              <a:ahLst/>
              <a:cxnLst/>
              <a:rect l="l" t="t" r="r" b="b"/>
              <a:pathLst>
                <a:path w="1465" h="1149" extrusionOk="0">
                  <a:moveTo>
                    <a:pt x="1417" y="1"/>
                  </a:moveTo>
                  <a:cubicBezTo>
                    <a:pt x="1248" y="469"/>
                    <a:pt x="879" y="733"/>
                    <a:pt x="586" y="879"/>
                  </a:cubicBezTo>
                  <a:cubicBezTo>
                    <a:pt x="416" y="955"/>
                    <a:pt x="270" y="1002"/>
                    <a:pt x="176" y="1025"/>
                  </a:cubicBezTo>
                  <a:cubicBezTo>
                    <a:pt x="123" y="1055"/>
                    <a:pt x="76" y="1055"/>
                    <a:pt x="53" y="1055"/>
                  </a:cubicBezTo>
                  <a:cubicBezTo>
                    <a:pt x="30" y="1055"/>
                    <a:pt x="30" y="1078"/>
                    <a:pt x="30" y="1078"/>
                  </a:cubicBezTo>
                  <a:lnTo>
                    <a:pt x="0" y="1078"/>
                  </a:lnTo>
                  <a:lnTo>
                    <a:pt x="30" y="1148"/>
                  </a:lnTo>
                  <a:cubicBezTo>
                    <a:pt x="30" y="1148"/>
                    <a:pt x="293" y="1101"/>
                    <a:pt x="615" y="955"/>
                  </a:cubicBezTo>
                  <a:cubicBezTo>
                    <a:pt x="931" y="785"/>
                    <a:pt x="1294" y="516"/>
                    <a:pt x="1464" y="53"/>
                  </a:cubicBezTo>
                  <a:lnTo>
                    <a:pt x="14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42;p44">
              <a:extLst>
                <a:ext uri="{FF2B5EF4-FFF2-40B4-BE49-F238E27FC236}">
                  <a16:creationId xmlns:a16="http://schemas.microsoft.com/office/drawing/2014/main" id="{20B87923-1865-7B5D-912E-060ABF143A48}"/>
                </a:ext>
              </a:extLst>
            </p:cNvPr>
            <p:cNvSpPr/>
            <p:nvPr/>
          </p:nvSpPr>
          <p:spPr>
            <a:xfrm flipH="1">
              <a:off x="6876766" y="2997242"/>
              <a:ext cx="37417" cy="180113"/>
            </a:xfrm>
            <a:custGeom>
              <a:avLst/>
              <a:gdLst/>
              <a:ahLst/>
              <a:cxnLst/>
              <a:rect l="l" t="t" r="r" b="b"/>
              <a:pathLst>
                <a:path w="370" h="1781" extrusionOk="0">
                  <a:moveTo>
                    <a:pt x="270" y="1"/>
                  </a:moveTo>
                  <a:lnTo>
                    <a:pt x="270" y="417"/>
                  </a:lnTo>
                  <a:cubicBezTo>
                    <a:pt x="293" y="633"/>
                    <a:pt x="293" y="949"/>
                    <a:pt x="293" y="1195"/>
                  </a:cubicBezTo>
                  <a:lnTo>
                    <a:pt x="293" y="1488"/>
                  </a:lnTo>
                  <a:cubicBezTo>
                    <a:pt x="293" y="1535"/>
                    <a:pt x="293" y="1558"/>
                    <a:pt x="270" y="1588"/>
                  </a:cubicBezTo>
                  <a:lnTo>
                    <a:pt x="270" y="1635"/>
                  </a:lnTo>
                  <a:cubicBezTo>
                    <a:pt x="270" y="1635"/>
                    <a:pt x="246" y="1658"/>
                    <a:pt x="223" y="1658"/>
                  </a:cubicBezTo>
                  <a:cubicBezTo>
                    <a:pt x="200" y="1681"/>
                    <a:pt x="123" y="1705"/>
                    <a:pt x="77" y="1705"/>
                  </a:cubicBezTo>
                  <a:lnTo>
                    <a:pt x="0" y="1705"/>
                  </a:lnTo>
                  <a:lnTo>
                    <a:pt x="0" y="1781"/>
                  </a:lnTo>
                  <a:cubicBezTo>
                    <a:pt x="0" y="1781"/>
                    <a:pt x="77" y="1781"/>
                    <a:pt x="147" y="1757"/>
                  </a:cubicBezTo>
                  <a:cubicBezTo>
                    <a:pt x="176" y="1757"/>
                    <a:pt x="223" y="1757"/>
                    <a:pt x="246" y="1734"/>
                  </a:cubicBezTo>
                  <a:cubicBezTo>
                    <a:pt x="293" y="1705"/>
                    <a:pt x="323" y="1705"/>
                    <a:pt x="346" y="1658"/>
                  </a:cubicBezTo>
                  <a:lnTo>
                    <a:pt x="346" y="1635"/>
                  </a:lnTo>
                  <a:cubicBezTo>
                    <a:pt x="346" y="1611"/>
                    <a:pt x="369" y="1535"/>
                    <a:pt x="369" y="1465"/>
                  </a:cubicBezTo>
                  <a:lnTo>
                    <a:pt x="369" y="1195"/>
                  </a:lnTo>
                  <a:cubicBezTo>
                    <a:pt x="369" y="680"/>
                    <a:pt x="346" y="1"/>
                    <a:pt x="3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43;p44">
              <a:extLst>
                <a:ext uri="{FF2B5EF4-FFF2-40B4-BE49-F238E27FC236}">
                  <a16:creationId xmlns:a16="http://schemas.microsoft.com/office/drawing/2014/main" id="{D0AD1BDC-BB27-B232-A7FA-04754278D33B}"/>
                </a:ext>
              </a:extLst>
            </p:cNvPr>
            <p:cNvSpPr/>
            <p:nvPr/>
          </p:nvSpPr>
          <p:spPr>
            <a:xfrm flipH="1">
              <a:off x="6664806" y="3009681"/>
              <a:ext cx="106083" cy="113266"/>
            </a:xfrm>
            <a:custGeom>
              <a:avLst/>
              <a:gdLst/>
              <a:ahLst/>
              <a:cxnLst/>
              <a:rect l="l" t="t" r="r" b="b"/>
              <a:pathLst>
                <a:path w="1049" h="1120" extrusionOk="0">
                  <a:moveTo>
                    <a:pt x="0" y="1"/>
                  </a:moveTo>
                  <a:cubicBezTo>
                    <a:pt x="0" y="1"/>
                    <a:pt x="24" y="264"/>
                    <a:pt x="194" y="557"/>
                  </a:cubicBezTo>
                  <a:cubicBezTo>
                    <a:pt x="270" y="680"/>
                    <a:pt x="369" y="826"/>
                    <a:pt x="516" y="926"/>
                  </a:cubicBezTo>
                  <a:cubicBezTo>
                    <a:pt x="662" y="1049"/>
                    <a:pt x="832" y="1119"/>
                    <a:pt x="1049" y="1119"/>
                  </a:cubicBezTo>
                  <a:lnTo>
                    <a:pt x="1049" y="1049"/>
                  </a:lnTo>
                  <a:cubicBezTo>
                    <a:pt x="855" y="1049"/>
                    <a:pt x="685" y="973"/>
                    <a:pt x="563" y="879"/>
                  </a:cubicBezTo>
                  <a:cubicBezTo>
                    <a:pt x="369" y="733"/>
                    <a:pt x="223" y="510"/>
                    <a:pt x="147" y="317"/>
                  </a:cubicBezTo>
                  <a:cubicBezTo>
                    <a:pt x="123" y="241"/>
                    <a:pt x="100" y="147"/>
                    <a:pt x="77" y="95"/>
                  </a:cubicBezTo>
                  <a:lnTo>
                    <a:pt x="77" y="24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44;p44">
              <a:extLst>
                <a:ext uri="{FF2B5EF4-FFF2-40B4-BE49-F238E27FC236}">
                  <a16:creationId xmlns:a16="http://schemas.microsoft.com/office/drawing/2014/main" id="{A11ACE1A-D35C-6E5D-4CCA-13FB23C2F6BE}"/>
                </a:ext>
              </a:extLst>
            </p:cNvPr>
            <p:cNvSpPr/>
            <p:nvPr/>
          </p:nvSpPr>
          <p:spPr>
            <a:xfrm flipH="1">
              <a:off x="6940772" y="4571055"/>
              <a:ext cx="377812" cy="7787"/>
            </a:xfrm>
            <a:custGeom>
              <a:avLst/>
              <a:gdLst/>
              <a:ahLst/>
              <a:cxnLst/>
              <a:rect l="l" t="t" r="r" b="b"/>
              <a:pathLst>
                <a:path w="3736" h="77" extrusionOk="0">
                  <a:moveTo>
                    <a:pt x="0" y="1"/>
                  </a:moveTo>
                  <a:lnTo>
                    <a:pt x="0" y="77"/>
                  </a:lnTo>
                  <a:lnTo>
                    <a:pt x="3736" y="77"/>
                  </a:lnTo>
                  <a:lnTo>
                    <a:pt x="37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45;p44">
              <a:extLst>
                <a:ext uri="{FF2B5EF4-FFF2-40B4-BE49-F238E27FC236}">
                  <a16:creationId xmlns:a16="http://schemas.microsoft.com/office/drawing/2014/main" id="{D7E6ADD6-35D9-C6FB-ADF3-1AFCB4A06D0A}"/>
                </a:ext>
              </a:extLst>
            </p:cNvPr>
            <p:cNvSpPr/>
            <p:nvPr/>
          </p:nvSpPr>
          <p:spPr>
            <a:xfrm flipH="1">
              <a:off x="6657108" y="2141115"/>
              <a:ext cx="691105" cy="890652"/>
            </a:xfrm>
            <a:custGeom>
              <a:avLst/>
              <a:gdLst/>
              <a:ahLst/>
              <a:cxnLst/>
              <a:rect l="l" t="t" r="r" b="b"/>
              <a:pathLst>
                <a:path w="6834" h="8807" extrusionOk="0">
                  <a:moveTo>
                    <a:pt x="2612" y="0"/>
                  </a:moveTo>
                  <a:lnTo>
                    <a:pt x="686" y="1710"/>
                  </a:lnTo>
                  <a:cubicBezTo>
                    <a:pt x="1" y="4169"/>
                    <a:pt x="293" y="8807"/>
                    <a:pt x="293" y="8807"/>
                  </a:cubicBezTo>
                  <a:lnTo>
                    <a:pt x="6834" y="8807"/>
                  </a:lnTo>
                  <a:cubicBezTo>
                    <a:pt x="6810" y="7173"/>
                    <a:pt x="6488" y="3098"/>
                    <a:pt x="5979" y="1634"/>
                  </a:cubicBezTo>
                  <a:lnTo>
                    <a:pt x="4222" y="71"/>
                  </a:lnTo>
                  <a:lnTo>
                    <a:pt x="26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46;p44">
              <a:extLst>
                <a:ext uri="{FF2B5EF4-FFF2-40B4-BE49-F238E27FC236}">
                  <a16:creationId xmlns:a16="http://schemas.microsoft.com/office/drawing/2014/main" id="{BE9792A3-17C2-C0E1-4F6C-6E38F31FAB4B}"/>
                </a:ext>
              </a:extLst>
            </p:cNvPr>
            <p:cNvSpPr/>
            <p:nvPr/>
          </p:nvSpPr>
          <p:spPr>
            <a:xfrm flipH="1">
              <a:off x="6807484" y="2429423"/>
              <a:ext cx="589877" cy="399868"/>
            </a:xfrm>
            <a:custGeom>
              <a:avLst/>
              <a:gdLst/>
              <a:ahLst/>
              <a:cxnLst/>
              <a:rect l="l" t="t" r="r" b="b"/>
              <a:pathLst>
                <a:path w="5833" h="3954" extrusionOk="0">
                  <a:moveTo>
                    <a:pt x="2366" y="1"/>
                  </a:moveTo>
                  <a:lnTo>
                    <a:pt x="1" y="469"/>
                  </a:lnTo>
                  <a:cubicBezTo>
                    <a:pt x="1" y="469"/>
                    <a:pt x="47" y="3953"/>
                    <a:pt x="1172" y="3953"/>
                  </a:cubicBezTo>
                  <a:cubicBezTo>
                    <a:pt x="2466" y="3953"/>
                    <a:pt x="5510" y="1904"/>
                    <a:pt x="5510" y="1904"/>
                  </a:cubicBezTo>
                  <a:lnTo>
                    <a:pt x="5832" y="1933"/>
                  </a:lnTo>
                  <a:lnTo>
                    <a:pt x="5803" y="1026"/>
                  </a:lnTo>
                  <a:cubicBezTo>
                    <a:pt x="5803" y="1026"/>
                    <a:pt x="5613" y="952"/>
                    <a:pt x="5226" y="952"/>
                  </a:cubicBezTo>
                  <a:cubicBezTo>
                    <a:pt x="5177" y="952"/>
                    <a:pt x="5126" y="953"/>
                    <a:pt x="5071" y="955"/>
                  </a:cubicBezTo>
                  <a:cubicBezTo>
                    <a:pt x="4585" y="1002"/>
                    <a:pt x="2466" y="1564"/>
                    <a:pt x="2466" y="1564"/>
                  </a:cubicBezTo>
                  <a:lnTo>
                    <a:pt x="2366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47;p44">
              <a:extLst>
                <a:ext uri="{FF2B5EF4-FFF2-40B4-BE49-F238E27FC236}">
                  <a16:creationId xmlns:a16="http://schemas.microsoft.com/office/drawing/2014/main" id="{B869FECF-59FF-F7EC-E960-C81F3C037382}"/>
                </a:ext>
              </a:extLst>
            </p:cNvPr>
            <p:cNvSpPr/>
            <p:nvPr/>
          </p:nvSpPr>
          <p:spPr>
            <a:xfrm flipH="1">
              <a:off x="6553457" y="2397468"/>
              <a:ext cx="609394" cy="415745"/>
            </a:xfrm>
            <a:custGeom>
              <a:avLst/>
              <a:gdLst/>
              <a:ahLst/>
              <a:cxnLst/>
              <a:rect l="l" t="t" r="r" b="b"/>
              <a:pathLst>
                <a:path w="6026" h="4111" extrusionOk="0">
                  <a:moveTo>
                    <a:pt x="3414" y="1"/>
                  </a:moveTo>
                  <a:lnTo>
                    <a:pt x="3513" y="2249"/>
                  </a:lnTo>
                  <a:lnTo>
                    <a:pt x="486" y="2150"/>
                  </a:lnTo>
                  <a:lnTo>
                    <a:pt x="0" y="2858"/>
                  </a:lnTo>
                  <a:cubicBezTo>
                    <a:pt x="0" y="2858"/>
                    <a:pt x="2552" y="4110"/>
                    <a:pt x="4499" y="4110"/>
                  </a:cubicBezTo>
                  <a:cubicBezTo>
                    <a:pt x="4602" y="4110"/>
                    <a:pt x="4703" y="4107"/>
                    <a:pt x="4802" y="4099"/>
                  </a:cubicBezTo>
                  <a:cubicBezTo>
                    <a:pt x="6025" y="4006"/>
                    <a:pt x="5340" y="147"/>
                    <a:pt x="5340" y="147"/>
                  </a:cubicBezTo>
                  <a:lnTo>
                    <a:pt x="3414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48;p44">
              <a:extLst>
                <a:ext uri="{FF2B5EF4-FFF2-40B4-BE49-F238E27FC236}">
                  <a16:creationId xmlns:a16="http://schemas.microsoft.com/office/drawing/2014/main" id="{1C4F83C2-E67F-FBAA-EEC3-7E2EEA1336AB}"/>
                </a:ext>
              </a:extLst>
            </p:cNvPr>
            <p:cNvSpPr/>
            <p:nvPr/>
          </p:nvSpPr>
          <p:spPr>
            <a:xfrm flipH="1">
              <a:off x="6802738" y="2498694"/>
              <a:ext cx="232189" cy="241701"/>
            </a:xfrm>
            <a:custGeom>
              <a:avLst/>
              <a:gdLst/>
              <a:ahLst/>
              <a:cxnLst/>
              <a:rect l="l" t="t" r="r" b="b"/>
              <a:pathLst>
                <a:path w="2296" h="2390" extrusionOk="0">
                  <a:moveTo>
                    <a:pt x="2149" y="1"/>
                  </a:moveTo>
                  <a:lnTo>
                    <a:pt x="2219" y="1195"/>
                  </a:lnTo>
                  <a:lnTo>
                    <a:pt x="1903" y="1195"/>
                  </a:lnTo>
                  <a:lnTo>
                    <a:pt x="0" y="2320"/>
                  </a:lnTo>
                  <a:lnTo>
                    <a:pt x="53" y="2390"/>
                  </a:lnTo>
                  <a:lnTo>
                    <a:pt x="1926" y="1272"/>
                  </a:lnTo>
                  <a:lnTo>
                    <a:pt x="2272" y="1272"/>
                  </a:lnTo>
                  <a:cubicBezTo>
                    <a:pt x="2295" y="1272"/>
                    <a:pt x="2295" y="1248"/>
                    <a:pt x="2295" y="1248"/>
                  </a:cubicBezTo>
                  <a:lnTo>
                    <a:pt x="2219" y="1"/>
                  </a:lnTo>
                  <a:close/>
                </a:path>
              </a:pathLst>
            </a:custGeom>
            <a:solidFill>
              <a:srgbClr val="B87F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49;p44">
              <a:extLst>
                <a:ext uri="{FF2B5EF4-FFF2-40B4-BE49-F238E27FC236}">
                  <a16:creationId xmlns:a16="http://schemas.microsoft.com/office/drawing/2014/main" id="{C758B83F-FD9D-8BCE-7B48-EB91A557BD89}"/>
                </a:ext>
              </a:extLst>
            </p:cNvPr>
            <p:cNvSpPr/>
            <p:nvPr/>
          </p:nvSpPr>
          <p:spPr>
            <a:xfrm flipH="1">
              <a:off x="7083966" y="2140812"/>
              <a:ext cx="353036" cy="429701"/>
            </a:xfrm>
            <a:custGeom>
              <a:avLst/>
              <a:gdLst/>
              <a:ahLst/>
              <a:cxnLst/>
              <a:rect l="l" t="t" r="r" b="b"/>
              <a:pathLst>
                <a:path w="3491" h="4249" extrusionOk="0">
                  <a:moveTo>
                    <a:pt x="3348" y="1"/>
                  </a:moveTo>
                  <a:cubicBezTo>
                    <a:pt x="2858" y="1"/>
                    <a:pt x="1228" y="88"/>
                    <a:pt x="609" y="1221"/>
                  </a:cubicBezTo>
                  <a:cubicBezTo>
                    <a:pt x="0" y="2322"/>
                    <a:pt x="416" y="4248"/>
                    <a:pt x="416" y="4248"/>
                  </a:cubicBezTo>
                  <a:lnTo>
                    <a:pt x="2928" y="3880"/>
                  </a:lnTo>
                  <a:lnTo>
                    <a:pt x="2928" y="1930"/>
                  </a:lnTo>
                  <a:lnTo>
                    <a:pt x="3490" y="3"/>
                  </a:lnTo>
                  <a:cubicBezTo>
                    <a:pt x="3490" y="3"/>
                    <a:pt x="3438" y="1"/>
                    <a:pt x="3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50;p44">
              <a:extLst>
                <a:ext uri="{FF2B5EF4-FFF2-40B4-BE49-F238E27FC236}">
                  <a16:creationId xmlns:a16="http://schemas.microsoft.com/office/drawing/2014/main" id="{D88D4058-51B6-CDB8-66E9-B0E2D77E6D8E}"/>
                </a:ext>
              </a:extLst>
            </p:cNvPr>
            <p:cNvSpPr/>
            <p:nvPr/>
          </p:nvSpPr>
          <p:spPr>
            <a:xfrm flipH="1">
              <a:off x="6607969" y="2148093"/>
              <a:ext cx="313293" cy="350719"/>
            </a:xfrm>
            <a:custGeom>
              <a:avLst/>
              <a:gdLst/>
              <a:ahLst/>
              <a:cxnLst/>
              <a:rect l="l" t="t" r="r" b="b"/>
              <a:pathLst>
                <a:path w="3098" h="3468" extrusionOk="0">
                  <a:moveTo>
                    <a:pt x="91" y="0"/>
                  </a:moveTo>
                  <a:cubicBezTo>
                    <a:pt x="33" y="0"/>
                    <a:pt x="0" y="2"/>
                    <a:pt x="0" y="2"/>
                  </a:cubicBezTo>
                  <a:lnTo>
                    <a:pt x="656" y="1735"/>
                  </a:lnTo>
                  <a:lnTo>
                    <a:pt x="802" y="3468"/>
                  </a:lnTo>
                  <a:lnTo>
                    <a:pt x="3098" y="3468"/>
                  </a:lnTo>
                  <a:cubicBezTo>
                    <a:pt x="3098" y="3468"/>
                    <a:pt x="3027" y="1542"/>
                    <a:pt x="2243" y="734"/>
                  </a:cubicBezTo>
                  <a:cubicBezTo>
                    <a:pt x="1580" y="51"/>
                    <a:pt x="421" y="0"/>
                    <a:pt x="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51;p44">
              <a:extLst>
                <a:ext uri="{FF2B5EF4-FFF2-40B4-BE49-F238E27FC236}">
                  <a16:creationId xmlns:a16="http://schemas.microsoft.com/office/drawing/2014/main" id="{66FF9173-CCC4-4EBA-8D3F-16475ECAB78B}"/>
                </a:ext>
              </a:extLst>
            </p:cNvPr>
            <p:cNvSpPr/>
            <p:nvPr/>
          </p:nvSpPr>
          <p:spPr>
            <a:xfrm flipH="1">
              <a:off x="7140901" y="2491616"/>
              <a:ext cx="261819" cy="39238"/>
            </a:xfrm>
            <a:custGeom>
              <a:avLst/>
              <a:gdLst/>
              <a:ahLst/>
              <a:cxnLst/>
              <a:rect l="l" t="t" r="r" b="b"/>
              <a:pathLst>
                <a:path w="2589" h="388" extrusionOk="0">
                  <a:moveTo>
                    <a:pt x="2566" y="1"/>
                  </a:moveTo>
                  <a:lnTo>
                    <a:pt x="1" y="317"/>
                  </a:lnTo>
                  <a:lnTo>
                    <a:pt x="1" y="387"/>
                  </a:lnTo>
                  <a:lnTo>
                    <a:pt x="2589" y="71"/>
                  </a:lnTo>
                  <a:lnTo>
                    <a:pt x="25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52;p44">
              <a:extLst>
                <a:ext uri="{FF2B5EF4-FFF2-40B4-BE49-F238E27FC236}">
                  <a16:creationId xmlns:a16="http://schemas.microsoft.com/office/drawing/2014/main" id="{ED127038-76B4-44F4-8CEE-085DDE02195D}"/>
                </a:ext>
              </a:extLst>
            </p:cNvPr>
            <p:cNvSpPr/>
            <p:nvPr/>
          </p:nvSpPr>
          <p:spPr>
            <a:xfrm flipH="1">
              <a:off x="6610297" y="2454300"/>
              <a:ext cx="215098" cy="10214"/>
            </a:xfrm>
            <a:custGeom>
              <a:avLst/>
              <a:gdLst/>
              <a:ahLst/>
              <a:cxnLst/>
              <a:rect l="l" t="t" r="r" b="b"/>
              <a:pathLst>
                <a:path w="2127" h="101" extrusionOk="0">
                  <a:moveTo>
                    <a:pt x="2126" y="1"/>
                  </a:moveTo>
                  <a:lnTo>
                    <a:pt x="1" y="24"/>
                  </a:lnTo>
                  <a:lnTo>
                    <a:pt x="1" y="100"/>
                  </a:lnTo>
                  <a:lnTo>
                    <a:pt x="2126" y="77"/>
                  </a:lnTo>
                  <a:lnTo>
                    <a:pt x="21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53;p44">
              <a:extLst>
                <a:ext uri="{FF2B5EF4-FFF2-40B4-BE49-F238E27FC236}">
                  <a16:creationId xmlns:a16="http://schemas.microsoft.com/office/drawing/2014/main" id="{30B1CBE4-35F4-28F4-3F42-F8C116CF732C}"/>
                </a:ext>
              </a:extLst>
            </p:cNvPr>
            <p:cNvSpPr/>
            <p:nvPr/>
          </p:nvSpPr>
          <p:spPr>
            <a:xfrm flipH="1">
              <a:off x="7138480" y="2367838"/>
              <a:ext cx="7180" cy="165348"/>
            </a:xfrm>
            <a:custGeom>
              <a:avLst/>
              <a:gdLst/>
              <a:ahLst/>
              <a:cxnLst/>
              <a:rect l="l" t="t" r="r" b="b"/>
              <a:pathLst>
                <a:path w="71" h="1635" extrusionOk="0">
                  <a:moveTo>
                    <a:pt x="0" y="1"/>
                  </a:moveTo>
                  <a:lnTo>
                    <a:pt x="0" y="1635"/>
                  </a:lnTo>
                  <a:lnTo>
                    <a:pt x="70" y="1635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54;p44">
              <a:extLst>
                <a:ext uri="{FF2B5EF4-FFF2-40B4-BE49-F238E27FC236}">
                  <a16:creationId xmlns:a16="http://schemas.microsoft.com/office/drawing/2014/main" id="{5D45B776-024D-574D-F91C-F188F85780C2}"/>
                </a:ext>
              </a:extLst>
            </p:cNvPr>
            <p:cNvSpPr/>
            <p:nvPr/>
          </p:nvSpPr>
          <p:spPr>
            <a:xfrm flipH="1">
              <a:off x="6815181" y="2355501"/>
              <a:ext cx="27406" cy="143301"/>
            </a:xfrm>
            <a:custGeom>
              <a:avLst/>
              <a:gdLst/>
              <a:ahLst/>
              <a:cxnLst/>
              <a:rect l="l" t="t" r="r" b="b"/>
              <a:pathLst>
                <a:path w="271" h="1417" extrusionOk="0">
                  <a:moveTo>
                    <a:pt x="1" y="0"/>
                  </a:moveTo>
                  <a:lnTo>
                    <a:pt x="200" y="1417"/>
                  </a:lnTo>
                  <a:lnTo>
                    <a:pt x="270" y="1417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55;p44">
              <a:extLst>
                <a:ext uri="{FF2B5EF4-FFF2-40B4-BE49-F238E27FC236}">
                  <a16:creationId xmlns:a16="http://schemas.microsoft.com/office/drawing/2014/main" id="{29CC3FF9-8C98-FE7E-1585-2319FD63816C}"/>
                </a:ext>
              </a:extLst>
            </p:cNvPr>
            <p:cNvSpPr/>
            <p:nvPr/>
          </p:nvSpPr>
          <p:spPr>
            <a:xfrm flipH="1">
              <a:off x="6827615" y="1846031"/>
              <a:ext cx="224503" cy="240588"/>
            </a:xfrm>
            <a:custGeom>
              <a:avLst/>
              <a:gdLst/>
              <a:ahLst/>
              <a:cxnLst/>
              <a:rect l="l" t="t" r="r" b="b"/>
              <a:pathLst>
                <a:path w="2220" h="2379" extrusionOk="0">
                  <a:moveTo>
                    <a:pt x="1450" y="0"/>
                  </a:moveTo>
                  <a:cubicBezTo>
                    <a:pt x="1002" y="0"/>
                    <a:pt x="425" y="100"/>
                    <a:pt x="123" y="553"/>
                  </a:cubicBezTo>
                  <a:cubicBezTo>
                    <a:pt x="0" y="770"/>
                    <a:pt x="293" y="1941"/>
                    <a:pt x="539" y="2140"/>
                  </a:cubicBezTo>
                  <a:cubicBezTo>
                    <a:pt x="705" y="2289"/>
                    <a:pt x="980" y="2378"/>
                    <a:pt x="1237" y="2378"/>
                  </a:cubicBezTo>
                  <a:cubicBezTo>
                    <a:pt x="1432" y="2378"/>
                    <a:pt x="1617" y="2327"/>
                    <a:pt x="1733" y="2210"/>
                  </a:cubicBezTo>
                  <a:cubicBezTo>
                    <a:pt x="2219" y="1701"/>
                    <a:pt x="2073" y="61"/>
                    <a:pt x="2073" y="61"/>
                  </a:cubicBezTo>
                  <a:cubicBezTo>
                    <a:pt x="2073" y="61"/>
                    <a:pt x="1801" y="0"/>
                    <a:pt x="1450" y="0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56;p44">
              <a:extLst>
                <a:ext uri="{FF2B5EF4-FFF2-40B4-BE49-F238E27FC236}">
                  <a16:creationId xmlns:a16="http://schemas.microsoft.com/office/drawing/2014/main" id="{E9F613E0-55F7-AAE6-FD63-C9C40B4C1421}"/>
                </a:ext>
              </a:extLst>
            </p:cNvPr>
            <p:cNvSpPr/>
            <p:nvPr/>
          </p:nvSpPr>
          <p:spPr>
            <a:xfrm flipH="1">
              <a:off x="6914079" y="2000146"/>
              <a:ext cx="180108" cy="177180"/>
            </a:xfrm>
            <a:custGeom>
              <a:avLst/>
              <a:gdLst/>
              <a:ahLst/>
              <a:cxnLst/>
              <a:rect l="l" t="t" r="r" b="b"/>
              <a:pathLst>
                <a:path w="1781" h="1752" extrusionOk="0">
                  <a:moveTo>
                    <a:pt x="978" y="1"/>
                  </a:moveTo>
                  <a:lnTo>
                    <a:pt x="200" y="393"/>
                  </a:lnTo>
                  <a:lnTo>
                    <a:pt x="1" y="1394"/>
                  </a:lnTo>
                  <a:cubicBezTo>
                    <a:pt x="1" y="1394"/>
                    <a:pt x="441" y="1752"/>
                    <a:pt x="970" y="1752"/>
                  </a:cubicBezTo>
                  <a:cubicBezTo>
                    <a:pt x="1209" y="1752"/>
                    <a:pt x="1467" y="1678"/>
                    <a:pt x="1710" y="1465"/>
                  </a:cubicBezTo>
                  <a:lnTo>
                    <a:pt x="1780" y="417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57;p44">
              <a:extLst>
                <a:ext uri="{FF2B5EF4-FFF2-40B4-BE49-F238E27FC236}">
                  <a16:creationId xmlns:a16="http://schemas.microsoft.com/office/drawing/2014/main" id="{747C9F84-3CA6-2B4D-CF64-C6E356068101}"/>
                </a:ext>
              </a:extLst>
            </p:cNvPr>
            <p:cNvSpPr/>
            <p:nvPr/>
          </p:nvSpPr>
          <p:spPr>
            <a:xfrm flipH="1">
              <a:off x="6812850" y="1786469"/>
              <a:ext cx="288416" cy="253533"/>
            </a:xfrm>
            <a:custGeom>
              <a:avLst/>
              <a:gdLst/>
              <a:ahLst/>
              <a:cxnLst/>
              <a:rect l="l" t="t" r="r" b="b"/>
              <a:pathLst>
                <a:path w="2852" h="2507" extrusionOk="0">
                  <a:moveTo>
                    <a:pt x="1317" y="1"/>
                  </a:moveTo>
                  <a:cubicBezTo>
                    <a:pt x="720" y="1"/>
                    <a:pt x="175" y="426"/>
                    <a:pt x="71" y="1089"/>
                  </a:cubicBezTo>
                  <a:cubicBezTo>
                    <a:pt x="0" y="1505"/>
                    <a:pt x="47" y="1897"/>
                    <a:pt x="170" y="2290"/>
                  </a:cubicBezTo>
                  <a:cubicBezTo>
                    <a:pt x="217" y="2407"/>
                    <a:pt x="270" y="2506"/>
                    <a:pt x="270" y="2506"/>
                  </a:cubicBezTo>
                  <a:cubicBezTo>
                    <a:pt x="270" y="2506"/>
                    <a:pt x="732" y="2483"/>
                    <a:pt x="756" y="2383"/>
                  </a:cubicBezTo>
                  <a:cubicBezTo>
                    <a:pt x="855" y="2190"/>
                    <a:pt x="779" y="1968"/>
                    <a:pt x="826" y="1774"/>
                  </a:cubicBezTo>
                  <a:lnTo>
                    <a:pt x="826" y="1751"/>
                  </a:lnTo>
                  <a:cubicBezTo>
                    <a:pt x="855" y="1704"/>
                    <a:pt x="855" y="1675"/>
                    <a:pt x="902" y="1628"/>
                  </a:cubicBezTo>
                  <a:cubicBezTo>
                    <a:pt x="949" y="1558"/>
                    <a:pt x="1001" y="1482"/>
                    <a:pt x="1048" y="1411"/>
                  </a:cubicBezTo>
                  <a:cubicBezTo>
                    <a:pt x="1072" y="1359"/>
                    <a:pt x="1095" y="1288"/>
                    <a:pt x="1148" y="1236"/>
                  </a:cubicBezTo>
                  <a:cubicBezTo>
                    <a:pt x="1189" y="1154"/>
                    <a:pt x="1288" y="1085"/>
                    <a:pt x="1375" y="1085"/>
                  </a:cubicBezTo>
                  <a:cubicBezTo>
                    <a:pt x="1388" y="1085"/>
                    <a:pt x="1400" y="1086"/>
                    <a:pt x="1411" y="1089"/>
                  </a:cubicBezTo>
                  <a:cubicBezTo>
                    <a:pt x="1478" y="1089"/>
                    <a:pt x="1544" y="1102"/>
                    <a:pt x="1602" y="1102"/>
                  </a:cubicBezTo>
                  <a:cubicBezTo>
                    <a:pt x="1631" y="1102"/>
                    <a:pt x="1657" y="1099"/>
                    <a:pt x="1681" y="1089"/>
                  </a:cubicBezTo>
                  <a:cubicBezTo>
                    <a:pt x="1757" y="1089"/>
                    <a:pt x="1827" y="1019"/>
                    <a:pt x="1903" y="996"/>
                  </a:cubicBezTo>
                  <a:cubicBezTo>
                    <a:pt x="2219" y="1019"/>
                    <a:pt x="2729" y="1335"/>
                    <a:pt x="2729" y="1335"/>
                  </a:cubicBezTo>
                  <a:cubicBezTo>
                    <a:pt x="2852" y="1119"/>
                    <a:pt x="2805" y="849"/>
                    <a:pt x="2729" y="627"/>
                  </a:cubicBezTo>
                  <a:cubicBezTo>
                    <a:pt x="2635" y="410"/>
                    <a:pt x="2436" y="264"/>
                    <a:pt x="2026" y="211"/>
                  </a:cubicBezTo>
                  <a:cubicBezTo>
                    <a:pt x="1797" y="67"/>
                    <a:pt x="1553" y="1"/>
                    <a:pt x="13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258;p44">
              <a:extLst>
                <a:ext uri="{FF2B5EF4-FFF2-40B4-BE49-F238E27FC236}">
                  <a16:creationId xmlns:a16="http://schemas.microsoft.com/office/drawing/2014/main" id="{97A1CD53-EE24-BD6E-66DB-DC9EBEBC5B9A}"/>
                </a:ext>
              </a:extLst>
            </p:cNvPr>
            <p:cNvSpPr/>
            <p:nvPr/>
          </p:nvSpPr>
          <p:spPr>
            <a:xfrm flipH="1">
              <a:off x="6918833" y="2057080"/>
              <a:ext cx="88891" cy="37317"/>
            </a:xfrm>
            <a:custGeom>
              <a:avLst/>
              <a:gdLst/>
              <a:ahLst/>
              <a:cxnLst/>
              <a:rect l="l" t="t" r="r" b="b"/>
              <a:pathLst>
                <a:path w="879" h="369" extrusionOk="0">
                  <a:moveTo>
                    <a:pt x="24" y="0"/>
                  </a:moveTo>
                  <a:lnTo>
                    <a:pt x="0" y="76"/>
                  </a:lnTo>
                  <a:cubicBezTo>
                    <a:pt x="0" y="76"/>
                    <a:pt x="369" y="293"/>
                    <a:pt x="879" y="369"/>
                  </a:cubicBezTo>
                  <a:lnTo>
                    <a:pt x="879" y="293"/>
                  </a:lnTo>
                  <a:cubicBezTo>
                    <a:pt x="633" y="246"/>
                    <a:pt x="416" y="199"/>
                    <a:pt x="270" y="123"/>
                  </a:cubicBezTo>
                  <a:cubicBezTo>
                    <a:pt x="194" y="100"/>
                    <a:pt x="147" y="53"/>
                    <a:pt x="100" y="53"/>
                  </a:cubicBezTo>
                  <a:cubicBezTo>
                    <a:pt x="76" y="23"/>
                    <a:pt x="76" y="23"/>
                    <a:pt x="47" y="23"/>
                  </a:cubicBezTo>
                  <a:cubicBezTo>
                    <a:pt x="47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B87F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259;p44">
              <a:extLst>
                <a:ext uri="{FF2B5EF4-FFF2-40B4-BE49-F238E27FC236}">
                  <a16:creationId xmlns:a16="http://schemas.microsoft.com/office/drawing/2014/main" id="{FE707B0F-7847-08D8-DC0D-58AF592403B0}"/>
                </a:ext>
              </a:extLst>
            </p:cNvPr>
            <p:cNvSpPr/>
            <p:nvPr/>
          </p:nvSpPr>
          <p:spPr>
            <a:xfrm flipH="1">
              <a:off x="6881519" y="1951000"/>
              <a:ext cx="34990" cy="64116"/>
            </a:xfrm>
            <a:custGeom>
              <a:avLst/>
              <a:gdLst/>
              <a:ahLst/>
              <a:cxnLst/>
              <a:rect l="l" t="t" r="r" b="b"/>
              <a:pathLst>
                <a:path w="346" h="634" extrusionOk="0">
                  <a:moveTo>
                    <a:pt x="223" y="1"/>
                  </a:moveTo>
                  <a:lnTo>
                    <a:pt x="146" y="24"/>
                  </a:lnTo>
                  <a:cubicBezTo>
                    <a:pt x="146" y="24"/>
                    <a:pt x="170" y="48"/>
                    <a:pt x="170" y="77"/>
                  </a:cubicBezTo>
                  <a:cubicBezTo>
                    <a:pt x="199" y="124"/>
                    <a:pt x="223" y="194"/>
                    <a:pt x="246" y="270"/>
                  </a:cubicBezTo>
                  <a:cubicBezTo>
                    <a:pt x="269" y="370"/>
                    <a:pt x="269" y="440"/>
                    <a:pt x="269" y="487"/>
                  </a:cubicBezTo>
                  <a:lnTo>
                    <a:pt x="269" y="516"/>
                  </a:lnTo>
                  <a:cubicBezTo>
                    <a:pt x="269" y="540"/>
                    <a:pt x="246" y="540"/>
                    <a:pt x="223" y="540"/>
                  </a:cubicBezTo>
                  <a:cubicBezTo>
                    <a:pt x="199" y="563"/>
                    <a:pt x="170" y="563"/>
                    <a:pt x="123" y="563"/>
                  </a:cubicBezTo>
                  <a:lnTo>
                    <a:pt x="23" y="563"/>
                  </a:lnTo>
                  <a:lnTo>
                    <a:pt x="23" y="540"/>
                  </a:lnTo>
                  <a:lnTo>
                    <a:pt x="0" y="610"/>
                  </a:lnTo>
                  <a:cubicBezTo>
                    <a:pt x="0" y="610"/>
                    <a:pt x="76" y="633"/>
                    <a:pt x="123" y="633"/>
                  </a:cubicBezTo>
                  <a:cubicBezTo>
                    <a:pt x="170" y="633"/>
                    <a:pt x="199" y="633"/>
                    <a:pt x="246" y="610"/>
                  </a:cubicBezTo>
                  <a:cubicBezTo>
                    <a:pt x="269" y="610"/>
                    <a:pt x="316" y="586"/>
                    <a:pt x="346" y="540"/>
                  </a:cubicBezTo>
                  <a:lnTo>
                    <a:pt x="346" y="487"/>
                  </a:lnTo>
                  <a:cubicBezTo>
                    <a:pt x="346" y="393"/>
                    <a:pt x="316" y="294"/>
                    <a:pt x="293" y="194"/>
                  </a:cubicBezTo>
                  <a:cubicBezTo>
                    <a:pt x="246" y="77"/>
                    <a:pt x="223" y="1"/>
                    <a:pt x="223" y="1"/>
                  </a:cubicBezTo>
                  <a:close/>
                </a:path>
              </a:pathLst>
            </a:custGeom>
            <a:solidFill>
              <a:srgbClr val="B87F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260;p44">
              <a:extLst>
                <a:ext uri="{FF2B5EF4-FFF2-40B4-BE49-F238E27FC236}">
                  <a16:creationId xmlns:a16="http://schemas.microsoft.com/office/drawing/2014/main" id="{6D8ABECE-8B2C-1CD1-1BFE-65D9EA3228D6}"/>
                </a:ext>
              </a:extLst>
            </p:cNvPr>
            <p:cNvSpPr/>
            <p:nvPr/>
          </p:nvSpPr>
          <p:spPr>
            <a:xfrm flipH="1">
              <a:off x="6889204" y="2020372"/>
              <a:ext cx="69373" cy="36912"/>
            </a:xfrm>
            <a:custGeom>
              <a:avLst/>
              <a:gdLst/>
              <a:ahLst/>
              <a:cxnLst/>
              <a:rect l="l" t="t" r="r" b="b"/>
              <a:pathLst>
                <a:path w="686" h="365" extrusionOk="0">
                  <a:moveTo>
                    <a:pt x="0" y="0"/>
                  </a:moveTo>
                  <a:cubicBezTo>
                    <a:pt x="0" y="0"/>
                    <a:pt x="53" y="363"/>
                    <a:pt x="416" y="363"/>
                  </a:cubicBezTo>
                  <a:cubicBezTo>
                    <a:pt x="425" y="364"/>
                    <a:pt x="434" y="364"/>
                    <a:pt x="442" y="364"/>
                  </a:cubicBezTo>
                  <a:cubicBezTo>
                    <a:pt x="685" y="364"/>
                    <a:pt x="685" y="47"/>
                    <a:pt x="685" y="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261;p44">
              <a:extLst>
                <a:ext uri="{FF2B5EF4-FFF2-40B4-BE49-F238E27FC236}">
                  <a16:creationId xmlns:a16="http://schemas.microsoft.com/office/drawing/2014/main" id="{D8967587-A2F9-5C40-33AA-D58256EC4796}"/>
                </a:ext>
              </a:extLst>
            </p:cNvPr>
            <p:cNvSpPr/>
            <p:nvPr/>
          </p:nvSpPr>
          <p:spPr>
            <a:xfrm flipH="1">
              <a:off x="6866755" y="1945943"/>
              <a:ext cx="7787" cy="16484"/>
            </a:xfrm>
            <a:custGeom>
              <a:avLst/>
              <a:gdLst/>
              <a:ahLst/>
              <a:cxnLst/>
              <a:rect l="l" t="t" r="r" b="b"/>
              <a:pathLst>
                <a:path w="77" h="163" extrusionOk="0">
                  <a:moveTo>
                    <a:pt x="48" y="1"/>
                  </a:moveTo>
                  <a:cubicBezTo>
                    <a:pt x="26" y="1"/>
                    <a:pt x="1" y="14"/>
                    <a:pt x="1" y="28"/>
                  </a:cubicBezTo>
                  <a:lnTo>
                    <a:pt x="1" y="127"/>
                  </a:lnTo>
                  <a:cubicBezTo>
                    <a:pt x="1" y="151"/>
                    <a:pt x="20" y="162"/>
                    <a:pt x="39" y="162"/>
                  </a:cubicBezTo>
                  <a:cubicBezTo>
                    <a:pt x="58" y="162"/>
                    <a:pt x="77" y="151"/>
                    <a:pt x="77" y="127"/>
                  </a:cubicBezTo>
                  <a:lnTo>
                    <a:pt x="77" y="28"/>
                  </a:lnTo>
                  <a:cubicBezTo>
                    <a:pt x="77" y="8"/>
                    <a:pt x="63" y="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262;p44">
              <a:extLst>
                <a:ext uri="{FF2B5EF4-FFF2-40B4-BE49-F238E27FC236}">
                  <a16:creationId xmlns:a16="http://schemas.microsoft.com/office/drawing/2014/main" id="{B5B8D21B-F8CF-FCB1-3ECC-E19A0C9241DB}"/>
                </a:ext>
              </a:extLst>
            </p:cNvPr>
            <p:cNvSpPr/>
            <p:nvPr/>
          </p:nvSpPr>
          <p:spPr>
            <a:xfrm flipH="1">
              <a:off x="6851890" y="1923797"/>
              <a:ext cx="29731" cy="11933"/>
            </a:xfrm>
            <a:custGeom>
              <a:avLst/>
              <a:gdLst/>
              <a:ahLst/>
              <a:cxnLst/>
              <a:rect l="l" t="t" r="r" b="b"/>
              <a:pathLst>
                <a:path w="294" h="118" extrusionOk="0">
                  <a:moveTo>
                    <a:pt x="147" y="1"/>
                  </a:moveTo>
                  <a:cubicBezTo>
                    <a:pt x="71" y="1"/>
                    <a:pt x="1" y="53"/>
                    <a:pt x="1" y="53"/>
                  </a:cubicBezTo>
                  <a:lnTo>
                    <a:pt x="1" y="77"/>
                  </a:lnTo>
                  <a:lnTo>
                    <a:pt x="47" y="77"/>
                  </a:lnTo>
                  <a:cubicBezTo>
                    <a:pt x="47" y="77"/>
                    <a:pt x="94" y="53"/>
                    <a:pt x="147" y="53"/>
                  </a:cubicBezTo>
                  <a:cubicBezTo>
                    <a:pt x="170" y="53"/>
                    <a:pt x="217" y="53"/>
                    <a:pt x="264" y="100"/>
                  </a:cubicBezTo>
                  <a:cubicBezTo>
                    <a:pt x="264" y="112"/>
                    <a:pt x="271" y="118"/>
                    <a:pt x="279" y="118"/>
                  </a:cubicBezTo>
                  <a:cubicBezTo>
                    <a:pt x="286" y="118"/>
                    <a:pt x="293" y="112"/>
                    <a:pt x="293" y="100"/>
                  </a:cubicBezTo>
                  <a:lnTo>
                    <a:pt x="293" y="77"/>
                  </a:lnTo>
                  <a:cubicBezTo>
                    <a:pt x="241" y="1"/>
                    <a:pt x="194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263;p44">
              <a:extLst>
                <a:ext uri="{FF2B5EF4-FFF2-40B4-BE49-F238E27FC236}">
                  <a16:creationId xmlns:a16="http://schemas.microsoft.com/office/drawing/2014/main" id="{C8A9B5DE-18BB-7460-24A6-DFD1B0A13AAC}"/>
                </a:ext>
              </a:extLst>
            </p:cNvPr>
            <p:cNvSpPr/>
            <p:nvPr/>
          </p:nvSpPr>
          <p:spPr>
            <a:xfrm flipH="1">
              <a:off x="6936026" y="1945134"/>
              <a:ext cx="10113" cy="17293"/>
            </a:xfrm>
            <a:custGeom>
              <a:avLst/>
              <a:gdLst/>
              <a:ahLst/>
              <a:cxnLst/>
              <a:rect l="l" t="t" r="r" b="b"/>
              <a:pathLst>
                <a:path w="100" h="171" extrusionOk="0">
                  <a:moveTo>
                    <a:pt x="50" y="0"/>
                  </a:moveTo>
                  <a:cubicBezTo>
                    <a:pt x="37" y="0"/>
                    <a:pt x="24" y="12"/>
                    <a:pt x="24" y="36"/>
                  </a:cubicBezTo>
                  <a:cubicBezTo>
                    <a:pt x="24" y="59"/>
                    <a:pt x="0" y="106"/>
                    <a:pt x="0" y="135"/>
                  </a:cubicBezTo>
                  <a:cubicBezTo>
                    <a:pt x="0" y="159"/>
                    <a:pt x="25" y="170"/>
                    <a:pt x="50" y="170"/>
                  </a:cubicBezTo>
                  <a:cubicBezTo>
                    <a:pt x="75" y="170"/>
                    <a:pt x="100" y="159"/>
                    <a:pt x="100" y="135"/>
                  </a:cubicBezTo>
                  <a:cubicBezTo>
                    <a:pt x="100" y="106"/>
                    <a:pt x="100" y="59"/>
                    <a:pt x="76" y="36"/>
                  </a:cubicBezTo>
                  <a:cubicBezTo>
                    <a:pt x="76" y="12"/>
                    <a:pt x="63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264;p44">
              <a:extLst>
                <a:ext uri="{FF2B5EF4-FFF2-40B4-BE49-F238E27FC236}">
                  <a16:creationId xmlns:a16="http://schemas.microsoft.com/office/drawing/2014/main" id="{ACFB0C53-31F8-0F11-D3AC-6EFEB02CEC3F}"/>
                </a:ext>
              </a:extLst>
            </p:cNvPr>
            <p:cNvSpPr/>
            <p:nvPr/>
          </p:nvSpPr>
          <p:spPr>
            <a:xfrm flipH="1">
              <a:off x="6925913" y="1919044"/>
              <a:ext cx="39743" cy="13653"/>
            </a:xfrm>
            <a:custGeom>
              <a:avLst/>
              <a:gdLst/>
              <a:ahLst/>
              <a:cxnLst/>
              <a:rect l="l" t="t" r="r" b="b"/>
              <a:pathLst>
                <a:path w="393" h="135" extrusionOk="0">
                  <a:moveTo>
                    <a:pt x="269" y="1"/>
                  </a:moveTo>
                  <a:cubicBezTo>
                    <a:pt x="193" y="1"/>
                    <a:pt x="100" y="24"/>
                    <a:pt x="0" y="100"/>
                  </a:cubicBezTo>
                  <a:lnTo>
                    <a:pt x="0" y="124"/>
                  </a:lnTo>
                  <a:cubicBezTo>
                    <a:pt x="0" y="124"/>
                    <a:pt x="10" y="134"/>
                    <a:pt x="17" y="134"/>
                  </a:cubicBezTo>
                  <a:cubicBezTo>
                    <a:pt x="21" y="134"/>
                    <a:pt x="23" y="132"/>
                    <a:pt x="23" y="124"/>
                  </a:cubicBezTo>
                  <a:cubicBezTo>
                    <a:pt x="123" y="48"/>
                    <a:pt x="193" y="48"/>
                    <a:pt x="269" y="48"/>
                  </a:cubicBezTo>
                  <a:lnTo>
                    <a:pt x="340" y="48"/>
                  </a:lnTo>
                  <a:cubicBezTo>
                    <a:pt x="340" y="48"/>
                    <a:pt x="340" y="71"/>
                    <a:pt x="363" y="71"/>
                  </a:cubicBezTo>
                  <a:cubicBezTo>
                    <a:pt x="363" y="71"/>
                    <a:pt x="392" y="71"/>
                    <a:pt x="392" y="48"/>
                  </a:cubicBezTo>
                  <a:lnTo>
                    <a:pt x="392" y="24"/>
                  </a:lnTo>
                  <a:cubicBezTo>
                    <a:pt x="392" y="24"/>
                    <a:pt x="340" y="1"/>
                    <a:pt x="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265;p44">
              <a:extLst>
                <a:ext uri="{FF2B5EF4-FFF2-40B4-BE49-F238E27FC236}">
                  <a16:creationId xmlns:a16="http://schemas.microsoft.com/office/drawing/2014/main" id="{BFD2333A-C556-CD66-6513-5A012CF5ADB6}"/>
                </a:ext>
              </a:extLst>
            </p:cNvPr>
            <p:cNvSpPr/>
            <p:nvPr/>
          </p:nvSpPr>
          <p:spPr>
            <a:xfrm flipH="1">
              <a:off x="6999937" y="1956359"/>
              <a:ext cx="59362" cy="78679"/>
            </a:xfrm>
            <a:custGeom>
              <a:avLst/>
              <a:gdLst/>
              <a:ahLst/>
              <a:cxnLst/>
              <a:rect l="l" t="t" r="r" b="b"/>
              <a:pathLst>
                <a:path w="587" h="778" extrusionOk="0">
                  <a:moveTo>
                    <a:pt x="265" y="0"/>
                  </a:moveTo>
                  <a:cubicBezTo>
                    <a:pt x="211" y="0"/>
                    <a:pt x="160" y="29"/>
                    <a:pt x="118" y="71"/>
                  </a:cubicBezTo>
                  <a:cubicBezTo>
                    <a:pt x="1" y="241"/>
                    <a:pt x="147" y="610"/>
                    <a:pt x="218" y="680"/>
                  </a:cubicBezTo>
                  <a:cubicBezTo>
                    <a:pt x="302" y="741"/>
                    <a:pt x="387" y="778"/>
                    <a:pt x="455" y="778"/>
                  </a:cubicBezTo>
                  <a:cubicBezTo>
                    <a:pt x="522" y="778"/>
                    <a:pt x="572" y="741"/>
                    <a:pt x="586" y="656"/>
                  </a:cubicBezTo>
                  <a:lnTo>
                    <a:pt x="487" y="194"/>
                  </a:lnTo>
                  <a:cubicBezTo>
                    <a:pt x="416" y="52"/>
                    <a:pt x="338" y="0"/>
                    <a:pt x="265" y="0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266;p44">
              <a:extLst>
                <a:ext uri="{FF2B5EF4-FFF2-40B4-BE49-F238E27FC236}">
                  <a16:creationId xmlns:a16="http://schemas.microsoft.com/office/drawing/2014/main" id="{559503CF-CD49-7E13-B70B-EE94F10FFBB4}"/>
                </a:ext>
              </a:extLst>
            </p:cNvPr>
            <p:cNvSpPr/>
            <p:nvPr/>
          </p:nvSpPr>
          <p:spPr>
            <a:xfrm flipH="1">
              <a:off x="7162743" y="3314674"/>
              <a:ext cx="325833" cy="211058"/>
            </a:xfrm>
            <a:custGeom>
              <a:avLst/>
              <a:gdLst/>
              <a:ahLst/>
              <a:cxnLst/>
              <a:rect l="l" t="t" r="r" b="b"/>
              <a:pathLst>
                <a:path w="3222" h="2087" extrusionOk="0">
                  <a:moveTo>
                    <a:pt x="1462" y="0"/>
                  </a:moveTo>
                  <a:cubicBezTo>
                    <a:pt x="1296" y="0"/>
                    <a:pt x="1131" y="6"/>
                    <a:pt x="973" y="6"/>
                  </a:cubicBezTo>
                  <a:lnTo>
                    <a:pt x="1" y="1007"/>
                  </a:lnTo>
                  <a:cubicBezTo>
                    <a:pt x="173" y="984"/>
                    <a:pt x="352" y="958"/>
                    <a:pt x="528" y="958"/>
                  </a:cubicBezTo>
                  <a:cubicBezTo>
                    <a:pt x="698" y="958"/>
                    <a:pt x="867" y="982"/>
                    <a:pt x="1026" y="1054"/>
                  </a:cubicBezTo>
                  <a:cubicBezTo>
                    <a:pt x="1318" y="1177"/>
                    <a:pt x="1512" y="1447"/>
                    <a:pt x="1728" y="1692"/>
                  </a:cubicBezTo>
                  <a:cubicBezTo>
                    <a:pt x="1928" y="1887"/>
                    <a:pt x="2185" y="2087"/>
                    <a:pt x="2448" y="2087"/>
                  </a:cubicBezTo>
                  <a:cubicBezTo>
                    <a:pt x="2477" y="2087"/>
                    <a:pt x="2507" y="2084"/>
                    <a:pt x="2536" y="2079"/>
                  </a:cubicBezTo>
                  <a:cubicBezTo>
                    <a:pt x="2876" y="2055"/>
                    <a:pt x="3122" y="1739"/>
                    <a:pt x="3169" y="1400"/>
                  </a:cubicBezTo>
                  <a:cubicBezTo>
                    <a:pt x="3221" y="1031"/>
                    <a:pt x="3075" y="691"/>
                    <a:pt x="2829" y="445"/>
                  </a:cubicBezTo>
                  <a:cubicBezTo>
                    <a:pt x="2583" y="205"/>
                    <a:pt x="2267" y="82"/>
                    <a:pt x="1951" y="30"/>
                  </a:cubicBezTo>
                  <a:cubicBezTo>
                    <a:pt x="1793" y="6"/>
                    <a:pt x="1627" y="0"/>
                    <a:pt x="1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267;p44">
              <a:extLst>
                <a:ext uri="{FF2B5EF4-FFF2-40B4-BE49-F238E27FC236}">
                  <a16:creationId xmlns:a16="http://schemas.microsoft.com/office/drawing/2014/main" id="{EDE5279C-1996-A63B-FCD0-50DCE4F3C3F2}"/>
                </a:ext>
              </a:extLst>
            </p:cNvPr>
            <p:cNvSpPr/>
            <p:nvPr/>
          </p:nvSpPr>
          <p:spPr>
            <a:xfrm flipH="1">
              <a:off x="7168105" y="3695411"/>
              <a:ext cx="214390" cy="128536"/>
            </a:xfrm>
            <a:custGeom>
              <a:avLst/>
              <a:gdLst/>
              <a:ahLst/>
              <a:cxnLst/>
              <a:rect l="l" t="t" r="r" b="b"/>
              <a:pathLst>
                <a:path w="2120" h="1271" extrusionOk="0">
                  <a:moveTo>
                    <a:pt x="972" y="0"/>
                  </a:moveTo>
                  <a:lnTo>
                    <a:pt x="0" y="123"/>
                  </a:lnTo>
                  <a:cubicBezTo>
                    <a:pt x="70" y="316"/>
                    <a:pt x="269" y="416"/>
                    <a:pt x="463" y="486"/>
                  </a:cubicBezTo>
                  <a:cubicBezTo>
                    <a:pt x="632" y="562"/>
                    <a:pt x="802" y="609"/>
                    <a:pt x="949" y="732"/>
                  </a:cubicBezTo>
                  <a:cubicBezTo>
                    <a:pt x="1072" y="832"/>
                    <a:pt x="1171" y="949"/>
                    <a:pt x="1294" y="1072"/>
                  </a:cubicBezTo>
                  <a:cubicBezTo>
                    <a:pt x="1411" y="1171"/>
                    <a:pt x="1534" y="1271"/>
                    <a:pt x="1704" y="1271"/>
                  </a:cubicBezTo>
                  <a:cubicBezTo>
                    <a:pt x="1926" y="1271"/>
                    <a:pt x="2120" y="1001"/>
                    <a:pt x="2096" y="732"/>
                  </a:cubicBezTo>
                  <a:cubicBezTo>
                    <a:pt x="2073" y="486"/>
                    <a:pt x="1880" y="269"/>
                    <a:pt x="1657" y="170"/>
                  </a:cubicBezTo>
                  <a:cubicBezTo>
                    <a:pt x="1464" y="47"/>
                    <a:pt x="1194" y="24"/>
                    <a:pt x="9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268;p44">
              <a:extLst>
                <a:ext uri="{FF2B5EF4-FFF2-40B4-BE49-F238E27FC236}">
                  <a16:creationId xmlns:a16="http://schemas.microsoft.com/office/drawing/2014/main" id="{FF2E2092-F859-0DBA-1967-1FF0AB7B9FB0}"/>
                </a:ext>
              </a:extLst>
            </p:cNvPr>
            <p:cNvSpPr/>
            <p:nvPr/>
          </p:nvSpPr>
          <p:spPr>
            <a:xfrm flipH="1">
              <a:off x="7204810" y="3662546"/>
              <a:ext cx="402184" cy="267388"/>
            </a:xfrm>
            <a:custGeom>
              <a:avLst/>
              <a:gdLst/>
              <a:ahLst/>
              <a:cxnLst/>
              <a:rect l="l" t="t" r="r" b="b"/>
              <a:pathLst>
                <a:path w="3977" h="2644" extrusionOk="0">
                  <a:moveTo>
                    <a:pt x="2301" y="0"/>
                  </a:moveTo>
                  <a:cubicBezTo>
                    <a:pt x="1776" y="0"/>
                    <a:pt x="1250" y="204"/>
                    <a:pt x="850" y="571"/>
                  </a:cubicBezTo>
                  <a:cubicBezTo>
                    <a:pt x="294" y="1080"/>
                    <a:pt x="1" y="1859"/>
                    <a:pt x="24" y="2644"/>
                  </a:cubicBezTo>
                  <a:cubicBezTo>
                    <a:pt x="510" y="2398"/>
                    <a:pt x="1172" y="2035"/>
                    <a:pt x="1582" y="1666"/>
                  </a:cubicBezTo>
                  <a:cubicBezTo>
                    <a:pt x="1681" y="1566"/>
                    <a:pt x="1781" y="1473"/>
                    <a:pt x="1875" y="1397"/>
                  </a:cubicBezTo>
                  <a:cubicBezTo>
                    <a:pt x="2039" y="1282"/>
                    <a:pt x="2839" y="531"/>
                    <a:pt x="3781" y="531"/>
                  </a:cubicBezTo>
                  <a:cubicBezTo>
                    <a:pt x="3845" y="531"/>
                    <a:pt x="3911" y="534"/>
                    <a:pt x="3977" y="542"/>
                  </a:cubicBezTo>
                  <a:cubicBezTo>
                    <a:pt x="3608" y="302"/>
                    <a:pt x="3221" y="202"/>
                    <a:pt x="2929" y="103"/>
                  </a:cubicBezTo>
                  <a:cubicBezTo>
                    <a:pt x="2725" y="34"/>
                    <a:pt x="2513" y="0"/>
                    <a:pt x="2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269;p44">
              <a:extLst>
                <a:ext uri="{FF2B5EF4-FFF2-40B4-BE49-F238E27FC236}">
                  <a16:creationId xmlns:a16="http://schemas.microsoft.com/office/drawing/2014/main" id="{74C1D0A4-857A-C234-04A7-BC3CFFF2E74E}"/>
                </a:ext>
              </a:extLst>
            </p:cNvPr>
            <p:cNvSpPr/>
            <p:nvPr/>
          </p:nvSpPr>
          <p:spPr>
            <a:xfrm flipH="1">
              <a:off x="7281159" y="3294449"/>
              <a:ext cx="405117" cy="452557"/>
            </a:xfrm>
            <a:custGeom>
              <a:avLst/>
              <a:gdLst/>
              <a:ahLst/>
              <a:cxnLst/>
              <a:rect l="l" t="t" r="r" b="b"/>
              <a:pathLst>
                <a:path w="4006" h="4475" extrusionOk="0">
                  <a:moveTo>
                    <a:pt x="1966" y="1"/>
                  </a:moveTo>
                  <a:cubicBezTo>
                    <a:pt x="1298" y="1"/>
                    <a:pt x="657" y="485"/>
                    <a:pt x="346" y="1108"/>
                  </a:cubicBezTo>
                  <a:cubicBezTo>
                    <a:pt x="0" y="1793"/>
                    <a:pt x="0" y="2601"/>
                    <a:pt x="147" y="3356"/>
                  </a:cubicBezTo>
                  <a:cubicBezTo>
                    <a:pt x="223" y="3719"/>
                    <a:pt x="317" y="4088"/>
                    <a:pt x="270" y="4475"/>
                  </a:cubicBezTo>
                  <a:cubicBezTo>
                    <a:pt x="1394" y="3304"/>
                    <a:pt x="1464" y="1916"/>
                    <a:pt x="2196" y="1524"/>
                  </a:cubicBezTo>
                  <a:cubicBezTo>
                    <a:pt x="2881" y="1137"/>
                    <a:pt x="3297" y="475"/>
                    <a:pt x="4005" y="306"/>
                  </a:cubicBezTo>
                  <a:cubicBezTo>
                    <a:pt x="3929" y="230"/>
                    <a:pt x="3783" y="206"/>
                    <a:pt x="3660" y="206"/>
                  </a:cubicBezTo>
                  <a:cubicBezTo>
                    <a:pt x="3540" y="206"/>
                    <a:pt x="3418" y="212"/>
                    <a:pt x="3293" y="212"/>
                  </a:cubicBezTo>
                  <a:cubicBezTo>
                    <a:pt x="3168" y="212"/>
                    <a:pt x="3039" y="206"/>
                    <a:pt x="2904" y="183"/>
                  </a:cubicBezTo>
                  <a:cubicBezTo>
                    <a:pt x="2659" y="136"/>
                    <a:pt x="2395" y="36"/>
                    <a:pt x="2149" y="13"/>
                  </a:cubicBezTo>
                  <a:cubicBezTo>
                    <a:pt x="2088" y="5"/>
                    <a:pt x="2027" y="1"/>
                    <a:pt x="19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270;p44">
              <a:extLst>
                <a:ext uri="{FF2B5EF4-FFF2-40B4-BE49-F238E27FC236}">
                  <a16:creationId xmlns:a16="http://schemas.microsoft.com/office/drawing/2014/main" id="{DCF483BC-A78A-2408-8286-493AE06F5B61}"/>
                </a:ext>
              </a:extLst>
            </p:cNvPr>
            <p:cNvSpPr/>
            <p:nvPr/>
          </p:nvSpPr>
          <p:spPr>
            <a:xfrm flipH="1">
              <a:off x="7693247" y="2996736"/>
              <a:ext cx="350710" cy="659064"/>
            </a:xfrm>
            <a:custGeom>
              <a:avLst/>
              <a:gdLst/>
              <a:ahLst/>
              <a:cxnLst/>
              <a:rect l="l" t="t" r="r" b="b"/>
              <a:pathLst>
                <a:path w="3468" h="6517" extrusionOk="0">
                  <a:moveTo>
                    <a:pt x="718" y="0"/>
                  </a:moveTo>
                  <a:cubicBezTo>
                    <a:pt x="506" y="0"/>
                    <a:pt x="294" y="59"/>
                    <a:pt x="171" y="223"/>
                  </a:cubicBezTo>
                  <a:cubicBezTo>
                    <a:pt x="48" y="346"/>
                    <a:pt x="1" y="539"/>
                    <a:pt x="1" y="738"/>
                  </a:cubicBezTo>
                  <a:cubicBezTo>
                    <a:pt x="1" y="908"/>
                    <a:pt x="48" y="1101"/>
                    <a:pt x="100" y="1271"/>
                  </a:cubicBezTo>
                  <a:cubicBezTo>
                    <a:pt x="171" y="1517"/>
                    <a:pt x="247" y="1739"/>
                    <a:pt x="317" y="1956"/>
                  </a:cubicBezTo>
                  <a:cubicBezTo>
                    <a:pt x="393" y="2202"/>
                    <a:pt x="463" y="2418"/>
                    <a:pt x="563" y="2641"/>
                  </a:cubicBezTo>
                  <a:cubicBezTo>
                    <a:pt x="662" y="2834"/>
                    <a:pt x="780" y="3027"/>
                    <a:pt x="879" y="3226"/>
                  </a:cubicBezTo>
                  <a:cubicBezTo>
                    <a:pt x="1072" y="3519"/>
                    <a:pt x="1248" y="3812"/>
                    <a:pt x="1418" y="4105"/>
                  </a:cubicBezTo>
                  <a:cubicBezTo>
                    <a:pt x="1541" y="4321"/>
                    <a:pt x="1658" y="4520"/>
                    <a:pt x="1804" y="4690"/>
                  </a:cubicBezTo>
                  <a:cubicBezTo>
                    <a:pt x="2074" y="5006"/>
                    <a:pt x="2390" y="5223"/>
                    <a:pt x="2659" y="5492"/>
                  </a:cubicBezTo>
                  <a:cubicBezTo>
                    <a:pt x="2928" y="5762"/>
                    <a:pt x="3174" y="6101"/>
                    <a:pt x="3198" y="6517"/>
                  </a:cubicBezTo>
                  <a:cubicBezTo>
                    <a:pt x="3467" y="5955"/>
                    <a:pt x="3368" y="4883"/>
                    <a:pt x="3297" y="4397"/>
                  </a:cubicBezTo>
                  <a:cubicBezTo>
                    <a:pt x="3268" y="4151"/>
                    <a:pt x="3221" y="3935"/>
                    <a:pt x="3174" y="3712"/>
                  </a:cubicBezTo>
                  <a:cubicBezTo>
                    <a:pt x="2952" y="3004"/>
                    <a:pt x="2489" y="2418"/>
                    <a:pt x="2243" y="1739"/>
                  </a:cubicBezTo>
                  <a:cubicBezTo>
                    <a:pt x="2097" y="1370"/>
                    <a:pt x="2027" y="931"/>
                    <a:pt x="1781" y="638"/>
                  </a:cubicBezTo>
                  <a:cubicBezTo>
                    <a:pt x="1687" y="515"/>
                    <a:pt x="1564" y="422"/>
                    <a:pt x="1441" y="322"/>
                  </a:cubicBezTo>
                  <a:cubicBezTo>
                    <a:pt x="1271" y="176"/>
                    <a:pt x="1049" y="53"/>
                    <a:pt x="832" y="6"/>
                  </a:cubicBezTo>
                  <a:cubicBezTo>
                    <a:pt x="794" y="2"/>
                    <a:pt x="756" y="0"/>
                    <a:pt x="7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271;p44">
              <a:extLst>
                <a:ext uri="{FF2B5EF4-FFF2-40B4-BE49-F238E27FC236}">
                  <a16:creationId xmlns:a16="http://schemas.microsoft.com/office/drawing/2014/main" id="{6ECA70F8-CAAB-2783-5C55-07429C39F6B5}"/>
                </a:ext>
              </a:extLst>
            </p:cNvPr>
            <p:cNvSpPr/>
            <p:nvPr/>
          </p:nvSpPr>
          <p:spPr>
            <a:xfrm flipH="1">
              <a:off x="7690923" y="3076019"/>
              <a:ext cx="259493" cy="1125172"/>
            </a:xfrm>
            <a:custGeom>
              <a:avLst/>
              <a:gdLst/>
              <a:ahLst/>
              <a:cxnLst/>
              <a:rect l="l" t="t" r="r" b="b"/>
              <a:pathLst>
                <a:path w="2566" h="11126" extrusionOk="0">
                  <a:moveTo>
                    <a:pt x="77" y="1"/>
                  </a:moveTo>
                  <a:lnTo>
                    <a:pt x="1" y="48"/>
                  </a:lnTo>
                  <a:cubicBezTo>
                    <a:pt x="393" y="832"/>
                    <a:pt x="809" y="1611"/>
                    <a:pt x="1201" y="2366"/>
                  </a:cubicBezTo>
                  <a:cubicBezTo>
                    <a:pt x="1348" y="2659"/>
                    <a:pt x="1494" y="2952"/>
                    <a:pt x="1611" y="3244"/>
                  </a:cubicBezTo>
                  <a:cubicBezTo>
                    <a:pt x="1933" y="3953"/>
                    <a:pt x="2150" y="5100"/>
                    <a:pt x="2273" y="6371"/>
                  </a:cubicBezTo>
                  <a:cubicBezTo>
                    <a:pt x="2419" y="7659"/>
                    <a:pt x="2466" y="9053"/>
                    <a:pt x="2466" y="10247"/>
                  </a:cubicBezTo>
                  <a:lnTo>
                    <a:pt x="2466" y="11125"/>
                  </a:lnTo>
                  <a:lnTo>
                    <a:pt x="2565" y="11125"/>
                  </a:lnTo>
                  <a:lnTo>
                    <a:pt x="2565" y="10247"/>
                  </a:lnTo>
                  <a:cubicBezTo>
                    <a:pt x="2565" y="9029"/>
                    <a:pt x="2519" y="7636"/>
                    <a:pt x="2372" y="6371"/>
                  </a:cubicBezTo>
                  <a:cubicBezTo>
                    <a:pt x="2249" y="5100"/>
                    <a:pt x="2027" y="3953"/>
                    <a:pt x="1711" y="3221"/>
                  </a:cubicBezTo>
                  <a:cubicBezTo>
                    <a:pt x="1588" y="2905"/>
                    <a:pt x="1441" y="2612"/>
                    <a:pt x="1295" y="2343"/>
                  </a:cubicBezTo>
                  <a:cubicBezTo>
                    <a:pt x="879" y="1564"/>
                    <a:pt x="493" y="779"/>
                    <a:pt x="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272;p44">
              <a:extLst>
                <a:ext uri="{FF2B5EF4-FFF2-40B4-BE49-F238E27FC236}">
                  <a16:creationId xmlns:a16="http://schemas.microsoft.com/office/drawing/2014/main" id="{041CEA2B-5727-C0C7-CE14-E2AE7FAAB92D}"/>
                </a:ext>
              </a:extLst>
            </p:cNvPr>
            <p:cNvSpPr/>
            <p:nvPr/>
          </p:nvSpPr>
          <p:spPr>
            <a:xfrm flipH="1">
              <a:off x="7399580" y="3310528"/>
              <a:ext cx="276685" cy="801860"/>
            </a:xfrm>
            <a:custGeom>
              <a:avLst/>
              <a:gdLst/>
              <a:ahLst/>
              <a:cxnLst/>
              <a:rect l="l" t="t" r="r" b="b"/>
              <a:pathLst>
                <a:path w="2736" h="7929" extrusionOk="0">
                  <a:moveTo>
                    <a:pt x="2636" y="0"/>
                  </a:moveTo>
                  <a:cubicBezTo>
                    <a:pt x="2296" y="0"/>
                    <a:pt x="1974" y="170"/>
                    <a:pt x="1711" y="393"/>
                  </a:cubicBezTo>
                  <a:cubicBezTo>
                    <a:pt x="780" y="1148"/>
                    <a:pt x="440" y="2413"/>
                    <a:pt x="247" y="3584"/>
                  </a:cubicBezTo>
                  <a:cubicBezTo>
                    <a:pt x="71" y="4684"/>
                    <a:pt x="1" y="5809"/>
                    <a:pt x="1" y="6903"/>
                  </a:cubicBezTo>
                  <a:cubicBezTo>
                    <a:pt x="1" y="7243"/>
                    <a:pt x="1" y="7589"/>
                    <a:pt x="24" y="7928"/>
                  </a:cubicBezTo>
                  <a:lnTo>
                    <a:pt x="124" y="7905"/>
                  </a:lnTo>
                  <a:cubicBezTo>
                    <a:pt x="100" y="7589"/>
                    <a:pt x="100" y="7243"/>
                    <a:pt x="100" y="6903"/>
                  </a:cubicBezTo>
                  <a:cubicBezTo>
                    <a:pt x="100" y="5809"/>
                    <a:pt x="171" y="4684"/>
                    <a:pt x="340" y="3613"/>
                  </a:cubicBezTo>
                  <a:cubicBezTo>
                    <a:pt x="540" y="2413"/>
                    <a:pt x="879" y="1195"/>
                    <a:pt x="1757" y="463"/>
                  </a:cubicBezTo>
                  <a:cubicBezTo>
                    <a:pt x="2027" y="246"/>
                    <a:pt x="2320" y="100"/>
                    <a:pt x="2636" y="100"/>
                  </a:cubicBezTo>
                  <a:lnTo>
                    <a:pt x="2735" y="100"/>
                  </a:lnTo>
                  <a:lnTo>
                    <a:pt x="27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273;p44">
              <a:extLst>
                <a:ext uri="{FF2B5EF4-FFF2-40B4-BE49-F238E27FC236}">
                  <a16:creationId xmlns:a16="http://schemas.microsoft.com/office/drawing/2014/main" id="{DBB93123-D300-445C-8401-F2D8EB3AD458}"/>
                </a:ext>
              </a:extLst>
            </p:cNvPr>
            <p:cNvSpPr/>
            <p:nvPr/>
          </p:nvSpPr>
          <p:spPr>
            <a:xfrm flipH="1">
              <a:off x="7288846" y="3680546"/>
              <a:ext cx="345350" cy="554900"/>
            </a:xfrm>
            <a:custGeom>
              <a:avLst/>
              <a:gdLst/>
              <a:ahLst/>
              <a:cxnLst/>
              <a:rect l="l" t="t" r="r" b="b"/>
              <a:pathLst>
                <a:path w="3415" h="5487" extrusionOk="0">
                  <a:moveTo>
                    <a:pt x="2952" y="1"/>
                  </a:moveTo>
                  <a:cubicBezTo>
                    <a:pt x="2290" y="1"/>
                    <a:pt x="1658" y="317"/>
                    <a:pt x="1195" y="779"/>
                  </a:cubicBezTo>
                  <a:cubicBezTo>
                    <a:pt x="610" y="1388"/>
                    <a:pt x="293" y="2196"/>
                    <a:pt x="147" y="2999"/>
                  </a:cubicBezTo>
                  <a:cubicBezTo>
                    <a:pt x="24" y="3660"/>
                    <a:pt x="1" y="4293"/>
                    <a:pt x="1" y="4954"/>
                  </a:cubicBezTo>
                  <a:lnTo>
                    <a:pt x="1" y="5487"/>
                  </a:lnTo>
                  <a:lnTo>
                    <a:pt x="94" y="5487"/>
                  </a:lnTo>
                  <a:lnTo>
                    <a:pt x="94" y="4954"/>
                  </a:lnTo>
                  <a:cubicBezTo>
                    <a:pt x="94" y="4316"/>
                    <a:pt x="124" y="3660"/>
                    <a:pt x="241" y="3028"/>
                  </a:cubicBezTo>
                  <a:cubicBezTo>
                    <a:pt x="387" y="2220"/>
                    <a:pt x="709" y="1441"/>
                    <a:pt x="1265" y="856"/>
                  </a:cubicBezTo>
                  <a:cubicBezTo>
                    <a:pt x="1704" y="393"/>
                    <a:pt x="2343" y="100"/>
                    <a:pt x="2952" y="100"/>
                  </a:cubicBezTo>
                  <a:cubicBezTo>
                    <a:pt x="3098" y="100"/>
                    <a:pt x="3244" y="124"/>
                    <a:pt x="3391" y="147"/>
                  </a:cubicBezTo>
                  <a:lnTo>
                    <a:pt x="3414" y="48"/>
                  </a:lnTo>
                  <a:cubicBezTo>
                    <a:pt x="3268" y="24"/>
                    <a:pt x="3098" y="1"/>
                    <a:pt x="29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274;p44">
              <a:extLst>
                <a:ext uri="{FF2B5EF4-FFF2-40B4-BE49-F238E27FC236}">
                  <a16:creationId xmlns:a16="http://schemas.microsoft.com/office/drawing/2014/main" id="{8138DBA1-7411-C409-FFA5-8A8C2FBD80A6}"/>
                </a:ext>
              </a:extLst>
            </p:cNvPr>
            <p:cNvSpPr/>
            <p:nvPr/>
          </p:nvSpPr>
          <p:spPr>
            <a:xfrm flipH="1">
              <a:off x="7764941" y="3478700"/>
              <a:ext cx="552561" cy="410588"/>
            </a:xfrm>
            <a:custGeom>
              <a:avLst/>
              <a:gdLst/>
              <a:ahLst/>
              <a:cxnLst/>
              <a:rect l="l" t="t" r="r" b="b"/>
              <a:pathLst>
                <a:path w="5464" h="4060" extrusionOk="0">
                  <a:moveTo>
                    <a:pt x="2102" y="1"/>
                  </a:moveTo>
                  <a:cubicBezTo>
                    <a:pt x="1915" y="1"/>
                    <a:pt x="1726" y="23"/>
                    <a:pt x="1535" y="70"/>
                  </a:cubicBezTo>
                  <a:cubicBezTo>
                    <a:pt x="996" y="217"/>
                    <a:pt x="510" y="433"/>
                    <a:pt x="1" y="656"/>
                  </a:cubicBezTo>
                  <a:cubicBezTo>
                    <a:pt x="477" y="553"/>
                    <a:pt x="822" y="498"/>
                    <a:pt x="1124" y="498"/>
                  </a:cubicBezTo>
                  <a:cubicBezTo>
                    <a:pt x="1546" y="498"/>
                    <a:pt x="1881" y="607"/>
                    <a:pt x="2366" y="849"/>
                  </a:cubicBezTo>
                  <a:cubicBezTo>
                    <a:pt x="3168" y="1265"/>
                    <a:pt x="3607" y="2290"/>
                    <a:pt x="4123" y="3045"/>
                  </a:cubicBezTo>
                  <a:cubicBezTo>
                    <a:pt x="4254" y="3234"/>
                    <a:pt x="4905" y="4059"/>
                    <a:pt x="5233" y="4059"/>
                  </a:cubicBezTo>
                  <a:cubicBezTo>
                    <a:pt x="5330" y="4059"/>
                    <a:pt x="5399" y="3986"/>
                    <a:pt x="5417" y="3800"/>
                  </a:cubicBezTo>
                  <a:cubicBezTo>
                    <a:pt x="5464" y="3045"/>
                    <a:pt x="5270" y="2143"/>
                    <a:pt x="4831" y="1581"/>
                  </a:cubicBezTo>
                  <a:cubicBezTo>
                    <a:pt x="4125" y="711"/>
                    <a:pt x="3156" y="1"/>
                    <a:pt x="2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275;p44">
              <a:extLst>
                <a:ext uri="{FF2B5EF4-FFF2-40B4-BE49-F238E27FC236}">
                  <a16:creationId xmlns:a16="http://schemas.microsoft.com/office/drawing/2014/main" id="{D115ED09-BDC6-B6D9-2EA6-532BC09676F3}"/>
                </a:ext>
              </a:extLst>
            </p:cNvPr>
            <p:cNvSpPr/>
            <p:nvPr/>
          </p:nvSpPr>
          <p:spPr>
            <a:xfrm flipH="1">
              <a:off x="7713469" y="3485779"/>
              <a:ext cx="493300" cy="693448"/>
            </a:xfrm>
            <a:custGeom>
              <a:avLst/>
              <a:gdLst/>
              <a:ahLst/>
              <a:cxnLst/>
              <a:rect l="l" t="t" r="r" b="b"/>
              <a:pathLst>
                <a:path w="4878" h="6857" extrusionOk="0">
                  <a:moveTo>
                    <a:pt x="779" y="0"/>
                  </a:moveTo>
                  <a:cubicBezTo>
                    <a:pt x="516" y="0"/>
                    <a:pt x="247" y="24"/>
                    <a:pt x="1" y="94"/>
                  </a:cubicBezTo>
                  <a:lnTo>
                    <a:pt x="24" y="170"/>
                  </a:lnTo>
                  <a:cubicBezTo>
                    <a:pt x="270" y="123"/>
                    <a:pt x="539" y="94"/>
                    <a:pt x="779" y="94"/>
                  </a:cubicBezTo>
                  <a:cubicBezTo>
                    <a:pt x="1441" y="94"/>
                    <a:pt x="2050" y="293"/>
                    <a:pt x="2536" y="756"/>
                  </a:cubicBezTo>
                  <a:cubicBezTo>
                    <a:pt x="2881" y="1072"/>
                    <a:pt x="3221" y="1611"/>
                    <a:pt x="3514" y="2196"/>
                  </a:cubicBezTo>
                  <a:cubicBezTo>
                    <a:pt x="3830" y="2782"/>
                    <a:pt x="4076" y="3391"/>
                    <a:pt x="4222" y="3877"/>
                  </a:cubicBezTo>
                  <a:cubicBezTo>
                    <a:pt x="4515" y="4831"/>
                    <a:pt x="4638" y="5856"/>
                    <a:pt x="4784" y="6857"/>
                  </a:cubicBezTo>
                  <a:lnTo>
                    <a:pt x="4878" y="6857"/>
                  </a:lnTo>
                  <a:cubicBezTo>
                    <a:pt x="4732" y="5832"/>
                    <a:pt x="4615" y="4831"/>
                    <a:pt x="4322" y="3853"/>
                  </a:cubicBezTo>
                  <a:cubicBezTo>
                    <a:pt x="4146" y="3367"/>
                    <a:pt x="3906" y="2729"/>
                    <a:pt x="3613" y="2143"/>
                  </a:cubicBezTo>
                  <a:cubicBezTo>
                    <a:pt x="3321" y="1558"/>
                    <a:pt x="2952" y="1025"/>
                    <a:pt x="2612" y="680"/>
                  </a:cubicBezTo>
                  <a:cubicBezTo>
                    <a:pt x="2097" y="194"/>
                    <a:pt x="1441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276;p44">
              <a:extLst>
                <a:ext uri="{FF2B5EF4-FFF2-40B4-BE49-F238E27FC236}">
                  <a16:creationId xmlns:a16="http://schemas.microsoft.com/office/drawing/2014/main" id="{F373E2D1-BEE7-450C-2E69-2DD8DCDE35FE}"/>
                </a:ext>
              </a:extLst>
            </p:cNvPr>
            <p:cNvSpPr/>
            <p:nvPr/>
          </p:nvSpPr>
          <p:spPr>
            <a:xfrm flipH="1">
              <a:off x="7464094" y="4084946"/>
              <a:ext cx="451332" cy="409880"/>
            </a:xfrm>
            <a:custGeom>
              <a:avLst/>
              <a:gdLst/>
              <a:ahLst/>
              <a:cxnLst/>
              <a:rect l="l" t="t" r="r" b="b"/>
              <a:pathLst>
                <a:path w="4463" h="4053" extrusionOk="0">
                  <a:moveTo>
                    <a:pt x="0" y="1"/>
                  </a:moveTo>
                  <a:lnTo>
                    <a:pt x="633" y="4053"/>
                  </a:lnTo>
                  <a:lnTo>
                    <a:pt x="3853" y="4053"/>
                  </a:lnTo>
                  <a:lnTo>
                    <a:pt x="44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277;p44">
              <a:extLst>
                <a:ext uri="{FF2B5EF4-FFF2-40B4-BE49-F238E27FC236}">
                  <a16:creationId xmlns:a16="http://schemas.microsoft.com/office/drawing/2014/main" id="{FF286802-CF6C-5FEE-5969-AFEB52871D3B}"/>
                </a:ext>
              </a:extLst>
            </p:cNvPr>
            <p:cNvSpPr/>
            <p:nvPr/>
          </p:nvSpPr>
          <p:spPr>
            <a:xfrm flipH="1">
              <a:off x="7478960" y="4176161"/>
              <a:ext cx="421702" cy="24979"/>
            </a:xfrm>
            <a:custGeom>
              <a:avLst/>
              <a:gdLst/>
              <a:ahLst/>
              <a:cxnLst/>
              <a:rect l="l" t="t" r="r" b="b"/>
              <a:pathLst>
                <a:path w="4170" h="247" extrusionOk="0">
                  <a:moveTo>
                    <a:pt x="1" y="0"/>
                  </a:moveTo>
                  <a:lnTo>
                    <a:pt x="24" y="246"/>
                  </a:lnTo>
                  <a:lnTo>
                    <a:pt x="4146" y="246"/>
                  </a:lnTo>
                  <a:lnTo>
                    <a:pt x="41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278;p44">
              <a:extLst>
                <a:ext uri="{FF2B5EF4-FFF2-40B4-BE49-F238E27FC236}">
                  <a16:creationId xmlns:a16="http://schemas.microsoft.com/office/drawing/2014/main" id="{CF11B086-E324-565D-62E9-A39BFC411B1A}"/>
                </a:ext>
              </a:extLst>
            </p:cNvPr>
            <p:cNvSpPr/>
            <p:nvPr/>
          </p:nvSpPr>
          <p:spPr>
            <a:xfrm flipH="1">
              <a:off x="7826535" y="4188600"/>
              <a:ext cx="109015" cy="678683"/>
            </a:xfrm>
            <a:custGeom>
              <a:avLst/>
              <a:gdLst/>
              <a:ahLst/>
              <a:cxnLst/>
              <a:rect l="l" t="t" r="r" b="b"/>
              <a:pathLst>
                <a:path w="1078" h="6711" extrusionOk="0">
                  <a:moveTo>
                    <a:pt x="978" y="0"/>
                  </a:moveTo>
                  <a:lnTo>
                    <a:pt x="0" y="6710"/>
                  </a:lnTo>
                  <a:lnTo>
                    <a:pt x="100" y="6710"/>
                  </a:lnTo>
                  <a:lnTo>
                    <a:pt x="10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279;p44">
              <a:extLst>
                <a:ext uri="{FF2B5EF4-FFF2-40B4-BE49-F238E27FC236}">
                  <a16:creationId xmlns:a16="http://schemas.microsoft.com/office/drawing/2014/main" id="{BD7656BD-4B89-35D6-6895-2BFA072CA576}"/>
                </a:ext>
              </a:extLst>
            </p:cNvPr>
            <p:cNvSpPr/>
            <p:nvPr/>
          </p:nvSpPr>
          <p:spPr>
            <a:xfrm flipH="1">
              <a:off x="7443977" y="4188600"/>
              <a:ext cx="111443" cy="678683"/>
            </a:xfrm>
            <a:custGeom>
              <a:avLst/>
              <a:gdLst/>
              <a:ahLst/>
              <a:cxnLst/>
              <a:rect l="l" t="t" r="r" b="b"/>
              <a:pathLst>
                <a:path w="1102" h="6711" extrusionOk="0">
                  <a:moveTo>
                    <a:pt x="0" y="0"/>
                  </a:moveTo>
                  <a:lnTo>
                    <a:pt x="1002" y="6710"/>
                  </a:lnTo>
                  <a:lnTo>
                    <a:pt x="1101" y="671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280;p44">
              <a:extLst>
                <a:ext uri="{FF2B5EF4-FFF2-40B4-BE49-F238E27FC236}">
                  <a16:creationId xmlns:a16="http://schemas.microsoft.com/office/drawing/2014/main" id="{133E3D48-6756-6724-5183-84E2BF004361}"/>
                </a:ext>
              </a:extLst>
            </p:cNvPr>
            <p:cNvSpPr/>
            <p:nvPr/>
          </p:nvSpPr>
          <p:spPr>
            <a:xfrm flipH="1">
              <a:off x="7686175" y="4188600"/>
              <a:ext cx="9607" cy="678683"/>
            </a:xfrm>
            <a:custGeom>
              <a:avLst/>
              <a:gdLst/>
              <a:ahLst/>
              <a:cxnLst/>
              <a:rect l="l" t="t" r="r" b="b"/>
              <a:pathLst>
                <a:path w="95" h="6711" extrusionOk="0">
                  <a:moveTo>
                    <a:pt x="1" y="0"/>
                  </a:moveTo>
                  <a:lnTo>
                    <a:pt x="1" y="6710"/>
                  </a:lnTo>
                  <a:lnTo>
                    <a:pt x="94" y="67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281;p44">
              <a:extLst>
                <a:ext uri="{FF2B5EF4-FFF2-40B4-BE49-F238E27FC236}">
                  <a16:creationId xmlns:a16="http://schemas.microsoft.com/office/drawing/2014/main" id="{CF80480C-1D39-19F8-BD7B-BCF8D303F47F}"/>
                </a:ext>
              </a:extLst>
            </p:cNvPr>
            <p:cNvSpPr/>
            <p:nvPr/>
          </p:nvSpPr>
          <p:spPr>
            <a:xfrm flipH="1">
              <a:off x="7930181" y="3477183"/>
              <a:ext cx="461344" cy="252825"/>
            </a:xfrm>
            <a:custGeom>
              <a:avLst/>
              <a:gdLst/>
              <a:ahLst/>
              <a:cxnLst/>
              <a:rect l="l" t="t" r="r" b="b"/>
              <a:pathLst>
                <a:path w="4562" h="2500" extrusionOk="0">
                  <a:moveTo>
                    <a:pt x="2821" y="1"/>
                  </a:moveTo>
                  <a:cubicBezTo>
                    <a:pt x="2740" y="1"/>
                    <a:pt x="2661" y="4"/>
                    <a:pt x="2583" y="9"/>
                  </a:cubicBezTo>
                  <a:cubicBezTo>
                    <a:pt x="1951" y="62"/>
                    <a:pt x="1289" y="279"/>
                    <a:pt x="756" y="648"/>
                  </a:cubicBezTo>
                  <a:cubicBezTo>
                    <a:pt x="264" y="1011"/>
                    <a:pt x="1" y="1497"/>
                    <a:pt x="411" y="2111"/>
                  </a:cubicBezTo>
                  <a:cubicBezTo>
                    <a:pt x="606" y="2378"/>
                    <a:pt x="924" y="2500"/>
                    <a:pt x="1247" y="2500"/>
                  </a:cubicBezTo>
                  <a:cubicBezTo>
                    <a:pt x="1457" y="2500"/>
                    <a:pt x="1669" y="2448"/>
                    <a:pt x="1851" y="2351"/>
                  </a:cubicBezTo>
                  <a:cubicBezTo>
                    <a:pt x="2343" y="2111"/>
                    <a:pt x="2682" y="1672"/>
                    <a:pt x="3046" y="1280"/>
                  </a:cubicBezTo>
                  <a:cubicBezTo>
                    <a:pt x="3414" y="864"/>
                    <a:pt x="4562" y="618"/>
                    <a:pt x="4562" y="618"/>
                  </a:cubicBezTo>
                  <a:cubicBezTo>
                    <a:pt x="4562" y="618"/>
                    <a:pt x="4293" y="355"/>
                    <a:pt x="4000" y="232"/>
                  </a:cubicBezTo>
                  <a:cubicBezTo>
                    <a:pt x="3854" y="179"/>
                    <a:pt x="3707" y="109"/>
                    <a:pt x="3561" y="85"/>
                  </a:cubicBezTo>
                  <a:cubicBezTo>
                    <a:pt x="3322" y="28"/>
                    <a:pt x="3067" y="1"/>
                    <a:pt x="28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282;p44">
              <a:extLst>
                <a:ext uri="{FF2B5EF4-FFF2-40B4-BE49-F238E27FC236}">
                  <a16:creationId xmlns:a16="http://schemas.microsoft.com/office/drawing/2014/main" id="{951C3E9E-745E-9D9F-BD95-D2279F948B31}"/>
                </a:ext>
              </a:extLst>
            </p:cNvPr>
            <p:cNvSpPr/>
            <p:nvPr/>
          </p:nvSpPr>
          <p:spPr>
            <a:xfrm flipH="1">
              <a:off x="8031412" y="3480419"/>
              <a:ext cx="256459" cy="143402"/>
            </a:xfrm>
            <a:custGeom>
              <a:avLst/>
              <a:gdLst/>
              <a:ahLst/>
              <a:cxnLst/>
              <a:rect l="l" t="t" r="r" b="b"/>
              <a:pathLst>
                <a:path w="2536" h="1418" extrusionOk="0">
                  <a:moveTo>
                    <a:pt x="2536" y="1"/>
                  </a:moveTo>
                  <a:cubicBezTo>
                    <a:pt x="1950" y="53"/>
                    <a:pt x="1412" y="223"/>
                    <a:pt x="972" y="469"/>
                  </a:cubicBezTo>
                  <a:cubicBezTo>
                    <a:pt x="533" y="709"/>
                    <a:pt x="170" y="1002"/>
                    <a:pt x="0" y="1371"/>
                  </a:cubicBezTo>
                  <a:lnTo>
                    <a:pt x="71" y="1418"/>
                  </a:lnTo>
                  <a:cubicBezTo>
                    <a:pt x="241" y="1078"/>
                    <a:pt x="586" y="785"/>
                    <a:pt x="996" y="539"/>
                  </a:cubicBezTo>
                  <a:cubicBezTo>
                    <a:pt x="1435" y="323"/>
                    <a:pt x="1974" y="147"/>
                    <a:pt x="2536" y="100"/>
                  </a:cubicBezTo>
                  <a:lnTo>
                    <a:pt x="25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283;p44">
              <a:extLst>
                <a:ext uri="{FF2B5EF4-FFF2-40B4-BE49-F238E27FC236}">
                  <a16:creationId xmlns:a16="http://schemas.microsoft.com/office/drawing/2014/main" id="{84E16F62-952A-1E5F-47A6-C3811045024E}"/>
                </a:ext>
              </a:extLst>
            </p:cNvPr>
            <p:cNvSpPr/>
            <p:nvPr/>
          </p:nvSpPr>
          <p:spPr>
            <a:xfrm>
              <a:off x="6045250" y="1479575"/>
              <a:ext cx="609402" cy="430332"/>
            </a:xfrm>
            <a:custGeom>
              <a:avLst/>
              <a:gdLst/>
              <a:ahLst/>
              <a:cxnLst/>
              <a:rect l="l" t="t" r="r" b="b"/>
              <a:pathLst>
                <a:path w="4322" h="3052" extrusionOk="0">
                  <a:moveTo>
                    <a:pt x="3027" y="100"/>
                  </a:moveTo>
                  <a:cubicBezTo>
                    <a:pt x="3343" y="100"/>
                    <a:pt x="3660" y="247"/>
                    <a:pt x="3882" y="463"/>
                  </a:cubicBezTo>
                  <a:cubicBezTo>
                    <a:pt x="4099" y="686"/>
                    <a:pt x="4222" y="979"/>
                    <a:pt x="4222" y="1318"/>
                  </a:cubicBezTo>
                  <a:cubicBezTo>
                    <a:pt x="4222" y="1828"/>
                    <a:pt x="3929" y="2243"/>
                    <a:pt x="3513" y="2442"/>
                  </a:cubicBezTo>
                  <a:lnTo>
                    <a:pt x="3466" y="2466"/>
                  </a:lnTo>
                  <a:lnTo>
                    <a:pt x="3613" y="2829"/>
                  </a:lnTo>
                  <a:lnTo>
                    <a:pt x="3074" y="2536"/>
                  </a:lnTo>
                  <a:lnTo>
                    <a:pt x="1318" y="2536"/>
                  </a:lnTo>
                  <a:cubicBezTo>
                    <a:pt x="978" y="2536"/>
                    <a:pt x="685" y="2390"/>
                    <a:pt x="469" y="2173"/>
                  </a:cubicBezTo>
                  <a:cubicBezTo>
                    <a:pt x="246" y="1951"/>
                    <a:pt x="100" y="1658"/>
                    <a:pt x="100" y="1318"/>
                  </a:cubicBezTo>
                  <a:cubicBezTo>
                    <a:pt x="100" y="979"/>
                    <a:pt x="246" y="686"/>
                    <a:pt x="469" y="463"/>
                  </a:cubicBezTo>
                  <a:cubicBezTo>
                    <a:pt x="685" y="247"/>
                    <a:pt x="978" y="100"/>
                    <a:pt x="1318" y="100"/>
                  </a:cubicBezTo>
                  <a:close/>
                  <a:moveTo>
                    <a:pt x="1318" y="1"/>
                  </a:moveTo>
                  <a:cubicBezTo>
                    <a:pt x="586" y="1"/>
                    <a:pt x="0" y="586"/>
                    <a:pt x="0" y="1318"/>
                  </a:cubicBezTo>
                  <a:cubicBezTo>
                    <a:pt x="0" y="2050"/>
                    <a:pt x="586" y="2636"/>
                    <a:pt x="1318" y="2636"/>
                  </a:cubicBezTo>
                  <a:lnTo>
                    <a:pt x="3051" y="2636"/>
                  </a:lnTo>
                  <a:lnTo>
                    <a:pt x="3783" y="3051"/>
                  </a:lnTo>
                  <a:lnTo>
                    <a:pt x="3578" y="2497"/>
                  </a:lnTo>
                  <a:lnTo>
                    <a:pt x="3578" y="2497"/>
                  </a:lnTo>
                  <a:cubicBezTo>
                    <a:pt x="4021" y="2296"/>
                    <a:pt x="4321" y="1843"/>
                    <a:pt x="4321" y="1318"/>
                  </a:cubicBezTo>
                  <a:cubicBezTo>
                    <a:pt x="4321" y="586"/>
                    <a:pt x="3736" y="1"/>
                    <a:pt x="30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284;p44">
              <a:extLst>
                <a:ext uri="{FF2B5EF4-FFF2-40B4-BE49-F238E27FC236}">
                  <a16:creationId xmlns:a16="http://schemas.microsoft.com/office/drawing/2014/main" id="{432AA4E0-2982-5801-5CC0-DA838F9AE7A9}"/>
                </a:ext>
              </a:extLst>
            </p:cNvPr>
            <p:cNvSpPr/>
            <p:nvPr/>
          </p:nvSpPr>
          <p:spPr>
            <a:xfrm>
              <a:off x="6189634" y="1568828"/>
              <a:ext cx="320493" cy="179211"/>
            </a:xfrm>
            <a:custGeom>
              <a:avLst/>
              <a:gdLst/>
              <a:ahLst/>
              <a:cxnLst/>
              <a:rect l="l" t="t" r="r" b="b"/>
              <a:pathLst>
                <a:path w="2273" h="1271" extrusionOk="0">
                  <a:moveTo>
                    <a:pt x="2197" y="0"/>
                  </a:moveTo>
                  <a:lnTo>
                    <a:pt x="1348" y="832"/>
                  </a:lnTo>
                  <a:lnTo>
                    <a:pt x="879" y="439"/>
                  </a:lnTo>
                  <a:lnTo>
                    <a:pt x="1" y="1195"/>
                  </a:lnTo>
                  <a:lnTo>
                    <a:pt x="54" y="1271"/>
                  </a:lnTo>
                  <a:lnTo>
                    <a:pt x="879" y="562"/>
                  </a:lnTo>
                  <a:lnTo>
                    <a:pt x="1348" y="978"/>
                  </a:lnTo>
                  <a:lnTo>
                    <a:pt x="2273" y="76"/>
                  </a:lnTo>
                  <a:lnTo>
                    <a:pt x="21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285;p44">
              <a:extLst>
                <a:ext uri="{FF2B5EF4-FFF2-40B4-BE49-F238E27FC236}">
                  <a16:creationId xmlns:a16="http://schemas.microsoft.com/office/drawing/2014/main" id="{51BF2876-427F-E2F4-48F2-C61FC8D58107}"/>
                </a:ext>
              </a:extLst>
            </p:cNvPr>
            <p:cNvSpPr/>
            <p:nvPr/>
          </p:nvSpPr>
          <p:spPr>
            <a:xfrm flipH="1">
              <a:off x="3269537" y="1310737"/>
              <a:ext cx="928177" cy="328620"/>
            </a:xfrm>
            <a:custGeom>
              <a:avLst/>
              <a:gdLst/>
              <a:ahLst/>
              <a:cxnLst/>
              <a:rect l="l" t="t" r="r" b="b"/>
              <a:pathLst>
                <a:path w="12744" h="4512" extrusionOk="0">
                  <a:moveTo>
                    <a:pt x="7302" y="1"/>
                  </a:moveTo>
                  <a:cubicBezTo>
                    <a:pt x="6564" y="1"/>
                    <a:pt x="5857" y="546"/>
                    <a:pt x="5534" y="1053"/>
                  </a:cubicBezTo>
                  <a:cubicBezTo>
                    <a:pt x="5150" y="1599"/>
                    <a:pt x="4958" y="2237"/>
                    <a:pt x="4866" y="2883"/>
                  </a:cubicBezTo>
                  <a:cubicBezTo>
                    <a:pt x="4543" y="2498"/>
                    <a:pt x="3936" y="2175"/>
                    <a:pt x="3390" y="2175"/>
                  </a:cubicBezTo>
                  <a:cubicBezTo>
                    <a:pt x="3006" y="2175"/>
                    <a:pt x="2652" y="2337"/>
                    <a:pt x="2460" y="2752"/>
                  </a:cubicBezTo>
                  <a:cubicBezTo>
                    <a:pt x="2268" y="3167"/>
                    <a:pt x="2307" y="3651"/>
                    <a:pt x="2307" y="4097"/>
                  </a:cubicBezTo>
                  <a:cubicBezTo>
                    <a:pt x="2076" y="4035"/>
                    <a:pt x="1853" y="4005"/>
                    <a:pt x="1630" y="4005"/>
                  </a:cubicBezTo>
                  <a:cubicBezTo>
                    <a:pt x="1054" y="4005"/>
                    <a:pt x="477" y="4197"/>
                    <a:pt x="1" y="4512"/>
                  </a:cubicBezTo>
                  <a:lnTo>
                    <a:pt x="12713" y="4512"/>
                  </a:lnTo>
                  <a:cubicBezTo>
                    <a:pt x="12743" y="3620"/>
                    <a:pt x="12490" y="2752"/>
                    <a:pt x="12036" y="2306"/>
                  </a:cubicBezTo>
                  <a:cubicBezTo>
                    <a:pt x="11783" y="2014"/>
                    <a:pt x="11337" y="1822"/>
                    <a:pt x="10914" y="1822"/>
                  </a:cubicBezTo>
                  <a:cubicBezTo>
                    <a:pt x="10791" y="1822"/>
                    <a:pt x="10691" y="1822"/>
                    <a:pt x="10599" y="1853"/>
                  </a:cubicBezTo>
                  <a:cubicBezTo>
                    <a:pt x="9953" y="2014"/>
                    <a:pt x="9538" y="2468"/>
                    <a:pt x="9123" y="2752"/>
                  </a:cubicBezTo>
                  <a:cubicBezTo>
                    <a:pt x="8962" y="1538"/>
                    <a:pt x="8455" y="385"/>
                    <a:pt x="7909" y="162"/>
                  </a:cubicBezTo>
                  <a:cubicBezTo>
                    <a:pt x="7717" y="62"/>
                    <a:pt x="7494" y="1"/>
                    <a:pt x="7302" y="1"/>
                  </a:cubicBezTo>
                  <a:close/>
                </a:path>
              </a:pathLst>
            </a:custGeom>
            <a:solidFill>
              <a:srgbClr val="EBF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286;p44">
              <a:extLst>
                <a:ext uri="{FF2B5EF4-FFF2-40B4-BE49-F238E27FC236}">
                  <a16:creationId xmlns:a16="http://schemas.microsoft.com/office/drawing/2014/main" id="{CF9B39AA-9AE8-B374-B12F-5A6D0BEC4F6B}"/>
                </a:ext>
              </a:extLst>
            </p:cNvPr>
            <p:cNvSpPr/>
            <p:nvPr/>
          </p:nvSpPr>
          <p:spPr>
            <a:xfrm flipH="1">
              <a:off x="4364862" y="773924"/>
              <a:ext cx="928177" cy="328620"/>
            </a:xfrm>
            <a:custGeom>
              <a:avLst/>
              <a:gdLst/>
              <a:ahLst/>
              <a:cxnLst/>
              <a:rect l="l" t="t" r="r" b="b"/>
              <a:pathLst>
                <a:path w="12744" h="4512" extrusionOk="0">
                  <a:moveTo>
                    <a:pt x="7302" y="1"/>
                  </a:moveTo>
                  <a:cubicBezTo>
                    <a:pt x="6564" y="1"/>
                    <a:pt x="5857" y="546"/>
                    <a:pt x="5534" y="1053"/>
                  </a:cubicBezTo>
                  <a:cubicBezTo>
                    <a:pt x="5150" y="1599"/>
                    <a:pt x="4958" y="2237"/>
                    <a:pt x="4866" y="2883"/>
                  </a:cubicBezTo>
                  <a:cubicBezTo>
                    <a:pt x="4543" y="2498"/>
                    <a:pt x="3936" y="2175"/>
                    <a:pt x="3390" y="2175"/>
                  </a:cubicBezTo>
                  <a:cubicBezTo>
                    <a:pt x="3006" y="2175"/>
                    <a:pt x="2652" y="2337"/>
                    <a:pt x="2460" y="2752"/>
                  </a:cubicBezTo>
                  <a:cubicBezTo>
                    <a:pt x="2268" y="3167"/>
                    <a:pt x="2307" y="3651"/>
                    <a:pt x="2307" y="4097"/>
                  </a:cubicBezTo>
                  <a:cubicBezTo>
                    <a:pt x="2076" y="4035"/>
                    <a:pt x="1853" y="4005"/>
                    <a:pt x="1630" y="4005"/>
                  </a:cubicBezTo>
                  <a:cubicBezTo>
                    <a:pt x="1054" y="4005"/>
                    <a:pt x="477" y="4197"/>
                    <a:pt x="1" y="4512"/>
                  </a:cubicBezTo>
                  <a:lnTo>
                    <a:pt x="12713" y="4512"/>
                  </a:lnTo>
                  <a:cubicBezTo>
                    <a:pt x="12743" y="3620"/>
                    <a:pt x="12490" y="2752"/>
                    <a:pt x="12036" y="2306"/>
                  </a:cubicBezTo>
                  <a:cubicBezTo>
                    <a:pt x="11783" y="2014"/>
                    <a:pt x="11337" y="1822"/>
                    <a:pt x="10914" y="1822"/>
                  </a:cubicBezTo>
                  <a:cubicBezTo>
                    <a:pt x="10791" y="1822"/>
                    <a:pt x="10691" y="1822"/>
                    <a:pt x="10599" y="1853"/>
                  </a:cubicBezTo>
                  <a:cubicBezTo>
                    <a:pt x="9953" y="2014"/>
                    <a:pt x="9538" y="2468"/>
                    <a:pt x="9123" y="2752"/>
                  </a:cubicBezTo>
                  <a:cubicBezTo>
                    <a:pt x="8962" y="1538"/>
                    <a:pt x="8455" y="385"/>
                    <a:pt x="7909" y="162"/>
                  </a:cubicBezTo>
                  <a:cubicBezTo>
                    <a:pt x="7717" y="62"/>
                    <a:pt x="7494" y="1"/>
                    <a:pt x="7302" y="1"/>
                  </a:cubicBezTo>
                  <a:close/>
                </a:path>
              </a:pathLst>
            </a:custGeom>
            <a:solidFill>
              <a:srgbClr val="EBF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28446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7">
          <a:extLst>
            <a:ext uri="{FF2B5EF4-FFF2-40B4-BE49-F238E27FC236}">
              <a16:creationId xmlns:a16="http://schemas.microsoft.com/office/drawing/2014/main" id="{D5C5056E-72D9-7A14-59E8-5A826DA7E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35">
            <a:extLst>
              <a:ext uri="{FF2B5EF4-FFF2-40B4-BE49-F238E27FC236}">
                <a16:creationId xmlns:a16="http://schemas.microsoft.com/office/drawing/2014/main" id="{76F4FD82-4AA8-2441-81F4-342D23BD46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22" y="2101741"/>
            <a:ext cx="3377371" cy="11142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-US" dirty="0"/>
              <a:t>Job satisfaction section</a:t>
            </a:r>
          </a:p>
        </p:txBody>
      </p:sp>
      <p:sp>
        <p:nvSpPr>
          <p:cNvPr id="1599" name="Google Shape;1599;p35">
            <a:extLst>
              <a:ext uri="{FF2B5EF4-FFF2-40B4-BE49-F238E27FC236}">
                <a16:creationId xmlns:a16="http://schemas.microsoft.com/office/drawing/2014/main" id="{7250DAF5-5B23-B7E3-C8CC-A71C7E55C1D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70722" y="1245042"/>
            <a:ext cx="1907700" cy="9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601" name="Google Shape;1601;p35">
            <a:extLst>
              <a:ext uri="{FF2B5EF4-FFF2-40B4-BE49-F238E27FC236}">
                <a16:creationId xmlns:a16="http://schemas.microsoft.com/office/drawing/2014/main" id="{CC390817-1947-DBD3-90BC-10A3CF42E842}"/>
              </a:ext>
            </a:extLst>
          </p:cNvPr>
          <p:cNvSpPr/>
          <p:nvPr/>
        </p:nvSpPr>
        <p:spPr>
          <a:xfrm>
            <a:off x="8214661" y="2757550"/>
            <a:ext cx="60022" cy="62388"/>
          </a:xfrm>
          <a:custGeom>
            <a:avLst/>
            <a:gdLst/>
            <a:ahLst/>
            <a:cxnLst/>
            <a:rect l="l" t="t" r="r" b="b"/>
            <a:pathLst>
              <a:path w="1423" h="1479" fill="none" extrusionOk="0">
                <a:moveTo>
                  <a:pt x="1422" y="717"/>
                </a:moveTo>
                <a:cubicBezTo>
                  <a:pt x="1422" y="1138"/>
                  <a:pt x="1081" y="1479"/>
                  <a:pt x="706" y="1479"/>
                </a:cubicBezTo>
                <a:cubicBezTo>
                  <a:pt x="285" y="1479"/>
                  <a:pt x="1" y="1138"/>
                  <a:pt x="1" y="717"/>
                </a:cubicBezTo>
                <a:cubicBezTo>
                  <a:pt x="1" y="342"/>
                  <a:pt x="285" y="1"/>
                  <a:pt x="706" y="1"/>
                </a:cubicBezTo>
                <a:cubicBezTo>
                  <a:pt x="1081" y="1"/>
                  <a:pt x="1422" y="342"/>
                  <a:pt x="1422" y="717"/>
                </a:cubicBezTo>
                <a:close/>
              </a:path>
            </a:pathLst>
          </a:custGeom>
          <a:noFill/>
          <a:ln w="48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2" name="Google Shape;1602;p35">
            <a:extLst>
              <a:ext uri="{FF2B5EF4-FFF2-40B4-BE49-F238E27FC236}">
                <a16:creationId xmlns:a16="http://schemas.microsoft.com/office/drawing/2014/main" id="{63FA1E26-F6BF-23DA-B247-BE3399FEBA7F}"/>
              </a:ext>
            </a:extLst>
          </p:cNvPr>
          <p:cNvSpPr/>
          <p:nvPr/>
        </p:nvSpPr>
        <p:spPr>
          <a:xfrm>
            <a:off x="8646289" y="3456073"/>
            <a:ext cx="253713" cy="0"/>
          </a:xfrm>
          <a:custGeom>
            <a:avLst/>
            <a:gdLst/>
            <a:ahLst/>
            <a:cxnLst/>
            <a:rect l="l" t="t" r="r" b="b"/>
            <a:pathLst>
              <a:path w="6015" fill="none" extrusionOk="0">
                <a:moveTo>
                  <a:pt x="0" y="0"/>
                </a:moveTo>
                <a:lnTo>
                  <a:pt x="6014" y="0"/>
                </a:lnTo>
              </a:path>
            </a:pathLst>
          </a:custGeom>
          <a:noFill/>
          <a:ln w="48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374;p46">
            <a:extLst>
              <a:ext uri="{FF2B5EF4-FFF2-40B4-BE49-F238E27FC236}">
                <a16:creationId xmlns:a16="http://schemas.microsoft.com/office/drawing/2014/main" id="{75BB19E8-D1BA-EC7B-342A-43A8D10A6568}"/>
              </a:ext>
            </a:extLst>
          </p:cNvPr>
          <p:cNvSpPr/>
          <p:nvPr/>
        </p:nvSpPr>
        <p:spPr>
          <a:xfrm>
            <a:off x="6554422" y="1166400"/>
            <a:ext cx="976778" cy="999164"/>
          </a:xfrm>
          <a:custGeom>
            <a:avLst/>
            <a:gdLst/>
            <a:ahLst/>
            <a:cxnLst/>
            <a:rect l="l" t="t" r="r" b="b"/>
            <a:pathLst>
              <a:path w="4392" h="4392" extrusionOk="0">
                <a:moveTo>
                  <a:pt x="2176" y="1249"/>
                </a:moveTo>
                <a:cubicBezTo>
                  <a:pt x="2578" y="1249"/>
                  <a:pt x="2955" y="1502"/>
                  <a:pt x="3074" y="1904"/>
                </a:cubicBezTo>
                <a:cubicBezTo>
                  <a:pt x="3244" y="2390"/>
                  <a:pt x="2981" y="2899"/>
                  <a:pt x="2489" y="3075"/>
                </a:cubicBezTo>
                <a:cubicBezTo>
                  <a:pt x="2390" y="3109"/>
                  <a:pt x="2289" y="3126"/>
                  <a:pt x="2189" y="3126"/>
                </a:cubicBezTo>
                <a:cubicBezTo>
                  <a:pt x="1800" y="3126"/>
                  <a:pt x="1434" y="2876"/>
                  <a:pt x="1318" y="2489"/>
                </a:cubicBezTo>
                <a:cubicBezTo>
                  <a:pt x="1148" y="1997"/>
                  <a:pt x="1417" y="1464"/>
                  <a:pt x="1903" y="1289"/>
                </a:cubicBezTo>
                <a:cubicBezTo>
                  <a:pt x="1994" y="1262"/>
                  <a:pt x="2086" y="1249"/>
                  <a:pt x="2176" y="1249"/>
                </a:cubicBezTo>
                <a:close/>
                <a:moveTo>
                  <a:pt x="2003" y="1"/>
                </a:moveTo>
                <a:cubicBezTo>
                  <a:pt x="1833" y="24"/>
                  <a:pt x="1663" y="48"/>
                  <a:pt x="1488" y="94"/>
                </a:cubicBezTo>
                <a:cubicBezTo>
                  <a:pt x="1341" y="147"/>
                  <a:pt x="1171" y="241"/>
                  <a:pt x="1025" y="317"/>
                </a:cubicBezTo>
                <a:lnTo>
                  <a:pt x="1248" y="733"/>
                </a:lnTo>
                <a:cubicBezTo>
                  <a:pt x="1125" y="826"/>
                  <a:pt x="1002" y="926"/>
                  <a:pt x="902" y="1049"/>
                </a:cubicBezTo>
                <a:lnTo>
                  <a:pt x="516" y="779"/>
                </a:lnTo>
                <a:cubicBezTo>
                  <a:pt x="293" y="1049"/>
                  <a:pt x="123" y="1341"/>
                  <a:pt x="53" y="1681"/>
                </a:cubicBezTo>
                <a:lnTo>
                  <a:pt x="492" y="1827"/>
                </a:lnTo>
                <a:cubicBezTo>
                  <a:pt x="463" y="1974"/>
                  <a:pt x="463" y="2144"/>
                  <a:pt x="463" y="2290"/>
                </a:cubicBezTo>
                <a:lnTo>
                  <a:pt x="0" y="2390"/>
                </a:lnTo>
                <a:cubicBezTo>
                  <a:pt x="24" y="2536"/>
                  <a:pt x="53" y="2706"/>
                  <a:pt x="100" y="2876"/>
                </a:cubicBezTo>
                <a:cubicBezTo>
                  <a:pt x="170" y="3045"/>
                  <a:pt x="246" y="3192"/>
                  <a:pt x="317" y="3338"/>
                </a:cubicBezTo>
                <a:lnTo>
                  <a:pt x="732" y="3145"/>
                </a:lnTo>
                <a:cubicBezTo>
                  <a:pt x="832" y="3268"/>
                  <a:pt x="931" y="3391"/>
                  <a:pt x="1049" y="3484"/>
                </a:cubicBezTo>
                <a:lnTo>
                  <a:pt x="785" y="3877"/>
                </a:lnTo>
                <a:cubicBezTo>
                  <a:pt x="1049" y="4099"/>
                  <a:pt x="1371" y="4246"/>
                  <a:pt x="1687" y="4339"/>
                </a:cubicBezTo>
                <a:lnTo>
                  <a:pt x="1833" y="3877"/>
                </a:lnTo>
                <a:cubicBezTo>
                  <a:pt x="2003" y="3924"/>
                  <a:pt x="2149" y="3924"/>
                  <a:pt x="2296" y="3924"/>
                </a:cubicBezTo>
                <a:lnTo>
                  <a:pt x="2395" y="4392"/>
                </a:lnTo>
                <a:cubicBezTo>
                  <a:pt x="2565" y="4363"/>
                  <a:pt x="2735" y="4339"/>
                  <a:pt x="2881" y="4269"/>
                </a:cubicBezTo>
                <a:cubicBezTo>
                  <a:pt x="3051" y="4216"/>
                  <a:pt x="3221" y="4146"/>
                  <a:pt x="3344" y="4047"/>
                </a:cubicBezTo>
                <a:lnTo>
                  <a:pt x="3151" y="3631"/>
                </a:lnTo>
                <a:cubicBezTo>
                  <a:pt x="3273" y="3561"/>
                  <a:pt x="3391" y="3438"/>
                  <a:pt x="3490" y="3338"/>
                </a:cubicBezTo>
                <a:lnTo>
                  <a:pt x="3882" y="3607"/>
                </a:lnTo>
                <a:cubicBezTo>
                  <a:pt x="4099" y="3338"/>
                  <a:pt x="4245" y="3022"/>
                  <a:pt x="4345" y="2682"/>
                </a:cubicBezTo>
                <a:lnTo>
                  <a:pt x="3882" y="2536"/>
                </a:lnTo>
                <a:cubicBezTo>
                  <a:pt x="3929" y="2390"/>
                  <a:pt x="3929" y="2243"/>
                  <a:pt x="3929" y="2073"/>
                </a:cubicBezTo>
                <a:lnTo>
                  <a:pt x="4392" y="1997"/>
                </a:lnTo>
                <a:cubicBezTo>
                  <a:pt x="4368" y="1827"/>
                  <a:pt x="4345" y="1658"/>
                  <a:pt x="4269" y="1488"/>
                </a:cubicBezTo>
                <a:cubicBezTo>
                  <a:pt x="4222" y="1318"/>
                  <a:pt x="4152" y="1172"/>
                  <a:pt x="4052" y="1025"/>
                </a:cubicBezTo>
                <a:lnTo>
                  <a:pt x="3637" y="1242"/>
                </a:lnTo>
                <a:cubicBezTo>
                  <a:pt x="3566" y="1096"/>
                  <a:pt x="3467" y="996"/>
                  <a:pt x="3344" y="879"/>
                </a:cubicBezTo>
                <a:lnTo>
                  <a:pt x="3613" y="510"/>
                </a:lnTo>
                <a:cubicBezTo>
                  <a:pt x="3344" y="293"/>
                  <a:pt x="3028" y="118"/>
                  <a:pt x="2688" y="48"/>
                </a:cubicBezTo>
                <a:lnTo>
                  <a:pt x="2542" y="487"/>
                </a:lnTo>
                <a:cubicBezTo>
                  <a:pt x="2438" y="470"/>
                  <a:pt x="2335" y="454"/>
                  <a:pt x="2221" y="454"/>
                </a:cubicBezTo>
                <a:cubicBezTo>
                  <a:pt x="2174" y="454"/>
                  <a:pt x="2125" y="456"/>
                  <a:pt x="2073" y="463"/>
                </a:cubicBezTo>
                <a:lnTo>
                  <a:pt x="2003" y="1"/>
                </a:lnTo>
                <a:close/>
              </a:path>
            </a:pathLst>
          </a:custGeom>
          <a:solidFill>
            <a:srgbClr val="E4EC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2058;p42">
            <a:extLst>
              <a:ext uri="{FF2B5EF4-FFF2-40B4-BE49-F238E27FC236}">
                <a16:creationId xmlns:a16="http://schemas.microsoft.com/office/drawing/2014/main" id="{0921FB39-8857-D3D2-1FD8-D25F884752A8}"/>
              </a:ext>
            </a:extLst>
          </p:cNvPr>
          <p:cNvGrpSpPr/>
          <p:nvPr/>
        </p:nvGrpSpPr>
        <p:grpSpPr>
          <a:xfrm>
            <a:off x="108612" y="907274"/>
            <a:ext cx="4338263" cy="3961501"/>
            <a:chOff x="4803012" y="907274"/>
            <a:chExt cx="4338263" cy="3961501"/>
          </a:xfrm>
        </p:grpSpPr>
        <p:grpSp>
          <p:nvGrpSpPr>
            <p:cNvPr id="6" name="Google Shape;2059;p42">
              <a:extLst>
                <a:ext uri="{FF2B5EF4-FFF2-40B4-BE49-F238E27FC236}">
                  <a16:creationId xmlns:a16="http://schemas.microsoft.com/office/drawing/2014/main" id="{833C0C22-DCB8-8B34-7EC6-13A1CE1954C9}"/>
                </a:ext>
              </a:extLst>
            </p:cNvPr>
            <p:cNvGrpSpPr/>
            <p:nvPr/>
          </p:nvGrpSpPr>
          <p:grpSpPr>
            <a:xfrm>
              <a:off x="7720150" y="3678875"/>
              <a:ext cx="1421125" cy="1189900"/>
              <a:chOff x="7720150" y="3678875"/>
              <a:chExt cx="1421125" cy="1189900"/>
            </a:xfrm>
          </p:grpSpPr>
          <p:sp>
            <p:nvSpPr>
              <p:cNvPr id="1583" name="Google Shape;2060;p42">
                <a:extLst>
                  <a:ext uri="{FF2B5EF4-FFF2-40B4-BE49-F238E27FC236}">
                    <a16:creationId xmlns:a16="http://schemas.microsoft.com/office/drawing/2014/main" id="{FC86DAEA-1B4F-4B3F-56A5-7C0A605C40C1}"/>
                  </a:ext>
                </a:extLst>
              </p:cNvPr>
              <p:cNvSpPr/>
              <p:nvPr/>
            </p:nvSpPr>
            <p:spPr>
              <a:xfrm flipH="1">
                <a:off x="8317950" y="4210000"/>
                <a:ext cx="468900" cy="658400"/>
              </a:xfrm>
              <a:custGeom>
                <a:avLst/>
                <a:gdLst/>
                <a:ahLst/>
                <a:cxnLst/>
                <a:rect l="l" t="t" r="r" b="b"/>
                <a:pathLst>
                  <a:path w="18756" h="26336" extrusionOk="0">
                    <a:moveTo>
                      <a:pt x="6731" y="1"/>
                    </a:moveTo>
                    <a:cubicBezTo>
                      <a:pt x="3837" y="1"/>
                      <a:pt x="1432" y="2225"/>
                      <a:pt x="803" y="5015"/>
                    </a:cubicBezTo>
                    <a:cubicBezTo>
                      <a:pt x="1" y="8537"/>
                      <a:pt x="1175" y="12312"/>
                      <a:pt x="2482" y="15537"/>
                    </a:cubicBezTo>
                    <a:cubicBezTo>
                      <a:pt x="3894" y="19312"/>
                      <a:pt x="5886" y="22967"/>
                      <a:pt x="8174" y="26311"/>
                    </a:cubicBezTo>
                    <a:cubicBezTo>
                      <a:pt x="8174" y="26329"/>
                      <a:pt x="8190" y="26336"/>
                      <a:pt x="8210" y="26336"/>
                    </a:cubicBezTo>
                    <a:cubicBezTo>
                      <a:pt x="8258" y="26336"/>
                      <a:pt x="8335" y="26294"/>
                      <a:pt x="8293" y="26252"/>
                    </a:cubicBezTo>
                    <a:cubicBezTo>
                      <a:pt x="6436" y="23458"/>
                      <a:pt x="4831" y="20560"/>
                      <a:pt x="3463" y="17513"/>
                    </a:cubicBezTo>
                    <a:cubicBezTo>
                      <a:pt x="2037" y="14244"/>
                      <a:pt x="684" y="10588"/>
                      <a:pt x="803" y="6932"/>
                    </a:cubicBezTo>
                    <a:cubicBezTo>
                      <a:pt x="803" y="5446"/>
                      <a:pt x="1175" y="3901"/>
                      <a:pt x="2111" y="2593"/>
                    </a:cubicBezTo>
                    <a:cubicBezTo>
                      <a:pt x="3092" y="1240"/>
                      <a:pt x="4712" y="304"/>
                      <a:pt x="6376" y="245"/>
                    </a:cubicBezTo>
                    <a:cubicBezTo>
                      <a:pt x="6494" y="238"/>
                      <a:pt x="6611" y="235"/>
                      <a:pt x="6727" y="235"/>
                    </a:cubicBezTo>
                    <a:cubicBezTo>
                      <a:pt x="10981" y="235"/>
                      <a:pt x="13663" y="4679"/>
                      <a:pt x="14921" y="8166"/>
                    </a:cubicBezTo>
                    <a:cubicBezTo>
                      <a:pt x="16972" y="13991"/>
                      <a:pt x="17715" y="20188"/>
                      <a:pt x="18577" y="26252"/>
                    </a:cubicBezTo>
                    <a:cubicBezTo>
                      <a:pt x="18577" y="26297"/>
                      <a:pt x="18603" y="26316"/>
                      <a:pt x="18635" y="26316"/>
                    </a:cubicBezTo>
                    <a:cubicBezTo>
                      <a:pt x="18687" y="26316"/>
                      <a:pt x="18755" y="26266"/>
                      <a:pt x="18755" y="26192"/>
                    </a:cubicBezTo>
                    <a:cubicBezTo>
                      <a:pt x="17953" y="20367"/>
                      <a:pt x="17269" y="14482"/>
                      <a:pt x="15352" y="8968"/>
                    </a:cubicBezTo>
                    <a:cubicBezTo>
                      <a:pt x="14119" y="5193"/>
                      <a:pt x="11830" y="676"/>
                      <a:pt x="7491" y="52"/>
                    </a:cubicBezTo>
                    <a:cubicBezTo>
                      <a:pt x="7234" y="17"/>
                      <a:pt x="6981" y="1"/>
                      <a:pt x="6731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2061;p42">
                <a:extLst>
                  <a:ext uri="{FF2B5EF4-FFF2-40B4-BE49-F238E27FC236}">
                    <a16:creationId xmlns:a16="http://schemas.microsoft.com/office/drawing/2014/main" id="{FC963729-FA2A-F0F3-584D-E84CB069C568}"/>
                  </a:ext>
                </a:extLst>
              </p:cNvPr>
              <p:cNvSpPr/>
              <p:nvPr/>
            </p:nvSpPr>
            <p:spPr>
              <a:xfrm flipH="1">
                <a:off x="8430900" y="4219075"/>
                <a:ext cx="222950" cy="648725"/>
              </a:xfrm>
              <a:custGeom>
                <a:avLst/>
                <a:gdLst/>
                <a:ahLst/>
                <a:cxnLst/>
                <a:rect l="l" t="t" r="r" b="b"/>
                <a:pathLst>
                  <a:path w="8918" h="25949" fill="none" extrusionOk="0">
                    <a:moveTo>
                      <a:pt x="1" y="1"/>
                    </a:moveTo>
                    <a:lnTo>
                      <a:pt x="8918" y="25948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2062;p42">
                <a:extLst>
                  <a:ext uri="{FF2B5EF4-FFF2-40B4-BE49-F238E27FC236}">
                    <a16:creationId xmlns:a16="http://schemas.microsoft.com/office/drawing/2014/main" id="{41E6F34C-A7C8-F2CC-56B6-AAD2B9A1B010}"/>
                  </a:ext>
                </a:extLst>
              </p:cNvPr>
              <p:cNvSpPr/>
              <p:nvPr/>
            </p:nvSpPr>
            <p:spPr>
              <a:xfrm flipH="1">
                <a:off x="8746700" y="4381150"/>
                <a:ext cx="394575" cy="487250"/>
              </a:xfrm>
              <a:custGeom>
                <a:avLst/>
                <a:gdLst/>
                <a:ahLst/>
                <a:cxnLst/>
                <a:rect l="l" t="t" r="r" b="b"/>
                <a:pathLst>
                  <a:path w="15783" h="19490" extrusionOk="0">
                    <a:moveTo>
                      <a:pt x="5538" y="1"/>
                    </a:moveTo>
                    <a:cubicBezTo>
                      <a:pt x="3190" y="1"/>
                      <a:pt x="1020" y="1555"/>
                      <a:pt x="550" y="3920"/>
                    </a:cubicBezTo>
                    <a:cubicBezTo>
                      <a:pt x="0" y="6462"/>
                      <a:pt x="1055" y="9256"/>
                      <a:pt x="2170" y="11544"/>
                    </a:cubicBezTo>
                    <a:cubicBezTo>
                      <a:pt x="3522" y="14383"/>
                      <a:pt x="5261" y="17058"/>
                      <a:pt x="7178" y="19465"/>
                    </a:cubicBezTo>
                    <a:cubicBezTo>
                      <a:pt x="7195" y="19483"/>
                      <a:pt x="7219" y="19490"/>
                      <a:pt x="7242" y="19490"/>
                    </a:cubicBezTo>
                    <a:cubicBezTo>
                      <a:pt x="7298" y="19490"/>
                      <a:pt x="7350" y="19448"/>
                      <a:pt x="7297" y="19406"/>
                    </a:cubicBezTo>
                    <a:cubicBezTo>
                      <a:pt x="5751" y="17429"/>
                      <a:pt x="4399" y="15319"/>
                      <a:pt x="3151" y="13090"/>
                    </a:cubicBezTo>
                    <a:cubicBezTo>
                      <a:pt x="1858" y="10801"/>
                      <a:pt x="609" y="8067"/>
                      <a:pt x="550" y="5347"/>
                    </a:cubicBezTo>
                    <a:cubicBezTo>
                      <a:pt x="550" y="4232"/>
                      <a:pt x="803" y="3058"/>
                      <a:pt x="1546" y="2122"/>
                    </a:cubicBezTo>
                    <a:cubicBezTo>
                      <a:pt x="2408" y="1008"/>
                      <a:pt x="3775" y="339"/>
                      <a:pt x="5142" y="205"/>
                    </a:cubicBezTo>
                    <a:cubicBezTo>
                      <a:pt x="5304" y="190"/>
                      <a:pt x="5464" y="183"/>
                      <a:pt x="5622" y="183"/>
                    </a:cubicBezTo>
                    <a:cubicBezTo>
                      <a:pt x="8778" y="183"/>
                      <a:pt x="11072" y="3075"/>
                      <a:pt x="12261" y="5778"/>
                    </a:cubicBezTo>
                    <a:cubicBezTo>
                      <a:pt x="14118" y="10117"/>
                      <a:pt x="14802" y="14828"/>
                      <a:pt x="15545" y="19406"/>
                    </a:cubicBezTo>
                    <a:cubicBezTo>
                      <a:pt x="15568" y="19451"/>
                      <a:pt x="15608" y="19470"/>
                      <a:pt x="15648" y="19470"/>
                    </a:cubicBezTo>
                    <a:cubicBezTo>
                      <a:pt x="15715" y="19470"/>
                      <a:pt x="15783" y="19420"/>
                      <a:pt x="15783" y="19346"/>
                    </a:cubicBezTo>
                    <a:cubicBezTo>
                      <a:pt x="15040" y="14947"/>
                      <a:pt x="14356" y="10370"/>
                      <a:pt x="12692" y="6209"/>
                    </a:cubicBezTo>
                    <a:cubicBezTo>
                      <a:pt x="11518" y="3371"/>
                      <a:pt x="9407" y="339"/>
                      <a:pt x="6063" y="27"/>
                    </a:cubicBezTo>
                    <a:cubicBezTo>
                      <a:pt x="5888" y="9"/>
                      <a:pt x="5712" y="1"/>
                      <a:pt x="5538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2063;p42">
                <a:extLst>
                  <a:ext uri="{FF2B5EF4-FFF2-40B4-BE49-F238E27FC236}">
                    <a16:creationId xmlns:a16="http://schemas.microsoft.com/office/drawing/2014/main" id="{3DB48C40-C095-CD0A-3322-5737366B224D}"/>
                  </a:ext>
                </a:extLst>
              </p:cNvPr>
              <p:cNvSpPr/>
              <p:nvPr/>
            </p:nvSpPr>
            <p:spPr>
              <a:xfrm flipH="1">
                <a:off x="8838100" y="4387750"/>
                <a:ext cx="191725" cy="480050"/>
              </a:xfrm>
              <a:custGeom>
                <a:avLst/>
                <a:gdLst/>
                <a:ahLst/>
                <a:cxnLst/>
                <a:rect l="l" t="t" r="r" b="b"/>
                <a:pathLst>
                  <a:path w="7669" h="19202" fill="none" extrusionOk="0">
                    <a:moveTo>
                      <a:pt x="0" y="1"/>
                    </a:moveTo>
                    <a:lnTo>
                      <a:pt x="7669" y="19201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2064;p42">
                <a:extLst>
                  <a:ext uri="{FF2B5EF4-FFF2-40B4-BE49-F238E27FC236}">
                    <a16:creationId xmlns:a16="http://schemas.microsoft.com/office/drawing/2014/main" id="{2E02E1A3-491D-DF6D-89E3-ECEF5491930A}"/>
                  </a:ext>
                </a:extLst>
              </p:cNvPr>
              <p:cNvSpPr/>
              <p:nvPr/>
            </p:nvSpPr>
            <p:spPr>
              <a:xfrm flipH="1">
                <a:off x="7720150" y="3678875"/>
                <a:ext cx="655050" cy="1187425"/>
              </a:xfrm>
              <a:custGeom>
                <a:avLst/>
                <a:gdLst/>
                <a:ahLst/>
                <a:cxnLst/>
                <a:rect l="l" t="t" r="r" b="b"/>
                <a:pathLst>
                  <a:path w="26202" h="47497" fill="none" extrusionOk="0">
                    <a:moveTo>
                      <a:pt x="14743" y="47497"/>
                    </a:moveTo>
                    <a:cubicBezTo>
                      <a:pt x="5767" y="31268"/>
                      <a:pt x="1" y="15174"/>
                      <a:pt x="7253" y="7550"/>
                    </a:cubicBezTo>
                    <a:cubicBezTo>
                      <a:pt x="14372" y="1"/>
                      <a:pt x="21862" y="8977"/>
                      <a:pt x="23660" y="16913"/>
                    </a:cubicBezTo>
                    <a:cubicBezTo>
                      <a:pt x="25889" y="26632"/>
                      <a:pt x="26201" y="37153"/>
                      <a:pt x="26142" y="47497"/>
                    </a:cubicBez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2065;p42">
                <a:extLst>
                  <a:ext uri="{FF2B5EF4-FFF2-40B4-BE49-F238E27FC236}">
                    <a16:creationId xmlns:a16="http://schemas.microsoft.com/office/drawing/2014/main" id="{E1D7D399-C7E8-BE6D-1666-077BA0050DFB}"/>
                  </a:ext>
                </a:extLst>
              </p:cNvPr>
              <p:cNvSpPr/>
              <p:nvPr/>
            </p:nvSpPr>
            <p:spPr>
              <a:xfrm flipH="1">
                <a:off x="7859475" y="3818200"/>
                <a:ext cx="269400" cy="1046625"/>
              </a:xfrm>
              <a:custGeom>
                <a:avLst/>
                <a:gdLst/>
                <a:ahLst/>
                <a:cxnLst/>
                <a:rect l="l" t="t" r="r" b="b"/>
                <a:pathLst>
                  <a:path w="10776" h="41865" fill="none" extrusionOk="0">
                    <a:moveTo>
                      <a:pt x="1" y="0"/>
                    </a:moveTo>
                    <a:lnTo>
                      <a:pt x="10775" y="41864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2066;p42">
                <a:extLst>
                  <a:ext uri="{FF2B5EF4-FFF2-40B4-BE49-F238E27FC236}">
                    <a16:creationId xmlns:a16="http://schemas.microsoft.com/office/drawing/2014/main" id="{D5C31C9E-F1EC-33E7-8AAD-B2D57FFDBF57}"/>
                  </a:ext>
                </a:extLst>
              </p:cNvPr>
              <p:cNvSpPr/>
              <p:nvPr/>
            </p:nvSpPr>
            <p:spPr>
              <a:xfrm flipH="1">
                <a:off x="7999375" y="4052600"/>
                <a:ext cx="545975" cy="816175"/>
              </a:xfrm>
              <a:custGeom>
                <a:avLst/>
                <a:gdLst/>
                <a:ahLst/>
                <a:cxnLst/>
                <a:rect l="l" t="t" r="r" b="b"/>
                <a:pathLst>
                  <a:path w="21839" h="32647" extrusionOk="0">
                    <a:moveTo>
                      <a:pt x="5279" y="0"/>
                    </a:moveTo>
                    <a:cubicBezTo>
                      <a:pt x="4390" y="0"/>
                      <a:pt x="3503" y="226"/>
                      <a:pt x="2720" y="775"/>
                    </a:cubicBezTo>
                    <a:cubicBezTo>
                      <a:pt x="1427" y="1651"/>
                      <a:pt x="684" y="3138"/>
                      <a:pt x="372" y="4683"/>
                    </a:cubicBezTo>
                    <a:cubicBezTo>
                      <a:pt x="0" y="6600"/>
                      <a:pt x="179" y="8577"/>
                      <a:pt x="431" y="10509"/>
                    </a:cubicBezTo>
                    <a:cubicBezTo>
                      <a:pt x="803" y="12916"/>
                      <a:pt x="1487" y="15339"/>
                      <a:pt x="2230" y="17627"/>
                    </a:cubicBezTo>
                    <a:cubicBezTo>
                      <a:pt x="3835" y="22769"/>
                      <a:pt x="6004" y="27658"/>
                      <a:pt x="8055" y="32607"/>
                    </a:cubicBezTo>
                    <a:cubicBezTo>
                      <a:pt x="8080" y="32632"/>
                      <a:pt x="8115" y="32646"/>
                      <a:pt x="8143" y="32646"/>
                    </a:cubicBezTo>
                    <a:cubicBezTo>
                      <a:pt x="8182" y="32646"/>
                      <a:pt x="8209" y="32617"/>
                      <a:pt x="8174" y="32548"/>
                    </a:cubicBezTo>
                    <a:cubicBezTo>
                      <a:pt x="6495" y="28401"/>
                      <a:pt x="4711" y="24315"/>
                      <a:pt x="3225" y="20168"/>
                    </a:cubicBezTo>
                    <a:cubicBezTo>
                      <a:pt x="1739" y="15948"/>
                      <a:pt x="253" y="11371"/>
                      <a:pt x="372" y="6853"/>
                    </a:cubicBezTo>
                    <a:cubicBezTo>
                      <a:pt x="372" y="5174"/>
                      <a:pt x="684" y="3375"/>
                      <a:pt x="1739" y="2023"/>
                    </a:cubicBezTo>
                    <a:cubicBezTo>
                      <a:pt x="2612" y="812"/>
                      <a:pt x="3895" y="204"/>
                      <a:pt x="5303" y="204"/>
                    </a:cubicBezTo>
                    <a:cubicBezTo>
                      <a:pt x="5693" y="204"/>
                      <a:pt x="6092" y="250"/>
                      <a:pt x="6495" y="344"/>
                    </a:cubicBezTo>
                    <a:cubicBezTo>
                      <a:pt x="8664" y="849"/>
                      <a:pt x="10582" y="2394"/>
                      <a:pt x="12008" y="4059"/>
                    </a:cubicBezTo>
                    <a:cubicBezTo>
                      <a:pt x="14059" y="6288"/>
                      <a:pt x="15352" y="8948"/>
                      <a:pt x="16467" y="11742"/>
                    </a:cubicBezTo>
                    <a:cubicBezTo>
                      <a:pt x="19008" y="18430"/>
                      <a:pt x="20063" y="25548"/>
                      <a:pt x="21609" y="32488"/>
                    </a:cubicBezTo>
                    <a:cubicBezTo>
                      <a:pt x="21609" y="32534"/>
                      <a:pt x="21645" y="32553"/>
                      <a:pt x="21688" y="32553"/>
                    </a:cubicBezTo>
                    <a:cubicBezTo>
                      <a:pt x="21756" y="32553"/>
                      <a:pt x="21838" y="32502"/>
                      <a:pt x="21802" y="32429"/>
                    </a:cubicBezTo>
                    <a:cubicBezTo>
                      <a:pt x="20316" y="25920"/>
                      <a:pt x="19320" y="19173"/>
                      <a:pt x="17091" y="12857"/>
                    </a:cubicBezTo>
                    <a:cubicBezTo>
                      <a:pt x="16095" y="10063"/>
                      <a:pt x="14921" y="7343"/>
                      <a:pt x="13063" y="4995"/>
                    </a:cubicBezTo>
                    <a:cubicBezTo>
                      <a:pt x="11637" y="3138"/>
                      <a:pt x="9838" y="1399"/>
                      <a:pt x="7609" y="477"/>
                    </a:cubicBezTo>
                    <a:cubicBezTo>
                      <a:pt x="6878" y="182"/>
                      <a:pt x="6078" y="0"/>
                      <a:pt x="5279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2067;p42">
                <a:extLst>
                  <a:ext uri="{FF2B5EF4-FFF2-40B4-BE49-F238E27FC236}">
                    <a16:creationId xmlns:a16="http://schemas.microsoft.com/office/drawing/2014/main" id="{C983732C-F8D7-4481-2C19-84CE6637ED69}"/>
                  </a:ext>
                </a:extLst>
              </p:cNvPr>
              <p:cNvSpPr/>
              <p:nvPr/>
            </p:nvSpPr>
            <p:spPr>
              <a:xfrm flipH="1">
                <a:off x="8167475" y="4058200"/>
                <a:ext cx="274225" cy="809600"/>
              </a:xfrm>
              <a:custGeom>
                <a:avLst/>
                <a:gdLst/>
                <a:ahLst/>
                <a:cxnLst/>
                <a:rect l="l" t="t" r="r" b="b"/>
                <a:pathLst>
                  <a:path w="10969" h="32384" fill="none" extrusionOk="0">
                    <a:moveTo>
                      <a:pt x="1" y="1"/>
                    </a:moveTo>
                    <a:lnTo>
                      <a:pt x="10968" y="32383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2068;p42">
                <a:extLst>
                  <a:ext uri="{FF2B5EF4-FFF2-40B4-BE49-F238E27FC236}">
                    <a16:creationId xmlns:a16="http://schemas.microsoft.com/office/drawing/2014/main" id="{F35056CA-DD4A-4B49-3FEF-6AA7B6C88372}"/>
                  </a:ext>
                </a:extLst>
              </p:cNvPr>
              <p:cNvSpPr/>
              <p:nvPr/>
            </p:nvSpPr>
            <p:spPr>
              <a:xfrm flipH="1">
                <a:off x="8729600" y="4646325"/>
                <a:ext cx="267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0716" h="1" fill="none" extrusionOk="0">
                    <a:moveTo>
                      <a:pt x="0" y="1"/>
                    </a:moveTo>
                    <a:lnTo>
                      <a:pt x="10715" y="1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2069;p42">
                <a:extLst>
                  <a:ext uri="{FF2B5EF4-FFF2-40B4-BE49-F238E27FC236}">
                    <a16:creationId xmlns:a16="http://schemas.microsoft.com/office/drawing/2014/main" id="{F33CD028-9E8B-D0E8-F91F-1AEF6F8CB564}"/>
                  </a:ext>
                </a:extLst>
              </p:cNvPr>
              <p:cNvSpPr/>
              <p:nvPr/>
            </p:nvSpPr>
            <p:spPr>
              <a:xfrm flipH="1">
                <a:off x="8528225" y="4646325"/>
                <a:ext cx="119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772" h="1" fill="none" extrusionOk="0">
                    <a:moveTo>
                      <a:pt x="1" y="1"/>
                    </a:moveTo>
                    <a:lnTo>
                      <a:pt x="4771" y="1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2070;p42">
                <a:extLst>
                  <a:ext uri="{FF2B5EF4-FFF2-40B4-BE49-F238E27FC236}">
                    <a16:creationId xmlns:a16="http://schemas.microsoft.com/office/drawing/2014/main" id="{16F2738B-73CD-6BFC-72FF-D12F1660E740}"/>
                  </a:ext>
                </a:extLst>
              </p:cNvPr>
              <p:cNvSpPr/>
              <p:nvPr/>
            </p:nvSpPr>
            <p:spPr>
              <a:xfrm flipH="1">
                <a:off x="7902950" y="4364725"/>
                <a:ext cx="25" cy="5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037" fill="none" extrusionOk="0">
                    <a:moveTo>
                      <a:pt x="0" y="0"/>
                    </a:moveTo>
                    <a:lnTo>
                      <a:pt x="0" y="2036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2071;p42">
                <a:extLst>
                  <a:ext uri="{FF2B5EF4-FFF2-40B4-BE49-F238E27FC236}">
                    <a16:creationId xmlns:a16="http://schemas.microsoft.com/office/drawing/2014/main" id="{89C6ACC2-7638-2428-3075-AD686E0B4A84}"/>
                  </a:ext>
                </a:extLst>
              </p:cNvPr>
              <p:cNvSpPr/>
              <p:nvPr/>
            </p:nvSpPr>
            <p:spPr>
              <a:xfrm flipH="1">
                <a:off x="7876575" y="4391100"/>
                <a:ext cx="51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1" fill="none" extrusionOk="0">
                    <a:moveTo>
                      <a:pt x="2051" y="0"/>
                    </a:moveTo>
                    <a:lnTo>
                      <a:pt x="1" y="0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2072;p42">
                <a:extLst>
                  <a:ext uri="{FF2B5EF4-FFF2-40B4-BE49-F238E27FC236}">
                    <a16:creationId xmlns:a16="http://schemas.microsoft.com/office/drawing/2014/main" id="{159CE9C0-039A-1E91-A27A-2AAE0B7EED4C}"/>
                  </a:ext>
                </a:extLst>
              </p:cNvPr>
              <p:cNvSpPr/>
              <p:nvPr/>
            </p:nvSpPr>
            <p:spPr>
              <a:xfrm flipH="1">
                <a:off x="7972425" y="4859975"/>
                <a:ext cx="2385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542" h="1" fill="none" extrusionOk="0">
                    <a:moveTo>
                      <a:pt x="0" y="0"/>
                    </a:moveTo>
                    <a:lnTo>
                      <a:pt x="9541" y="0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2073;p42">
              <a:extLst>
                <a:ext uri="{FF2B5EF4-FFF2-40B4-BE49-F238E27FC236}">
                  <a16:creationId xmlns:a16="http://schemas.microsoft.com/office/drawing/2014/main" id="{4E048ED1-8C95-BD09-02F5-6F968AD4FB73}"/>
                </a:ext>
              </a:extLst>
            </p:cNvPr>
            <p:cNvSpPr/>
            <p:nvPr/>
          </p:nvSpPr>
          <p:spPr>
            <a:xfrm>
              <a:off x="6109155" y="1380617"/>
              <a:ext cx="1002415" cy="1000409"/>
            </a:xfrm>
            <a:custGeom>
              <a:avLst/>
              <a:gdLst/>
              <a:ahLst/>
              <a:cxnLst/>
              <a:rect l="l" t="t" r="r" b="b"/>
              <a:pathLst>
                <a:path w="11489" h="11466" extrusionOk="0">
                  <a:moveTo>
                    <a:pt x="5745" y="3710"/>
                  </a:moveTo>
                  <a:cubicBezTo>
                    <a:pt x="5013" y="3710"/>
                    <a:pt x="4306" y="4105"/>
                    <a:pt x="3953" y="4779"/>
                  </a:cubicBezTo>
                  <a:cubicBezTo>
                    <a:pt x="3414" y="5780"/>
                    <a:pt x="3807" y="7027"/>
                    <a:pt x="4779" y="7536"/>
                  </a:cubicBezTo>
                  <a:cubicBezTo>
                    <a:pt x="5085" y="7701"/>
                    <a:pt x="5413" y="7779"/>
                    <a:pt x="5737" y="7779"/>
                  </a:cubicBezTo>
                  <a:cubicBezTo>
                    <a:pt x="6473" y="7779"/>
                    <a:pt x="7183" y="7377"/>
                    <a:pt x="7537" y="6682"/>
                  </a:cubicBezTo>
                  <a:cubicBezTo>
                    <a:pt x="8075" y="5710"/>
                    <a:pt x="7683" y="4463"/>
                    <a:pt x="6705" y="3953"/>
                  </a:cubicBezTo>
                  <a:cubicBezTo>
                    <a:pt x="6399" y="3788"/>
                    <a:pt x="6070" y="3710"/>
                    <a:pt x="5745" y="3710"/>
                  </a:cubicBezTo>
                  <a:close/>
                  <a:moveTo>
                    <a:pt x="5751" y="2865"/>
                  </a:moveTo>
                  <a:cubicBezTo>
                    <a:pt x="6199" y="2865"/>
                    <a:pt x="6652" y="2970"/>
                    <a:pt x="7074" y="3192"/>
                  </a:cubicBezTo>
                  <a:cubicBezTo>
                    <a:pt x="8491" y="3953"/>
                    <a:pt x="9024" y="5680"/>
                    <a:pt x="8292" y="7074"/>
                  </a:cubicBezTo>
                  <a:cubicBezTo>
                    <a:pt x="7766" y="8061"/>
                    <a:pt x="6764" y="8619"/>
                    <a:pt x="5736" y="8619"/>
                  </a:cubicBezTo>
                  <a:cubicBezTo>
                    <a:pt x="5289" y="8619"/>
                    <a:pt x="4836" y="8514"/>
                    <a:pt x="4416" y="8292"/>
                  </a:cubicBezTo>
                  <a:cubicBezTo>
                    <a:pt x="2999" y="7536"/>
                    <a:pt x="2460" y="5803"/>
                    <a:pt x="3192" y="4392"/>
                  </a:cubicBezTo>
                  <a:cubicBezTo>
                    <a:pt x="3722" y="3421"/>
                    <a:pt x="4722" y="2865"/>
                    <a:pt x="5751" y="2865"/>
                  </a:cubicBezTo>
                  <a:close/>
                  <a:moveTo>
                    <a:pt x="5364" y="1"/>
                  </a:moveTo>
                  <a:cubicBezTo>
                    <a:pt x="4463" y="71"/>
                    <a:pt x="3584" y="341"/>
                    <a:pt x="2829" y="803"/>
                  </a:cubicBezTo>
                  <a:lnTo>
                    <a:pt x="3338" y="1904"/>
                  </a:lnTo>
                  <a:cubicBezTo>
                    <a:pt x="2999" y="2121"/>
                    <a:pt x="2683" y="2366"/>
                    <a:pt x="2413" y="2683"/>
                  </a:cubicBezTo>
                  <a:lnTo>
                    <a:pt x="1435" y="1951"/>
                  </a:lnTo>
                  <a:cubicBezTo>
                    <a:pt x="1143" y="2290"/>
                    <a:pt x="879" y="2659"/>
                    <a:pt x="657" y="3046"/>
                  </a:cubicBezTo>
                  <a:cubicBezTo>
                    <a:pt x="440" y="3461"/>
                    <a:pt x="294" y="3877"/>
                    <a:pt x="171" y="4316"/>
                  </a:cubicBezTo>
                  <a:lnTo>
                    <a:pt x="1342" y="4732"/>
                  </a:lnTo>
                  <a:cubicBezTo>
                    <a:pt x="1242" y="5124"/>
                    <a:pt x="1195" y="5534"/>
                    <a:pt x="1219" y="5926"/>
                  </a:cubicBezTo>
                  <a:lnTo>
                    <a:pt x="1" y="6120"/>
                  </a:lnTo>
                  <a:cubicBezTo>
                    <a:pt x="71" y="7027"/>
                    <a:pt x="341" y="7905"/>
                    <a:pt x="803" y="8661"/>
                  </a:cubicBezTo>
                  <a:lnTo>
                    <a:pt x="1904" y="8145"/>
                  </a:lnTo>
                  <a:cubicBezTo>
                    <a:pt x="2120" y="8491"/>
                    <a:pt x="2366" y="8807"/>
                    <a:pt x="2683" y="9076"/>
                  </a:cubicBezTo>
                  <a:lnTo>
                    <a:pt x="1951" y="10048"/>
                  </a:lnTo>
                  <a:cubicBezTo>
                    <a:pt x="2290" y="10341"/>
                    <a:pt x="2659" y="10610"/>
                    <a:pt x="3046" y="10833"/>
                  </a:cubicBezTo>
                  <a:cubicBezTo>
                    <a:pt x="3461" y="11050"/>
                    <a:pt x="3877" y="11196"/>
                    <a:pt x="4316" y="11319"/>
                  </a:cubicBezTo>
                  <a:lnTo>
                    <a:pt x="4732" y="10148"/>
                  </a:lnTo>
                  <a:cubicBezTo>
                    <a:pt x="5057" y="10230"/>
                    <a:pt x="5395" y="10277"/>
                    <a:pt x="5725" y="10277"/>
                  </a:cubicBezTo>
                  <a:cubicBezTo>
                    <a:pt x="5792" y="10277"/>
                    <a:pt x="5860" y="10275"/>
                    <a:pt x="5926" y="10271"/>
                  </a:cubicBezTo>
                  <a:lnTo>
                    <a:pt x="6120" y="11465"/>
                  </a:lnTo>
                  <a:cubicBezTo>
                    <a:pt x="7027" y="11418"/>
                    <a:pt x="7905" y="11149"/>
                    <a:pt x="8661" y="10687"/>
                  </a:cubicBezTo>
                  <a:lnTo>
                    <a:pt x="8145" y="9586"/>
                  </a:lnTo>
                  <a:cubicBezTo>
                    <a:pt x="8491" y="9369"/>
                    <a:pt x="8807" y="9123"/>
                    <a:pt x="9076" y="8807"/>
                  </a:cubicBezTo>
                  <a:lnTo>
                    <a:pt x="10048" y="9539"/>
                  </a:lnTo>
                  <a:cubicBezTo>
                    <a:pt x="10341" y="9193"/>
                    <a:pt x="10610" y="8830"/>
                    <a:pt x="10833" y="8415"/>
                  </a:cubicBezTo>
                  <a:cubicBezTo>
                    <a:pt x="11050" y="8022"/>
                    <a:pt x="11196" y="7583"/>
                    <a:pt x="11319" y="7173"/>
                  </a:cubicBezTo>
                  <a:lnTo>
                    <a:pt x="10148" y="6758"/>
                  </a:lnTo>
                  <a:cubicBezTo>
                    <a:pt x="10247" y="6365"/>
                    <a:pt x="10294" y="5950"/>
                    <a:pt x="10271" y="5563"/>
                  </a:cubicBezTo>
                  <a:lnTo>
                    <a:pt x="11489" y="5364"/>
                  </a:lnTo>
                  <a:cubicBezTo>
                    <a:pt x="11419" y="4463"/>
                    <a:pt x="11149" y="3584"/>
                    <a:pt x="10687" y="2829"/>
                  </a:cubicBezTo>
                  <a:lnTo>
                    <a:pt x="9586" y="3338"/>
                  </a:lnTo>
                  <a:cubicBezTo>
                    <a:pt x="9369" y="2999"/>
                    <a:pt x="9123" y="2683"/>
                    <a:pt x="8807" y="2413"/>
                  </a:cubicBezTo>
                  <a:lnTo>
                    <a:pt x="9539" y="1412"/>
                  </a:lnTo>
                  <a:cubicBezTo>
                    <a:pt x="9194" y="1143"/>
                    <a:pt x="8831" y="879"/>
                    <a:pt x="8415" y="657"/>
                  </a:cubicBezTo>
                  <a:cubicBezTo>
                    <a:pt x="8023" y="440"/>
                    <a:pt x="7583" y="294"/>
                    <a:pt x="7174" y="171"/>
                  </a:cubicBezTo>
                  <a:lnTo>
                    <a:pt x="6758" y="1342"/>
                  </a:lnTo>
                  <a:cubicBezTo>
                    <a:pt x="6432" y="1259"/>
                    <a:pt x="6091" y="1213"/>
                    <a:pt x="5763" y="1213"/>
                  </a:cubicBezTo>
                  <a:cubicBezTo>
                    <a:pt x="5696" y="1213"/>
                    <a:pt x="5629" y="1215"/>
                    <a:pt x="5563" y="1219"/>
                  </a:cubicBezTo>
                  <a:lnTo>
                    <a:pt x="5364" y="1"/>
                  </a:lnTo>
                  <a:close/>
                </a:path>
              </a:pathLst>
            </a:custGeom>
            <a:solidFill>
              <a:srgbClr val="E4E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074;p42">
              <a:extLst>
                <a:ext uri="{FF2B5EF4-FFF2-40B4-BE49-F238E27FC236}">
                  <a16:creationId xmlns:a16="http://schemas.microsoft.com/office/drawing/2014/main" id="{0E460D5C-83FD-EE2D-1273-D80208AE3AF4}"/>
                </a:ext>
              </a:extLst>
            </p:cNvPr>
            <p:cNvSpPr/>
            <p:nvPr/>
          </p:nvSpPr>
          <p:spPr>
            <a:xfrm>
              <a:off x="6066315" y="1346415"/>
              <a:ext cx="70585" cy="70062"/>
            </a:xfrm>
            <a:custGeom>
              <a:avLst/>
              <a:gdLst/>
              <a:ahLst/>
              <a:cxnLst/>
              <a:rect l="l" t="t" r="r" b="b"/>
              <a:pathLst>
                <a:path w="809" h="803" extrusionOk="0">
                  <a:moveTo>
                    <a:pt x="392" y="100"/>
                  </a:moveTo>
                  <a:cubicBezTo>
                    <a:pt x="562" y="100"/>
                    <a:pt x="709" y="217"/>
                    <a:pt x="709" y="393"/>
                  </a:cubicBezTo>
                  <a:cubicBezTo>
                    <a:pt x="709" y="563"/>
                    <a:pt x="562" y="709"/>
                    <a:pt x="392" y="709"/>
                  </a:cubicBezTo>
                  <a:cubicBezTo>
                    <a:pt x="223" y="709"/>
                    <a:pt x="100" y="563"/>
                    <a:pt x="100" y="393"/>
                  </a:cubicBezTo>
                  <a:cubicBezTo>
                    <a:pt x="100" y="217"/>
                    <a:pt x="223" y="100"/>
                    <a:pt x="392" y="100"/>
                  </a:cubicBezTo>
                  <a:close/>
                  <a:moveTo>
                    <a:pt x="392" y="1"/>
                  </a:moveTo>
                  <a:cubicBezTo>
                    <a:pt x="170" y="1"/>
                    <a:pt x="0" y="170"/>
                    <a:pt x="0" y="393"/>
                  </a:cubicBezTo>
                  <a:cubicBezTo>
                    <a:pt x="0" y="633"/>
                    <a:pt x="170" y="803"/>
                    <a:pt x="392" y="803"/>
                  </a:cubicBezTo>
                  <a:cubicBezTo>
                    <a:pt x="638" y="803"/>
                    <a:pt x="808" y="633"/>
                    <a:pt x="808" y="393"/>
                  </a:cubicBezTo>
                  <a:cubicBezTo>
                    <a:pt x="808" y="170"/>
                    <a:pt x="638" y="1"/>
                    <a:pt x="392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2075;p42">
              <a:extLst>
                <a:ext uri="{FF2B5EF4-FFF2-40B4-BE49-F238E27FC236}">
                  <a16:creationId xmlns:a16="http://schemas.microsoft.com/office/drawing/2014/main" id="{257A87C7-71DF-5BDD-08DD-C8DD6DFA4FCC}"/>
                </a:ext>
              </a:extLst>
            </p:cNvPr>
            <p:cNvGrpSpPr/>
            <p:nvPr/>
          </p:nvGrpSpPr>
          <p:grpSpPr>
            <a:xfrm flipH="1">
              <a:off x="6043750" y="3678875"/>
              <a:ext cx="1421125" cy="1189900"/>
              <a:chOff x="7720150" y="3678875"/>
              <a:chExt cx="1421125" cy="1189900"/>
            </a:xfrm>
          </p:grpSpPr>
          <p:sp>
            <p:nvSpPr>
              <p:cNvPr id="1570" name="Google Shape;2076;p42">
                <a:extLst>
                  <a:ext uri="{FF2B5EF4-FFF2-40B4-BE49-F238E27FC236}">
                    <a16:creationId xmlns:a16="http://schemas.microsoft.com/office/drawing/2014/main" id="{B6DA65BF-5606-EE91-B4A6-B1943403E50B}"/>
                  </a:ext>
                </a:extLst>
              </p:cNvPr>
              <p:cNvSpPr/>
              <p:nvPr/>
            </p:nvSpPr>
            <p:spPr>
              <a:xfrm flipH="1">
                <a:off x="8317950" y="4210000"/>
                <a:ext cx="468900" cy="658400"/>
              </a:xfrm>
              <a:custGeom>
                <a:avLst/>
                <a:gdLst/>
                <a:ahLst/>
                <a:cxnLst/>
                <a:rect l="l" t="t" r="r" b="b"/>
                <a:pathLst>
                  <a:path w="18756" h="26336" extrusionOk="0">
                    <a:moveTo>
                      <a:pt x="6731" y="1"/>
                    </a:moveTo>
                    <a:cubicBezTo>
                      <a:pt x="3837" y="1"/>
                      <a:pt x="1432" y="2225"/>
                      <a:pt x="803" y="5015"/>
                    </a:cubicBezTo>
                    <a:cubicBezTo>
                      <a:pt x="1" y="8537"/>
                      <a:pt x="1175" y="12312"/>
                      <a:pt x="2482" y="15537"/>
                    </a:cubicBezTo>
                    <a:cubicBezTo>
                      <a:pt x="3894" y="19312"/>
                      <a:pt x="5886" y="22967"/>
                      <a:pt x="8174" y="26311"/>
                    </a:cubicBezTo>
                    <a:cubicBezTo>
                      <a:pt x="8174" y="26329"/>
                      <a:pt x="8190" y="26336"/>
                      <a:pt x="8210" y="26336"/>
                    </a:cubicBezTo>
                    <a:cubicBezTo>
                      <a:pt x="8258" y="26336"/>
                      <a:pt x="8335" y="26294"/>
                      <a:pt x="8293" y="26252"/>
                    </a:cubicBezTo>
                    <a:cubicBezTo>
                      <a:pt x="6436" y="23458"/>
                      <a:pt x="4831" y="20560"/>
                      <a:pt x="3463" y="17513"/>
                    </a:cubicBezTo>
                    <a:cubicBezTo>
                      <a:pt x="2037" y="14244"/>
                      <a:pt x="684" y="10588"/>
                      <a:pt x="803" y="6932"/>
                    </a:cubicBezTo>
                    <a:cubicBezTo>
                      <a:pt x="803" y="5446"/>
                      <a:pt x="1175" y="3901"/>
                      <a:pt x="2111" y="2593"/>
                    </a:cubicBezTo>
                    <a:cubicBezTo>
                      <a:pt x="3092" y="1240"/>
                      <a:pt x="4712" y="304"/>
                      <a:pt x="6376" y="245"/>
                    </a:cubicBezTo>
                    <a:cubicBezTo>
                      <a:pt x="6494" y="238"/>
                      <a:pt x="6611" y="235"/>
                      <a:pt x="6727" y="235"/>
                    </a:cubicBezTo>
                    <a:cubicBezTo>
                      <a:pt x="10981" y="235"/>
                      <a:pt x="13663" y="4679"/>
                      <a:pt x="14921" y="8166"/>
                    </a:cubicBezTo>
                    <a:cubicBezTo>
                      <a:pt x="16972" y="13991"/>
                      <a:pt x="17715" y="20188"/>
                      <a:pt x="18577" y="26252"/>
                    </a:cubicBezTo>
                    <a:cubicBezTo>
                      <a:pt x="18577" y="26297"/>
                      <a:pt x="18603" y="26316"/>
                      <a:pt x="18635" y="26316"/>
                    </a:cubicBezTo>
                    <a:cubicBezTo>
                      <a:pt x="18687" y="26316"/>
                      <a:pt x="18755" y="26266"/>
                      <a:pt x="18755" y="26192"/>
                    </a:cubicBezTo>
                    <a:cubicBezTo>
                      <a:pt x="17953" y="20367"/>
                      <a:pt x="17269" y="14482"/>
                      <a:pt x="15352" y="8968"/>
                    </a:cubicBezTo>
                    <a:cubicBezTo>
                      <a:pt x="14119" y="5193"/>
                      <a:pt x="11830" y="676"/>
                      <a:pt x="7491" y="52"/>
                    </a:cubicBezTo>
                    <a:cubicBezTo>
                      <a:pt x="7234" y="17"/>
                      <a:pt x="6981" y="1"/>
                      <a:pt x="6731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2077;p42">
                <a:extLst>
                  <a:ext uri="{FF2B5EF4-FFF2-40B4-BE49-F238E27FC236}">
                    <a16:creationId xmlns:a16="http://schemas.microsoft.com/office/drawing/2014/main" id="{98DAC606-FEE1-0FF5-14EB-26F10C857F85}"/>
                  </a:ext>
                </a:extLst>
              </p:cNvPr>
              <p:cNvSpPr/>
              <p:nvPr/>
            </p:nvSpPr>
            <p:spPr>
              <a:xfrm flipH="1">
                <a:off x="8430900" y="4219075"/>
                <a:ext cx="222950" cy="648725"/>
              </a:xfrm>
              <a:custGeom>
                <a:avLst/>
                <a:gdLst/>
                <a:ahLst/>
                <a:cxnLst/>
                <a:rect l="l" t="t" r="r" b="b"/>
                <a:pathLst>
                  <a:path w="8918" h="25949" fill="none" extrusionOk="0">
                    <a:moveTo>
                      <a:pt x="1" y="1"/>
                    </a:moveTo>
                    <a:lnTo>
                      <a:pt x="8918" y="25948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2078;p42">
                <a:extLst>
                  <a:ext uri="{FF2B5EF4-FFF2-40B4-BE49-F238E27FC236}">
                    <a16:creationId xmlns:a16="http://schemas.microsoft.com/office/drawing/2014/main" id="{FD8E146E-425A-D61A-274A-7F1C7FC137FA}"/>
                  </a:ext>
                </a:extLst>
              </p:cNvPr>
              <p:cNvSpPr/>
              <p:nvPr/>
            </p:nvSpPr>
            <p:spPr>
              <a:xfrm flipH="1">
                <a:off x="8746700" y="4381150"/>
                <a:ext cx="394575" cy="487250"/>
              </a:xfrm>
              <a:custGeom>
                <a:avLst/>
                <a:gdLst/>
                <a:ahLst/>
                <a:cxnLst/>
                <a:rect l="l" t="t" r="r" b="b"/>
                <a:pathLst>
                  <a:path w="15783" h="19490" extrusionOk="0">
                    <a:moveTo>
                      <a:pt x="5538" y="1"/>
                    </a:moveTo>
                    <a:cubicBezTo>
                      <a:pt x="3190" y="1"/>
                      <a:pt x="1020" y="1555"/>
                      <a:pt x="550" y="3920"/>
                    </a:cubicBezTo>
                    <a:cubicBezTo>
                      <a:pt x="0" y="6462"/>
                      <a:pt x="1055" y="9256"/>
                      <a:pt x="2170" y="11544"/>
                    </a:cubicBezTo>
                    <a:cubicBezTo>
                      <a:pt x="3522" y="14383"/>
                      <a:pt x="5261" y="17058"/>
                      <a:pt x="7178" y="19465"/>
                    </a:cubicBezTo>
                    <a:cubicBezTo>
                      <a:pt x="7195" y="19483"/>
                      <a:pt x="7219" y="19490"/>
                      <a:pt x="7242" y="19490"/>
                    </a:cubicBezTo>
                    <a:cubicBezTo>
                      <a:pt x="7298" y="19490"/>
                      <a:pt x="7350" y="19448"/>
                      <a:pt x="7297" y="19406"/>
                    </a:cubicBezTo>
                    <a:cubicBezTo>
                      <a:pt x="5751" y="17429"/>
                      <a:pt x="4399" y="15319"/>
                      <a:pt x="3151" y="13090"/>
                    </a:cubicBezTo>
                    <a:cubicBezTo>
                      <a:pt x="1858" y="10801"/>
                      <a:pt x="609" y="8067"/>
                      <a:pt x="550" y="5347"/>
                    </a:cubicBezTo>
                    <a:cubicBezTo>
                      <a:pt x="550" y="4232"/>
                      <a:pt x="803" y="3058"/>
                      <a:pt x="1546" y="2122"/>
                    </a:cubicBezTo>
                    <a:cubicBezTo>
                      <a:pt x="2408" y="1008"/>
                      <a:pt x="3775" y="339"/>
                      <a:pt x="5142" y="205"/>
                    </a:cubicBezTo>
                    <a:cubicBezTo>
                      <a:pt x="5304" y="190"/>
                      <a:pt x="5464" y="183"/>
                      <a:pt x="5622" y="183"/>
                    </a:cubicBezTo>
                    <a:cubicBezTo>
                      <a:pt x="8778" y="183"/>
                      <a:pt x="11072" y="3075"/>
                      <a:pt x="12261" y="5778"/>
                    </a:cubicBezTo>
                    <a:cubicBezTo>
                      <a:pt x="14118" y="10117"/>
                      <a:pt x="14802" y="14828"/>
                      <a:pt x="15545" y="19406"/>
                    </a:cubicBezTo>
                    <a:cubicBezTo>
                      <a:pt x="15568" y="19451"/>
                      <a:pt x="15608" y="19470"/>
                      <a:pt x="15648" y="19470"/>
                    </a:cubicBezTo>
                    <a:cubicBezTo>
                      <a:pt x="15715" y="19470"/>
                      <a:pt x="15783" y="19420"/>
                      <a:pt x="15783" y="19346"/>
                    </a:cubicBezTo>
                    <a:cubicBezTo>
                      <a:pt x="15040" y="14947"/>
                      <a:pt x="14356" y="10370"/>
                      <a:pt x="12692" y="6209"/>
                    </a:cubicBezTo>
                    <a:cubicBezTo>
                      <a:pt x="11518" y="3371"/>
                      <a:pt x="9407" y="339"/>
                      <a:pt x="6063" y="27"/>
                    </a:cubicBezTo>
                    <a:cubicBezTo>
                      <a:pt x="5888" y="9"/>
                      <a:pt x="5712" y="1"/>
                      <a:pt x="5538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2079;p42">
                <a:extLst>
                  <a:ext uri="{FF2B5EF4-FFF2-40B4-BE49-F238E27FC236}">
                    <a16:creationId xmlns:a16="http://schemas.microsoft.com/office/drawing/2014/main" id="{5A1B4B45-F102-9503-9191-EEFEFC2EDB94}"/>
                  </a:ext>
                </a:extLst>
              </p:cNvPr>
              <p:cNvSpPr/>
              <p:nvPr/>
            </p:nvSpPr>
            <p:spPr>
              <a:xfrm flipH="1">
                <a:off x="8838100" y="4387750"/>
                <a:ext cx="191725" cy="480050"/>
              </a:xfrm>
              <a:custGeom>
                <a:avLst/>
                <a:gdLst/>
                <a:ahLst/>
                <a:cxnLst/>
                <a:rect l="l" t="t" r="r" b="b"/>
                <a:pathLst>
                  <a:path w="7669" h="19202" fill="none" extrusionOk="0">
                    <a:moveTo>
                      <a:pt x="0" y="1"/>
                    </a:moveTo>
                    <a:lnTo>
                      <a:pt x="7669" y="19201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2080;p42">
                <a:extLst>
                  <a:ext uri="{FF2B5EF4-FFF2-40B4-BE49-F238E27FC236}">
                    <a16:creationId xmlns:a16="http://schemas.microsoft.com/office/drawing/2014/main" id="{90EC9FA7-B55E-630B-B203-74B24668E615}"/>
                  </a:ext>
                </a:extLst>
              </p:cNvPr>
              <p:cNvSpPr/>
              <p:nvPr/>
            </p:nvSpPr>
            <p:spPr>
              <a:xfrm flipH="1">
                <a:off x="7720150" y="3678875"/>
                <a:ext cx="655050" cy="1187425"/>
              </a:xfrm>
              <a:custGeom>
                <a:avLst/>
                <a:gdLst/>
                <a:ahLst/>
                <a:cxnLst/>
                <a:rect l="l" t="t" r="r" b="b"/>
                <a:pathLst>
                  <a:path w="26202" h="47497" fill="none" extrusionOk="0">
                    <a:moveTo>
                      <a:pt x="14743" y="47497"/>
                    </a:moveTo>
                    <a:cubicBezTo>
                      <a:pt x="5767" y="31268"/>
                      <a:pt x="1" y="15174"/>
                      <a:pt x="7253" y="7550"/>
                    </a:cubicBezTo>
                    <a:cubicBezTo>
                      <a:pt x="14372" y="1"/>
                      <a:pt x="21862" y="8977"/>
                      <a:pt x="23660" y="16913"/>
                    </a:cubicBezTo>
                    <a:cubicBezTo>
                      <a:pt x="25889" y="26632"/>
                      <a:pt x="26201" y="37153"/>
                      <a:pt x="26142" y="47497"/>
                    </a:cubicBez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2081;p42">
                <a:extLst>
                  <a:ext uri="{FF2B5EF4-FFF2-40B4-BE49-F238E27FC236}">
                    <a16:creationId xmlns:a16="http://schemas.microsoft.com/office/drawing/2014/main" id="{CE32CAE1-D2D7-E6D7-F743-D53D8895224E}"/>
                  </a:ext>
                </a:extLst>
              </p:cNvPr>
              <p:cNvSpPr/>
              <p:nvPr/>
            </p:nvSpPr>
            <p:spPr>
              <a:xfrm flipH="1">
                <a:off x="7859475" y="3818200"/>
                <a:ext cx="269400" cy="1046625"/>
              </a:xfrm>
              <a:custGeom>
                <a:avLst/>
                <a:gdLst/>
                <a:ahLst/>
                <a:cxnLst/>
                <a:rect l="l" t="t" r="r" b="b"/>
                <a:pathLst>
                  <a:path w="10776" h="41865" fill="none" extrusionOk="0">
                    <a:moveTo>
                      <a:pt x="1" y="0"/>
                    </a:moveTo>
                    <a:lnTo>
                      <a:pt x="10775" y="41864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2082;p42">
                <a:extLst>
                  <a:ext uri="{FF2B5EF4-FFF2-40B4-BE49-F238E27FC236}">
                    <a16:creationId xmlns:a16="http://schemas.microsoft.com/office/drawing/2014/main" id="{375A96A1-66C4-28AA-0A2E-EF93854E5BF0}"/>
                  </a:ext>
                </a:extLst>
              </p:cNvPr>
              <p:cNvSpPr/>
              <p:nvPr/>
            </p:nvSpPr>
            <p:spPr>
              <a:xfrm flipH="1">
                <a:off x="7999375" y="4052600"/>
                <a:ext cx="545975" cy="816175"/>
              </a:xfrm>
              <a:custGeom>
                <a:avLst/>
                <a:gdLst/>
                <a:ahLst/>
                <a:cxnLst/>
                <a:rect l="l" t="t" r="r" b="b"/>
                <a:pathLst>
                  <a:path w="21839" h="32647" extrusionOk="0">
                    <a:moveTo>
                      <a:pt x="5279" y="0"/>
                    </a:moveTo>
                    <a:cubicBezTo>
                      <a:pt x="4390" y="0"/>
                      <a:pt x="3503" y="226"/>
                      <a:pt x="2720" y="775"/>
                    </a:cubicBezTo>
                    <a:cubicBezTo>
                      <a:pt x="1427" y="1651"/>
                      <a:pt x="684" y="3138"/>
                      <a:pt x="372" y="4683"/>
                    </a:cubicBezTo>
                    <a:cubicBezTo>
                      <a:pt x="0" y="6600"/>
                      <a:pt x="179" y="8577"/>
                      <a:pt x="431" y="10509"/>
                    </a:cubicBezTo>
                    <a:cubicBezTo>
                      <a:pt x="803" y="12916"/>
                      <a:pt x="1487" y="15339"/>
                      <a:pt x="2230" y="17627"/>
                    </a:cubicBezTo>
                    <a:cubicBezTo>
                      <a:pt x="3835" y="22769"/>
                      <a:pt x="6004" y="27658"/>
                      <a:pt x="8055" y="32607"/>
                    </a:cubicBezTo>
                    <a:cubicBezTo>
                      <a:pt x="8080" y="32632"/>
                      <a:pt x="8115" y="32646"/>
                      <a:pt x="8143" y="32646"/>
                    </a:cubicBezTo>
                    <a:cubicBezTo>
                      <a:pt x="8182" y="32646"/>
                      <a:pt x="8209" y="32617"/>
                      <a:pt x="8174" y="32548"/>
                    </a:cubicBezTo>
                    <a:cubicBezTo>
                      <a:pt x="6495" y="28401"/>
                      <a:pt x="4711" y="24315"/>
                      <a:pt x="3225" y="20168"/>
                    </a:cubicBezTo>
                    <a:cubicBezTo>
                      <a:pt x="1739" y="15948"/>
                      <a:pt x="253" y="11371"/>
                      <a:pt x="372" y="6853"/>
                    </a:cubicBezTo>
                    <a:cubicBezTo>
                      <a:pt x="372" y="5174"/>
                      <a:pt x="684" y="3375"/>
                      <a:pt x="1739" y="2023"/>
                    </a:cubicBezTo>
                    <a:cubicBezTo>
                      <a:pt x="2612" y="812"/>
                      <a:pt x="3895" y="204"/>
                      <a:pt x="5303" y="204"/>
                    </a:cubicBezTo>
                    <a:cubicBezTo>
                      <a:pt x="5693" y="204"/>
                      <a:pt x="6092" y="250"/>
                      <a:pt x="6495" y="344"/>
                    </a:cubicBezTo>
                    <a:cubicBezTo>
                      <a:pt x="8664" y="849"/>
                      <a:pt x="10582" y="2394"/>
                      <a:pt x="12008" y="4059"/>
                    </a:cubicBezTo>
                    <a:cubicBezTo>
                      <a:pt x="14059" y="6288"/>
                      <a:pt x="15352" y="8948"/>
                      <a:pt x="16467" y="11742"/>
                    </a:cubicBezTo>
                    <a:cubicBezTo>
                      <a:pt x="19008" y="18430"/>
                      <a:pt x="20063" y="25548"/>
                      <a:pt x="21609" y="32488"/>
                    </a:cubicBezTo>
                    <a:cubicBezTo>
                      <a:pt x="21609" y="32534"/>
                      <a:pt x="21645" y="32553"/>
                      <a:pt x="21688" y="32553"/>
                    </a:cubicBezTo>
                    <a:cubicBezTo>
                      <a:pt x="21756" y="32553"/>
                      <a:pt x="21838" y="32502"/>
                      <a:pt x="21802" y="32429"/>
                    </a:cubicBezTo>
                    <a:cubicBezTo>
                      <a:pt x="20316" y="25920"/>
                      <a:pt x="19320" y="19173"/>
                      <a:pt x="17091" y="12857"/>
                    </a:cubicBezTo>
                    <a:cubicBezTo>
                      <a:pt x="16095" y="10063"/>
                      <a:pt x="14921" y="7343"/>
                      <a:pt x="13063" y="4995"/>
                    </a:cubicBezTo>
                    <a:cubicBezTo>
                      <a:pt x="11637" y="3138"/>
                      <a:pt x="9838" y="1399"/>
                      <a:pt x="7609" y="477"/>
                    </a:cubicBezTo>
                    <a:cubicBezTo>
                      <a:pt x="6878" y="182"/>
                      <a:pt x="6078" y="0"/>
                      <a:pt x="5279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2083;p42">
                <a:extLst>
                  <a:ext uri="{FF2B5EF4-FFF2-40B4-BE49-F238E27FC236}">
                    <a16:creationId xmlns:a16="http://schemas.microsoft.com/office/drawing/2014/main" id="{0B7E39B5-7C62-1F96-1206-A7D3E938AA59}"/>
                  </a:ext>
                </a:extLst>
              </p:cNvPr>
              <p:cNvSpPr/>
              <p:nvPr/>
            </p:nvSpPr>
            <p:spPr>
              <a:xfrm flipH="1">
                <a:off x="8167475" y="4058200"/>
                <a:ext cx="274225" cy="809600"/>
              </a:xfrm>
              <a:custGeom>
                <a:avLst/>
                <a:gdLst/>
                <a:ahLst/>
                <a:cxnLst/>
                <a:rect l="l" t="t" r="r" b="b"/>
                <a:pathLst>
                  <a:path w="10969" h="32384" fill="none" extrusionOk="0">
                    <a:moveTo>
                      <a:pt x="1" y="1"/>
                    </a:moveTo>
                    <a:lnTo>
                      <a:pt x="10968" y="32383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2084;p42">
                <a:extLst>
                  <a:ext uri="{FF2B5EF4-FFF2-40B4-BE49-F238E27FC236}">
                    <a16:creationId xmlns:a16="http://schemas.microsoft.com/office/drawing/2014/main" id="{7700E303-6F69-6968-8E43-5E80CB009DE9}"/>
                  </a:ext>
                </a:extLst>
              </p:cNvPr>
              <p:cNvSpPr/>
              <p:nvPr/>
            </p:nvSpPr>
            <p:spPr>
              <a:xfrm flipH="1">
                <a:off x="8729600" y="4646325"/>
                <a:ext cx="267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0716" h="1" fill="none" extrusionOk="0">
                    <a:moveTo>
                      <a:pt x="0" y="1"/>
                    </a:moveTo>
                    <a:lnTo>
                      <a:pt x="10715" y="1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2085;p42">
                <a:extLst>
                  <a:ext uri="{FF2B5EF4-FFF2-40B4-BE49-F238E27FC236}">
                    <a16:creationId xmlns:a16="http://schemas.microsoft.com/office/drawing/2014/main" id="{81B31396-4BD6-C057-398B-A32847AFEE58}"/>
                  </a:ext>
                </a:extLst>
              </p:cNvPr>
              <p:cNvSpPr/>
              <p:nvPr/>
            </p:nvSpPr>
            <p:spPr>
              <a:xfrm flipH="1">
                <a:off x="8528225" y="4646325"/>
                <a:ext cx="119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772" h="1" fill="none" extrusionOk="0">
                    <a:moveTo>
                      <a:pt x="1" y="1"/>
                    </a:moveTo>
                    <a:lnTo>
                      <a:pt x="4771" y="1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2086;p42">
                <a:extLst>
                  <a:ext uri="{FF2B5EF4-FFF2-40B4-BE49-F238E27FC236}">
                    <a16:creationId xmlns:a16="http://schemas.microsoft.com/office/drawing/2014/main" id="{A1BF731F-4981-4AD9-0EBE-56A76A3B13DA}"/>
                  </a:ext>
                </a:extLst>
              </p:cNvPr>
              <p:cNvSpPr/>
              <p:nvPr/>
            </p:nvSpPr>
            <p:spPr>
              <a:xfrm flipH="1">
                <a:off x="7902950" y="4364725"/>
                <a:ext cx="25" cy="5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037" fill="none" extrusionOk="0">
                    <a:moveTo>
                      <a:pt x="0" y="0"/>
                    </a:moveTo>
                    <a:lnTo>
                      <a:pt x="0" y="2036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2087;p42">
                <a:extLst>
                  <a:ext uri="{FF2B5EF4-FFF2-40B4-BE49-F238E27FC236}">
                    <a16:creationId xmlns:a16="http://schemas.microsoft.com/office/drawing/2014/main" id="{6F1939CB-FF91-EB3C-8D14-9EF9F435EE71}"/>
                  </a:ext>
                </a:extLst>
              </p:cNvPr>
              <p:cNvSpPr/>
              <p:nvPr/>
            </p:nvSpPr>
            <p:spPr>
              <a:xfrm flipH="1">
                <a:off x="7876575" y="4391100"/>
                <a:ext cx="51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1" fill="none" extrusionOk="0">
                    <a:moveTo>
                      <a:pt x="2051" y="0"/>
                    </a:moveTo>
                    <a:lnTo>
                      <a:pt x="1" y="0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2088;p42">
                <a:extLst>
                  <a:ext uri="{FF2B5EF4-FFF2-40B4-BE49-F238E27FC236}">
                    <a16:creationId xmlns:a16="http://schemas.microsoft.com/office/drawing/2014/main" id="{AD75267E-38BC-58E4-8B8F-160A574E37EF}"/>
                  </a:ext>
                </a:extLst>
              </p:cNvPr>
              <p:cNvSpPr/>
              <p:nvPr/>
            </p:nvSpPr>
            <p:spPr>
              <a:xfrm flipH="1">
                <a:off x="7972425" y="4859975"/>
                <a:ext cx="2385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542" h="1" fill="none" extrusionOk="0">
                    <a:moveTo>
                      <a:pt x="0" y="0"/>
                    </a:moveTo>
                    <a:lnTo>
                      <a:pt x="9541" y="0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" name="Google Shape;2089;p42">
              <a:extLst>
                <a:ext uri="{FF2B5EF4-FFF2-40B4-BE49-F238E27FC236}">
                  <a16:creationId xmlns:a16="http://schemas.microsoft.com/office/drawing/2014/main" id="{9AAC6417-BF01-72A4-4723-11AE3550496A}"/>
                </a:ext>
              </a:extLst>
            </p:cNvPr>
            <p:cNvSpPr/>
            <p:nvPr/>
          </p:nvSpPr>
          <p:spPr>
            <a:xfrm>
              <a:off x="6236872" y="2743914"/>
              <a:ext cx="70062" cy="72679"/>
            </a:xfrm>
            <a:custGeom>
              <a:avLst/>
              <a:gdLst/>
              <a:ahLst/>
              <a:cxnLst/>
              <a:rect l="l" t="t" r="r" b="b"/>
              <a:pathLst>
                <a:path w="803" h="833" extrusionOk="0">
                  <a:moveTo>
                    <a:pt x="393" y="100"/>
                  </a:moveTo>
                  <a:cubicBezTo>
                    <a:pt x="562" y="100"/>
                    <a:pt x="709" y="247"/>
                    <a:pt x="709" y="416"/>
                  </a:cubicBezTo>
                  <a:cubicBezTo>
                    <a:pt x="709" y="586"/>
                    <a:pt x="562" y="733"/>
                    <a:pt x="393" y="733"/>
                  </a:cubicBezTo>
                  <a:cubicBezTo>
                    <a:pt x="217" y="733"/>
                    <a:pt x="100" y="586"/>
                    <a:pt x="100" y="416"/>
                  </a:cubicBezTo>
                  <a:cubicBezTo>
                    <a:pt x="100" y="247"/>
                    <a:pt x="217" y="100"/>
                    <a:pt x="393" y="100"/>
                  </a:cubicBezTo>
                  <a:close/>
                  <a:moveTo>
                    <a:pt x="393" y="1"/>
                  </a:moveTo>
                  <a:cubicBezTo>
                    <a:pt x="170" y="1"/>
                    <a:pt x="0" y="200"/>
                    <a:pt x="0" y="416"/>
                  </a:cubicBezTo>
                  <a:cubicBezTo>
                    <a:pt x="0" y="639"/>
                    <a:pt x="170" y="832"/>
                    <a:pt x="393" y="832"/>
                  </a:cubicBezTo>
                  <a:cubicBezTo>
                    <a:pt x="633" y="832"/>
                    <a:pt x="802" y="639"/>
                    <a:pt x="802" y="416"/>
                  </a:cubicBezTo>
                  <a:cubicBezTo>
                    <a:pt x="802" y="200"/>
                    <a:pt x="633" y="1"/>
                    <a:pt x="393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90;p42">
              <a:extLst>
                <a:ext uri="{FF2B5EF4-FFF2-40B4-BE49-F238E27FC236}">
                  <a16:creationId xmlns:a16="http://schemas.microsoft.com/office/drawing/2014/main" id="{839947F0-DF48-5C53-BD5C-108CE85BD5C7}"/>
                </a:ext>
              </a:extLst>
            </p:cNvPr>
            <p:cNvSpPr/>
            <p:nvPr/>
          </p:nvSpPr>
          <p:spPr>
            <a:xfrm>
              <a:off x="7903337" y="3151249"/>
              <a:ext cx="51129" cy="51216"/>
            </a:xfrm>
            <a:custGeom>
              <a:avLst/>
              <a:gdLst/>
              <a:ahLst/>
              <a:cxnLst/>
              <a:rect l="l" t="t" r="r" b="b"/>
              <a:pathLst>
                <a:path w="586" h="587" extrusionOk="0">
                  <a:moveTo>
                    <a:pt x="293" y="100"/>
                  </a:moveTo>
                  <a:cubicBezTo>
                    <a:pt x="416" y="100"/>
                    <a:pt x="486" y="200"/>
                    <a:pt x="486" y="294"/>
                  </a:cubicBezTo>
                  <a:cubicBezTo>
                    <a:pt x="486" y="393"/>
                    <a:pt x="416" y="493"/>
                    <a:pt x="293" y="493"/>
                  </a:cubicBezTo>
                  <a:cubicBezTo>
                    <a:pt x="194" y="493"/>
                    <a:pt x="100" y="393"/>
                    <a:pt x="100" y="294"/>
                  </a:cubicBezTo>
                  <a:cubicBezTo>
                    <a:pt x="100" y="200"/>
                    <a:pt x="194" y="100"/>
                    <a:pt x="293" y="100"/>
                  </a:cubicBezTo>
                  <a:close/>
                  <a:moveTo>
                    <a:pt x="293" y="1"/>
                  </a:moveTo>
                  <a:cubicBezTo>
                    <a:pt x="147" y="1"/>
                    <a:pt x="0" y="124"/>
                    <a:pt x="0" y="294"/>
                  </a:cubicBezTo>
                  <a:cubicBezTo>
                    <a:pt x="0" y="463"/>
                    <a:pt x="147" y="586"/>
                    <a:pt x="293" y="586"/>
                  </a:cubicBezTo>
                  <a:cubicBezTo>
                    <a:pt x="463" y="586"/>
                    <a:pt x="586" y="463"/>
                    <a:pt x="586" y="294"/>
                  </a:cubicBezTo>
                  <a:cubicBezTo>
                    <a:pt x="586" y="124"/>
                    <a:pt x="463" y="1"/>
                    <a:pt x="293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91;p42">
              <a:extLst>
                <a:ext uri="{FF2B5EF4-FFF2-40B4-BE49-F238E27FC236}">
                  <a16:creationId xmlns:a16="http://schemas.microsoft.com/office/drawing/2014/main" id="{F5EFA357-E07B-0610-599E-1640FB408D38}"/>
                </a:ext>
              </a:extLst>
            </p:cNvPr>
            <p:cNvSpPr/>
            <p:nvPr/>
          </p:nvSpPr>
          <p:spPr>
            <a:xfrm>
              <a:off x="6370726" y="2444793"/>
              <a:ext cx="53222" cy="51128"/>
            </a:xfrm>
            <a:custGeom>
              <a:avLst/>
              <a:gdLst/>
              <a:ahLst/>
              <a:cxnLst/>
              <a:rect l="l" t="t" r="r" b="b"/>
              <a:pathLst>
                <a:path w="610" h="586" extrusionOk="0">
                  <a:moveTo>
                    <a:pt x="317" y="100"/>
                  </a:moveTo>
                  <a:cubicBezTo>
                    <a:pt x="416" y="100"/>
                    <a:pt x="516" y="170"/>
                    <a:pt x="516" y="293"/>
                  </a:cubicBezTo>
                  <a:cubicBezTo>
                    <a:pt x="516" y="392"/>
                    <a:pt x="416" y="486"/>
                    <a:pt x="317" y="486"/>
                  </a:cubicBezTo>
                  <a:cubicBezTo>
                    <a:pt x="194" y="486"/>
                    <a:pt x="100" y="392"/>
                    <a:pt x="100" y="293"/>
                  </a:cubicBezTo>
                  <a:cubicBezTo>
                    <a:pt x="100" y="170"/>
                    <a:pt x="194" y="100"/>
                    <a:pt x="317" y="100"/>
                  </a:cubicBezTo>
                  <a:close/>
                  <a:moveTo>
                    <a:pt x="317" y="0"/>
                  </a:moveTo>
                  <a:cubicBezTo>
                    <a:pt x="147" y="0"/>
                    <a:pt x="1" y="123"/>
                    <a:pt x="1" y="293"/>
                  </a:cubicBezTo>
                  <a:cubicBezTo>
                    <a:pt x="1" y="439"/>
                    <a:pt x="147" y="586"/>
                    <a:pt x="317" y="586"/>
                  </a:cubicBezTo>
                  <a:cubicBezTo>
                    <a:pt x="463" y="586"/>
                    <a:pt x="610" y="439"/>
                    <a:pt x="610" y="293"/>
                  </a:cubicBezTo>
                  <a:cubicBezTo>
                    <a:pt x="610" y="123"/>
                    <a:pt x="463" y="0"/>
                    <a:pt x="317" y="0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92;p42">
              <a:extLst>
                <a:ext uri="{FF2B5EF4-FFF2-40B4-BE49-F238E27FC236}">
                  <a16:creationId xmlns:a16="http://schemas.microsoft.com/office/drawing/2014/main" id="{CCFDF807-5DE1-973E-1252-E7565BF7B407}"/>
                </a:ext>
              </a:extLst>
            </p:cNvPr>
            <p:cNvSpPr/>
            <p:nvPr/>
          </p:nvSpPr>
          <p:spPr>
            <a:xfrm>
              <a:off x="7213636" y="1906292"/>
              <a:ext cx="51216" cy="51216"/>
            </a:xfrm>
            <a:custGeom>
              <a:avLst/>
              <a:gdLst/>
              <a:ahLst/>
              <a:cxnLst/>
              <a:rect l="l" t="t" r="r" b="b"/>
              <a:pathLst>
                <a:path w="587" h="587" extrusionOk="0">
                  <a:moveTo>
                    <a:pt x="294" y="95"/>
                  </a:moveTo>
                  <a:cubicBezTo>
                    <a:pt x="393" y="95"/>
                    <a:pt x="487" y="171"/>
                    <a:pt x="487" y="294"/>
                  </a:cubicBezTo>
                  <a:cubicBezTo>
                    <a:pt x="487" y="387"/>
                    <a:pt x="393" y="487"/>
                    <a:pt x="294" y="487"/>
                  </a:cubicBezTo>
                  <a:cubicBezTo>
                    <a:pt x="171" y="487"/>
                    <a:pt x="100" y="387"/>
                    <a:pt x="100" y="294"/>
                  </a:cubicBezTo>
                  <a:cubicBezTo>
                    <a:pt x="100" y="171"/>
                    <a:pt x="171" y="95"/>
                    <a:pt x="294" y="95"/>
                  </a:cubicBezTo>
                  <a:close/>
                  <a:moveTo>
                    <a:pt x="294" y="1"/>
                  </a:moveTo>
                  <a:cubicBezTo>
                    <a:pt x="124" y="1"/>
                    <a:pt x="1" y="124"/>
                    <a:pt x="1" y="294"/>
                  </a:cubicBezTo>
                  <a:cubicBezTo>
                    <a:pt x="1" y="463"/>
                    <a:pt x="124" y="586"/>
                    <a:pt x="294" y="586"/>
                  </a:cubicBezTo>
                  <a:cubicBezTo>
                    <a:pt x="440" y="586"/>
                    <a:pt x="586" y="463"/>
                    <a:pt x="586" y="294"/>
                  </a:cubicBezTo>
                  <a:cubicBezTo>
                    <a:pt x="586" y="124"/>
                    <a:pt x="440" y="1"/>
                    <a:pt x="294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093;p42">
              <a:extLst>
                <a:ext uri="{FF2B5EF4-FFF2-40B4-BE49-F238E27FC236}">
                  <a16:creationId xmlns:a16="http://schemas.microsoft.com/office/drawing/2014/main" id="{0ED4083A-EB73-790C-16B4-F8AB40600ECA}"/>
                </a:ext>
              </a:extLst>
            </p:cNvPr>
            <p:cNvSpPr/>
            <p:nvPr/>
          </p:nvSpPr>
          <p:spPr>
            <a:xfrm>
              <a:off x="7166696" y="3472587"/>
              <a:ext cx="51129" cy="51216"/>
            </a:xfrm>
            <a:custGeom>
              <a:avLst/>
              <a:gdLst/>
              <a:ahLst/>
              <a:cxnLst/>
              <a:rect l="l" t="t" r="r" b="b"/>
              <a:pathLst>
                <a:path w="586" h="587" extrusionOk="0">
                  <a:moveTo>
                    <a:pt x="293" y="100"/>
                  </a:moveTo>
                  <a:cubicBezTo>
                    <a:pt x="416" y="100"/>
                    <a:pt x="492" y="176"/>
                    <a:pt x="492" y="293"/>
                  </a:cubicBezTo>
                  <a:cubicBezTo>
                    <a:pt x="492" y="393"/>
                    <a:pt x="416" y="492"/>
                    <a:pt x="293" y="492"/>
                  </a:cubicBezTo>
                  <a:cubicBezTo>
                    <a:pt x="199" y="492"/>
                    <a:pt x="100" y="393"/>
                    <a:pt x="100" y="293"/>
                  </a:cubicBezTo>
                  <a:cubicBezTo>
                    <a:pt x="100" y="176"/>
                    <a:pt x="199" y="100"/>
                    <a:pt x="293" y="100"/>
                  </a:cubicBezTo>
                  <a:close/>
                  <a:moveTo>
                    <a:pt x="293" y="1"/>
                  </a:moveTo>
                  <a:cubicBezTo>
                    <a:pt x="147" y="1"/>
                    <a:pt x="0" y="124"/>
                    <a:pt x="0" y="293"/>
                  </a:cubicBezTo>
                  <a:cubicBezTo>
                    <a:pt x="0" y="440"/>
                    <a:pt x="147" y="586"/>
                    <a:pt x="293" y="586"/>
                  </a:cubicBezTo>
                  <a:cubicBezTo>
                    <a:pt x="469" y="586"/>
                    <a:pt x="586" y="440"/>
                    <a:pt x="586" y="293"/>
                  </a:cubicBezTo>
                  <a:cubicBezTo>
                    <a:pt x="586" y="124"/>
                    <a:pt x="469" y="1"/>
                    <a:pt x="293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094;p42">
              <a:extLst>
                <a:ext uri="{FF2B5EF4-FFF2-40B4-BE49-F238E27FC236}">
                  <a16:creationId xmlns:a16="http://schemas.microsoft.com/office/drawing/2014/main" id="{ADBD903E-F064-230B-5F70-37BFAB7EFF91}"/>
                </a:ext>
              </a:extLst>
            </p:cNvPr>
            <p:cNvSpPr/>
            <p:nvPr/>
          </p:nvSpPr>
          <p:spPr>
            <a:xfrm>
              <a:off x="6753923" y="3098114"/>
              <a:ext cx="47028" cy="49122"/>
            </a:xfrm>
            <a:custGeom>
              <a:avLst/>
              <a:gdLst/>
              <a:ahLst/>
              <a:cxnLst/>
              <a:rect l="l" t="t" r="r" b="b"/>
              <a:pathLst>
                <a:path w="539" h="563" extrusionOk="0">
                  <a:moveTo>
                    <a:pt x="100" y="1"/>
                  </a:moveTo>
                  <a:cubicBezTo>
                    <a:pt x="47" y="1"/>
                    <a:pt x="0" y="48"/>
                    <a:pt x="0" y="124"/>
                  </a:cubicBezTo>
                  <a:lnTo>
                    <a:pt x="0" y="440"/>
                  </a:lnTo>
                  <a:cubicBezTo>
                    <a:pt x="0" y="516"/>
                    <a:pt x="47" y="563"/>
                    <a:pt x="100" y="563"/>
                  </a:cubicBezTo>
                  <a:lnTo>
                    <a:pt x="439" y="563"/>
                  </a:lnTo>
                  <a:cubicBezTo>
                    <a:pt x="486" y="563"/>
                    <a:pt x="539" y="516"/>
                    <a:pt x="539" y="440"/>
                  </a:cubicBezTo>
                  <a:lnTo>
                    <a:pt x="539" y="124"/>
                  </a:lnTo>
                  <a:cubicBezTo>
                    <a:pt x="539" y="48"/>
                    <a:pt x="486" y="1"/>
                    <a:pt x="43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095;p42">
              <a:extLst>
                <a:ext uri="{FF2B5EF4-FFF2-40B4-BE49-F238E27FC236}">
                  <a16:creationId xmlns:a16="http://schemas.microsoft.com/office/drawing/2014/main" id="{0E3CBA72-2268-2A17-76B0-8F20C532D84D}"/>
                </a:ext>
              </a:extLst>
            </p:cNvPr>
            <p:cNvSpPr/>
            <p:nvPr/>
          </p:nvSpPr>
          <p:spPr>
            <a:xfrm>
              <a:off x="7281603" y="4496891"/>
              <a:ext cx="311221" cy="340275"/>
            </a:xfrm>
            <a:custGeom>
              <a:avLst/>
              <a:gdLst/>
              <a:ahLst/>
              <a:cxnLst/>
              <a:rect l="l" t="t" r="r" b="b"/>
              <a:pathLst>
                <a:path w="3567" h="3900" extrusionOk="0">
                  <a:moveTo>
                    <a:pt x="1248" y="0"/>
                  </a:moveTo>
                  <a:lnTo>
                    <a:pt x="1587" y="2898"/>
                  </a:lnTo>
                  <a:lnTo>
                    <a:pt x="100" y="3583"/>
                  </a:lnTo>
                  <a:cubicBezTo>
                    <a:pt x="53" y="3607"/>
                    <a:pt x="1" y="3660"/>
                    <a:pt x="1" y="3730"/>
                  </a:cubicBezTo>
                  <a:cubicBezTo>
                    <a:pt x="1" y="3806"/>
                    <a:pt x="77" y="3876"/>
                    <a:pt x="147" y="3876"/>
                  </a:cubicBezTo>
                  <a:lnTo>
                    <a:pt x="3467" y="3900"/>
                  </a:lnTo>
                  <a:lnTo>
                    <a:pt x="3566" y="3021"/>
                  </a:lnTo>
                  <a:lnTo>
                    <a:pt x="3397" y="240"/>
                  </a:lnTo>
                  <a:lnTo>
                    <a:pt x="1248" y="0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096;p42">
              <a:extLst>
                <a:ext uri="{FF2B5EF4-FFF2-40B4-BE49-F238E27FC236}">
                  <a16:creationId xmlns:a16="http://schemas.microsoft.com/office/drawing/2014/main" id="{3FC89E35-F084-1C6D-B07B-75A70C4495A9}"/>
                </a:ext>
              </a:extLst>
            </p:cNvPr>
            <p:cNvSpPr/>
            <p:nvPr/>
          </p:nvSpPr>
          <p:spPr>
            <a:xfrm>
              <a:off x="7264764" y="4749739"/>
              <a:ext cx="336262" cy="117613"/>
            </a:xfrm>
            <a:custGeom>
              <a:avLst/>
              <a:gdLst/>
              <a:ahLst/>
              <a:cxnLst/>
              <a:rect l="l" t="t" r="r" b="b"/>
              <a:pathLst>
                <a:path w="3854" h="1348" extrusionOk="0">
                  <a:moveTo>
                    <a:pt x="1780" y="0"/>
                  </a:moveTo>
                  <a:lnTo>
                    <a:pt x="223" y="685"/>
                  </a:lnTo>
                  <a:cubicBezTo>
                    <a:pt x="147" y="709"/>
                    <a:pt x="76" y="832"/>
                    <a:pt x="47" y="955"/>
                  </a:cubicBezTo>
                  <a:cubicBezTo>
                    <a:pt x="47" y="955"/>
                    <a:pt x="0" y="1318"/>
                    <a:pt x="76" y="1318"/>
                  </a:cubicBezTo>
                  <a:lnTo>
                    <a:pt x="3783" y="1347"/>
                  </a:lnTo>
                  <a:cubicBezTo>
                    <a:pt x="3830" y="1347"/>
                    <a:pt x="3853" y="1318"/>
                    <a:pt x="3853" y="1271"/>
                  </a:cubicBezTo>
                  <a:lnTo>
                    <a:pt x="3783" y="100"/>
                  </a:lnTo>
                  <a:cubicBezTo>
                    <a:pt x="3783" y="100"/>
                    <a:pt x="3387" y="195"/>
                    <a:pt x="2881" y="195"/>
                  </a:cubicBezTo>
                  <a:cubicBezTo>
                    <a:pt x="2535" y="195"/>
                    <a:pt x="2137" y="150"/>
                    <a:pt x="17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097;p42">
              <a:extLst>
                <a:ext uri="{FF2B5EF4-FFF2-40B4-BE49-F238E27FC236}">
                  <a16:creationId xmlns:a16="http://schemas.microsoft.com/office/drawing/2014/main" id="{38F6C15B-27AC-F292-2E96-F1F9B4116663}"/>
                </a:ext>
              </a:extLst>
            </p:cNvPr>
            <p:cNvSpPr/>
            <p:nvPr/>
          </p:nvSpPr>
          <p:spPr>
            <a:xfrm>
              <a:off x="7388395" y="4754363"/>
              <a:ext cx="25651" cy="36296"/>
            </a:xfrm>
            <a:custGeom>
              <a:avLst/>
              <a:gdLst/>
              <a:ahLst/>
              <a:cxnLst/>
              <a:rect l="l" t="t" r="r" b="b"/>
              <a:pathLst>
                <a:path w="294" h="416" extrusionOk="0">
                  <a:moveTo>
                    <a:pt x="47" y="0"/>
                  </a:moveTo>
                  <a:lnTo>
                    <a:pt x="0" y="47"/>
                  </a:lnTo>
                  <a:cubicBezTo>
                    <a:pt x="94" y="147"/>
                    <a:pt x="170" y="269"/>
                    <a:pt x="217" y="416"/>
                  </a:cubicBezTo>
                  <a:lnTo>
                    <a:pt x="293" y="387"/>
                  </a:lnTo>
                  <a:cubicBezTo>
                    <a:pt x="217" y="240"/>
                    <a:pt x="147" y="123"/>
                    <a:pt x="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098;p42">
              <a:extLst>
                <a:ext uri="{FF2B5EF4-FFF2-40B4-BE49-F238E27FC236}">
                  <a16:creationId xmlns:a16="http://schemas.microsoft.com/office/drawing/2014/main" id="{A7699BE8-0856-8C1E-2258-D50262B8D94D}"/>
                </a:ext>
              </a:extLst>
            </p:cNvPr>
            <p:cNvSpPr/>
            <p:nvPr/>
          </p:nvSpPr>
          <p:spPr>
            <a:xfrm>
              <a:off x="7371033" y="4765094"/>
              <a:ext cx="21551" cy="29665"/>
            </a:xfrm>
            <a:custGeom>
              <a:avLst/>
              <a:gdLst/>
              <a:ahLst/>
              <a:cxnLst/>
              <a:rect l="l" t="t" r="r" b="b"/>
              <a:pathLst>
                <a:path w="247" h="340" extrusionOk="0">
                  <a:moveTo>
                    <a:pt x="53" y="0"/>
                  </a:moveTo>
                  <a:lnTo>
                    <a:pt x="0" y="47"/>
                  </a:lnTo>
                  <a:cubicBezTo>
                    <a:pt x="100" y="170"/>
                    <a:pt x="123" y="240"/>
                    <a:pt x="176" y="340"/>
                  </a:cubicBezTo>
                  <a:lnTo>
                    <a:pt x="246" y="316"/>
                  </a:lnTo>
                  <a:cubicBezTo>
                    <a:pt x="199" y="193"/>
                    <a:pt x="147" y="117"/>
                    <a:pt x="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99;p42">
              <a:extLst>
                <a:ext uri="{FF2B5EF4-FFF2-40B4-BE49-F238E27FC236}">
                  <a16:creationId xmlns:a16="http://schemas.microsoft.com/office/drawing/2014/main" id="{448A736F-EEE6-0EF2-698B-F3C90CB3AC68}"/>
                </a:ext>
              </a:extLst>
            </p:cNvPr>
            <p:cNvSpPr/>
            <p:nvPr/>
          </p:nvSpPr>
          <p:spPr>
            <a:xfrm>
              <a:off x="7356200" y="4771202"/>
              <a:ext cx="21551" cy="29665"/>
            </a:xfrm>
            <a:custGeom>
              <a:avLst/>
              <a:gdLst/>
              <a:ahLst/>
              <a:cxnLst/>
              <a:rect l="l" t="t" r="r" b="b"/>
              <a:pathLst>
                <a:path w="247" h="340" extrusionOk="0">
                  <a:moveTo>
                    <a:pt x="53" y="0"/>
                  </a:moveTo>
                  <a:lnTo>
                    <a:pt x="0" y="47"/>
                  </a:lnTo>
                  <a:cubicBezTo>
                    <a:pt x="53" y="123"/>
                    <a:pt x="123" y="246"/>
                    <a:pt x="170" y="340"/>
                  </a:cubicBezTo>
                  <a:lnTo>
                    <a:pt x="246" y="293"/>
                  </a:lnTo>
                  <a:cubicBezTo>
                    <a:pt x="199" y="223"/>
                    <a:pt x="123" y="100"/>
                    <a:pt x="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00;p42">
              <a:extLst>
                <a:ext uri="{FF2B5EF4-FFF2-40B4-BE49-F238E27FC236}">
                  <a16:creationId xmlns:a16="http://schemas.microsoft.com/office/drawing/2014/main" id="{4D3D8EA8-72B2-943F-C1C9-4E3AF8A623A8}"/>
                </a:ext>
              </a:extLst>
            </p:cNvPr>
            <p:cNvSpPr/>
            <p:nvPr/>
          </p:nvSpPr>
          <p:spPr>
            <a:xfrm>
              <a:off x="7266770" y="4839169"/>
              <a:ext cx="332161" cy="8725"/>
            </a:xfrm>
            <a:custGeom>
              <a:avLst/>
              <a:gdLst/>
              <a:ahLst/>
              <a:cxnLst/>
              <a:rect l="l" t="t" r="r" b="b"/>
              <a:pathLst>
                <a:path w="3807" h="100" extrusionOk="0">
                  <a:moveTo>
                    <a:pt x="1" y="0"/>
                  </a:moveTo>
                  <a:lnTo>
                    <a:pt x="1" y="76"/>
                  </a:lnTo>
                  <a:lnTo>
                    <a:pt x="3807" y="100"/>
                  </a:lnTo>
                  <a:lnTo>
                    <a:pt x="3807" y="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101;p42">
              <a:extLst>
                <a:ext uri="{FF2B5EF4-FFF2-40B4-BE49-F238E27FC236}">
                  <a16:creationId xmlns:a16="http://schemas.microsoft.com/office/drawing/2014/main" id="{E5F6956E-AFC8-7E51-F661-DE60E620BC13}"/>
                </a:ext>
              </a:extLst>
            </p:cNvPr>
            <p:cNvSpPr/>
            <p:nvPr/>
          </p:nvSpPr>
          <p:spPr>
            <a:xfrm>
              <a:off x="7509409" y="4792665"/>
              <a:ext cx="87512" cy="51129"/>
            </a:xfrm>
            <a:custGeom>
              <a:avLst/>
              <a:gdLst/>
              <a:ahLst/>
              <a:cxnLst/>
              <a:rect l="l" t="t" r="r" b="b"/>
              <a:pathLst>
                <a:path w="1003" h="586" extrusionOk="0">
                  <a:moveTo>
                    <a:pt x="1002" y="0"/>
                  </a:moveTo>
                  <a:cubicBezTo>
                    <a:pt x="1002" y="0"/>
                    <a:pt x="786" y="0"/>
                    <a:pt x="540" y="71"/>
                  </a:cubicBezTo>
                  <a:cubicBezTo>
                    <a:pt x="417" y="94"/>
                    <a:pt x="294" y="147"/>
                    <a:pt x="200" y="240"/>
                  </a:cubicBezTo>
                  <a:cubicBezTo>
                    <a:pt x="100" y="316"/>
                    <a:pt x="24" y="439"/>
                    <a:pt x="1" y="586"/>
                  </a:cubicBezTo>
                  <a:lnTo>
                    <a:pt x="77" y="586"/>
                  </a:lnTo>
                  <a:cubicBezTo>
                    <a:pt x="100" y="463"/>
                    <a:pt x="147" y="363"/>
                    <a:pt x="247" y="293"/>
                  </a:cubicBezTo>
                  <a:cubicBezTo>
                    <a:pt x="370" y="193"/>
                    <a:pt x="563" y="123"/>
                    <a:pt x="709" y="94"/>
                  </a:cubicBezTo>
                  <a:cubicBezTo>
                    <a:pt x="809" y="71"/>
                    <a:pt x="879" y="71"/>
                    <a:pt x="932" y="71"/>
                  </a:cubicBezTo>
                  <a:lnTo>
                    <a:pt x="1002" y="71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102;p42">
              <a:extLst>
                <a:ext uri="{FF2B5EF4-FFF2-40B4-BE49-F238E27FC236}">
                  <a16:creationId xmlns:a16="http://schemas.microsoft.com/office/drawing/2014/main" id="{9F042719-E9DF-A10F-464D-B96B9EF0A446}"/>
                </a:ext>
              </a:extLst>
            </p:cNvPr>
            <p:cNvSpPr/>
            <p:nvPr/>
          </p:nvSpPr>
          <p:spPr>
            <a:xfrm>
              <a:off x="7309697" y="4794672"/>
              <a:ext cx="31759" cy="49122"/>
            </a:xfrm>
            <a:custGeom>
              <a:avLst/>
              <a:gdLst/>
              <a:ahLst/>
              <a:cxnLst/>
              <a:rect l="l" t="t" r="r" b="b"/>
              <a:pathLst>
                <a:path w="364" h="563" extrusionOk="0">
                  <a:moveTo>
                    <a:pt x="47" y="1"/>
                  </a:moveTo>
                  <a:lnTo>
                    <a:pt x="1" y="48"/>
                  </a:lnTo>
                  <a:cubicBezTo>
                    <a:pt x="1" y="48"/>
                    <a:pt x="1" y="71"/>
                    <a:pt x="24" y="100"/>
                  </a:cubicBezTo>
                  <a:cubicBezTo>
                    <a:pt x="71" y="170"/>
                    <a:pt x="118" y="247"/>
                    <a:pt x="170" y="340"/>
                  </a:cubicBezTo>
                  <a:cubicBezTo>
                    <a:pt x="217" y="416"/>
                    <a:pt x="264" y="510"/>
                    <a:pt x="293" y="563"/>
                  </a:cubicBezTo>
                  <a:lnTo>
                    <a:pt x="364" y="539"/>
                  </a:lnTo>
                  <a:cubicBezTo>
                    <a:pt x="340" y="463"/>
                    <a:pt x="264" y="317"/>
                    <a:pt x="194" y="217"/>
                  </a:cubicBezTo>
                  <a:cubicBezTo>
                    <a:pt x="118" y="100"/>
                    <a:pt x="47" y="1"/>
                    <a:pt x="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103;p42">
              <a:extLst>
                <a:ext uri="{FF2B5EF4-FFF2-40B4-BE49-F238E27FC236}">
                  <a16:creationId xmlns:a16="http://schemas.microsoft.com/office/drawing/2014/main" id="{F1061455-B446-1AA1-5C0D-2B0AD4D46611}"/>
                </a:ext>
              </a:extLst>
            </p:cNvPr>
            <p:cNvSpPr/>
            <p:nvPr/>
          </p:nvSpPr>
          <p:spPr>
            <a:xfrm>
              <a:off x="7309697" y="3583481"/>
              <a:ext cx="349000" cy="1125961"/>
            </a:xfrm>
            <a:custGeom>
              <a:avLst/>
              <a:gdLst/>
              <a:ahLst/>
              <a:cxnLst/>
              <a:rect l="l" t="t" r="r" b="b"/>
              <a:pathLst>
                <a:path w="4000" h="12905" extrusionOk="0">
                  <a:moveTo>
                    <a:pt x="463" y="0"/>
                  </a:moveTo>
                  <a:cubicBezTo>
                    <a:pt x="463" y="0"/>
                    <a:pt x="1" y="3929"/>
                    <a:pt x="170" y="6757"/>
                  </a:cubicBezTo>
                  <a:cubicBezTo>
                    <a:pt x="364" y="9614"/>
                    <a:pt x="610" y="12905"/>
                    <a:pt x="610" y="12905"/>
                  </a:cubicBezTo>
                  <a:lnTo>
                    <a:pt x="3514" y="12905"/>
                  </a:lnTo>
                  <a:cubicBezTo>
                    <a:pt x="3514" y="12905"/>
                    <a:pt x="3121" y="8028"/>
                    <a:pt x="3168" y="5732"/>
                  </a:cubicBezTo>
                  <a:cubicBezTo>
                    <a:pt x="3221" y="3197"/>
                    <a:pt x="4000" y="0"/>
                    <a:pt x="4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104;p42">
              <a:extLst>
                <a:ext uri="{FF2B5EF4-FFF2-40B4-BE49-F238E27FC236}">
                  <a16:creationId xmlns:a16="http://schemas.microsoft.com/office/drawing/2014/main" id="{B6733C94-F06D-8EE3-9E7D-6D8659110A6E}"/>
                </a:ext>
              </a:extLst>
            </p:cNvPr>
            <p:cNvSpPr/>
            <p:nvPr/>
          </p:nvSpPr>
          <p:spPr>
            <a:xfrm>
              <a:off x="7532966" y="3583481"/>
              <a:ext cx="76693" cy="1128055"/>
            </a:xfrm>
            <a:custGeom>
              <a:avLst/>
              <a:gdLst/>
              <a:ahLst/>
              <a:cxnLst/>
              <a:rect l="l" t="t" r="r" b="b"/>
              <a:pathLst>
                <a:path w="879" h="12929" extrusionOk="0">
                  <a:moveTo>
                    <a:pt x="808" y="0"/>
                  </a:moveTo>
                  <a:cubicBezTo>
                    <a:pt x="808" y="0"/>
                    <a:pt x="47" y="3197"/>
                    <a:pt x="0" y="5732"/>
                  </a:cubicBezTo>
                  <a:lnTo>
                    <a:pt x="0" y="6125"/>
                  </a:lnTo>
                  <a:cubicBezTo>
                    <a:pt x="0" y="8537"/>
                    <a:pt x="316" y="12928"/>
                    <a:pt x="316" y="12928"/>
                  </a:cubicBezTo>
                  <a:lnTo>
                    <a:pt x="393" y="12905"/>
                  </a:lnTo>
                  <a:lnTo>
                    <a:pt x="393" y="12712"/>
                  </a:lnTo>
                  <a:cubicBezTo>
                    <a:pt x="316" y="11857"/>
                    <a:pt x="76" y="8221"/>
                    <a:pt x="76" y="6125"/>
                  </a:cubicBezTo>
                  <a:lnTo>
                    <a:pt x="76" y="5732"/>
                  </a:lnTo>
                  <a:cubicBezTo>
                    <a:pt x="100" y="4468"/>
                    <a:pt x="293" y="3051"/>
                    <a:pt x="486" y="1927"/>
                  </a:cubicBezTo>
                  <a:cubicBezTo>
                    <a:pt x="586" y="1364"/>
                    <a:pt x="685" y="878"/>
                    <a:pt x="756" y="539"/>
                  </a:cubicBezTo>
                  <a:cubicBezTo>
                    <a:pt x="808" y="369"/>
                    <a:pt x="832" y="246"/>
                    <a:pt x="855" y="147"/>
                  </a:cubicBezTo>
                  <a:cubicBezTo>
                    <a:pt x="879" y="47"/>
                    <a:pt x="879" y="0"/>
                    <a:pt x="8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105;p42">
              <a:extLst>
                <a:ext uri="{FF2B5EF4-FFF2-40B4-BE49-F238E27FC236}">
                  <a16:creationId xmlns:a16="http://schemas.microsoft.com/office/drawing/2014/main" id="{2AFE1431-802E-5F7E-702C-6507977DF906}"/>
                </a:ext>
              </a:extLst>
            </p:cNvPr>
            <p:cNvSpPr/>
            <p:nvPr/>
          </p:nvSpPr>
          <p:spPr>
            <a:xfrm>
              <a:off x="7837377" y="4192392"/>
              <a:ext cx="374564" cy="389920"/>
            </a:xfrm>
            <a:custGeom>
              <a:avLst/>
              <a:gdLst/>
              <a:ahLst/>
              <a:cxnLst/>
              <a:rect l="l" t="t" r="r" b="b"/>
              <a:pathLst>
                <a:path w="4293" h="4469" extrusionOk="0">
                  <a:moveTo>
                    <a:pt x="832" y="1"/>
                  </a:moveTo>
                  <a:lnTo>
                    <a:pt x="1" y="1804"/>
                  </a:lnTo>
                  <a:lnTo>
                    <a:pt x="2782" y="2706"/>
                  </a:lnTo>
                  <a:lnTo>
                    <a:pt x="2999" y="4316"/>
                  </a:lnTo>
                  <a:cubicBezTo>
                    <a:pt x="2999" y="4392"/>
                    <a:pt x="3028" y="4439"/>
                    <a:pt x="3098" y="4462"/>
                  </a:cubicBezTo>
                  <a:cubicBezTo>
                    <a:pt x="3112" y="4466"/>
                    <a:pt x="3126" y="4468"/>
                    <a:pt x="3140" y="4468"/>
                  </a:cubicBezTo>
                  <a:cubicBezTo>
                    <a:pt x="3205" y="4468"/>
                    <a:pt x="3272" y="4426"/>
                    <a:pt x="3292" y="4368"/>
                  </a:cubicBezTo>
                  <a:lnTo>
                    <a:pt x="4293" y="1218"/>
                  </a:lnTo>
                  <a:lnTo>
                    <a:pt x="3491" y="855"/>
                  </a:lnTo>
                  <a:lnTo>
                    <a:pt x="832" y="1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106;p42">
              <a:extLst>
                <a:ext uri="{FF2B5EF4-FFF2-40B4-BE49-F238E27FC236}">
                  <a16:creationId xmlns:a16="http://schemas.microsoft.com/office/drawing/2014/main" id="{4EB7E76E-FA45-4E11-6287-D3A6990E0A90}"/>
                </a:ext>
              </a:extLst>
            </p:cNvPr>
            <p:cNvSpPr/>
            <p:nvPr/>
          </p:nvSpPr>
          <p:spPr>
            <a:xfrm>
              <a:off x="8080103" y="4264459"/>
              <a:ext cx="166124" cy="342456"/>
            </a:xfrm>
            <a:custGeom>
              <a:avLst/>
              <a:gdLst/>
              <a:ahLst/>
              <a:cxnLst/>
              <a:rect l="l" t="t" r="r" b="b"/>
              <a:pathLst>
                <a:path w="1904" h="3925" extrusionOk="0">
                  <a:moveTo>
                    <a:pt x="685" y="0"/>
                  </a:moveTo>
                  <a:cubicBezTo>
                    <a:pt x="685" y="0"/>
                    <a:pt x="609" y="1148"/>
                    <a:pt x="0" y="1880"/>
                  </a:cubicBezTo>
                  <a:lnTo>
                    <a:pt x="170" y="3589"/>
                  </a:lnTo>
                  <a:cubicBezTo>
                    <a:pt x="193" y="3660"/>
                    <a:pt x="293" y="3759"/>
                    <a:pt x="363" y="3806"/>
                  </a:cubicBezTo>
                  <a:cubicBezTo>
                    <a:pt x="387" y="3806"/>
                    <a:pt x="621" y="3925"/>
                    <a:pt x="716" y="3925"/>
                  </a:cubicBezTo>
                  <a:cubicBezTo>
                    <a:pt x="737" y="3925"/>
                    <a:pt x="751" y="3919"/>
                    <a:pt x="755" y="3905"/>
                  </a:cubicBezTo>
                  <a:lnTo>
                    <a:pt x="1880" y="369"/>
                  </a:lnTo>
                  <a:cubicBezTo>
                    <a:pt x="1903" y="346"/>
                    <a:pt x="1880" y="293"/>
                    <a:pt x="1827" y="293"/>
                  </a:cubicBezTo>
                  <a:lnTo>
                    <a:pt x="6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107;p42">
              <a:extLst>
                <a:ext uri="{FF2B5EF4-FFF2-40B4-BE49-F238E27FC236}">
                  <a16:creationId xmlns:a16="http://schemas.microsoft.com/office/drawing/2014/main" id="{68CB9E45-2F05-EEEA-0808-DD3097775D7D}"/>
                </a:ext>
              </a:extLst>
            </p:cNvPr>
            <p:cNvSpPr/>
            <p:nvPr/>
          </p:nvSpPr>
          <p:spPr>
            <a:xfrm>
              <a:off x="8076002" y="4447857"/>
              <a:ext cx="38390" cy="12826"/>
            </a:xfrm>
            <a:custGeom>
              <a:avLst/>
              <a:gdLst/>
              <a:ahLst/>
              <a:cxnLst/>
              <a:rect l="l" t="t" r="r" b="b"/>
              <a:pathLst>
                <a:path w="440" h="147" extrusionOk="0">
                  <a:moveTo>
                    <a:pt x="439" y="0"/>
                  </a:moveTo>
                  <a:cubicBezTo>
                    <a:pt x="293" y="0"/>
                    <a:pt x="147" y="47"/>
                    <a:pt x="0" y="94"/>
                  </a:cubicBezTo>
                  <a:lnTo>
                    <a:pt x="24" y="146"/>
                  </a:lnTo>
                  <a:cubicBezTo>
                    <a:pt x="170" y="94"/>
                    <a:pt x="293" y="70"/>
                    <a:pt x="439" y="70"/>
                  </a:cubicBezTo>
                  <a:lnTo>
                    <a:pt x="4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108;p42">
              <a:extLst>
                <a:ext uri="{FF2B5EF4-FFF2-40B4-BE49-F238E27FC236}">
                  <a16:creationId xmlns:a16="http://schemas.microsoft.com/office/drawing/2014/main" id="{24CF9C6B-1A97-D296-5537-14C69E75DFD6}"/>
                </a:ext>
              </a:extLst>
            </p:cNvPr>
            <p:cNvSpPr/>
            <p:nvPr/>
          </p:nvSpPr>
          <p:spPr>
            <a:xfrm>
              <a:off x="8080103" y="4468797"/>
              <a:ext cx="34289" cy="12826"/>
            </a:xfrm>
            <a:custGeom>
              <a:avLst/>
              <a:gdLst/>
              <a:ahLst/>
              <a:cxnLst/>
              <a:rect l="l" t="t" r="r" b="b"/>
              <a:pathLst>
                <a:path w="393" h="147" extrusionOk="0">
                  <a:moveTo>
                    <a:pt x="363" y="0"/>
                  </a:moveTo>
                  <a:cubicBezTo>
                    <a:pt x="246" y="0"/>
                    <a:pt x="170" y="29"/>
                    <a:pt x="0" y="76"/>
                  </a:cubicBezTo>
                  <a:lnTo>
                    <a:pt x="24" y="146"/>
                  </a:lnTo>
                  <a:cubicBezTo>
                    <a:pt x="170" y="100"/>
                    <a:pt x="246" y="76"/>
                    <a:pt x="392" y="76"/>
                  </a:cubicBezTo>
                  <a:lnTo>
                    <a:pt x="3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109;p42">
              <a:extLst>
                <a:ext uri="{FF2B5EF4-FFF2-40B4-BE49-F238E27FC236}">
                  <a16:creationId xmlns:a16="http://schemas.microsoft.com/office/drawing/2014/main" id="{3DE205D9-6A37-F2E6-3208-663F9BB5BA32}"/>
                </a:ext>
              </a:extLst>
            </p:cNvPr>
            <p:cNvSpPr/>
            <p:nvPr/>
          </p:nvSpPr>
          <p:spPr>
            <a:xfrm>
              <a:off x="8084204" y="4484065"/>
              <a:ext cx="30188" cy="12913"/>
            </a:xfrm>
            <a:custGeom>
              <a:avLst/>
              <a:gdLst/>
              <a:ahLst/>
              <a:cxnLst/>
              <a:rect l="l" t="t" r="r" b="b"/>
              <a:pathLst>
                <a:path w="346" h="148" extrusionOk="0">
                  <a:moveTo>
                    <a:pt x="316" y="1"/>
                  </a:moveTo>
                  <a:cubicBezTo>
                    <a:pt x="223" y="24"/>
                    <a:pt x="100" y="48"/>
                    <a:pt x="0" y="71"/>
                  </a:cubicBezTo>
                  <a:lnTo>
                    <a:pt x="23" y="147"/>
                  </a:lnTo>
                  <a:cubicBezTo>
                    <a:pt x="123" y="118"/>
                    <a:pt x="246" y="94"/>
                    <a:pt x="345" y="71"/>
                  </a:cubicBezTo>
                  <a:lnTo>
                    <a:pt x="3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110;p42">
              <a:extLst>
                <a:ext uri="{FF2B5EF4-FFF2-40B4-BE49-F238E27FC236}">
                  <a16:creationId xmlns:a16="http://schemas.microsoft.com/office/drawing/2014/main" id="{9EE30B31-1079-76EA-C2E1-8158AA0E8696}"/>
                </a:ext>
              </a:extLst>
            </p:cNvPr>
            <p:cNvSpPr/>
            <p:nvPr/>
          </p:nvSpPr>
          <p:spPr>
            <a:xfrm>
              <a:off x="8090835" y="4532663"/>
              <a:ext cx="53223" cy="17450"/>
            </a:xfrm>
            <a:custGeom>
              <a:avLst/>
              <a:gdLst/>
              <a:ahLst/>
              <a:cxnLst/>
              <a:rect l="l" t="t" r="r" b="b"/>
              <a:pathLst>
                <a:path w="610" h="200" extrusionOk="0">
                  <a:moveTo>
                    <a:pt x="609" y="0"/>
                  </a:moveTo>
                  <a:cubicBezTo>
                    <a:pt x="510" y="0"/>
                    <a:pt x="363" y="29"/>
                    <a:pt x="240" y="53"/>
                  </a:cubicBezTo>
                  <a:cubicBezTo>
                    <a:pt x="123" y="100"/>
                    <a:pt x="0" y="123"/>
                    <a:pt x="0" y="123"/>
                  </a:cubicBezTo>
                  <a:lnTo>
                    <a:pt x="24" y="199"/>
                  </a:lnTo>
                  <a:cubicBezTo>
                    <a:pt x="24" y="199"/>
                    <a:pt x="47" y="176"/>
                    <a:pt x="94" y="176"/>
                  </a:cubicBezTo>
                  <a:cubicBezTo>
                    <a:pt x="170" y="146"/>
                    <a:pt x="269" y="123"/>
                    <a:pt x="363" y="100"/>
                  </a:cubicBezTo>
                  <a:cubicBezTo>
                    <a:pt x="439" y="76"/>
                    <a:pt x="562" y="76"/>
                    <a:pt x="609" y="76"/>
                  </a:cubicBezTo>
                  <a:lnTo>
                    <a:pt x="6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111;p42">
              <a:extLst>
                <a:ext uri="{FF2B5EF4-FFF2-40B4-BE49-F238E27FC236}">
                  <a16:creationId xmlns:a16="http://schemas.microsoft.com/office/drawing/2014/main" id="{02693AC0-1F4F-D4A6-3560-621DFDC74E17}"/>
                </a:ext>
              </a:extLst>
            </p:cNvPr>
            <p:cNvSpPr/>
            <p:nvPr/>
          </p:nvSpPr>
          <p:spPr>
            <a:xfrm>
              <a:off x="7462993" y="3594212"/>
              <a:ext cx="640677" cy="861856"/>
            </a:xfrm>
            <a:custGeom>
              <a:avLst/>
              <a:gdLst/>
              <a:ahLst/>
              <a:cxnLst/>
              <a:rect l="l" t="t" r="r" b="b"/>
              <a:pathLst>
                <a:path w="7343" h="9878" extrusionOk="0">
                  <a:moveTo>
                    <a:pt x="240" y="0"/>
                  </a:moveTo>
                  <a:cubicBezTo>
                    <a:pt x="240" y="0"/>
                    <a:pt x="0" y="4930"/>
                    <a:pt x="849" y="7073"/>
                  </a:cubicBezTo>
                  <a:cubicBezTo>
                    <a:pt x="1487" y="8613"/>
                    <a:pt x="6511" y="9878"/>
                    <a:pt x="6511" y="9878"/>
                  </a:cubicBezTo>
                  <a:lnTo>
                    <a:pt x="7343" y="7366"/>
                  </a:lnTo>
                  <a:cubicBezTo>
                    <a:pt x="7343" y="7366"/>
                    <a:pt x="4069" y="6248"/>
                    <a:pt x="3683" y="5416"/>
                  </a:cubicBezTo>
                  <a:cubicBezTo>
                    <a:pt x="3338" y="4731"/>
                    <a:pt x="3390" y="3291"/>
                    <a:pt x="3390" y="2781"/>
                  </a:cubicBezTo>
                  <a:cubicBezTo>
                    <a:pt x="3414" y="2658"/>
                    <a:pt x="3414" y="2559"/>
                    <a:pt x="3461" y="2442"/>
                  </a:cubicBezTo>
                  <a:cubicBezTo>
                    <a:pt x="3537" y="2196"/>
                    <a:pt x="3683" y="1950"/>
                    <a:pt x="3683" y="1587"/>
                  </a:cubicBezTo>
                  <a:cubicBezTo>
                    <a:pt x="3683" y="1124"/>
                    <a:pt x="3414" y="0"/>
                    <a:pt x="34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2112;p42">
              <a:extLst>
                <a:ext uri="{FF2B5EF4-FFF2-40B4-BE49-F238E27FC236}">
                  <a16:creationId xmlns:a16="http://schemas.microsoft.com/office/drawing/2014/main" id="{5096A8C0-814D-8EDD-BC68-FBBF023F8C3D}"/>
                </a:ext>
              </a:extLst>
            </p:cNvPr>
            <p:cNvSpPr/>
            <p:nvPr/>
          </p:nvSpPr>
          <p:spPr>
            <a:xfrm>
              <a:off x="7477738" y="3594212"/>
              <a:ext cx="115083" cy="683080"/>
            </a:xfrm>
            <a:custGeom>
              <a:avLst/>
              <a:gdLst/>
              <a:ahLst/>
              <a:cxnLst/>
              <a:rect l="l" t="t" r="r" b="b"/>
              <a:pathLst>
                <a:path w="1319" h="7829" extrusionOk="0">
                  <a:moveTo>
                    <a:pt x="24" y="0"/>
                  </a:moveTo>
                  <a:cubicBezTo>
                    <a:pt x="24" y="0"/>
                    <a:pt x="1" y="656"/>
                    <a:pt x="1" y="1587"/>
                  </a:cubicBezTo>
                  <a:cubicBezTo>
                    <a:pt x="1" y="2412"/>
                    <a:pt x="24" y="3437"/>
                    <a:pt x="124" y="4438"/>
                  </a:cubicBezTo>
                  <a:cubicBezTo>
                    <a:pt x="218" y="5440"/>
                    <a:pt x="387" y="6394"/>
                    <a:pt x="657" y="7097"/>
                  </a:cubicBezTo>
                  <a:cubicBezTo>
                    <a:pt x="756" y="7342"/>
                    <a:pt x="973" y="7588"/>
                    <a:pt x="1266" y="7828"/>
                  </a:cubicBezTo>
                  <a:lnTo>
                    <a:pt x="1318" y="7758"/>
                  </a:lnTo>
                  <a:cubicBezTo>
                    <a:pt x="1026" y="7536"/>
                    <a:pt x="827" y="7296"/>
                    <a:pt x="733" y="7050"/>
                  </a:cubicBezTo>
                  <a:cubicBezTo>
                    <a:pt x="463" y="6394"/>
                    <a:pt x="294" y="5416"/>
                    <a:pt x="194" y="4438"/>
                  </a:cubicBezTo>
                  <a:cubicBezTo>
                    <a:pt x="95" y="3437"/>
                    <a:pt x="71" y="2412"/>
                    <a:pt x="71" y="1587"/>
                  </a:cubicBezTo>
                  <a:cubicBezTo>
                    <a:pt x="71" y="1124"/>
                    <a:pt x="71" y="732"/>
                    <a:pt x="95" y="439"/>
                  </a:cubicBezTo>
                  <a:lnTo>
                    <a:pt x="95" y="123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2113;p42">
              <a:extLst>
                <a:ext uri="{FF2B5EF4-FFF2-40B4-BE49-F238E27FC236}">
                  <a16:creationId xmlns:a16="http://schemas.microsoft.com/office/drawing/2014/main" id="{CA13D499-22F5-CFF2-F21D-2B09CE92E4F7}"/>
                </a:ext>
              </a:extLst>
            </p:cNvPr>
            <p:cNvSpPr/>
            <p:nvPr/>
          </p:nvSpPr>
          <p:spPr>
            <a:xfrm>
              <a:off x="7720464" y="3585487"/>
              <a:ext cx="372470" cy="689799"/>
            </a:xfrm>
            <a:custGeom>
              <a:avLst/>
              <a:gdLst/>
              <a:ahLst/>
              <a:cxnLst/>
              <a:rect l="l" t="t" r="r" b="b"/>
              <a:pathLst>
                <a:path w="4269" h="7906" extrusionOk="0">
                  <a:moveTo>
                    <a:pt x="70" y="1"/>
                  </a:moveTo>
                  <a:lnTo>
                    <a:pt x="0" y="24"/>
                  </a:lnTo>
                  <a:cubicBezTo>
                    <a:pt x="0" y="24"/>
                    <a:pt x="24" y="100"/>
                    <a:pt x="47" y="247"/>
                  </a:cubicBezTo>
                  <a:cubicBezTo>
                    <a:pt x="94" y="440"/>
                    <a:pt x="147" y="785"/>
                    <a:pt x="193" y="1101"/>
                  </a:cubicBezTo>
                  <a:cubicBezTo>
                    <a:pt x="240" y="1418"/>
                    <a:pt x="293" y="1710"/>
                    <a:pt x="293" y="1880"/>
                  </a:cubicBezTo>
                  <a:cubicBezTo>
                    <a:pt x="293" y="2249"/>
                    <a:pt x="147" y="2489"/>
                    <a:pt x="70" y="2735"/>
                  </a:cubicBezTo>
                  <a:cubicBezTo>
                    <a:pt x="47" y="2858"/>
                    <a:pt x="24" y="2952"/>
                    <a:pt x="24" y="3051"/>
                  </a:cubicBezTo>
                  <a:cubicBezTo>
                    <a:pt x="0" y="3221"/>
                    <a:pt x="0" y="3490"/>
                    <a:pt x="0" y="3806"/>
                  </a:cubicBezTo>
                  <a:cubicBezTo>
                    <a:pt x="0" y="4123"/>
                    <a:pt x="0" y="4491"/>
                    <a:pt x="47" y="4831"/>
                  </a:cubicBezTo>
                  <a:cubicBezTo>
                    <a:pt x="94" y="5177"/>
                    <a:pt x="170" y="5493"/>
                    <a:pt x="293" y="5733"/>
                  </a:cubicBezTo>
                  <a:cubicBezTo>
                    <a:pt x="439" y="5979"/>
                    <a:pt x="732" y="6225"/>
                    <a:pt x="1148" y="6465"/>
                  </a:cubicBezTo>
                  <a:cubicBezTo>
                    <a:pt x="2319" y="7226"/>
                    <a:pt x="4245" y="7905"/>
                    <a:pt x="4245" y="7905"/>
                  </a:cubicBezTo>
                  <a:lnTo>
                    <a:pt x="4269" y="7835"/>
                  </a:lnTo>
                  <a:cubicBezTo>
                    <a:pt x="4269" y="7835"/>
                    <a:pt x="4222" y="7811"/>
                    <a:pt x="4122" y="7782"/>
                  </a:cubicBezTo>
                  <a:cubicBezTo>
                    <a:pt x="3806" y="7665"/>
                    <a:pt x="2951" y="7343"/>
                    <a:pt x="2143" y="6933"/>
                  </a:cubicBezTo>
                  <a:cubicBezTo>
                    <a:pt x="1757" y="6734"/>
                    <a:pt x="1341" y="6541"/>
                    <a:pt x="1025" y="6318"/>
                  </a:cubicBezTo>
                  <a:cubicBezTo>
                    <a:pt x="709" y="6102"/>
                    <a:pt x="463" y="5879"/>
                    <a:pt x="363" y="5686"/>
                  </a:cubicBezTo>
                  <a:cubicBezTo>
                    <a:pt x="240" y="5469"/>
                    <a:pt x="170" y="5147"/>
                    <a:pt x="123" y="4831"/>
                  </a:cubicBezTo>
                  <a:cubicBezTo>
                    <a:pt x="70" y="4491"/>
                    <a:pt x="70" y="4123"/>
                    <a:pt x="70" y="3806"/>
                  </a:cubicBezTo>
                  <a:cubicBezTo>
                    <a:pt x="70" y="3490"/>
                    <a:pt x="70" y="3221"/>
                    <a:pt x="94" y="3075"/>
                  </a:cubicBezTo>
                  <a:cubicBezTo>
                    <a:pt x="94" y="2952"/>
                    <a:pt x="123" y="2858"/>
                    <a:pt x="147" y="2758"/>
                  </a:cubicBezTo>
                  <a:cubicBezTo>
                    <a:pt x="217" y="2512"/>
                    <a:pt x="363" y="2272"/>
                    <a:pt x="363" y="1880"/>
                  </a:cubicBezTo>
                  <a:cubicBezTo>
                    <a:pt x="363" y="1634"/>
                    <a:pt x="293" y="1172"/>
                    <a:pt x="217" y="756"/>
                  </a:cubicBezTo>
                  <a:cubicBezTo>
                    <a:pt x="147" y="346"/>
                    <a:pt x="70" y="1"/>
                    <a:pt x="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2114;p42">
              <a:extLst>
                <a:ext uri="{FF2B5EF4-FFF2-40B4-BE49-F238E27FC236}">
                  <a16:creationId xmlns:a16="http://schemas.microsoft.com/office/drawing/2014/main" id="{337606B3-35BF-ACAB-89B6-4480E17105E8}"/>
                </a:ext>
              </a:extLst>
            </p:cNvPr>
            <p:cNvSpPr/>
            <p:nvPr/>
          </p:nvSpPr>
          <p:spPr>
            <a:xfrm>
              <a:off x="7443536" y="3617682"/>
              <a:ext cx="38390" cy="119096"/>
            </a:xfrm>
            <a:custGeom>
              <a:avLst/>
              <a:gdLst/>
              <a:ahLst/>
              <a:cxnLst/>
              <a:rect l="l" t="t" r="r" b="b"/>
              <a:pathLst>
                <a:path w="440" h="1365" extrusionOk="0">
                  <a:moveTo>
                    <a:pt x="24" y="1"/>
                  </a:moveTo>
                  <a:cubicBezTo>
                    <a:pt x="24" y="1"/>
                    <a:pt x="1" y="147"/>
                    <a:pt x="1" y="340"/>
                  </a:cubicBezTo>
                  <a:cubicBezTo>
                    <a:pt x="1" y="510"/>
                    <a:pt x="1" y="680"/>
                    <a:pt x="24" y="826"/>
                  </a:cubicBezTo>
                  <a:cubicBezTo>
                    <a:pt x="24" y="902"/>
                    <a:pt x="47" y="972"/>
                    <a:pt x="47" y="1049"/>
                  </a:cubicBezTo>
                  <a:cubicBezTo>
                    <a:pt x="77" y="1095"/>
                    <a:pt x="100" y="1148"/>
                    <a:pt x="124" y="1172"/>
                  </a:cubicBezTo>
                  <a:cubicBezTo>
                    <a:pt x="270" y="1294"/>
                    <a:pt x="416" y="1365"/>
                    <a:pt x="416" y="1365"/>
                  </a:cubicBezTo>
                  <a:lnTo>
                    <a:pt x="440" y="1318"/>
                  </a:lnTo>
                  <a:lnTo>
                    <a:pt x="416" y="1294"/>
                  </a:lnTo>
                  <a:cubicBezTo>
                    <a:pt x="393" y="1265"/>
                    <a:pt x="270" y="1195"/>
                    <a:pt x="170" y="1119"/>
                  </a:cubicBezTo>
                  <a:cubicBezTo>
                    <a:pt x="170" y="1095"/>
                    <a:pt x="147" y="1072"/>
                    <a:pt x="124" y="1025"/>
                  </a:cubicBezTo>
                  <a:cubicBezTo>
                    <a:pt x="100" y="879"/>
                    <a:pt x="77" y="586"/>
                    <a:pt x="77" y="340"/>
                  </a:cubicBezTo>
                  <a:lnTo>
                    <a:pt x="77" y="94"/>
                  </a:lnTo>
                  <a:cubicBezTo>
                    <a:pt x="77" y="47"/>
                    <a:pt x="100" y="1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2115;p42">
              <a:extLst>
                <a:ext uri="{FF2B5EF4-FFF2-40B4-BE49-F238E27FC236}">
                  <a16:creationId xmlns:a16="http://schemas.microsoft.com/office/drawing/2014/main" id="{A8BD041A-05FA-4825-726E-F870192FFE89}"/>
                </a:ext>
              </a:extLst>
            </p:cNvPr>
            <p:cNvSpPr/>
            <p:nvPr/>
          </p:nvSpPr>
          <p:spPr>
            <a:xfrm>
              <a:off x="7984042" y="4224063"/>
              <a:ext cx="87424" cy="221789"/>
            </a:xfrm>
            <a:custGeom>
              <a:avLst/>
              <a:gdLst/>
              <a:ahLst/>
              <a:cxnLst/>
              <a:rect l="l" t="t" r="r" b="b"/>
              <a:pathLst>
                <a:path w="1002" h="2542" extrusionOk="0">
                  <a:moveTo>
                    <a:pt x="931" y="1"/>
                  </a:moveTo>
                  <a:lnTo>
                    <a:pt x="0" y="2512"/>
                  </a:lnTo>
                  <a:lnTo>
                    <a:pt x="77" y="2542"/>
                  </a:lnTo>
                  <a:lnTo>
                    <a:pt x="1002" y="24"/>
                  </a:lnTo>
                  <a:lnTo>
                    <a:pt x="9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2116;p42">
              <a:extLst>
                <a:ext uri="{FF2B5EF4-FFF2-40B4-BE49-F238E27FC236}">
                  <a16:creationId xmlns:a16="http://schemas.microsoft.com/office/drawing/2014/main" id="{2E658ED9-54C3-6F32-BFDF-193D31CAC6EB}"/>
                </a:ext>
              </a:extLst>
            </p:cNvPr>
            <p:cNvSpPr/>
            <p:nvPr/>
          </p:nvSpPr>
          <p:spPr>
            <a:xfrm>
              <a:off x="7360825" y="4664933"/>
              <a:ext cx="250844" cy="6195"/>
            </a:xfrm>
            <a:custGeom>
              <a:avLst/>
              <a:gdLst/>
              <a:ahLst/>
              <a:cxnLst/>
              <a:rect l="l" t="t" r="r" b="b"/>
              <a:pathLst>
                <a:path w="2875" h="71" extrusionOk="0">
                  <a:moveTo>
                    <a:pt x="0" y="0"/>
                  </a:moveTo>
                  <a:lnTo>
                    <a:pt x="0" y="71"/>
                  </a:lnTo>
                  <a:lnTo>
                    <a:pt x="2875" y="71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2117;p42">
              <a:extLst>
                <a:ext uri="{FF2B5EF4-FFF2-40B4-BE49-F238E27FC236}">
                  <a16:creationId xmlns:a16="http://schemas.microsoft.com/office/drawing/2014/main" id="{D847D4C8-7FCD-9363-A4B4-4A8CD55C9B59}"/>
                </a:ext>
              </a:extLst>
            </p:cNvPr>
            <p:cNvSpPr/>
            <p:nvPr/>
          </p:nvSpPr>
          <p:spPr>
            <a:xfrm>
              <a:off x="7651974" y="3600320"/>
              <a:ext cx="89518" cy="76693"/>
            </a:xfrm>
            <a:custGeom>
              <a:avLst/>
              <a:gdLst/>
              <a:ahLst/>
              <a:cxnLst/>
              <a:rect l="l" t="t" r="r" b="b"/>
              <a:pathLst>
                <a:path w="1026" h="879" extrusionOk="0">
                  <a:moveTo>
                    <a:pt x="53" y="0"/>
                  </a:moveTo>
                  <a:lnTo>
                    <a:pt x="1" y="30"/>
                  </a:lnTo>
                  <a:cubicBezTo>
                    <a:pt x="1" y="30"/>
                    <a:pt x="30" y="200"/>
                    <a:pt x="200" y="369"/>
                  </a:cubicBezTo>
                  <a:cubicBezTo>
                    <a:pt x="346" y="563"/>
                    <a:pt x="586" y="785"/>
                    <a:pt x="1002" y="879"/>
                  </a:cubicBezTo>
                  <a:lnTo>
                    <a:pt x="1025" y="808"/>
                  </a:lnTo>
                  <a:cubicBezTo>
                    <a:pt x="615" y="709"/>
                    <a:pt x="393" y="516"/>
                    <a:pt x="246" y="346"/>
                  </a:cubicBezTo>
                  <a:cubicBezTo>
                    <a:pt x="176" y="246"/>
                    <a:pt x="123" y="147"/>
                    <a:pt x="100" y="100"/>
                  </a:cubicBezTo>
                  <a:cubicBezTo>
                    <a:pt x="77" y="77"/>
                    <a:pt x="77" y="53"/>
                    <a:pt x="77" y="30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2118;p42">
              <a:extLst>
                <a:ext uri="{FF2B5EF4-FFF2-40B4-BE49-F238E27FC236}">
                  <a16:creationId xmlns:a16="http://schemas.microsoft.com/office/drawing/2014/main" id="{CC3D2730-1256-B5B4-563E-EB4E029C838A}"/>
                </a:ext>
              </a:extLst>
            </p:cNvPr>
            <p:cNvSpPr/>
            <p:nvPr/>
          </p:nvSpPr>
          <p:spPr>
            <a:xfrm>
              <a:off x="7341368" y="3600320"/>
              <a:ext cx="87424" cy="66485"/>
            </a:xfrm>
            <a:custGeom>
              <a:avLst/>
              <a:gdLst/>
              <a:ahLst/>
              <a:cxnLst/>
              <a:rect l="l" t="t" r="r" b="b"/>
              <a:pathLst>
                <a:path w="1002" h="762" extrusionOk="0">
                  <a:moveTo>
                    <a:pt x="926" y="0"/>
                  </a:moveTo>
                  <a:cubicBezTo>
                    <a:pt x="832" y="246"/>
                    <a:pt x="586" y="416"/>
                    <a:pt x="393" y="539"/>
                  </a:cubicBezTo>
                  <a:cubicBezTo>
                    <a:pt x="293" y="586"/>
                    <a:pt x="194" y="639"/>
                    <a:pt x="124" y="662"/>
                  </a:cubicBezTo>
                  <a:cubicBezTo>
                    <a:pt x="77" y="662"/>
                    <a:pt x="47" y="685"/>
                    <a:pt x="24" y="685"/>
                  </a:cubicBezTo>
                  <a:cubicBezTo>
                    <a:pt x="1" y="685"/>
                    <a:pt x="1" y="709"/>
                    <a:pt x="1" y="709"/>
                  </a:cubicBezTo>
                  <a:lnTo>
                    <a:pt x="24" y="762"/>
                  </a:lnTo>
                  <a:cubicBezTo>
                    <a:pt x="24" y="762"/>
                    <a:pt x="194" y="709"/>
                    <a:pt x="416" y="586"/>
                  </a:cubicBezTo>
                  <a:cubicBezTo>
                    <a:pt x="633" y="469"/>
                    <a:pt x="879" y="293"/>
                    <a:pt x="1002" y="30"/>
                  </a:cubicBezTo>
                  <a:lnTo>
                    <a:pt x="9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2119;p42">
              <a:extLst>
                <a:ext uri="{FF2B5EF4-FFF2-40B4-BE49-F238E27FC236}">
                  <a16:creationId xmlns:a16="http://schemas.microsoft.com/office/drawing/2014/main" id="{81CA58E1-82FF-9BE3-C037-B54F4A172A6A}"/>
                </a:ext>
              </a:extLst>
            </p:cNvPr>
            <p:cNvSpPr/>
            <p:nvPr/>
          </p:nvSpPr>
          <p:spPr>
            <a:xfrm>
              <a:off x="7481839" y="2919341"/>
              <a:ext cx="125815" cy="121626"/>
            </a:xfrm>
            <a:custGeom>
              <a:avLst/>
              <a:gdLst/>
              <a:ahLst/>
              <a:cxnLst/>
              <a:rect l="l" t="t" r="r" b="b"/>
              <a:pathLst>
                <a:path w="1442" h="1394" extrusionOk="0">
                  <a:moveTo>
                    <a:pt x="147" y="1"/>
                  </a:moveTo>
                  <a:lnTo>
                    <a:pt x="24" y="902"/>
                  </a:lnTo>
                  <a:cubicBezTo>
                    <a:pt x="24" y="902"/>
                    <a:pt x="1" y="1148"/>
                    <a:pt x="487" y="1341"/>
                  </a:cubicBezTo>
                  <a:cubicBezTo>
                    <a:pt x="600" y="1378"/>
                    <a:pt x="705" y="1393"/>
                    <a:pt x="799" y="1393"/>
                  </a:cubicBezTo>
                  <a:cubicBezTo>
                    <a:pt x="1215" y="1393"/>
                    <a:pt x="1441" y="1101"/>
                    <a:pt x="1441" y="1101"/>
                  </a:cubicBezTo>
                  <a:lnTo>
                    <a:pt x="1418" y="170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2120;p42">
              <a:extLst>
                <a:ext uri="{FF2B5EF4-FFF2-40B4-BE49-F238E27FC236}">
                  <a16:creationId xmlns:a16="http://schemas.microsoft.com/office/drawing/2014/main" id="{9FA96C36-0F65-4B12-26D8-5C5EBA70F929}"/>
                </a:ext>
              </a:extLst>
            </p:cNvPr>
            <p:cNvSpPr/>
            <p:nvPr/>
          </p:nvSpPr>
          <p:spPr>
            <a:xfrm>
              <a:off x="7432805" y="2790125"/>
              <a:ext cx="206521" cy="171272"/>
            </a:xfrm>
            <a:custGeom>
              <a:avLst/>
              <a:gdLst/>
              <a:ahLst/>
              <a:cxnLst/>
              <a:rect l="l" t="t" r="r" b="b"/>
              <a:pathLst>
                <a:path w="2367" h="1963" extrusionOk="0">
                  <a:moveTo>
                    <a:pt x="1198" y="0"/>
                  </a:moveTo>
                  <a:cubicBezTo>
                    <a:pt x="962" y="0"/>
                    <a:pt x="756" y="81"/>
                    <a:pt x="639" y="287"/>
                  </a:cubicBezTo>
                  <a:cubicBezTo>
                    <a:pt x="639" y="287"/>
                    <a:pt x="1" y="1335"/>
                    <a:pt x="440" y="1751"/>
                  </a:cubicBezTo>
                  <a:cubicBezTo>
                    <a:pt x="597" y="1908"/>
                    <a:pt x="831" y="1963"/>
                    <a:pt x="1060" y="1963"/>
                  </a:cubicBezTo>
                  <a:cubicBezTo>
                    <a:pt x="1405" y="1963"/>
                    <a:pt x="1738" y="1839"/>
                    <a:pt x="1781" y="1751"/>
                  </a:cubicBezTo>
                  <a:cubicBezTo>
                    <a:pt x="1880" y="1628"/>
                    <a:pt x="2366" y="457"/>
                    <a:pt x="2103" y="287"/>
                  </a:cubicBezTo>
                  <a:cubicBezTo>
                    <a:pt x="1830" y="125"/>
                    <a:pt x="1491" y="0"/>
                    <a:pt x="1198" y="0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2121;p42">
              <a:extLst>
                <a:ext uri="{FF2B5EF4-FFF2-40B4-BE49-F238E27FC236}">
                  <a16:creationId xmlns:a16="http://schemas.microsoft.com/office/drawing/2014/main" id="{47CB7104-2517-8246-D825-93810D7AEA16}"/>
                </a:ext>
              </a:extLst>
            </p:cNvPr>
            <p:cNvSpPr/>
            <p:nvPr/>
          </p:nvSpPr>
          <p:spPr>
            <a:xfrm>
              <a:off x="7488469" y="2953542"/>
              <a:ext cx="74163" cy="14920"/>
            </a:xfrm>
            <a:custGeom>
              <a:avLst/>
              <a:gdLst/>
              <a:ahLst/>
              <a:cxnLst/>
              <a:rect l="l" t="t" r="r" b="b"/>
              <a:pathLst>
                <a:path w="850" h="171" extrusionOk="0">
                  <a:moveTo>
                    <a:pt x="803" y="1"/>
                  </a:moveTo>
                  <a:cubicBezTo>
                    <a:pt x="657" y="48"/>
                    <a:pt x="510" y="71"/>
                    <a:pt x="387" y="71"/>
                  </a:cubicBezTo>
                  <a:cubicBezTo>
                    <a:pt x="294" y="71"/>
                    <a:pt x="194" y="71"/>
                    <a:pt x="118" y="48"/>
                  </a:cubicBezTo>
                  <a:cubicBezTo>
                    <a:pt x="95" y="48"/>
                    <a:pt x="71" y="48"/>
                    <a:pt x="48" y="24"/>
                  </a:cubicBezTo>
                  <a:lnTo>
                    <a:pt x="24" y="24"/>
                  </a:lnTo>
                  <a:lnTo>
                    <a:pt x="1" y="124"/>
                  </a:lnTo>
                  <a:cubicBezTo>
                    <a:pt x="1" y="124"/>
                    <a:pt x="171" y="171"/>
                    <a:pt x="387" y="171"/>
                  </a:cubicBezTo>
                  <a:cubicBezTo>
                    <a:pt x="534" y="171"/>
                    <a:pt x="680" y="147"/>
                    <a:pt x="850" y="71"/>
                  </a:cubicBezTo>
                  <a:lnTo>
                    <a:pt x="803" y="1"/>
                  </a:ln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2122;p42">
              <a:extLst>
                <a:ext uri="{FF2B5EF4-FFF2-40B4-BE49-F238E27FC236}">
                  <a16:creationId xmlns:a16="http://schemas.microsoft.com/office/drawing/2014/main" id="{DC5A55E6-D156-9A73-DFA5-0378FCE218E7}"/>
                </a:ext>
              </a:extLst>
            </p:cNvPr>
            <p:cNvSpPr/>
            <p:nvPr/>
          </p:nvSpPr>
          <p:spPr>
            <a:xfrm>
              <a:off x="7471107" y="2727742"/>
              <a:ext cx="187588" cy="221440"/>
            </a:xfrm>
            <a:custGeom>
              <a:avLst/>
              <a:gdLst/>
              <a:ahLst/>
              <a:cxnLst/>
              <a:rect l="l" t="t" r="r" b="b"/>
              <a:pathLst>
                <a:path w="2150" h="2538" extrusionOk="0">
                  <a:moveTo>
                    <a:pt x="400" y="1"/>
                  </a:moveTo>
                  <a:cubicBezTo>
                    <a:pt x="244" y="1"/>
                    <a:pt x="126" y="85"/>
                    <a:pt x="100" y="317"/>
                  </a:cubicBezTo>
                  <a:cubicBezTo>
                    <a:pt x="77" y="487"/>
                    <a:pt x="1" y="709"/>
                    <a:pt x="124" y="856"/>
                  </a:cubicBezTo>
                  <a:cubicBezTo>
                    <a:pt x="200" y="955"/>
                    <a:pt x="294" y="1072"/>
                    <a:pt x="516" y="1172"/>
                  </a:cubicBezTo>
                  <a:cubicBezTo>
                    <a:pt x="809" y="1295"/>
                    <a:pt x="1002" y="1295"/>
                    <a:pt x="1271" y="1418"/>
                  </a:cubicBezTo>
                  <a:cubicBezTo>
                    <a:pt x="1102" y="1588"/>
                    <a:pt x="1049" y="1980"/>
                    <a:pt x="1078" y="2050"/>
                  </a:cubicBezTo>
                  <a:cubicBezTo>
                    <a:pt x="1102" y="2050"/>
                    <a:pt x="1102" y="2074"/>
                    <a:pt x="1125" y="2074"/>
                  </a:cubicBezTo>
                  <a:cubicBezTo>
                    <a:pt x="1139" y="2080"/>
                    <a:pt x="1155" y="2083"/>
                    <a:pt x="1172" y="2083"/>
                  </a:cubicBezTo>
                  <a:cubicBezTo>
                    <a:pt x="1214" y="2083"/>
                    <a:pt x="1262" y="2067"/>
                    <a:pt x="1295" y="2050"/>
                  </a:cubicBezTo>
                  <a:lnTo>
                    <a:pt x="1295" y="2050"/>
                  </a:lnTo>
                  <a:cubicBezTo>
                    <a:pt x="1248" y="2150"/>
                    <a:pt x="1225" y="2220"/>
                    <a:pt x="1225" y="2320"/>
                  </a:cubicBezTo>
                  <a:cubicBezTo>
                    <a:pt x="1225" y="2366"/>
                    <a:pt x="1225" y="2419"/>
                    <a:pt x="1248" y="2466"/>
                  </a:cubicBezTo>
                  <a:cubicBezTo>
                    <a:pt x="1295" y="2513"/>
                    <a:pt x="1342" y="2513"/>
                    <a:pt x="1394" y="2536"/>
                  </a:cubicBezTo>
                  <a:cubicBezTo>
                    <a:pt x="1405" y="2537"/>
                    <a:pt x="1415" y="2538"/>
                    <a:pt x="1425" y="2538"/>
                  </a:cubicBezTo>
                  <a:cubicBezTo>
                    <a:pt x="1697" y="2538"/>
                    <a:pt x="1836" y="2166"/>
                    <a:pt x="1904" y="1980"/>
                  </a:cubicBezTo>
                  <a:cubicBezTo>
                    <a:pt x="1980" y="1781"/>
                    <a:pt x="2074" y="1611"/>
                    <a:pt x="2103" y="1418"/>
                  </a:cubicBezTo>
                  <a:cubicBezTo>
                    <a:pt x="2150" y="1318"/>
                    <a:pt x="2150" y="1195"/>
                    <a:pt x="2126" y="1102"/>
                  </a:cubicBezTo>
                  <a:cubicBezTo>
                    <a:pt x="2103" y="979"/>
                    <a:pt x="2050" y="856"/>
                    <a:pt x="1956" y="756"/>
                  </a:cubicBezTo>
                  <a:cubicBezTo>
                    <a:pt x="1857" y="686"/>
                    <a:pt x="1318" y="516"/>
                    <a:pt x="1248" y="440"/>
                  </a:cubicBezTo>
                  <a:cubicBezTo>
                    <a:pt x="1048" y="254"/>
                    <a:pt x="668" y="1"/>
                    <a:pt x="400" y="1"/>
                  </a:cubicBezTo>
                  <a:close/>
                </a:path>
              </a:pathLst>
            </a:custGeom>
            <a:solidFill>
              <a:srgbClr val="BB9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2123;p42">
              <a:extLst>
                <a:ext uri="{FF2B5EF4-FFF2-40B4-BE49-F238E27FC236}">
                  <a16:creationId xmlns:a16="http://schemas.microsoft.com/office/drawing/2014/main" id="{7300E7C5-854D-4C5E-D786-D16D47B8BD20}"/>
                </a:ext>
              </a:extLst>
            </p:cNvPr>
            <p:cNvSpPr/>
            <p:nvPr/>
          </p:nvSpPr>
          <p:spPr>
            <a:xfrm>
              <a:off x="7567168" y="2890549"/>
              <a:ext cx="40484" cy="50867"/>
            </a:xfrm>
            <a:custGeom>
              <a:avLst/>
              <a:gdLst/>
              <a:ahLst/>
              <a:cxnLst/>
              <a:rect l="l" t="t" r="r" b="b"/>
              <a:pathLst>
                <a:path w="464" h="583" extrusionOk="0">
                  <a:moveTo>
                    <a:pt x="325" y="1"/>
                  </a:moveTo>
                  <a:cubicBezTo>
                    <a:pt x="243" y="1"/>
                    <a:pt x="175" y="87"/>
                    <a:pt x="124" y="161"/>
                  </a:cubicBezTo>
                  <a:lnTo>
                    <a:pt x="1" y="331"/>
                  </a:lnTo>
                  <a:cubicBezTo>
                    <a:pt x="1" y="430"/>
                    <a:pt x="24" y="524"/>
                    <a:pt x="94" y="576"/>
                  </a:cubicBezTo>
                  <a:cubicBezTo>
                    <a:pt x="109" y="580"/>
                    <a:pt x="124" y="582"/>
                    <a:pt x="139" y="582"/>
                  </a:cubicBezTo>
                  <a:cubicBezTo>
                    <a:pt x="301" y="582"/>
                    <a:pt x="463" y="363"/>
                    <a:pt x="463" y="208"/>
                  </a:cubicBezTo>
                  <a:cubicBezTo>
                    <a:pt x="463" y="137"/>
                    <a:pt x="440" y="85"/>
                    <a:pt x="416" y="38"/>
                  </a:cubicBezTo>
                  <a:cubicBezTo>
                    <a:pt x="384" y="12"/>
                    <a:pt x="354" y="1"/>
                    <a:pt x="325" y="1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2124;p42">
              <a:extLst>
                <a:ext uri="{FF2B5EF4-FFF2-40B4-BE49-F238E27FC236}">
                  <a16:creationId xmlns:a16="http://schemas.microsoft.com/office/drawing/2014/main" id="{C04F0E30-6AFF-CB77-9B77-C8A13DCCAE58}"/>
                </a:ext>
              </a:extLst>
            </p:cNvPr>
            <p:cNvSpPr/>
            <p:nvPr/>
          </p:nvSpPr>
          <p:spPr>
            <a:xfrm>
              <a:off x="7475731" y="2853468"/>
              <a:ext cx="25651" cy="47028"/>
            </a:xfrm>
            <a:custGeom>
              <a:avLst/>
              <a:gdLst/>
              <a:ahLst/>
              <a:cxnLst/>
              <a:rect l="l" t="t" r="r" b="b"/>
              <a:pathLst>
                <a:path w="294" h="539" extrusionOk="0">
                  <a:moveTo>
                    <a:pt x="264" y="0"/>
                  </a:moveTo>
                  <a:lnTo>
                    <a:pt x="118" y="147"/>
                  </a:lnTo>
                  <a:cubicBezTo>
                    <a:pt x="94" y="193"/>
                    <a:pt x="71" y="217"/>
                    <a:pt x="47" y="270"/>
                  </a:cubicBezTo>
                  <a:cubicBezTo>
                    <a:pt x="1" y="293"/>
                    <a:pt x="1" y="340"/>
                    <a:pt x="1" y="363"/>
                  </a:cubicBezTo>
                  <a:cubicBezTo>
                    <a:pt x="1" y="416"/>
                    <a:pt x="1" y="439"/>
                    <a:pt x="24" y="463"/>
                  </a:cubicBezTo>
                  <a:cubicBezTo>
                    <a:pt x="94" y="510"/>
                    <a:pt x="217" y="539"/>
                    <a:pt x="217" y="539"/>
                  </a:cubicBezTo>
                  <a:lnTo>
                    <a:pt x="217" y="486"/>
                  </a:lnTo>
                  <a:lnTo>
                    <a:pt x="194" y="486"/>
                  </a:lnTo>
                  <a:cubicBezTo>
                    <a:pt x="170" y="486"/>
                    <a:pt x="118" y="463"/>
                    <a:pt x="94" y="439"/>
                  </a:cubicBezTo>
                  <a:cubicBezTo>
                    <a:pt x="71" y="439"/>
                    <a:pt x="71" y="416"/>
                    <a:pt x="47" y="416"/>
                  </a:cubicBezTo>
                  <a:lnTo>
                    <a:pt x="47" y="363"/>
                  </a:lnTo>
                  <a:cubicBezTo>
                    <a:pt x="47" y="363"/>
                    <a:pt x="47" y="316"/>
                    <a:pt x="71" y="293"/>
                  </a:cubicBezTo>
                  <a:cubicBezTo>
                    <a:pt x="118" y="246"/>
                    <a:pt x="170" y="170"/>
                    <a:pt x="217" y="123"/>
                  </a:cubicBezTo>
                  <a:cubicBezTo>
                    <a:pt x="264" y="71"/>
                    <a:pt x="293" y="24"/>
                    <a:pt x="293" y="24"/>
                  </a:cubicBezTo>
                  <a:lnTo>
                    <a:pt x="264" y="0"/>
                  </a:ln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2125;p42">
              <a:extLst>
                <a:ext uri="{FF2B5EF4-FFF2-40B4-BE49-F238E27FC236}">
                  <a16:creationId xmlns:a16="http://schemas.microsoft.com/office/drawing/2014/main" id="{FEA6EE71-3869-784D-83BF-F30598A9600B}"/>
                </a:ext>
              </a:extLst>
            </p:cNvPr>
            <p:cNvSpPr/>
            <p:nvPr/>
          </p:nvSpPr>
          <p:spPr>
            <a:xfrm>
              <a:off x="7456362" y="2902502"/>
              <a:ext cx="53135" cy="32370"/>
            </a:xfrm>
            <a:custGeom>
              <a:avLst/>
              <a:gdLst/>
              <a:ahLst/>
              <a:cxnLst/>
              <a:rect l="l" t="t" r="r" b="b"/>
              <a:pathLst>
                <a:path w="609" h="371" extrusionOk="0">
                  <a:moveTo>
                    <a:pt x="123" y="0"/>
                  </a:moveTo>
                  <a:cubicBezTo>
                    <a:pt x="123" y="0"/>
                    <a:pt x="0" y="240"/>
                    <a:pt x="223" y="340"/>
                  </a:cubicBezTo>
                  <a:cubicBezTo>
                    <a:pt x="273" y="361"/>
                    <a:pt x="318" y="370"/>
                    <a:pt x="357" y="370"/>
                  </a:cubicBezTo>
                  <a:cubicBezTo>
                    <a:pt x="545" y="370"/>
                    <a:pt x="609" y="170"/>
                    <a:pt x="609" y="170"/>
                  </a:cubicBezTo>
                  <a:lnTo>
                    <a:pt x="1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2126;p42">
              <a:extLst>
                <a:ext uri="{FF2B5EF4-FFF2-40B4-BE49-F238E27FC236}">
                  <a16:creationId xmlns:a16="http://schemas.microsoft.com/office/drawing/2014/main" id="{1BE2A60D-8FC0-4FA8-6E77-DCD3D632862A}"/>
                </a:ext>
              </a:extLst>
            </p:cNvPr>
            <p:cNvSpPr/>
            <p:nvPr/>
          </p:nvSpPr>
          <p:spPr>
            <a:xfrm>
              <a:off x="7478349" y="2839857"/>
              <a:ext cx="10208" cy="13349"/>
            </a:xfrm>
            <a:custGeom>
              <a:avLst/>
              <a:gdLst/>
              <a:ahLst/>
              <a:cxnLst/>
              <a:rect l="l" t="t" r="r" b="b"/>
              <a:pathLst>
                <a:path w="117" h="153" extrusionOk="0">
                  <a:moveTo>
                    <a:pt x="64" y="1"/>
                  </a:moveTo>
                  <a:cubicBezTo>
                    <a:pt x="55" y="1"/>
                    <a:pt x="47" y="4"/>
                    <a:pt x="41" y="10"/>
                  </a:cubicBezTo>
                  <a:cubicBezTo>
                    <a:pt x="41" y="33"/>
                    <a:pt x="17" y="57"/>
                    <a:pt x="17" y="80"/>
                  </a:cubicBezTo>
                  <a:cubicBezTo>
                    <a:pt x="1" y="118"/>
                    <a:pt x="20" y="152"/>
                    <a:pt x="40" y="152"/>
                  </a:cubicBezTo>
                  <a:cubicBezTo>
                    <a:pt x="49" y="152"/>
                    <a:pt x="57" y="146"/>
                    <a:pt x="64" y="133"/>
                  </a:cubicBezTo>
                  <a:cubicBezTo>
                    <a:pt x="88" y="109"/>
                    <a:pt x="88" y="80"/>
                    <a:pt x="117" y="57"/>
                  </a:cubicBezTo>
                  <a:cubicBezTo>
                    <a:pt x="117" y="22"/>
                    <a:pt x="89" y="1"/>
                    <a:pt x="6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2127;p42">
              <a:extLst>
                <a:ext uri="{FF2B5EF4-FFF2-40B4-BE49-F238E27FC236}">
                  <a16:creationId xmlns:a16="http://schemas.microsoft.com/office/drawing/2014/main" id="{F73F3166-F720-CA4E-1F8A-9B09BE63CD88}"/>
                </a:ext>
              </a:extLst>
            </p:cNvPr>
            <p:cNvSpPr/>
            <p:nvPr/>
          </p:nvSpPr>
          <p:spPr>
            <a:xfrm>
              <a:off x="7479832" y="2823803"/>
              <a:ext cx="23557" cy="12913"/>
            </a:xfrm>
            <a:custGeom>
              <a:avLst/>
              <a:gdLst/>
              <a:ahLst/>
              <a:cxnLst/>
              <a:rect l="l" t="t" r="r" b="b"/>
              <a:pathLst>
                <a:path w="270" h="148" extrusionOk="0">
                  <a:moveTo>
                    <a:pt x="100" y="1"/>
                  </a:moveTo>
                  <a:cubicBezTo>
                    <a:pt x="71" y="1"/>
                    <a:pt x="47" y="1"/>
                    <a:pt x="24" y="24"/>
                  </a:cubicBezTo>
                  <a:cubicBezTo>
                    <a:pt x="24" y="24"/>
                    <a:pt x="0" y="47"/>
                    <a:pt x="24" y="47"/>
                  </a:cubicBezTo>
                  <a:cubicBezTo>
                    <a:pt x="24" y="71"/>
                    <a:pt x="24" y="71"/>
                    <a:pt x="47" y="71"/>
                  </a:cubicBezTo>
                  <a:cubicBezTo>
                    <a:pt x="71" y="47"/>
                    <a:pt x="100" y="47"/>
                    <a:pt x="100" y="47"/>
                  </a:cubicBezTo>
                  <a:cubicBezTo>
                    <a:pt x="147" y="47"/>
                    <a:pt x="170" y="71"/>
                    <a:pt x="194" y="94"/>
                  </a:cubicBezTo>
                  <a:cubicBezTo>
                    <a:pt x="194" y="94"/>
                    <a:pt x="217" y="94"/>
                    <a:pt x="217" y="118"/>
                  </a:cubicBezTo>
                  <a:cubicBezTo>
                    <a:pt x="217" y="147"/>
                    <a:pt x="246" y="147"/>
                    <a:pt x="246" y="147"/>
                  </a:cubicBezTo>
                  <a:cubicBezTo>
                    <a:pt x="270" y="118"/>
                    <a:pt x="270" y="118"/>
                    <a:pt x="270" y="94"/>
                  </a:cubicBezTo>
                  <a:lnTo>
                    <a:pt x="217" y="47"/>
                  </a:lnTo>
                  <a:cubicBezTo>
                    <a:pt x="194" y="24"/>
                    <a:pt x="170" y="1"/>
                    <a:pt x="100" y="1"/>
                  </a:cubicBezTo>
                  <a:close/>
                </a:path>
              </a:pathLst>
            </a:custGeom>
            <a:solidFill>
              <a:srgbClr val="BB9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2128;p42">
              <a:extLst>
                <a:ext uri="{FF2B5EF4-FFF2-40B4-BE49-F238E27FC236}">
                  <a16:creationId xmlns:a16="http://schemas.microsoft.com/office/drawing/2014/main" id="{2CCDC442-CA95-6EAF-2AA7-57A57C675F95}"/>
                </a:ext>
              </a:extLst>
            </p:cNvPr>
            <p:cNvSpPr/>
            <p:nvPr/>
          </p:nvSpPr>
          <p:spPr>
            <a:xfrm>
              <a:off x="7531483" y="2865421"/>
              <a:ext cx="10208" cy="13262"/>
            </a:xfrm>
            <a:custGeom>
              <a:avLst/>
              <a:gdLst/>
              <a:ahLst/>
              <a:cxnLst/>
              <a:rect l="l" t="t" r="r" b="b"/>
              <a:pathLst>
                <a:path w="117" h="152" extrusionOk="0">
                  <a:moveTo>
                    <a:pt x="64" y="0"/>
                  </a:moveTo>
                  <a:cubicBezTo>
                    <a:pt x="55" y="0"/>
                    <a:pt x="47" y="3"/>
                    <a:pt x="41" y="10"/>
                  </a:cubicBezTo>
                  <a:cubicBezTo>
                    <a:pt x="41" y="33"/>
                    <a:pt x="17" y="56"/>
                    <a:pt x="17" y="80"/>
                  </a:cubicBezTo>
                  <a:cubicBezTo>
                    <a:pt x="1" y="117"/>
                    <a:pt x="31" y="152"/>
                    <a:pt x="50" y="152"/>
                  </a:cubicBezTo>
                  <a:cubicBezTo>
                    <a:pt x="58" y="152"/>
                    <a:pt x="64" y="146"/>
                    <a:pt x="64" y="133"/>
                  </a:cubicBezTo>
                  <a:cubicBezTo>
                    <a:pt x="93" y="109"/>
                    <a:pt x="93" y="80"/>
                    <a:pt x="117" y="56"/>
                  </a:cubicBezTo>
                  <a:cubicBezTo>
                    <a:pt x="117" y="22"/>
                    <a:pt x="89" y="0"/>
                    <a:pt x="64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2129;p42">
              <a:extLst>
                <a:ext uri="{FF2B5EF4-FFF2-40B4-BE49-F238E27FC236}">
                  <a16:creationId xmlns:a16="http://schemas.microsoft.com/office/drawing/2014/main" id="{349B5DBE-A831-62E8-4D10-24258532F5C3}"/>
                </a:ext>
              </a:extLst>
            </p:cNvPr>
            <p:cNvSpPr/>
            <p:nvPr/>
          </p:nvSpPr>
          <p:spPr>
            <a:xfrm>
              <a:off x="7534973" y="2844743"/>
              <a:ext cx="27658" cy="21027"/>
            </a:xfrm>
            <a:custGeom>
              <a:avLst/>
              <a:gdLst/>
              <a:ahLst/>
              <a:cxnLst/>
              <a:rect l="l" t="t" r="r" b="b"/>
              <a:pathLst>
                <a:path w="317" h="241" extrusionOk="0">
                  <a:moveTo>
                    <a:pt x="24" y="1"/>
                  </a:moveTo>
                  <a:cubicBezTo>
                    <a:pt x="1" y="1"/>
                    <a:pt x="1" y="24"/>
                    <a:pt x="1" y="24"/>
                  </a:cubicBezTo>
                  <a:cubicBezTo>
                    <a:pt x="1" y="53"/>
                    <a:pt x="24" y="53"/>
                    <a:pt x="24" y="53"/>
                  </a:cubicBezTo>
                  <a:cubicBezTo>
                    <a:pt x="77" y="53"/>
                    <a:pt x="171" y="77"/>
                    <a:pt x="270" y="223"/>
                  </a:cubicBezTo>
                  <a:cubicBezTo>
                    <a:pt x="270" y="235"/>
                    <a:pt x="276" y="241"/>
                    <a:pt x="282" y="241"/>
                  </a:cubicBezTo>
                  <a:cubicBezTo>
                    <a:pt x="288" y="241"/>
                    <a:pt x="293" y="235"/>
                    <a:pt x="293" y="223"/>
                  </a:cubicBezTo>
                  <a:cubicBezTo>
                    <a:pt x="317" y="223"/>
                    <a:pt x="317" y="223"/>
                    <a:pt x="293" y="200"/>
                  </a:cubicBezTo>
                  <a:cubicBezTo>
                    <a:pt x="223" y="24"/>
                    <a:pt x="77" y="1"/>
                    <a:pt x="24" y="1"/>
                  </a:cubicBezTo>
                  <a:close/>
                </a:path>
              </a:pathLst>
            </a:custGeom>
            <a:solidFill>
              <a:srgbClr val="BB9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2130;p42">
              <a:extLst>
                <a:ext uri="{FF2B5EF4-FFF2-40B4-BE49-F238E27FC236}">
                  <a16:creationId xmlns:a16="http://schemas.microsoft.com/office/drawing/2014/main" id="{159E1D88-BF1F-A588-A7F1-28ACF4CD7939}"/>
                </a:ext>
              </a:extLst>
            </p:cNvPr>
            <p:cNvSpPr/>
            <p:nvPr/>
          </p:nvSpPr>
          <p:spPr>
            <a:xfrm>
              <a:off x="7192173" y="2348645"/>
              <a:ext cx="121714" cy="232608"/>
            </a:xfrm>
            <a:custGeom>
              <a:avLst/>
              <a:gdLst/>
              <a:ahLst/>
              <a:cxnLst/>
              <a:rect l="l" t="t" r="r" b="b"/>
              <a:pathLst>
                <a:path w="1395" h="2666" extrusionOk="0">
                  <a:moveTo>
                    <a:pt x="620" y="1"/>
                  </a:moveTo>
                  <a:cubicBezTo>
                    <a:pt x="619" y="1"/>
                    <a:pt x="617" y="1"/>
                    <a:pt x="616" y="1"/>
                  </a:cubicBezTo>
                  <a:cubicBezTo>
                    <a:pt x="516" y="1"/>
                    <a:pt x="563" y="686"/>
                    <a:pt x="540" y="956"/>
                  </a:cubicBezTo>
                  <a:cubicBezTo>
                    <a:pt x="517" y="669"/>
                    <a:pt x="443" y="147"/>
                    <a:pt x="352" y="147"/>
                  </a:cubicBezTo>
                  <a:cubicBezTo>
                    <a:pt x="350" y="147"/>
                    <a:pt x="348" y="147"/>
                    <a:pt x="346" y="148"/>
                  </a:cubicBezTo>
                  <a:cubicBezTo>
                    <a:pt x="270" y="177"/>
                    <a:pt x="270" y="686"/>
                    <a:pt x="270" y="1055"/>
                  </a:cubicBezTo>
                  <a:cubicBezTo>
                    <a:pt x="247" y="833"/>
                    <a:pt x="200" y="347"/>
                    <a:pt x="124" y="347"/>
                  </a:cubicBezTo>
                  <a:cubicBezTo>
                    <a:pt x="30" y="370"/>
                    <a:pt x="1" y="1612"/>
                    <a:pt x="1" y="2665"/>
                  </a:cubicBezTo>
                  <a:lnTo>
                    <a:pt x="1371" y="2566"/>
                  </a:lnTo>
                  <a:cubicBezTo>
                    <a:pt x="1318" y="2027"/>
                    <a:pt x="1394" y="540"/>
                    <a:pt x="1295" y="493"/>
                  </a:cubicBezTo>
                  <a:cubicBezTo>
                    <a:pt x="1293" y="493"/>
                    <a:pt x="1291" y="492"/>
                    <a:pt x="1289" y="492"/>
                  </a:cubicBezTo>
                  <a:cubicBezTo>
                    <a:pt x="1204" y="492"/>
                    <a:pt x="1173" y="935"/>
                    <a:pt x="1111" y="935"/>
                  </a:cubicBezTo>
                  <a:cubicBezTo>
                    <a:pt x="1108" y="935"/>
                    <a:pt x="1105" y="934"/>
                    <a:pt x="1102" y="932"/>
                  </a:cubicBezTo>
                  <a:cubicBezTo>
                    <a:pt x="1026" y="880"/>
                    <a:pt x="1026" y="101"/>
                    <a:pt x="932" y="78"/>
                  </a:cubicBezTo>
                  <a:cubicBezTo>
                    <a:pt x="930" y="77"/>
                    <a:pt x="928" y="77"/>
                    <a:pt x="926" y="77"/>
                  </a:cubicBezTo>
                  <a:cubicBezTo>
                    <a:pt x="787" y="77"/>
                    <a:pt x="832" y="856"/>
                    <a:pt x="832" y="856"/>
                  </a:cubicBezTo>
                  <a:cubicBezTo>
                    <a:pt x="832" y="856"/>
                    <a:pt x="735" y="1"/>
                    <a:pt x="620" y="1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2131;p42">
              <a:extLst>
                <a:ext uri="{FF2B5EF4-FFF2-40B4-BE49-F238E27FC236}">
                  <a16:creationId xmlns:a16="http://schemas.microsoft.com/office/drawing/2014/main" id="{2469D3C9-7EA2-FB05-259E-4B292DBC4625}"/>
                </a:ext>
              </a:extLst>
            </p:cNvPr>
            <p:cNvSpPr/>
            <p:nvPr/>
          </p:nvSpPr>
          <p:spPr>
            <a:xfrm>
              <a:off x="7188159" y="2532130"/>
              <a:ext cx="259569" cy="502211"/>
            </a:xfrm>
            <a:custGeom>
              <a:avLst/>
              <a:gdLst/>
              <a:ahLst/>
              <a:cxnLst/>
              <a:rect l="l" t="t" r="r" b="b"/>
              <a:pathLst>
                <a:path w="2975" h="5756" extrusionOk="0">
                  <a:moveTo>
                    <a:pt x="47" y="0"/>
                  </a:moveTo>
                  <a:cubicBezTo>
                    <a:pt x="47" y="0"/>
                    <a:pt x="0" y="1804"/>
                    <a:pt x="340" y="3168"/>
                  </a:cubicBezTo>
                  <a:cubicBezTo>
                    <a:pt x="709" y="4562"/>
                    <a:pt x="1271" y="5756"/>
                    <a:pt x="1271" y="5756"/>
                  </a:cubicBezTo>
                  <a:lnTo>
                    <a:pt x="2974" y="5217"/>
                  </a:lnTo>
                  <a:cubicBezTo>
                    <a:pt x="1440" y="2729"/>
                    <a:pt x="1394" y="217"/>
                    <a:pt x="1394" y="217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2132;p42">
              <a:extLst>
                <a:ext uri="{FF2B5EF4-FFF2-40B4-BE49-F238E27FC236}">
                  <a16:creationId xmlns:a16="http://schemas.microsoft.com/office/drawing/2014/main" id="{76881A4C-4811-F078-C84C-9B1DE7D66F4B}"/>
                </a:ext>
              </a:extLst>
            </p:cNvPr>
            <p:cNvSpPr/>
            <p:nvPr/>
          </p:nvSpPr>
          <p:spPr>
            <a:xfrm>
              <a:off x="7213636" y="2442699"/>
              <a:ext cx="29752" cy="61947"/>
            </a:xfrm>
            <a:custGeom>
              <a:avLst/>
              <a:gdLst/>
              <a:ahLst/>
              <a:cxnLst/>
              <a:rect l="l" t="t" r="r" b="b"/>
              <a:pathLst>
                <a:path w="341" h="710" extrusionOk="0">
                  <a:moveTo>
                    <a:pt x="77" y="1"/>
                  </a:moveTo>
                  <a:lnTo>
                    <a:pt x="1" y="48"/>
                  </a:lnTo>
                  <a:cubicBezTo>
                    <a:pt x="100" y="217"/>
                    <a:pt x="247" y="387"/>
                    <a:pt x="247" y="709"/>
                  </a:cubicBezTo>
                  <a:lnTo>
                    <a:pt x="340" y="709"/>
                  </a:lnTo>
                  <a:cubicBezTo>
                    <a:pt x="340" y="364"/>
                    <a:pt x="194" y="171"/>
                    <a:pt x="77" y="1"/>
                  </a:cubicBez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2133;p42">
              <a:extLst>
                <a:ext uri="{FF2B5EF4-FFF2-40B4-BE49-F238E27FC236}">
                  <a16:creationId xmlns:a16="http://schemas.microsoft.com/office/drawing/2014/main" id="{AD496C64-050D-F2EA-8DA7-1665FB39CDFF}"/>
                </a:ext>
              </a:extLst>
            </p:cNvPr>
            <p:cNvSpPr/>
            <p:nvPr/>
          </p:nvSpPr>
          <p:spPr>
            <a:xfrm>
              <a:off x="7262670" y="2436068"/>
              <a:ext cx="27746" cy="55753"/>
            </a:xfrm>
            <a:custGeom>
              <a:avLst/>
              <a:gdLst/>
              <a:ahLst/>
              <a:cxnLst/>
              <a:rect l="l" t="t" r="r" b="b"/>
              <a:pathLst>
                <a:path w="318" h="639" extrusionOk="0">
                  <a:moveTo>
                    <a:pt x="247" y="1"/>
                  </a:moveTo>
                  <a:cubicBezTo>
                    <a:pt x="194" y="53"/>
                    <a:pt x="124" y="147"/>
                    <a:pt x="71" y="247"/>
                  </a:cubicBezTo>
                  <a:cubicBezTo>
                    <a:pt x="48" y="317"/>
                    <a:pt x="1" y="440"/>
                    <a:pt x="1" y="516"/>
                  </a:cubicBezTo>
                  <a:cubicBezTo>
                    <a:pt x="1" y="563"/>
                    <a:pt x="24" y="610"/>
                    <a:pt x="24" y="639"/>
                  </a:cubicBezTo>
                  <a:lnTo>
                    <a:pt x="124" y="610"/>
                  </a:lnTo>
                  <a:cubicBezTo>
                    <a:pt x="124" y="586"/>
                    <a:pt x="100" y="563"/>
                    <a:pt x="100" y="516"/>
                  </a:cubicBezTo>
                  <a:cubicBezTo>
                    <a:pt x="100" y="440"/>
                    <a:pt x="124" y="369"/>
                    <a:pt x="171" y="270"/>
                  </a:cubicBezTo>
                  <a:cubicBezTo>
                    <a:pt x="218" y="200"/>
                    <a:pt x="270" y="124"/>
                    <a:pt x="317" y="77"/>
                  </a:cubicBezTo>
                  <a:lnTo>
                    <a:pt x="247" y="1"/>
                  </a:ln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2134;p42">
              <a:extLst>
                <a:ext uri="{FF2B5EF4-FFF2-40B4-BE49-F238E27FC236}">
                  <a16:creationId xmlns:a16="http://schemas.microsoft.com/office/drawing/2014/main" id="{91A7B5A8-689C-C1A0-82CD-3A2849DF2C0D}"/>
                </a:ext>
              </a:extLst>
            </p:cNvPr>
            <p:cNvSpPr/>
            <p:nvPr/>
          </p:nvSpPr>
          <p:spPr>
            <a:xfrm>
              <a:off x="7258656" y="2876938"/>
              <a:ext cx="227374" cy="327537"/>
            </a:xfrm>
            <a:custGeom>
              <a:avLst/>
              <a:gdLst/>
              <a:ahLst/>
              <a:cxnLst/>
              <a:rect l="l" t="t" r="r" b="b"/>
              <a:pathLst>
                <a:path w="2606" h="3754" extrusionOk="0">
                  <a:moveTo>
                    <a:pt x="1581" y="1"/>
                  </a:moveTo>
                  <a:lnTo>
                    <a:pt x="0" y="1172"/>
                  </a:lnTo>
                  <a:cubicBezTo>
                    <a:pt x="0" y="1172"/>
                    <a:pt x="509" y="2758"/>
                    <a:pt x="1364" y="3754"/>
                  </a:cubicBezTo>
                  <a:lnTo>
                    <a:pt x="2606" y="1265"/>
                  </a:lnTo>
                  <a:cubicBezTo>
                    <a:pt x="2196" y="1265"/>
                    <a:pt x="1581" y="1"/>
                    <a:pt x="1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2135;p42">
              <a:extLst>
                <a:ext uri="{FF2B5EF4-FFF2-40B4-BE49-F238E27FC236}">
                  <a16:creationId xmlns:a16="http://schemas.microsoft.com/office/drawing/2014/main" id="{F5E2D6E4-13EB-D3E1-FFBF-F5A0703FAEF8}"/>
                </a:ext>
              </a:extLst>
            </p:cNvPr>
            <p:cNvSpPr/>
            <p:nvPr/>
          </p:nvSpPr>
          <p:spPr>
            <a:xfrm>
              <a:off x="7264764" y="2895871"/>
              <a:ext cx="144660" cy="110895"/>
            </a:xfrm>
            <a:custGeom>
              <a:avLst/>
              <a:gdLst/>
              <a:ahLst/>
              <a:cxnLst/>
              <a:rect l="l" t="t" r="r" b="b"/>
              <a:pathLst>
                <a:path w="1658" h="1271" extrusionOk="0">
                  <a:moveTo>
                    <a:pt x="1610" y="0"/>
                  </a:moveTo>
                  <a:lnTo>
                    <a:pt x="0" y="1224"/>
                  </a:lnTo>
                  <a:lnTo>
                    <a:pt x="47" y="1271"/>
                  </a:lnTo>
                  <a:lnTo>
                    <a:pt x="1657" y="76"/>
                  </a:lnTo>
                  <a:lnTo>
                    <a:pt x="1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2136;p42">
              <a:extLst>
                <a:ext uri="{FF2B5EF4-FFF2-40B4-BE49-F238E27FC236}">
                  <a16:creationId xmlns:a16="http://schemas.microsoft.com/office/drawing/2014/main" id="{3D530C24-9BE5-7E7E-240D-C479983A8D67}"/>
                </a:ext>
              </a:extLst>
            </p:cNvPr>
            <p:cNvSpPr/>
            <p:nvPr/>
          </p:nvSpPr>
          <p:spPr>
            <a:xfrm>
              <a:off x="7699001" y="2310342"/>
              <a:ext cx="144660" cy="227984"/>
            </a:xfrm>
            <a:custGeom>
              <a:avLst/>
              <a:gdLst/>
              <a:ahLst/>
              <a:cxnLst/>
              <a:rect l="l" t="t" r="r" b="b"/>
              <a:pathLst>
                <a:path w="1658" h="2613" extrusionOk="0">
                  <a:moveTo>
                    <a:pt x="519" y="1"/>
                  </a:moveTo>
                  <a:cubicBezTo>
                    <a:pt x="518" y="1"/>
                    <a:pt x="517" y="1"/>
                    <a:pt x="515" y="1"/>
                  </a:cubicBezTo>
                  <a:cubicBezTo>
                    <a:pt x="416" y="54"/>
                    <a:pt x="562" y="686"/>
                    <a:pt x="586" y="956"/>
                  </a:cubicBezTo>
                  <a:cubicBezTo>
                    <a:pt x="540" y="692"/>
                    <a:pt x="377" y="200"/>
                    <a:pt x="276" y="200"/>
                  </a:cubicBezTo>
                  <a:cubicBezTo>
                    <a:pt x="274" y="200"/>
                    <a:pt x="272" y="200"/>
                    <a:pt x="270" y="200"/>
                  </a:cubicBezTo>
                  <a:cubicBezTo>
                    <a:pt x="170" y="247"/>
                    <a:pt x="293" y="762"/>
                    <a:pt x="340" y="1102"/>
                  </a:cubicBezTo>
                  <a:cubicBezTo>
                    <a:pt x="294" y="885"/>
                    <a:pt x="176" y="440"/>
                    <a:pt x="83" y="440"/>
                  </a:cubicBezTo>
                  <a:cubicBezTo>
                    <a:pt x="81" y="440"/>
                    <a:pt x="79" y="440"/>
                    <a:pt x="76" y="440"/>
                  </a:cubicBezTo>
                  <a:cubicBezTo>
                    <a:pt x="0" y="470"/>
                    <a:pt x="223" y="1541"/>
                    <a:pt x="340" y="2613"/>
                  </a:cubicBezTo>
                  <a:lnTo>
                    <a:pt x="1657" y="2343"/>
                  </a:lnTo>
                  <a:cubicBezTo>
                    <a:pt x="1587" y="1787"/>
                    <a:pt x="1364" y="417"/>
                    <a:pt x="1271" y="394"/>
                  </a:cubicBezTo>
                  <a:cubicBezTo>
                    <a:pt x="1267" y="393"/>
                    <a:pt x="1264" y="392"/>
                    <a:pt x="1260" y="392"/>
                  </a:cubicBezTo>
                  <a:cubicBezTo>
                    <a:pt x="1174" y="392"/>
                    <a:pt x="1131" y="656"/>
                    <a:pt x="1164" y="805"/>
                  </a:cubicBezTo>
                  <a:lnTo>
                    <a:pt x="1164" y="805"/>
                  </a:lnTo>
                  <a:cubicBezTo>
                    <a:pt x="1089" y="529"/>
                    <a:pt x="922" y="31"/>
                    <a:pt x="832" y="31"/>
                  </a:cubicBezTo>
                  <a:cubicBezTo>
                    <a:pt x="685" y="31"/>
                    <a:pt x="855" y="833"/>
                    <a:pt x="855" y="833"/>
                  </a:cubicBezTo>
                  <a:cubicBezTo>
                    <a:pt x="855" y="833"/>
                    <a:pt x="616" y="1"/>
                    <a:pt x="519" y="1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2137;p42">
              <a:extLst>
                <a:ext uri="{FF2B5EF4-FFF2-40B4-BE49-F238E27FC236}">
                  <a16:creationId xmlns:a16="http://schemas.microsoft.com/office/drawing/2014/main" id="{49283656-065F-287E-2A27-EBE10890F221}"/>
                </a:ext>
              </a:extLst>
            </p:cNvPr>
            <p:cNvSpPr/>
            <p:nvPr/>
          </p:nvSpPr>
          <p:spPr>
            <a:xfrm>
              <a:off x="7667329" y="2478995"/>
              <a:ext cx="201809" cy="512943"/>
            </a:xfrm>
            <a:custGeom>
              <a:avLst/>
              <a:gdLst/>
              <a:ahLst/>
              <a:cxnLst/>
              <a:rect l="l" t="t" r="r" b="b"/>
              <a:pathLst>
                <a:path w="2313" h="5879" extrusionOk="0">
                  <a:moveTo>
                    <a:pt x="1950" y="0"/>
                  </a:moveTo>
                  <a:lnTo>
                    <a:pt x="679" y="463"/>
                  </a:lnTo>
                  <a:cubicBezTo>
                    <a:pt x="679" y="463"/>
                    <a:pt x="1048" y="2951"/>
                    <a:pt x="0" y="5656"/>
                  </a:cubicBezTo>
                  <a:lnTo>
                    <a:pt x="1757" y="5879"/>
                  </a:lnTo>
                  <a:cubicBezTo>
                    <a:pt x="1757" y="5879"/>
                    <a:pt x="2096" y="4608"/>
                    <a:pt x="2219" y="3191"/>
                  </a:cubicBezTo>
                  <a:cubicBezTo>
                    <a:pt x="2313" y="1780"/>
                    <a:pt x="1950" y="0"/>
                    <a:pt x="1950" y="0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2138;p42">
              <a:extLst>
                <a:ext uri="{FF2B5EF4-FFF2-40B4-BE49-F238E27FC236}">
                  <a16:creationId xmlns:a16="http://schemas.microsoft.com/office/drawing/2014/main" id="{91E7765F-6826-2A68-C628-4F31C06747CC}"/>
                </a:ext>
              </a:extLst>
            </p:cNvPr>
            <p:cNvSpPr/>
            <p:nvPr/>
          </p:nvSpPr>
          <p:spPr>
            <a:xfrm>
              <a:off x="7324529" y="2987308"/>
              <a:ext cx="459895" cy="623837"/>
            </a:xfrm>
            <a:custGeom>
              <a:avLst/>
              <a:gdLst/>
              <a:ahLst/>
              <a:cxnLst/>
              <a:rect l="l" t="t" r="r" b="b"/>
              <a:pathLst>
                <a:path w="5271" h="7150" extrusionOk="0">
                  <a:moveTo>
                    <a:pt x="1851" y="0"/>
                  </a:moveTo>
                  <a:cubicBezTo>
                    <a:pt x="1851" y="0"/>
                    <a:pt x="270" y="586"/>
                    <a:pt x="147" y="2149"/>
                  </a:cubicBezTo>
                  <a:cubicBezTo>
                    <a:pt x="47" y="3759"/>
                    <a:pt x="0" y="7149"/>
                    <a:pt x="0" y="7149"/>
                  </a:cubicBezTo>
                  <a:lnTo>
                    <a:pt x="5270" y="7149"/>
                  </a:lnTo>
                  <a:cubicBezTo>
                    <a:pt x="5270" y="7149"/>
                    <a:pt x="5217" y="4175"/>
                    <a:pt x="5048" y="2050"/>
                  </a:cubicBezTo>
                  <a:cubicBezTo>
                    <a:pt x="4925" y="223"/>
                    <a:pt x="3244" y="0"/>
                    <a:pt x="3244" y="0"/>
                  </a:cubicBezTo>
                  <a:cubicBezTo>
                    <a:pt x="3244" y="0"/>
                    <a:pt x="2954" y="248"/>
                    <a:pt x="2435" y="248"/>
                  </a:cubicBezTo>
                  <a:cubicBezTo>
                    <a:pt x="2412" y="248"/>
                    <a:pt x="2389" y="247"/>
                    <a:pt x="2366" y="246"/>
                  </a:cubicBezTo>
                  <a:cubicBezTo>
                    <a:pt x="1927" y="223"/>
                    <a:pt x="1851" y="0"/>
                    <a:pt x="18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2139;p42">
              <a:extLst>
                <a:ext uri="{FF2B5EF4-FFF2-40B4-BE49-F238E27FC236}">
                  <a16:creationId xmlns:a16="http://schemas.microsoft.com/office/drawing/2014/main" id="{F285EEE3-9E92-1784-10EA-EA6B26A17822}"/>
                </a:ext>
              </a:extLst>
            </p:cNvPr>
            <p:cNvSpPr/>
            <p:nvPr/>
          </p:nvSpPr>
          <p:spPr>
            <a:xfrm>
              <a:off x="7607564" y="2864199"/>
              <a:ext cx="231998" cy="323436"/>
            </a:xfrm>
            <a:custGeom>
              <a:avLst/>
              <a:gdLst/>
              <a:ahLst/>
              <a:cxnLst/>
              <a:rect l="l" t="t" r="r" b="b"/>
              <a:pathLst>
                <a:path w="2659" h="3707" extrusionOk="0">
                  <a:moveTo>
                    <a:pt x="978" y="0"/>
                  </a:moveTo>
                  <a:cubicBezTo>
                    <a:pt x="978" y="0"/>
                    <a:pt x="586" y="1095"/>
                    <a:pt x="0" y="1411"/>
                  </a:cubicBezTo>
                  <a:lnTo>
                    <a:pt x="1804" y="3706"/>
                  </a:lnTo>
                  <a:cubicBezTo>
                    <a:pt x="2442" y="2049"/>
                    <a:pt x="2658" y="802"/>
                    <a:pt x="2658" y="802"/>
                  </a:cubicBezTo>
                  <a:lnTo>
                    <a:pt x="97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2140;p42">
              <a:extLst>
                <a:ext uri="{FF2B5EF4-FFF2-40B4-BE49-F238E27FC236}">
                  <a16:creationId xmlns:a16="http://schemas.microsoft.com/office/drawing/2014/main" id="{40D9FDEC-FF4A-0E94-2747-865FFF673303}"/>
                </a:ext>
              </a:extLst>
            </p:cNvPr>
            <p:cNvSpPr/>
            <p:nvPr/>
          </p:nvSpPr>
          <p:spPr>
            <a:xfrm>
              <a:off x="7680068" y="2887669"/>
              <a:ext cx="155392" cy="78787"/>
            </a:xfrm>
            <a:custGeom>
              <a:avLst/>
              <a:gdLst/>
              <a:ahLst/>
              <a:cxnLst/>
              <a:rect l="l" t="t" r="r" b="b"/>
              <a:pathLst>
                <a:path w="1781" h="903" extrusionOk="0">
                  <a:moveTo>
                    <a:pt x="24" y="1"/>
                  </a:moveTo>
                  <a:lnTo>
                    <a:pt x="1" y="71"/>
                  </a:lnTo>
                  <a:lnTo>
                    <a:pt x="1757" y="902"/>
                  </a:lnTo>
                  <a:lnTo>
                    <a:pt x="1781" y="850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2141;p42">
              <a:extLst>
                <a:ext uri="{FF2B5EF4-FFF2-40B4-BE49-F238E27FC236}">
                  <a16:creationId xmlns:a16="http://schemas.microsoft.com/office/drawing/2014/main" id="{62B13B57-0541-FDE4-486B-56FEDAC4B7E1}"/>
                </a:ext>
              </a:extLst>
            </p:cNvPr>
            <p:cNvSpPr/>
            <p:nvPr/>
          </p:nvSpPr>
          <p:spPr>
            <a:xfrm>
              <a:off x="7324529" y="3583481"/>
              <a:ext cx="457801" cy="6718"/>
            </a:xfrm>
            <a:custGeom>
              <a:avLst/>
              <a:gdLst/>
              <a:ahLst/>
              <a:cxnLst/>
              <a:rect l="l" t="t" r="r" b="b"/>
              <a:pathLst>
                <a:path w="5247" h="77" extrusionOk="0">
                  <a:moveTo>
                    <a:pt x="0" y="0"/>
                  </a:moveTo>
                  <a:lnTo>
                    <a:pt x="0" y="76"/>
                  </a:lnTo>
                  <a:lnTo>
                    <a:pt x="5247" y="76"/>
                  </a:lnTo>
                  <a:lnTo>
                    <a:pt x="52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2142;p42">
              <a:extLst>
                <a:ext uri="{FF2B5EF4-FFF2-40B4-BE49-F238E27FC236}">
                  <a16:creationId xmlns:a16="http://schemas.microsoft.com/office/drawing/2014/main" id="{EE2F584F-7A53-CAD9-D4A1-0F8E4E5381C3}"/>
                </a:ext>
              </a:extLst>
            </p:cNvPr>
            <p:cNvSpPr/>
            <p:nvPr/>
          </p:nvSpPr>
          <p:spPr>
            <a:xfrm>
              <a:off x="7745940" y="3174806"/>
              <a:ext cx="25651" cy="61860"/>
            </a:xfrm>
            <a:custGeom>
              <a:avLst/>
              <a:gdLst/>
              <a:ahLst/>
              <a:cxnLst/>
              <a:rect l="l" t="t" r="r" b="b"/>
              <a:pathLst>
                <a:path w="294" h="709" extrusionOk="0">
                  <a:moveTo>
                    <a:pt x="241" y="0"/>
                  </a:moveTo>
                  <a:cubicBezTo>
                    <a:pt x="241" y="0"/>
                    <a:pt x="171" y="123"/>
                    <a:pt x="124" y="269"/>
                  </a:cubicBezTo>
                  <a:cubicBezTo>
                    <a:pt x="71" y="416"/>
                    <a:pt x="1" y="586"/>
                    <a:pt x="1" y="709"/>
                  </a:cubicBezTo>
                  <a:lnTo>
                    <a:pt x="71" y="709"/>
                  </a:lnTo>
                  <a:cubicBezTo>
                    <a:pt x="71" y="609"/>
                    <a:pt x="147" y="439"/>
                    <a:pt x="194" y="293"/>
                  </a:cubicBezTo>
                  <a:cubicBezTo>
                    <a:pt x="218" y="223"/>
                    <a:pt x="241" y="170"/>
                    <a:pt x="270" y="123"/>
                  </a:cubicBezTo>
                  <a:cubicBezTo>
                    <a:pt x="294" y="76"/>
                    <a:pt x="294" y="47"/>
                    <a:pt x="294" y="47"/>
                  </a:cubicBezTo>
                  <a:lnTo>
                    <a:pt x="2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2143;p42">
              <a:extLst>
                <a:ext uri="{FF2B5EF4-FFF2-40B4-BE49-F238E27FC236}">
                  <a16:creationId xmlns:a16="http://schemas.microsoft.com/office/drawing/2014/main" id="{FDFF3889-B519-8A0A-DC26-994407DEF405}"/>
                </a:ext>
              </a:extLst>
            </p:cNvPr>
            <p:cNvSpPr/>
            <p:nvPr/>
          </p:nvSpPr>
          <p:spPr>
            <a:xfrm>
              <a:off x="7335261" y="3070543"/>
              <a:ext cx="38390" cy="104351"/>
            </a:xfrm>
            <a:custGeom>
              <a:avLst/>
              <a:gdLst/>
              <a:ahLst/>
              <a:cxnLst/>
              <a:rect l="l" t="t" r="r" b="b"/>
              <a:pathLst>
                <a:path w="440" h="1196" extrusionOk="0">
                  <a:moveTo>
                    <a:pt x="387" y="1"/>
                  </a:moveTo>
                  <a:cubicBezTo>
                    <a:pt x="387" y="1"/>
                    <a:pt x="71" y="539"/>
                    <a:pt x="0" y="1172"/>
                  </a:cubicBezTo>
                  <a:lnTo>
                    <a:pt x="71" y="1195"/>
                  </a:lnTo>
                  <a:cubicBezTo>
                    <a:pt x="94" y="879"/>
                    <a:pt x="194" y="586"/>
                    <a:pt x="293" y="364"/>
                  </a:cubicBezTo>
                  <a:cubicBezTo>
                    <a:pt x="317" y="270"/>
                    <a:pt x="363" y="170"/>
                    <a:pt x="387" y="124"/>
                  </a:cubicBezTo>
                  <a:cubicBezTo>
                    <a:pt x="410" y="100"/>
                    <a:pt x="439" y="71"/>
                    <a:pt x="439" y="48"/>
                  </a:cubicBezTo>
                  <a:lnTo>
                    <a:pt x="439" y="24"/>
                  </a:lnTo>
                  <a:lnTo>
                    <a:pt x="3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2144;p42">
              <a:extLst>
                <a:ext uri="{FF2B5EF4-FFF2-40B4-BE49-F238E27FC236}">
                  <a16:creationId xmlns:a16="http://schemas.microsoft.com/office/drawing/2014/main" id="{72A6B115-BBDA-A674-A58D-6D72926A20EF}"/>
                </a:ext>
              </a:extLst>
            </p:cNvPr>
            <p:cNvSpPr/>
            <p:nvPr/>
          </p:nvSpPr>
          <p:spPr>
            <a:xfrm>
              <a:off x="7465000" y="2979106"/>
              <a:ext cx="161500" cy="57323"/>
            </a:xfrm>
            <a:custGeom>
              <a:avLst/>
              <a:gdLst/>
              <a:ahLst/>
              <a:cxnLst/>
              <a:rect l="l" t="t" r="r" b="b"/>
              <a:pathLst>
                <a:path w="1851" h="657" extrusionOk="0">
                  <a:moveTo>
                    <a:pt x="71" y="1"/>
                  </a:moveTo>
                  <a:lnTo>
                    <a:pt x="1" y="24"/>
                  </a:lnTo>
                  <a:cubicBezTo>
                    <a:pt x="1" y="24"/>
                    <a:pt x="24" y="170"/>
                    <a:pt x="124" y="340"/>
                  </a:cubicBezTo>
                  <a:cubicBezTo>
                    <a:pt x="241" y="487"/>
                    <a:pt x="463" y="656"/>
                    <a:pt x="803" y="656"/>
                  </a:cubicBezTo>
                  <a:cubicBezTo>
                    <a:pt x="1242" y="656"/>
                    <a:pt x="1488" y="510"/>
                    <a:pt x="1658" y="340"/>
                  </a:cubicBezTo>
                  <a:cubicBezTo>
                    <a:pt x="1804" y="170"/>
                    <a:pt x="1851" y="24"/>
                    <a:pt x="1851" y="24"/>
                  </a:cubicBezTo>
                  <a:lnTo>
                    <a:pt x="1781" y="1"/>
                  </a:lnTo>
                  <a:cubicBezTo>
                    <a:pt x="1757" y="24"/>
                    <a:pt x="1704" y="170"/>
                    <a:pt x="1558" y="317"/>
                  </a:cubicBezTo>
                  <a:cubicBezTo>
                    <a:pt x="1412" y="463"/>
                    <a:pt x="1195" y="586"/>
                    <a:pt x="803" y="586"/>
                  </a:cubicBezTo>
                  <a:cubicBezTo>
                    <a:pt x="463" y="586"/>
                    <a:pt x="293" y="440"/>
                    <a:pt x="194" y="293"/>
                  </a:cubicBezTo>
                  <a:cubicBezTo>
                    <a:pt x="147" y="217"/>
                    <a:pt x="94" y="147"/>
                    <a:pt x="94" y="94"/>
                  </a:cubicBezTo>
                  <a:cubicBezTo>
                    <a:pt x="71" y="71"/>
                    <a:pt x="71" y="47"/>
                    <a:pt x="71" y="24"/>
                  </a:cubicBezTo>
                  <a:lnTo>
                    <a:pt x="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2145;p42">
              <a:extLst>
                <a:ext uri="{FF2B5EF4-FFF2-40B4-BE49-F238E27FC236}">
                  <a16:creationId xmlns:a16="http://schemas.microsoft.com/office/drawing/2014/main" id="{56BE75D4-62C2-0DE0-5FD1-F7C4B51525D7}"/>
                </a:ext>
              </a:extLst>
            </p:cNvPr>
            <p:cNvSpPr/>
            <p:nvPr/>
          </p:nvSpPr>
          <p:spPr>
            <a:xfrm>
              <a:off x="7799075" y="2382061"/>
              <a:ext cx="12913" cy="33155"/>
            </a:xfrm>
            <a:custGeom>
              <a:avLst/>
              <a:gdLst/>
              <a:ahLst/>
              <a:cxnLst/>
              <a:rect l="l" t="t" r="r" b="b"/>
              <a:pathLst>
                <a:path w="148" h="380" extrusionOk="0">
                  <a:moveTo>
                    <a:pt x="8" y="0"/>
                  </a:moveTo>
                  <a:cubicBezTo>
                    <a:pt x="1" y="0"/>
                    <a:pt x="1" y="11"/>
                    <a:pt x="1" y="11"/>
                  </a:cubicBezTo>
                  <a:lnTo>
                    <a:pt x="24" y="34"/>
                  </a:lnTo>
                  <a:lnTo>
                    <a:pt x="24" y="11"/>
                  </a:lnTo>
                  <a:cubicBezTo>
                    <a:pt x="16" y="3"/>
                    <a:pt x="11" y="0"/>
                    <a:pt x="8" y="0"/>
                  </a:cubicBezTo>
                  <a:close/>
                  <a:moveTo>
                    <a:pt x="24" y="34"/>
                  </a:moveTo>
                  <a:lnTo>
                    <a:pt x="24" y="110"/>
                  </a:lnTo>
                  <a:cubicBezTo>
                    <a:pt x="24" y="134"/>
                    <a:pt x="48" y="157"/>
                    <a:pt x="48" y="204"/>
                  </a:cubicBezTo>
                  <a:cubicBezTo>
                    <a:pt x="48" y="233"/>
                    <a:pt x="71" y="257"/>
                    <a:pt x="71" y="303"/>
                  </a:cubicBezTo>
                  <a:cubicBezTo>
                    <a:pt x="100" y="327"/>
                    <a:pt x="124" y="350"/>
                    <a:pt x="147" y="380"/>
                  </a:cubicBezTo>
                  <a:cubicBezTo>
                    <a:pt x="124" y="327"/>
                    <a:pt x="124" y="257"/>
                    <a:pt x="100" y="180"/>
                  </a:cubicBezTo>
                  <a:cubicBezTo>
                    <a:pt x="71" y="157"/>
                    <a:pt x="71" y="110"/>
                    <a:pt x="48" y="87"/>
                  </a:cubicBezTo>
                  <a:lnTo>
                    <a:pt x="24" y="34"/>
                  </a:ln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2146;p42">
              <a:extLst>
                <a:ext uri="{FF2B5EF4-FFF2-40B4-BE49-F238E27FC236}">
                  <a16:creationId xmlns:a16="http://schemas.microsoft.com/office/drawing/2014/main" id="{50AECD3E-1762-629D-97C8-AEA782C41B30}"/>
                </a:ext>
              </a:extLst>
            </p:cNvPr>
            <p:cNvSpPr/>
            <p:nvPr/>
          </p:nvSpPr>
          <p:spPr>
            <a:xfrm rot="-4310537">
              <a:off x="8011373" y="4438002"/>
              <a:ext cx="332160" cy="8725"/>
            </a:xfrm>
            <a:custGeom>
              <a:avLst/>
              <a:gdLst/>
              <a:ahLst/>
              <a:cxnLst/>
              <a:rect l="l" t="t" r="r" b="b"/>
              <a:pathLst>
                <a:path w="3807" h="100" extrusionOk="0">
                  <a:moveTo>
                    <a:pt x="1" y="0"/>
                  </a:moveTo>
                  <a:lnTo>
                    <a:pt x="1" y="76"/>
                  </a:lnTo>
                  <a:lnTo>
                    <a:pt x="3807" y="100"/>
                  </a:lnTo>
                  <a:lnTo>
                    <a:pt x="3807" y="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2147;p42">
              <a:extLst>
                <a:ext uri="{FF2B5EF4-FFF2-40B4-BE49-F238E27FC236}">
                  <a16:creationId xmlns:a16="http://schemas.microsoft.com/office/drawing/2014/main" id="{CE62CCD4-5ABE-23F7-C9D3-1716BE1B02FB}"/>
                </a:ext>
              </a:extLst>
            </p:cNvPr>
            <p:cNvSpPr/>
            <p:nvPr/>
          </p:nvSpPr>
          <p:spPr>
            <a:xfrm flipH="1">
              <a:off x="7699082" y="1313174"/>
              <a:ext cx="656953" cy="232605"/>
            </a:xfrm>
            <a:custGeom>
              <a:avLst/>
              <a:gdLst/>
              <a:ahLst/>
              <a:cxnLst/>
              <a:rect l="l" t="t" r="r" b="b"/>
              <a:pathLst>
                <a:path w="12744" h="4512" extrusionOk="0">
                  <a:moveTo>
                    <a:pt x="7302" y="1"/>
                  </a:moveTo>
                  <a:cubicBezTo>
                    <a:pt x="6564" y="1"/>
                    <a:pt x="5857" y="546"/>
                    <a:pt x="5534" y="1053"/>
                  </a:cubicBezTo>
                  <a:cubicBezTo>
                    <a:pt x="5150" y="1599"/>
                    <a:pt x="4958" y="2237"/>
                    <a:pt x="4866" y="2883"/>
                  </a:cubicBezTo>
                  <a:cubicBezTo>
                    <a:pt x="4543" y="2498"/>
                    <a:pt x="3936" y="2175"/>
                    <a:pt x="3390" y="2175"/>
                  </a:cubicBezTo>
                  <a:cubicBezTo>
                    <a:pt x="3006" y="2175"/>
                    <a:pt x="2652" y="2337"/>
                    <a:pt x="2460" y="2752"/>
                  </a:cubicBezTo>
                  <a:cubicBezTo>
                    <a:pt x="2268" y="3167"/>
                    <a:pt x="2307" y="3651"/>
                    <a:pt x="2307" y="4097"/>
                  </a:cubicBezTo>
                  <a:cubicBezTo>
                    <a:pt x="2076" y="4035"/>
                    <a:pt x="1853" y="4005"/>
                    <a:pt x="1630" y="4005"/>
                  </a:cubicBezTo>
                  <a:cubicBezTo>
                    <a:pt x="1054" y="4005"/>
                    <a:pt x="477" y="4197"/>
                    <a:pt x="1" y="4512"/>
                  </a:cubicBezTo>
                  <a:lnTo>
                    <a:pt x="12713" y="4512"/>
                  </a:lnTo>
                  <a:cubicBezTo>
                    <a:pt x="12743" y="3620"/>
                    <a:pt x="12490" y="2752"/>
                    <a:pt x="12036" y="2306"/>
                  </a:cubicBezTo>
                  <a:cubicBezTo>
                    <a:pt x="11783" y="2014"/>
                    <a:pt x="11337" y="1822"/>
                    <a:pt x="10914" y="1822"/>
                  </a:cubicBezTo>
                  <a:cubicBezTo>
                    <a:pt x="10791" y="1822"/>
                    <a:pt x="10691" y="1822"/>
                    <a:pt x="10599" y="1853"/>
                  </a:cubicBezTo>
                  <a:cubicBezTo>
                    <a:pt x="9953" y="2014"/>
                    <a:pt x="9538" y="2468"/>
                    <a:pt x="9123" y="2752"/>
                  </a:cubicBezTo>
                  <a:cubicBezTo>
                    <a:pt x="8962" y="1538"/>
                    <a:pt x="8455" y="385"/>
                    <a:pt x="7909" y="162"/>
                  </a:cubicBezTo>
                  <a:cubicBezTo>
                    <a:pt x="7717" y="62"/>
                    <a:pt x="7494" y="1"/>
                    <a:pt x="7302" y="1"/>
                  </a:cubicBezTo>
                  <a:close/>
                </a:path>
              </a:pathLst>
            </a:custGeom>
            <a:solidFill>
              <a:srgbClr val="EBF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2148;p42">
              <a:extLst>
                <a:ext uri="{FF2B5EF4-FFF2-40B4-BE49-F238E27FC236}">
                  <a16:creationId xmlns:a16="http://schemas.microsoft.com/office/drawing/2014/main" id="{78AB54F5-1834-F62B-F8C0-F7AC80754882}"/>
                </a:ext>
              </a:extLst>
            </p:cNvPr>
            <p:cNvSpPr/>
            <p:nvPr/>
          </p:nvSpPr>
          <p:spPr>
            <a:xfrm>
              <a:off x="4803012" y="907274"/>
              <a:ext cx="928177" cy="328620"/>
            </a:xfrm>
            <a:custGeom>
              <a:avLst/>
              <a:gdLst/>
              <a:ahLst/>
              <a:cxnLst/>
              <a:rect l="l" t="t" r="r" b="b"/>
              <a:pathLst>
                <a:path w="12744" h="4512" extrusionOk="0">
                  <a:moveTo>
                    <a:pt x="7302" y="1"/>
                  </a:moveTo>
                  <a:cubicBezTo>
                    <a:pt x="6564" y="1"/>
                    <a:pt x="5857" y="546"/>
                    <a:pt x="5534" y="1053"/>
                  </a:cubicBezTo>
                  <a:cubicBezTo>
                    <a:pt x="5150" y="1599"/>
                    <a:pt x="4958" y="2237"/>
                    <a:pt x="4866" y="2883"/>
                  </a:cubicBezTo>
                  <a:cubicBezTo>
                    <a:pt x="4543" y="2498"/>
                    <a:pt x="3936" y="2175"/>
                    <a:pt x="3390" y="2175"/>
                  </a:cubicBezTo>
                  <a:cubicBezTo>
                    <a:pt x="3006" y="2175"/>
                    <a:pt x="2652" y="2337"/>
                    <a:pt x="2460" y="2752"/>
                  </a:cubicBezTo>
                  <a:cubicBezTo>
                    <a:pt x="2268" y="3167"/>
                    <a:pt x="2307" y="3651"/>
                    <a:pt x="2307" y="4097"/>
                  </a:cubicBezTo>
                  <a:cubicBezTo>
                    <a:pt x="2076" y="4035"/>
                    <a:pt x="1853" y="4005"/>
                    <a:pt x="1630" y="4005"/>
                  </a:cubicBezTo>
                  <a:cubicBezTo>
                    <a:pt x="1054" y="4005"/>
                    <a:pt x="477" y="4197"/>
                    <a:pt x="1" y="4512"/>
                  </a:cubicBezTo>
                  <a:lnTo>
                    <a:pt x="12713" y="4512"/>
                  </a:lnTo>
                  <a:cubicBezTo>
                    <a:pt x="12743" y="3620"/>
                    <a:pt x="12490" y="2752"/>
                    <a:pt x="12036" y="2306"/>
                  </a:cubicBezTo>
                  <a:cubicBezTo>
                    <a:pt x="11783" y="2014"/>
                    <a:pt x="11337" y="1822"/>
                    <a:pt x="10914" y="1822"/>
                  </a:cubicBezTo>
                  <a:cubicBezTo>
                    <a:pt x="10791" y="1822"/>
                    <a:pt x="10691" y="1822"/>
                    <a:pt x="10599" y="1853"/>
                  </a:cubicBezTo>
                  <a:cubicBezTo>
                    <a:pt x="9953" y="2014"/>
                    <a:pt x="9538" y="2468"/>
                    <a:pt x="9123" y="2752"/>
                  </a:cubicBezTo>
                  <a:cubicBezTo>
                    <a:pt x="8962" y="1538"/>
                    <a:pt x="8455" y="385"/>
                    <a:pt x="7909" y="162"/>
                  </a:cubicBezTo>
                  <a:cubicBezTo>
                    <a:pt x="7717" y="62"/>
                    <a:pt x="7494" y="1"/>
                    <a:pt x="7302" y="1"/>
                  </a:cubicBezTo>
                  <a:close/>
                </a:path>
              </a:pathLst>
            </a:custGeom>
            <a:solidFill>
              <a:srgbClr val="EBF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6" name="Google Shape;2952;p55">
            <a:extLst>
              <a:ext uri="{FF2B5EF4-FFF2-40B4-BE49-F238E27FC236}">
                <a16:creationId xmlns:a16="http://schemas.microsoft.com/office/drawing/2014/main" id="{749C24E5-1F42-D975-E867-C025176DA7DA}"/>
              </a:ext>
            </a:extLst>
          </p:cNvPr>
          <p:cNvGrpSpPr/>
          <p:nvPr/>
        </p:nvGrpSpPr>
        <p:grpSpPr>
          <a:xfrm>
            <a:off x="3503533" y="3327630"/>
            <a:ext cx="5526463" cy="704100"/>
            <a:chOff x="4197762" y="2514600"/>
            <a:chExt cx="3447900" cy="704100"/>
          </a:xfrm>
        </p:grpSpPr>
        <p:sp>
          <p:nvSpPr>
            <p:cNvPr id="1597" name="Google Shape;2953;p55">
              <a:extLst>
                <a:ext uri="{FF2B5EF4-FFF2-40B4-BE49-F238E27FC236}">
                  <a16:creationId xmlns:a16="http://schemas.microsoft.com/office/drawing/2014/main" id="{9DE8D368-85F5-5AFA-70C3-5F3A33706AF5}"/>
                </a:ext>
              </a:extLst>
            </p:cNvPr>
            <p:cNvSpPr/>
            <p:nvPr/>
          </p:nvSpPr>
          <p:spPr>
            <a:xfrm>
              <a:off x="5645562" y="2514600"/>
              <a:ext cx="2000100" cy="704100"/>
            </a:xfrm>
            <a:prstGeom prst="roundRect">
              <a:avLst>
                <a:gd name="adj" fmla="val 50000"/>
              </a:avLst>
            </a:prstGeom>
            <a:solidFill>
              <a:srgbClr val="EC646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2954;p55">
              <a:extLst>
                <a:ext uri="{FF2B5EF4-FFF2-40B4-BE49-F238E27FC236}">
                  <a16:creationId xmlns:a16="http://schemas.microsoft.com/office/drawing/2014/main" id="{DA2F01E6-EEE6-9088-B39D-7E7AC0CE3554}"/>
                </a:ext>
              </a:extLst>
            </p:cNvPr>
            <p:cNvSpPr/>
            <p:nvPr/>
          </p:nvSpPr>
          <p:spPr>
            <a:xfrm>
              <a:off x="4197762" y="2514600"/>
              <a:ext cx="2000100" cy="704100"/>
            </a:xfrm>
            <a:prstGeom prst="roundRect">
              <a:avLst>
                <a:gd name="adj" fmla="val 50000"/>
              </a:avLst>
            </a:prstGeom>
            <a:solidFill>
              <a:srgbClr val="4B54A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0" name="Google Shape;2963;p55">
            <a:extLst>
              <a:ext uri="{FF2B5EF4-FFF2-40B4-BE49-F238E27FC236}">
                <a16:creationId xmlns:a16="http://schemas.microsoft.com/office/drawing/2014/main" id="{64EC6CC1-94E8-081A-B62A-D8E1961A3BC9}"/>
              </a:ext>
            </a:extLst>
          </p:cNvPr>
          <p:cNvSpPr txBox="1">
            <a:spLocks/>
          </p:cNvSpPr>
          <p:nvPr/>
        </p:nvSpPr>
        <p:spPr>
          <a:xfrm>
            <a:off x="3722400" y="3327630"/>
            <a:ext cx="2941462" cy="74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Comfortaa"/>
              <a:buNone/>
              <a:defRPr sz="28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 dirty="0">
                <a:solidFill>
                  <a:schemeClr val="lt1"/>
                </a:solidFill>
              </a:rPr>
              <a:t>Employees by department</a:t>
            </a:r>
          </a:p>
        </p:txBody>
      </p:sp>
      <p:sp>
        <p:nvSpPr>
          <p:cNvPr id="1611" name="Google Shape;2969;p55">
            <a:extLst>
              <a:ext uri="{FF2B5EF4-FFF2-40B4-BE49-F238E27FC236}">
                <a16:creationId xmlns:a16="http://schemas.microsoft.com/office/drawing/2014/main" id="{9CF76947-6799-9D6E-A42B-1443E2C34287}"/>
              </a:ext>
            </a:extLst>
          </p:cNvPr>
          <p:cNvSpPr txBox="1">
            <a:spLocks/>
          </p:cNvSpPr>
          <p:nvPr/>
        </p:nvSpPr>
        <p:spPr>
          <a:xfrm>
            <a:off x="6785512" y="3318188"/>
            <a:ext cx="1818300" cy="713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Comfortaa"/>
              <a:buNone/>
              <a:defRPr sz="28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 dirty="0">
                <a:solidFill>
                  <a:schemeClr val="lt1"/>
                </a:solidFill>
              </a:rPr>
              <a:t>Job satisfaction</a:t>
            </a:r>
          </a:p>
        </p:txBody>
      </p:sp>
    </p:spTree>
    <p:extLst>
      <p:ext uri="{BB962C8B-B14F-4D97-AF65-F5344CB8AC3E}">
        <p14:creationId xmlns:p14="http://schemas.microsoft.com/office/powerpoint/2010/main" val="3020628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8">
          <a:extLst>
            <a:ext uri="{FF2B5EF4-FFF2-40B4-BE49-F238E27FC236}">
              <a16:creationId xmlns:a16="http://schemas.microsoft.com/office/drawing/2014/main" id="{6769651D-979B-9E94-8307-DF639AA9E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42">
            <a:extLst>
              <a:ext uri="{FF2B5EF4-FFF2-40B4-BE49-F238E27FC236}">
                <a16:creationId xmlns:a16="http://schemas.microsoft.com/office/drawing/2014/main" id="{217D7F89-4918-49C4-FEA4-D71135764757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278975" y="0"/>
            <a:ext cx="4084225" cy="4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Job satisfaction section</a:t>
            </a:r>
            <a:endParaRPr dirty="0"/>
          </a:p>
        </p:txBody>
      </p:sp>
      <p:grpSp>
        <p:nvGrpSpPr>
          <p:cNvPr id="2058" name="Google Shape;2058;p42">
            <a:extLst>
              <a:ext uri="{FF2B5EF4-FFF2-40B4-BE49-F238E27FC236}">
                <a16:creationId xmlns:a16="http://schemas.microsoft.com/office/drawing/2014/main" id="{6575C116-1317-829E-97C2-48A274F32CBC}"/>
              </a:ext>
            </a:extLst>
          </p:cNvPr>
          <p:cNvGrpSpPr/>
          <p:nvPr/>
        </p:nvGrpSpPr>
        <p:grpSpPr>
          <a:xfrm>
            <a:off x="1684800" y="2825603"/>
            <a:ext cx="2250875" cy="2039175"/>
            <a:chOff x="4803012" y="907274"/>
            <a:chExt cx="4338263" cy="3961501"/>
          </a:xfrm>
        </p:grpSpPr>
        <p:grpSp>
          <p:nvGrpSpPr>
            <p:cNvPr id="2059" name="Google Shape;2059;p42">
              <a:extLst>
                <a:ext uri="{FF2B5EF4-FFF2-40B4-BE49-F238E27FC236}">
                  <a16:creationId xmlns:a16="http://schemas.microsoft.com/office/drawing/2014/main" id="{3DB2DB59-B13A-B8DC-297D-4EC9871735D1}"/>
                </a:ext>
              </a:extLst>
            </p:cNvPr>
            <p:cNvGrpSpPr/>
            <p:nvPr/>
          </p:nvGrpSpPr>
          <p:grpSpPr>
            <a:xfrm>
              <a:off x="7720150" y="3678875"/>
              <a:ext cx="1421125" cy="1189900"/>
              <a:chOff x="7720150" y="3678875"/>
              <a:chExt cx="1421125" cy="1189900"/>
            </a:xfrm>
          </p:grpSpPr>
          <p:sp>
            <p:nvSpPr>
              <p:cNvPr id="2060" name="Google Shape;2060;p42">
                <a:extLst>
                  <a:ext uri="{FF2B5EF4-FFF2-40B4-BE49-F238E27FC236}">
                    <a16:creationId xmlns:a16="http://schemas.microsoft.com/office/drawing/2014/main" id="{D56D9D01-E0A3-859C-0760-49CAED6D9BB1}"/>
                  </a:ext>
                </a:extLst>
              </p:cNvPr>
              <p:cNvSpPr/>
              <p:nvPr/>
            </p:nvSpPr>
            <p:spPr>
              <a:xfrm flipH="1">
                <a:off x="8317950" y="4210000"/>
                <a:ext cx="468900" cy="658400"/>
              </a:xfrm>
              <a:custGeom>
                <a:avLst/>
                <a:gdLst/>
                <a:ahLst/>
                <a:cxnLst/>
                <a:rect l="l" t="t" r="r" b="b"/>
                <a:pathLst>
                  <a:path w="18756" h="26336" extrusionOk="0">
                    <a:moveTo>
                      <a:pt x="6731" y="1"/>
                    </a:moveTo>
                    <a:cubicBezTo>
                      <a:pt x="3837" y="1"/>
                      <a:pt x="1432" y="2225"/>
                      <a:pt x="803" y="5015"/>
                    </a:cubicBezTo>
                    <a:cubicBezTo>
                      <a:pt x="1" y="8537"/>
                      <a:pt x="1175" y="12312"/>
                      <a:pt x="2482" y="15537"/>
                    </a:cubicBezTo>
                    <a:cubicBezTo>
                      <a:pt x="3894" y="19312"/>
                      <a:pt x="5886" y="22967"/>
                      <a:pt x="8174" y="26311"/>
                    </a:cubicBezTo>
                    <a:cubicBezTo>
                      <a:pt x="8174" y="26329"/>
                      <a:pt x="8190" y="26336"/>
                      <a:pt x="8210" y="26336"/>
                    </a:cubicBezTo>
                    <a:cubicBezTo>
                      <a:pt x="8258" y="26336"/>
                      <a:pt x="8335" y="26294"/>
                      <a:pt x="8293" y="26252"/>
                    </a:cubicBezTo>
                    <a:cubicBezTo>
                      <a:pt x="6436" y="23458"/>
                      <a:pt x="4831" y="20560"/>
                      <a:pt x="3463" y="17513"/>
                    </a:cubicBezTo>
                    <a:cubicBezTo>
                      <a:pt x="2037" y="14244"/>
                      <a:pt x="684" y="10588"/>
                      <a:pt x="803" y="6932"/>
                    </a:cubicBezTo>
                    <a:cubicBezTo>
                      <a:pt x="803" y="5446"/>
                      <a:pt x="1175" y="3901"/>
                      <a:pt x="2111" y="2593"/>
                    </a:cubicBezTo>
                    <a:cubicBezTo>
                      <a:pt x="3092" y="1240"/>
                      <a:pt x="4712" y="304"/>
                      <a:pt x="6376" y="245"/>
                    </a:cubicBezTo>
                    <a:cubicBezTo>
                      <a:pt x="6494" y="238"/>
                      <a:pt x="6611" y="235"/>
                      <a:pt x="6727" y="235"/>
                    </a:cubicBezTo>
                    <a:cubicBezTo>
                      <a:pt x="10981" y="235"/>
                      <a:pt x="13663" y="4679"/>
                      <a:pt x="14921" y="8166"/>
                    </a:cubicBezTo>
                    <a:cubicBezTo>
                      <a:pt x="16972" y="13991"/>
                      <a:pt x="17715" y="20188"/>
                      <a:pt x="18577" y="26252"/>
                    </a:cubicBezTo>
                    <a:cubicBezTo>
                      <a:pt x="18577" y="26297"/>
                      <a:pt x="18603" y="26316"/>
                      <a:pt x="18635" y="26316"/>
                    </a:cubicBezTo>
                    <a:cubicBezTo>
                      <a:pt x="18687" y="26316"/>
                      <a:pt x="18755" y="26266"/>
                      <a:pt x="18755" y="26192"/>
                    </a:cubicBezTo>
                    <a:cubicBezTo>
                      <a:pt x="17953" y="20367"/>
                      <a:pt x="17269" y="14482"/>
                      <a:pt x="15352" y="8968"/>
                    </a:cubicBezTo>
                    <a:cubicBezTo>
                      <a:pt x="14119" y="5193"/>
                      <a:pt x="11830" y="676"/>
                      <a:pt x="7491" y="52"/>
                    </a:cubicBezTo>
                    <a:cubicBezTo>
                      <a:pt x="7234" y="17"/>
                      <a:pt x="6981" y="1"/>
                      <a:pt x="6731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42">
                <a:extLst>
                  <a:ext uri="{FF2B5EF4-FFF2-40B4-BE49-F238E27FC236}">
                    <a16:creationId xmlns:a16="http://schemas.microsoft.com/office/drawing/2014/main" id="{02BF7D83-AE9E-5312-A8BF-FD839A41044D}"/>
                  </a:ext>
                </a:extLst>
              </p:cNvPr>
              <p:cNvSpPr/>
              <p:nvPr/>
            </p:nvSpPr>
            <p:spPr>
              <a:xfrm flipH="1">
                <a:off x="8430900" y="4219075"/>
                <a:ext cx="222950" cy="648725"/>
              </a:xfrm>
              <a:custGeom>
                <a:avLst/>
                <a:gdLst/>
                <a:ahLst/>
                <a:cxnLst/>
                <a:rect l="l" t="t" r="r" b="b"/>
                <a:pathLst>
                  <a:path w="8918" h="25949" fill="none" extrusionOk="0">
                    <a:moveTo>
                      <a:pt x="1" y="1"/>
                    </a:moveTo>
                    <a:lnTo>
                      <a:pt x="8918" y="25948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42">
                <a:extLst>
                  <a:ext uri="{FF2B5EF4-FFF2-40B4-BE49-F238E27FC236}">
                    <a16:creationId xmlns:a16="http://schemas.microsoft.com/office/drawing/2014/main" id="{A27451E7-DF8D-B292-AFE6-B6C5F41EBC85}"/>
                  </a:ext>
                </a:extLst>
              </p:cNvPr>
              <p:cNvSpPr/>
              <p:nvPr/>
            </p:nvSpPr>
            <p:spPr>
              <a:xfrm flipH="1">
                <a:off x="8746700" y="4381150"/>
                <a:ext cx="394575" cy="487250"/>
              </a:xfrm>
              <a:custGeom>
                <a:avLst/>
                <a:gdLst/>
                <a:ahLst/>
                <a:cxnLst/>
                <a:rect l="l" t="t" r="r" b="b"/>
                <a:pathLst>
                  <a:path w="15783" h="19490" extrusionOk="0">
                    <a:moveTo>
                      <a:pt x="5538" y="1"/>
                    </a:moveTo>
                    <a:cubicBezTo>
                      <a:pt x="3190" y="1"/>
                      <a:pt x="1020" y="1555"/>
                      <a:pt x="550" y="3920"/>
                    </a:cubicBezTo>
                    <a:cubicBezTo>
                      <a:pt x="0" y="6462"/>
                      <a:pt x="1055" y="9256"/>
                      <a:pt x="2170" y="11544"/>
                    </a:cubicBezTo>
                    <a:cubicBezTo>
                      <a:pt x="3522" y="14383"/>
                      <a:pt x="5261" y="17058"/>
                      <a:pt x="7178" y="19465"/>
                    </a:cubicBezTo>
                    <a:cubicBezTo>
                      <a:pt x="7195" y="19483"/>
                      <a:pt x="7219" y="19490"/>
                      <a:pt x="7242" y="19490"/>
                    </a:cubicBezTo>
                    <a:cubicBezTo>
                      <a:pt x="7298" y="19490"/>
                      <a:pt x="7350" y="19448"/>
                      <a:pt x="7297" y="19406"/>
                    </a:cubicBezTo>
                    <a:cubicBezTo>
                      <a:pt x="5751" y="17429"/>
                      <a:pt x="4399" y="15319"/>
                      <a:pt x="3151" y="13090"/>
                    </a:cubicBezTo>
                    <a:cubicBezTo>
                      <a:pt x="1858" y="10801"/>
                      <a:pt x="609" y="8067"/>
                      <a:pt x="550" y="5347"/>
                    </a:cubicBezTo>
                    <a:cubicBezTo>
                      <a:pt x="550" y="4232"/>
                      <a:pt x="803" y="3058"/>
                      <a:pt x="1546" y="2122"/>
                    </a:cubicBezTo>
                    <a:cubicBezTo>
                      <a:pt x="2408" y="1008"/>
                      <a:pt x="3775" y="339"/>
                      <a:pt x="5142" y="205"/>
                    </a:cubicBezTo>
                    <a:cubicBezTo>
                      <a:pt x="5304" y="190"/>
                      <a:pt x="5464" y="183"/>
                      <a:pt x="5622" y="183"/>
                    </a:cubicBezTo>
                    <a:cubicBezTo>
                      <a:pt x="8778" y="183"/>
                      <a:pt x="11072" y="3075"/>
                      <a:pt x="12261" y="5778"/>
                    </a:cubicBezTo>
                    <a:cubicBezTo>
                      <a:pt x="14118" y="10117"/>
                      <a:pt x="14802" y="14828"/>
                      <a:pt x="15545" y="19406"/>
                    </a:cubicBezTo>
                    <a:cubicBezTo>
                      <a:pt x="15568" y="19451"/>
                      <a:pt x="15608" y="19470"/>
                      <a:pt x="15648" y="19470"/>
                    </a:cubicBezTo>
                    <a:cubicBezTo>
                      <a:pt x="15715" y="19470"/>
                      <a:pt x="15783" y="19420"/>
                      <a:pt x="15783" y="19346"/>
                    </a:cubicBezTo>
                    <a:cubicBezTo>
                      <a:pt x="15040" y="14947"/>
                      <a:pt x="14356" y="10370"/>
                      <a:pt x="12692" y="6209"/>
                    </a:cubicBezTo>
                    <a:cubicBezTo>
                      <a:pt x="11518" y="3371"/>
                      <a:pt x="9407" y="339"/>
                      <a:pt x="6063" y="27"/>
                    </a:cubicBezTo>
                    <a:cubicBezTo>
                      <a:pt x="5888" y="9"/>
                      <a:pt x="5712" y="1"/>
                      <a:pt x="5538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42">
                <a:extLst>
                  <a:ext uri="{FF2B5EF4-FFF2-40B4-BE49-F238E27FC236}">
                    <a16:creationId xmlns:a16="http://schemas.microsoft.com/office/drawing/2014/main" id="{1C660CC3-8A2A-B2FE-1268-4B12626413CF}"/>
                  </a:ext>
                </a:extLst>
              </p:cNvPr>
              <p:cNvSpPr/>
              <p:nvPr/>
            </p:nvSpPr>
            <p:spPr>
              <a:xfrm flipH="1">
                <a:off x="8838100" y="4387750"/>
                <a:ext cx="191725" cy="480050"/>
              </a:xfrm>
              <a:custGeom>
                <a:avLst/>
                <a:gdLst/>
                <a:ahLst/>
                <a:cxnLst/>
                <a:rect l="l" t="t" r="r" b="b"/>
                <a:pathLst>
                  <a:path w="7669" h="19202" fill="none" extrusionOk="0">
                    <a:moveTo>
                      <a:pt x="0" y="1"/>
                    </a:moveTo>
                    <a:lnTo>
                      <a:pt x="7669" y="19201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42">
                <a:extLst>
                  <a:ext uri="{FF2B5EF4-FFF2-40B4-BE49-F238E27FC236}">
                    <a16:creationId xmlns:a16="http://schemas.microsoft.com/office/drawing/2014/main" id="{B81A2F73-23B8-D9F9-65B3-2E4224A98EFD}"/>
                  </a:ext>
                </a:extLst>
              </p:cNvPr>
              <p:cNvSpPr/>
              <p:nvPr/>
            </p:nvSpPr>
            <p:spPr>
              <a:xfrm flipH="1">
                <a:off x="7720150" y="3678875"/>
                <a:ext cx="655050" cy="1187425"/>
              </a:xfrm>
              <a:custGeom>
                <a:avLst/>
                <a:gdLst/>
                <a:ahLst/>
                <a:cxnLst/>
                <a:rect l="l" t="t" r="r" b="b"/>
                <a:pathLst>
                  <a:path w="26202" h="47497" fill="none" extrusionOk="0">
                    <a:moveTo>
                      <a:pt x="14743" y="47497"/>
                    </a:moveTo>
                    <a:cubicBezTo>
                      <a:pt x="5767" y="31268"/>
                      <a:pt x="1" y="15174"/>
                      <a:pt x="7253" y="7550"/>
                    </a:cubicBezTo>
                    <a:cubicBezTo>
                      <a:pt x="14372" y="1"/>
                      <a:pt x="21862" y="8977"/>
                      <a:pt x="23660" y="16913"/>
                    </a:cubicBezTo>
                    <a:cubicBezTo>
                      <a:pt x="25889" y="26632"/>
                      <a:pt x="26201" y="37153"/>
                      <a:pt x="26142" y="47497"/>
                    </a:cubicBez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42">
                <a:extLst>
                  <a:ext uri="{FF2B5EF4-FFF2-40B4-BE49-F238E27FC236}">
                    <a16:creationId xmlns:a16="http://schemas.microsoft.com/office/drawing/2014/main" id="{F2BCB725-7990-D448-3D21-BAEB92A4E154}"/>
                  </a:ext>
                </a:extLst>
              </p:cNvPr>
              <p:cNvSpPr/>
              <p:nvPr/>
            </p:nvSpPr>
            <p:spPr>
              <a:xfrm flipH="1">
                <a:off x="7859475" y="3818200"/>
                <a:ext cx="269400" cy="1046625"/>
              </a:xfrm>
              <a:custGeom>
                <a:avLst/>
                <a:gdLst/>
                <a:ahLst/>
                <a:cxnLst/>
                <a:rect l="l" t="t" r="r" b="b"/>
                <a:pathLst>
                  <a:path w="10776" h="41865" fill="none" extrusionOk="0">
                    <a:moveTo>
                      <a:pt x="1" y="0"/>
                    </a:moveTo>
                    <a:lnTo>
                      <a:pt x="10775" y="41864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42">
                <a:extLst>
                  <a:ext uri="{FF2B5EF4-FFF2-40B4-BE49-F238E27FC236}">
                    <a16:creationId xmlns:a16="http://schemas.microsoft.com/office/drawing/2014/main" id="{28689048-E4CA-956B-CB09-AB964A149DE3}"/>
                  </a:ext>
                </a:extLst>
              </p:cNvPr>
              <p:cNvSpPr/>
              <p:nvPr/>
            </p:nvSpPr>
            <p:spPr>
              <a:xfrm flipH="1">
                <a:off x="7999375" y="4052600"/>
                <a:ext cx="545975" cy="816175"/>
              </a:xfrm>
              <a:custGeom>
                <a:avLst/>
                <a:gdLst/>
                <a:ahLst/>
                <a:cxnLst/>
                <a:rect l="l" t="t" r="r" b="b"/>
                <a:pathLst>
                  <a:path w="21839" h="32647" extrusionOk="0">
                    <a:moveTo>
                      <a:pt x="5279" y="0"/>
                    </a:moveTo>
                    <a:cubicBezTo>
                      <a:pt x="4390" y="0"/>
                      <a:pt x="3503" y="226"/>
                      <a:pt x="2720" y="775"/>
                    </a:cubicBezTo>
                    <a:cubicBezTo>
                      <a:pt x="1427" y="1651"/>
                      <a:pt x="684" y="3138"/>
                      <a:pt x="372" y="4683"/>
                    </a:cubicBezTo>
                    <a:cubicBezTo>
                      <a:pt x="0" y="6600"/>
                      <a:pt x="179" y="8577"/>
                      <a:pt x="431" y="10509"/>
                    </a:cubicBezTo>
                    <a:cubicBezTo>
                      <a:pt x="803" y="12916"/>
                      <a:pt x="1487" y="15339"/>
                      <a:pt x="2230" y="17627"/>
                    </a:cubicBezTo>
                    <a:cubicBezTo>
                      <a:pt x="3835" y="22769"/>
                      <a:pt x="6004" y="27658"/>
                      <a:pt x="8055" y="32607"/>
                    </a:cubicBezTo>
                    <a:cubicBezTo>
                      <a:pt x="8080" y="32632"/>
                      <a:pt x="8115" y="32646"/>
                      <a:pt x="8143" y="32646"/>
                    </a:cubicBezTo>
                    <a:cubicBezTo>
                      <a:pt x="8182" y="32646"/>
                      <a:pt x="8209" y="32617"/>
                      <a:pt x="8174" y="32548"/>
                    </a:cubicBezTo>
                    <a:cubicBezTo>
                      <a:pt x="6495" y="28401"/>
                      <a:pt x="4711" y="24315"/>
                      <a:pt x="3225" y="20168"/>
                    </a:cubicBezTo>
                    <a:cubicBezTo>
                      <a:pt x="1739" y="15948"/>
                      <a:pt x="253" y="11371"/>
                      <a:pt x="372" y="6853"/>
                    </a:cubicBezTo>
                    <a:cubicBezTo>
                      <a:pt x="372" y="5174"/>
                      <a:pt x="684" y="3375"/>
                      <a:pt x="1739" y="2023"/>
                    </a:cubicBezTo>
                    <a:cubicBezTo>
                      <a:pt x="2612" y="812"/>
                      <a:pt x="3895" y="204"/>
                      <a:pt x="5303" y="204"/>
                    </a:cubicBezTo>
                    <a:cubicBezTo>
                      <a:pt x="5693" y="204"/>
                      <a:pt x="6092" y="250"/>
                      <a:pt x="6495" y="344"/>
                    </a:cubicBezTo>
                    <a:cubicBezTo>
                      <a:pt x="8664" y="849"/>
                      <a:pt x="10582" y="2394"/>
                      <a:pt x="12008" y="4059"/>
                    </a:cubicBezTo>
                    <a:cubicBezTo>
                      <a:pt x="14059" y="6288"/>
                      <a:pt x="15352" y="8948"/>
                      <a:pt x="16467" y="11742"/>
                    </a:cubicBezTo>
                    <a:cubicBezTo>
                      <a:pt x="19008" y="18430"/>
                      <a:pt x="20063" y="25548"/>
                      <a:pt x="21609" y="32488"/>
                    </a:cubicBezTo>
                    <a:cubicBezTo>
                      <a:pt x="21609" y="32534"/>
                      <a:pt x="21645" y="32553"/>
                      <a:pt x="21688" y="32553"/>
                    </a:cubicBezTo>
                    <a:cubicBezTo>
                      <a:pt x="21756" y="32553"/>
                      <a:pt x="21838" y="32502"/>
                      <a:pt x="21802" y="32429"/>
                    </a:cubicBezTo>
                    <a:cubicBezTo>
                      <a:pt x="20316" y="25920"/>
                      <a:pt x="19320" y="19173"/>
                      <a:pt x="17091" y="12857"/>
                    </a:cubicBezTo>
                    <a:cubicBezTo>
                      <a:pt x="16095" y="10063"/>
                      <a:pt x="14921" y="7343"/>
                      <a:pt x="13063" y="4995"/>
                    </a:cubicBezTo>
                    <a:cubicBezTo>
                      <a:pt x="11637" y="3138"/>
                      <a:pt x="9838" y="1399"/>
                      <a:pt x="7609" y="477"/>
                    </a:cubicBezTo>
                    <a:cubicBezTo>
                      <a:pt x="6878" y="182"/>
                      <a:pt x="6078" y="0"/>
                      <a:pt x="5279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42">
                <a:extLst>
                  <a:ext uri="{FF2B5EF4-FFF2-40B4-BE49-F238E27FC236}">
                    <a16:creationId xmlns:a16="http://schemas.microsoft.com/office/drawing/2014/main" id="{61FE2607-67C4-AE72-EAC3-2EC8FD3644B1}"/>
                  </a:ext>
                </a:extLst>
              </p:cNvPr>
              <p:cNvSpPr/>
              <p:nvPr/>
            </p:nvSpPr>
            <p:spPr>
              <a:xfrm flipH="1">
                <a:off x="8167475" y="4058200"/>
                <a:ext cx="274225" cy="809600"/>
              </a:xfrm>
              <a:custGeom>
                <a:avLst/>
                <a:gdLst/>
                <a:ahLst/>
                <a:cxnLst/>
                <a:rect l="l" t="t" r="r" b="b"/>
                <a:pathLst>
                  <a:path w="10969" h="32384" fill="none" extrusionOk="0">
                    <a:moveTo>
                      <a:pt x="1" y="1"/>
                    </a:moveTo>
                    <a:lnTo>
                      <a:pt x="10968" y="32383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42">
                <a:extLst>
                  <a:ext uri="{FF2B5EF4-FFF2-40B4-BE49-F238E27FC236}">
                    <a16:creationId xmlns:a16="http://schemas.microsoft.com/office/drawing/2014/main" id="{956A9705-AD25-2201-511E-F0390AC26952}"/>
                  </a:ext>
                </a:extLst>
              </p:cNvPr>
              <p:cNvSpPr/>
              <p:nvPr/>
            </p:nvSpPr>
            <p:spPr>
              <a:xfrm flipH="1">
                <a:off x="8729600" y="4646325"/>
                <a:ext cx="267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0716" h="1" fill="none" extrusionOk="0">
                    <a:moveTo>
                      <a:pt x="0" y="1"/>
                    </a:moveTo>
                    <a:lnTo>
                      <a:pt x="10715" y="1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42">
                <a:extLst>
                  <a:ext uri="{FF2B5EF4-FFF2-40B4-BE49-F238E27FC236}">
                    <a16:creationId xmlns:a16="http://schemas.microsoft.com/office/drawing/2014/main" id="{56FABFBD-87C2-69F6-2061-5A59220DDBFE}"/>
                  </a:ext>
                </a:extLst>
              </p:cNvPr>
              <p:cNvSpPr/>
              <p:nvPr/>
            </p:nvSpPr>
            <p:spPr>
              <a:xfrm flipH="1">
                <a:off x="8528225" y="4646325"/>
                <a:ext cx="119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772" h="1" fill="none" extrusionOk="0">
                    <a:moveTo>
                      <a:pt x="1" y="1"/>
                    </a:moveTo>
                    <a:lnTo>
                      <a:pt x="4771" y="1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42">
                <a:extLst>
                  <a:ext uri="{FF2B5EF4-FFF2-40B4-BE49-F238E27FC236}">
                    <a16:creationId xmlns:a16="http://schemas.microsoft.com/office/drawing/2014/main" id="{47C2935C-7C01-7B09-0D5E-B861CEF9D0E1}"/>
                  </a:ext>
                </a:extLst>
              </p:cNvPr>
              <p:cNvSpPr/>
              <p:nvPr/>
            </p:nvSpPr>
            <p:spPr>
              <a:xfrm flipH="1">
                <a:off x="7902950" y="4364725"/>
                <a:ext cx="25" cy="5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037" fill="none" extrusionOk="0">
                    <a:moveTo>
                      <a:pt x="0" y="0"/>
                    </a:moveTo>
                    <a:lnTo>
                      <a:pt x="0" y="2036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42">
                <a:extLst>
                  <a:ext uri="{FF2B5EF4-FFF2-40B4-BE49-F238E27FC236}">
                    <a16:creationId xmlns:a16="http://schemas.microsoft.com/office/drawing/2014/main" id="{67729AF3-5043-9325-7B85-63121B64FEC5}"/>
                  </a:ext>
                </a:extLst>
              </p:cNvPr>
              <p:cNvSpPr/>
              <p:nvPr/>
            </p:nvSpPr>
            <p:spPr>
              <a:xfrm flipH="1">
                <a:off x="7876575" y="4391100"/>
                <a:ext cx="51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1" fill="none" extrusionOk="0">
                    <a:moveTo>
                      <a:pt x="2051" y="0"/>
                    </a:moveTo>
                    <a:lnTo>
                      <a:pt x="1" y="0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42">
                <a:extLst>
                  <a:ext uri="{FF2B5EF4-FFF2-40B4-BE49-F238E27FC236}">
                    <a16:creationId xmlns:a16="http://schemas.microsoft.com/office/drawing/2014/main" id="{D2416FE4-6AC8-93ED-C4B7-B05F1495DD2F}"/>
                  </a:ext>
                </a:extLst>
              </p:cNvPr>
              <p:cNvSpPr/>
              <p:nvPr/>
            </p:nvSpPr>
            <p:spPr>
              <a:xfrm flipH="1">
                <a:off x="7972425" y="4859975"/>
                <a:ext cx="2385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542" h="1" fill="none" extrusionOk="0">
                    <a:moveTo>
                      <a:pt x="0" y="0"/>
                    </a:moveTo>
                    <a:lnTo>
                      <a:pt x="9541" y="0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73" name="Google Shape;2073;p42">
              <a:extLst>
                <a:ext uri="{FF2B5EF4-FFF2-40B4-BE49-F238E27FC236}">
                  <a16:creationId xmlns:a16="http://schemas.microsoft.com/office/drawing/2014/main" id="{A382C8A8-E228-091E-48A5-5B80A1CB3B55}"/>
                </a:ext>
              </a:extLst>
            </p:cNvPr>
            <p:cNvSpPr/>
            <p:nvPr/>
          </p:nvSpPr>
          <p:spPr>
            <a:xfrm>
              <a:off x="6109155" y="1380617"/>
              <a:ext cx="1002415" cy="1000409"/>
            </a:xfrm>
            <a:custGeom>
              <a:avLst/>
              <a:gdLst/>
              <a:ahLst/>
              <a:cxnLst/>
              <a:rect l="l" t="t" r="r" b="b"/>
              <a:pathLst>
                <a:path w="11489" h="11466" extrusionOk="0">
                  <a:moveTo>
                    <a:pt x="5745" y="3710"/>
                  </a:moveTo>
                  <a:cubicBezTo>
                    <a:pt x="5013" y="3710"/>
                    <a:pt x="4306" y="4105"/>
                    <a:pt x="3953" y="4779"/>
                  </a:cubicBezTo>
                  <a:cubicBezTo>
                    <a:pt x="3414" y="5780"/>
                    <a:pt x="3807" y="7027"/>
                    <a:pt x="4779" y="7536"/>
                  </a:cubicBezTo>
                  <a:cubicBezTo>
                    <a:pt x="5085" y="7701"/>
                    <a:pt x="5413" y="7779"/>
                    <a:pt x="5737" y="7779"/>
                  </a:cubicBezTo>
                  <a:cubicBezTo>
                    <a:pt x="6473" y="7779"/>
                    <a:pt x="7183" y="7377"/>
                    <a:pt x="7537" y="6682"/>
                  </a:cubicBezTo>
                  <a:cubicBezTo>
                    <a:pt x="8075" y="5710"/>
                    <a:pt x="7683" y="4463"/>
                    <a:pt x="6705" y="3953"/>
                  </a:cubicBezTo>
                  <a:cubicBezTo>
                    <a:pt x="6399" y="3788"/>
                    <a:pt x="6070" y="3710"/>
                    <a:pt x="5745" y="3710"/>
                  </a:cubicBezTo>
                  <a:close/>
                  <a:moveTo>
                    <a:pt x="5751" y="2865"/>
                  </a:moveTo>
                  <a:cubicBezTo>
                    <a:pt x="6199" y="2865"/>
                    <a:pt x="6652" y="2970"/>
                    <a:pt x="7074" y="3192"/>
                  </a:cubicBezTo>
                  <a:cubicBezTo>
                    <a:pt x="8491" y="3953"/>
                    <a:pt x="9024" y="5680"/>
                    <a:pt x="8292" y="7074"/>
                  </a:cubicBezTo>
                  <a:cubicBezTo>
                    <a:pt x="7766" y="8061"/>
                    <a:pt x="6764" y="8619"/>
                    <a:pt x="5736" y="8619"/>
                  </a:cubicBezTo>
                  <a:cubicBezTo>
                    <a:pt x="5289" y="8619"/>
                    <a:pt x="4836" y="8514"/>
                    <a:pt x="4416" y="8292"/>
                  </a:cubicBezTo>
                  <a:cubicBezTo>
                    <a:pt x="2999" y="7536"/>
                    <a:pt x="2460" y="5803"/>
                    <a:pt x="3192" y="4392"/>
                  </a:cubicBezTo>
                  <a:cubicBezTo>
                    <a:pt x="3722" y="3421"/>
                    <a:pt x="4722" y="2865"/>
                    <a:pt x="5751" y="2865"/>
                  </a:cubicBezTo>
                  <a:close/>
                  <a:moveTo>
                    <a:pt x="5364" y="1"/>
                  </a:moveTo>
                  <a:cubicBezTo>
                    <a:pt x="4463" y="71"/>
                    <a:pt x="3584" y="341"/>
                    <a:pt x="2829" y="803"/>
                  </a:cubicBezTo>
                  <a:lnTo>
                    <a:pt x="3338" y="1904"/>
                  </a:lnTo>
                  <a:cubicBezTo>
                    <a:pt x="2999" y="2121"/>
                    <a:pt x="2683" y="2366"/>
                    <a:pt x="2413" y="2683"/>
                  </a:cubicBezTo>
                  <a:lnTo>
                    <a:pt x="1435" y="1951"/>
                  </a:lnTo>
                  <a:cubicBezTo>
                    <a:pt x="1143" y="2290"/>
                    <a:pt x="879" y="2659"/>
                    <a:pt x="657" y="3046"/>
                  </a:cubicBezTo>
                  <a:cubicBezTo>
                    <a:pt x="440" y="3461"/>
                    <a:pt x="294" y="3877"/>
                    <a:pt x="171" y="4316"/>
                  </a:cubicBezTo>
                  <a:lnTo>
                    <a:pt x="1342" y="4732"/>
                  </a:lnTo>
                  <a:cubicBezTo>
                    <a:pt x="1242" y="5124"/>
                    <a:pt x="1195" y="5534"/>
                    <a:pt x="1219" y="5926"/>
                  </a:cubicBezTo>
                  <a:lnTo>
                    <a:pt x="1" y="6120"/>
                  </a:lnTo>
                  <a:cubicBezTo>
                    <a:pt x="71" y="7027"/>
                    <a:pt x="341" y="7905"/>
                    <a:pt x="803" y="8661"/>
                  </a:cubicBezTo>
                  <a:lnTo>
                    <a:pt x="1904" y="8145"/>
                  </a:lnTo>
                  <a:cubicBezTo>
                    <a:pt x="2120" y="8491"/>
                    <a:pt x="2366" y="8807"/>
                    <a:pt x="2683" y="9076"/>
                  </a:cubicBezTo>
                  <a:lnTo>
                    <a:pt x="1951" y="10048"/>
                  </a:lnTo>
                  <a:cubicBezTo>
                    <a:pt x="2290" y="10341"/>
                    <a:pt x="2659" y="10610"/>
                    <a:pt x="3046" y="10833"/>
                  </a:cubicBezTo>
                  <a:cubicBezTo>
                    <a:pt x="3461" y="11050"/>
                    <a:pt x="3877" y="11196"/>
                    <a:pt x="4316" y="11319"/>
                  </a:cubicBezTo>
                  <a:lnTo>
                    <a:pt x="4732" y="10148"/>
                  </a:lnTo>
                  <a:cubicBezTo>
                    <a:pt x="5057" y="10230"/>
                    <a:pt x="5395" y="10277"/>
                    <a:pt x="5725" y="10277"/>
                  </a:cubicBezTo>
                  <a:cubicBezTo>
                    <a:pt x="5792" y="10277"/>
                    <a:pt x="5860" y="10275"/>
                    <a:pt x="5926" y="10271"/>
                  </a:cubicBezTo>
                  <a:lnTo>
                    <a:pt x="6120" y="11465"/>
                  </a:lnTo>
                  <a:cubicBezTo>
                    <a:pt x="7027" y="11418"/>
                    <a:pt x="7905" y="11149"/>
                    <a:pt x="8661" y="10687"/>
                  </a:cubicBezTo>
                  <a:lnTo>
                    <a:pt x="8145" y="9586"/>
                  </a:lnTo>
                  <a:cubicBezTo>
                    <a:pt x="8491" y="9369"/>
                    <a:pt x="8807" y="9123"/>
                    <a:pt x="9076" y="8807"/>
                  </a:cubicBezTo>
                  <a:lnTo>
                    <a:pt x="10048" y="9539"/>
                  </a:lnTo>
                  <a:cubicBezTo>
                    <a:pt x="10341" y="9193"/>
                    <a:pt x="10610" y="8830"/>
                    <a:pt x="10833" y="8415"/>
                  </a:cubicBezTo>
                  <a:cubicBezTo>
                    <a:pt x="11050" y="8022"/>
                    <a:pt x="11196" y="7583"/>
                    <a:pt x="11319" y="7173"/>
                  </a:cubicBezTo>
                  <a:lnTo>
                    <a:pt x="10148" y="6758"/>
                  </a:lnTo>
                  <a:cubicBezTo>
                    <a:pt x="10247" y="6365"/>
                    <a:pt x="10294" y="5950"/>
                    <a:pt x="10271" y="5563"/>
                  </a:cubicBezTo>
                  <a:lnTo>
                    <a:pt x="11489" y="5364"/>
                  </a:lnTo>
                  <a:cubicBezTo>
                    <a:pt x="11419" y="4463"/>
                    <a:pt x="11149" y="3584"/>
                    <a:pt x="10687" y="2829"/>
                  </a:cubicBezTo>
                  <a:lnTo>
                    <a:pt x="9586" y="3338"/>
                  </a:lnTo>
                  <a:cubicBezTo>
                    <a:pt x="9369" y="2999"/>
                    <a:pt x="9123" y="2683"/>
                    <a:pt x="8807" y="2413"/>
                  </a:cubicBezTo>
                  <a:lnTo>
                    <a:pt x="9539" y="1412"/>
                  </a:lnTo>
                  <a:cubicBezTo>
                    <a:pt x="9194" y="1143"/>
                    <a:pt x="8831" y="879"/>
                    <a:pt x="8415" y="657"/>
                  </a:cubicBezTo>
                  <a:cubicBezTo>
                    <a:pt x="8023" y="440"/>
                    <a:pt x="7583" y="294"/>
                    <a:pt x="7174" y="171"/>
                  </a:cubicBezTo>
                  <a:lnTo>
                    <a:pt x="6758" y="1342"/>
                  </a:lnTo>
                  <a:cubicBezTo>
                    <a:pt x="6432" y="1259"/>
                    <a:pt x="6091" y="1213"/>
                    <a:pt x="5763" y="1213"/>
                  </a:cubicBezTo>
                  <a:cubicBezTo>
                    <a:pt x="5696" y="1213"/>
                    <a:pt x="5629" y="1215"/>
                    <a:pt x="5563" y="1219"/>
                  </a:cubicBezTo>
                  <a:lnTo>
                    <a:pt x="5364" y="1"/>
                  </a:lnTo>
                  <a:close/>
                </a:path>
              </a:pathLst>
            </a:custGeom>
            <a:solidFill>
              <a:srgbClr val="E4E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2">
              <a:extLst>
                <a:ext uri="{FF2B5EF4-FFF2-40B4-BE49-F238E27FC236}">
                  <a16:creationId xmlns:a16="http://schemas.microsoft.com/office/drawing/2014/main" id="{A9277D58-6B51-5182-4276-F5D7670DCE91}"/>
                </a:ext>
              </a:extLst>
            </p:cNvPr>
            <p:cNvSpPr/>
            <p:nvPr/>
          </p:nvSpPr>
          <p:spPr>
            <a:xfrm>
              <a:off x="6066315" y="1346415"/>
              <a:ext cx="70585" cy="70062"/>
            </a:xfrm>
            <a:custGeom>
              <a:avLst/>
              <a:gdLst/>
              <a:ahLst/>
              <a:cxnLst/>
              <a:rect l="l" t="t" r="r" b="b"/>
              <a:pathLst>
                <a:path w="809" h="803" extrusionOk="0">
                  <a:moveTo>
                    <a:pt x="392" y="100"/>
                  </a:moveTo>
                  <a:cubicBezTo>
                    <a:pt x="562" y="100"/>
                    <a:pt x="709" y="217"/>
                    <a:pt x="709" y="393"/>
                  </a:cubicBezTo>
                  <a:cubicBezTo>
                    <a:pt x="709" y="563"/>
                    <a:pt x="562" y="709"/>
                    <a:pt x="392" y="709"/>
                  </a:cubicBezTo>
                  <a:cubicBezTo>
                    <a:pt x="223" y="709"/>
                    <a:pt x="100" y="563"/>
                    <a:pt x="100" y="393"/>
                  </a:cubicBezTo>
                  <a:cubicBezTo>
                    <a:pt x="100" y="217"/>
                    <a:pt x="223" y="100"/>
                    <a:pt x="392" y="100"/>
                  </a:cubicBezTo>
                  <a:close/>
                  <a:moveTo>
                    <a:pt x="392" y="1"/>
                  </a:moveTo>
                  <a:cubicBezTo>
                    <a:pt x="170" y="1"/>
                    <a:pt x="0" y="170"/>
                    <a:pt x="0" y="393"/>
                  </a:cubicBezTo>
                  <a:cubicBezTo>
                    <a:pt x="0" y="633"/>
                    <a:pt x="170" y="803"/>
                    <a:pt x="392" y="803"/>
                  </a:cubicBezTo>
                  <a:cubicBezTo>
                    <a:pt x="638" y="803"/>
                    <a:pt x="808" y="633"/>
                    <a:pt x="808" y="393"/>
                  </a:cubicBezTo>
                  <a:cubicBezTo>
                    <a:pt x="808" y="170"/>
                    <a:pt x="638" y="1"/>
                    <a:pt x="392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75" name="Google Shape;2075;p42">
              <a:extLst>
                <a:ext uri="{FF2B5EF4-FFF2-40B4-BE49-F238E27FC236}">
                  <a16:creationId xmlns:a16="http://schemas.microsoft.com/office/drawing/2014/main" id="{85C7149E-E387-F753-2414-0D0A0F2546EB}"/>
                </a:ext>
              </a:extLst>
            </p:cNvPr>
            <p:cNvGrpSpPr/>
            <p:nvPr/>
          </p:nvGrpSpPr>
          <p:grpSpPr>
            <a:xfrm flipH="1">
              <a:off x="6043750" y="3678875"/>
              <a:ext cx="1421125" cy="1189900"/>
              <a:chOff x="7720150" y="3678875"/>
              <a:chExt cx="1421125" cy="1189900"/>
            </a:xfrm>
          </p:grpSpPr>
          <p:sp>
            <p:nvSpPr>
              <p:cNvPr id="2076" name="Google Shape;2076;p42">
                <a:extLst>
                  <a:ext uri="{FF2B5EF4-FFF2-40B4-BE49-F238E27FC236}">
                    <a16:creationId xmlns:a16="http://schemas.microsoft.com/office/drawing/2014/main" id="{9528AA87-6C8B-4A07-A303-8703A2D27147}"/>
                  </a:ext>
                </a:extLst>
              </p:cNvPr>
              <p:cNvSpPr/>
              <p:nvPr/>
            </p:nvSpPr>
            <p:spPr>
              <a:xfrm flipH="1">
                <a:off x="8317950" y="4210000"/>
                <a:ext cx="468900" cy="658400"/>
              </a:xfrm>
              <a:custGeom>
                <a:avLst/>
                <a:gdLst/>
                <a:ahLst/>
                <a:cxnLst/>
                <a:rect l="l" t="t" r="r" b="b"/>
                <a:pathLst>
                  <a:path w="18756" h="26336" extrusionOk="0">
                    <a:moveTo>
                      <a:pt x="6731" y="1"/>
                    </a:moveTo>
                    <a:cubicBezTo>
                      <a:pt x="3837" y="1"/>
                      <a:pt x="1432" y="2225"/>
                      <a:pt x="803" y="5015"/>
                    </a:cubicBezTo>
                    <a:cubicBezTo>
                      <a:pt x="1" y="8537"/>
                      <a:pt x="1175" y="12312"/>
                      <a:pt x="2482" y="15537"/>
                    </a:cubicBezTo>
                    <a:cubicBezTo>
                      <a:pt x="3894" y="19312"/>
                      <a:pt x="5886" y="22967"/>
                      <a:pt x="8174" y="26311"/>
                    </a:cubicBezTo>
                    <a:cubicBezTo>
                      <a:pt x="8174" y="26329"/>
                      <a:pt x="8190" y="26336"/>
                      <a:pt x="8210" y="26336"/>
                    </a:cubicBezTo>
                    <a:cubicBezTo>
                      <a:pt x="8258" y="26336"/>
                      <a:pt x="8335" y="26294"/>
                      <a:pt x="8293" y="26252"/>
                    </a:cubicBezTo>
                    <a:cubicBezTo>
                      <a:pt x="6436" y="23458"/>
                      <a:pt x="4831" y="20560"/>
                      <a:pt x="3463" y="17513"/>
                    </a:cubicBezTo>
                    <a:cubicBezTo>
                      <a:pt x="2037" y="14244"/>
                      <a:pt x="684" y="10588"/>
                      <a:pt x="803" y="6932"/>
                    </a:cubicBezTo>
                    <a:cubicBezTo>
                      <a:pt x="803" y="5446"/>
                      <a:pt x="1175" y="3901"/>
                      <a:pt x="2111" y="2593"/>
                    </a:cubicBezTo>
                    <a:cubicBezTo>
                      <a:pt x="3092" y="1240"/>
                      <a:pt x="4712" y="304"/>
                      <a:pt x="6376" y="245"/>
                    </a:cubicBezTo>
                    <a:cubicBezTo>
                      <a:pt x="6494" y="238"/>
                      <a:pt x="6611" y="235"/>
                      <a:pt x="6727" y="235"/>
                    </a:cubicBezTo>
                    <a:cubicBezTo>
                      <a:pt x="10981" y="235"/>
                      <a:pt x="13663" y="4679"/>
                      <a:pt x="14921" y="8166"/>
                    </a:cubicBezTo>
                    <a:cubicBezTo>
                      <a:pt x="16972" y="13991"/>
                      <a:pt x="17715" y="20188"/>
                      <a:pt x="18577" y="26252"/>
                    </a:cubicBezTo>
                    <a:cubicBezTo>
                      <a:pt x="18577" y="26297"/>
                      <a:pt x="18603" y="26316"/>
                      <a:pt x="18635" y="26316"/>
                    </a:cubicBezTo>
                    <a:cubicBezTo>
                      <a:pt x="18687" y="26316"/>
                      <a:pt x="18755" y="26266"/>
                      <a:pt x="18755" y="26192"/>
                    </a:cubicBezTo>
                    <a:cubicBezTo>
                      <a:pt x="17953" y="20367"/>
                      <a:pt x="17269" y="14482"/>
                      <a:pt x="15352" y="8968"/>
                    </a:cubicBezTo>
                    <a:cubicBezTo>
                      <a:pt x="14119" y="5193"/>
                      <a:pt x="11830" y="676"/>
                      <a:pt x="7491" y="52"/>
                    </a:cubicBezTo>
                    <a:cubicBezTo>
                      <a:pt x="7234" y="17"/>
                      <a:pt x="6981" y="1"/>
                      <a:pt x="6731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42">
                <a:extLst>
                  <a:ext uri="{FF2B5EF4-FFF2-40B4-BE49-F238E27FC236}">
                    <a16:creationId xmlns:a16="http://schemas.microsoft.com/office/drawing/2014/main" id="{393208EF-7A7C-43C5-7C85-B7EEBA9B37DA}"/>
                  </a:ext>
                </a:extLst>
              </p:cNvPr>
              <p:cNvSpPr/>
              <p:nvPr/>
            </p:nvSpPr>
            <p:spPr>
              <a:xfrm flipH="1">
                <a:off x="8430900" y="4219075"/>
                <a:ext cx="222950" cy="648725"/>
              </a:xfrm>
              <a:custGeom>
                <a:avLst/>
                <a:gdLst/>
                <a:ahLst/>
                <a:cxnLst/>
                <a:rect l="l" t="t" r="r" b="b"/>
                <a:pathLst>
                  <a:path w="8918" h="25949" fill="none" extrusionOk="0">
                    <a:moveTo>
                      <a:pt x="1" y="1"/>
                    </a:moveTo>
                    <a:lnTo>
                      <a:pt x="8918" y="25948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42">
                <a:extLst>
                  <a:ext uri="{FF2B5EF4-FFF2-40B4-BE49-F238E27FC236}">
                    <a16:creationId xmlns:a16="http://schemas.microsoft.com/office/drawing/2014/main" id="{17CF4FB6-10E1-8578-2655-DC58AD902A8B}"/>
                  </a:ext>
                </a:extLst>
              </p:cNvPr>
              <p:cNvSpPr/>
              <p:nvPr/>
            </p:nvSpPr>
            <p:spPr>
              <a:xfrm flipH="1">
                <a:off x="8746700" y="4381150"/>
                <a:ext cx="394575" cy="487250"/>
              </a:xfrm>
              <a:custGeom>
                <a:avLst/>
                <a:gdLst/>
                <a:ahLst/>
                <a:cxnLst/>
                <a:rect l="l" t="t" r="r" b="b"/>
                <a:pathLst>
                  <a:path w="15783" h="19490" extrusionOk="0">
                    <a:moveTo>
                      <a:pt x="5538" y="1"/>
                    </a:moveTo>
                    <a:cubicBezTo>
                      <a:pt x="3190" y="1"/>
                      <a:pt x="1020" y="1555"/>
                      <a:pt x="550" y="3920"/>
                    </a:cubicBezTo>
                    <a:cubicBezTo>
                      <a:pt x="0" y="6462"/>
                      <a:pt x="1055" y="9256"/>
                      <a:pt x="2170" y="11544"/>
                    </a:cubicBezTo>
                    <a:cubicBezTo>
                      <a:pt x="3522" y="14383"/>
                      <a:pt x="5261" y="17058"/>
                      <a:pt x="7178" y="19465"/>
                    </a:cubicBezTo>
                    <a:cubicBezTo>
                      <a:pt x="7195" y="19483"/>
                      <a:pt x="7219" y="19490"/>
                      <a:pt x="7242" y="19490"/>
                    </a:cubicBezTo>
                    <a:cubicBezTo>
                      <a:pt x="7298" y="19490"/>
                      <a:pt x="7350" y="19448"/>
                      <a:pt x="7297" y="19406"/>
                    </a:cubicBezTo>
                    <a:cubicBezTo>
                      <a:pt x="5751" y="17429"/>
                      <a:pt x="4399" y="15319"/>
                      <a:pt x="3151" y="13090"/>
                    </a:cubicBezTo>
                    <a:cubicBezTo>
                      <a:pt x="1858" y="10801"/>
                      <a:pt x="609" y="8067"/>
                      <a:pt x="550" y="5347"/>
                    </a:cubicBezTo>
                    <a:cubicBezTo>
                      <a:pt x="550" y="4232"/>
                      <a:pt x="803" y="3058"/>
                      <a:pt x="1546" y="2122"/>
                    </a:cubicBezTo>
                    <a:cubicBezTo>
                      <a:pt x="2408" y="1008"/>
                      <a:pt x="3775" y="339"/>
                      <a:pt x="5142" y="205"/>
                    </a:cubicBezTo>
                    <a:cubicBezTo>
                      <a:pt x="5304" y="190"/>
                      <a:pt x="5464" y="183"/>
                      <a:pt x="5622" y="183"/>
                    </a:cubicBezTo>
                    <a:cubicBezTo>
                      <a:pt x="8778" y="183"/>
                      <a:pt x="11072" y="3075"/>
                      <a:pt x="12261" y="5778"/>
                    </a:cubicBezTo>
                    <a:cubicBezTo>
                      <a:pt x="14118" y="10117"/>
                      <a:pt x="14802" y="14828"/>
                      <a:pt x="15545" y="19406"/>
                    </a:cubicBezTo>
                    <a:cubicBezTo>
                      <a:pt x="15568" y="19451"/>
                      <a:pt x="15608" y="19470"/>
                      <a:pt x="15648" y="19470"/>
                    </a:cubicBezTo>
                    <a:cubicBezTo>
                      <a:pt x="15715" y="19470"/>
                      <a:pt x="15783" y="19420"/>
                      <a:pt x="15783" y="19346"/>
                    </a:cubicBezTo>
                    <a:cubicBezTo>
                      <a:pt x="15040" y="14947"/>
                      <a:pt x="14356" y="10370"/>
                      <a:pt x="12692" y="6209"/>
                    </a:cubicBezTo>
                    <a:cubicBezTo>
                      <a:pt x="11518" y="3371"/>
                      <a:pt x="9407" y="339"/>
                      <a:pt x="6063" y="27"/>
                    </a:cubicBezTo>
                    <a:cubicBezTo>
                      <a:pt x="5888" y="9"/>
                      <a:pt x="5712" y="1"/>
                      <a:pt x="5538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42">
                <a:extLst>
                  <a:ext uri="{FF2B5EF4-FFF2-40B4-BE49-F238E27FC236}">
                    <a16:creationId xmlns:a16="http://schemas.microsoft.com/office/drawing/2014/main" id="{DEF77C40-5CD6-8F5B-9D7D-289303ED17CB}"/>
                  </a:ext>
                </a:extLst>
              </p:cNvPr>
              <p:cNvSpPr/>
              <p:nvPr/>
            </p:nvSpPr>
            <p:spPr>
              <a:xfrm flipH="1">
                <a:off x="8838100" y="4387750"/>
                <a:ext cx="191725" cy="480050"/>
              </a:xfrm>
              <a:custGeom>
                <a:avLst/>
                <a:gdLst/>
                <a:ahLst/>
                <a:cxnLst/>
                <a:rect l="l" t="t" r="r" b="b"/>
                <a:pathLst>
                  <a:path w="7669" h="19202" fill="none" extrusionOk="0">
                    <a:moveTo>
                      <a:pt x="0" y="1"/>
                    </a:moveTo>
                    <a:lnTo>
                      <a:pt x="7669" y="19201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42">
                <a:extLst>
                  <a:ext uri="{FF2B5EF4-FFF2-40B4-BE49-F238E27FC236}">
                    <a16:creationId xmlns:a16="http://schemas.microsoft.com/office/drawing/2014/main" id="{8E085AFA-79E2-4F96-C46F-C06262111D7B}"/>
                  </a:ext>
                </a:extLst>
              </p:cNvPr>
              <p:cNvSpPr/>
              <p:nvPr/>
            </p:nvSpPr>
            <p:spPr>
              <a:xfrm flipH="1">
                <a:off x="7720150" y="3678875"/>
                <a:ext cx="655050" cy="1187425"/>
              </a:xfrm>
              <a:custGeom>
                <a:avLst/>
                <a:gdLst/>
                <a:ahLst/>
                <a:cxnLst/>
                <a:rect l="l" t="t" r="r" b="b"/>
                <a:pathLst>
                  <a:path w="26202" h="47497" fill="none" extrusionOk="0">
                    <a:moveTo>
                      <a:pt x="14743" y="47497"/>
                    </a:moveTo>
                    <a:cubicBezTo>
                      <a:pt x="5767" y="31268"/>
                      <a:pt x="1" y="15174"/>
                      <a:pt x="7253" y="7550"/>
                    </a:cubicBezTo>
                    <a:cubicBezTo>
                      <a:pt x="14372" y="1"/>
                      <a:pt x="21862" y="8977"/>
                      <a:pt x="23660" y="16913"/>
                    </a:cubicBezTo>
                    <a:cubicBezTo>
                      <a:pt x="25889" y="26632"/>
                      <a:pt x="26201" y="37153"/>
                      <a:pt x="26142" y="47497"/>
                    </a:cubicBez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42">
                <a:extLst>
                  <a:ext uri="{FF2B5EF4-FFF2-40B4-BE49-F238E27FC236}">
                    <a16:creationId xmlns:a16="http://schemas.microsoft.com/office/drawing/2014/main" id="{1CFDE7FE-36E7-2018-7FED-E43BA9474E7F}"/>
                  </a:ext>
                </a:extLst>
              </p:cNvPr>
              <p:cNvSpPr/>
              <p:nvPr/>
            </p:nvSpPr>
            <p:spPr>
              <a:xfrm flipH="1">
                <a:off x="7859475" y="3818200"/>
                <a:ext cx="269400" cy="1046625"/>
              </a:xfrm>
              <a:custGeom>
                <a:avLst/>
                <a:gdLst/>
                <a:ahLst/>
                <a:cxnLst/>
                <a:rect l="l" t="t" r="r" b="b"/>
                <a:pathLst>
                  <a:path w="10776" h="41865" fill="none" extrusionOk="0">
                    <a:moveTo>
                      <a:pt x="1" y="0"/>
                    </a:moveTo>
                    <a:lnTo>
                      <a:pt x="10775" y="41864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42">
                <a:extLst>
                  <a:ext uri="{FF2B5EF4-FFF2-40B4-BE49-F238E27FC236}">
                    <a16:creationId xmlns:a16="http://schemas.microsoft.com/office/drawing/2014/main" id="{D71F3860-E26A-AC02-607D-DA6A4C02BF7E}"/>
                  </a:ext>
                </a:extLst>
              </p:cNvPr>
              <p:cNvSpPr/>
              <p:nvPr/>
            </p:nvSpPr>
            <p:spPr>
              <a:xfrm flipH="1">
                <a:off x="7999375" y="4052600"/>
                <a:ext cx="545975" cy="816175"/>
              </a:xfrm>
              <a:custGeom>
                <a:avLst/>
                <a:gdLst/>
                <a:ahLst/>
                <a:cxnLst/>
                <a:rect l="l" t="t" r="r" b="b"/>
                <a:pathLst>
                  <a:path w="21839" h="32647" extrusionOk="0">
                    <a:moveTo>
                      <a:pt x="5279" y="0"/>
                    </a:moveTo>
                    <a:cubicBezTo>
                      <a:pt x="4390" y="0"/>
                      <a:pt x="3503" y="226"/>
                      <a:pt x="2720" y="775"/>
                    </a:cubicBezTo>
                    <a:cubicBezTo>
                      <a:pt x="1427" y="1651"/>
                      <a:pt x="684" y="3138"/>
                      <a:pt x="372" y="4683"/>
                    </a:cubicBezTo>
                    <a:cubicBezTo>
                      <a:pt x="0" y="6600"/>
                      <a:pt x="179" y="8577"/>
                      <a:pt x="431" y="10509"/>
                    </a:cubicBezTo>
                    <a:cubicBezTo>
                      <a:pt x="803" y="12916"/>
                      <a:pt x="1487" y="15339"/>
                      <a:pt x="2230" y="17627"/>
                    </a:cubicBezTo>
                    <a:cubicBezTo>
                      <a:pt x="3835" y="22769"/>
                      <a:pt x="6004" y="27658"/>
                      <a:pt x="8055" y="32607"/>
                    </a:cubicBezTo>
                    <a:cubicBezTo>
                      <a:pt x="8080" y="32632"/>
                      <a:pt x="8115" y="32646"/>
                      <a:pt x="8143" y="32646"/>
                    </a:cubicBezTo>
                    <a:cubicBezTo>
                      <a:pt x="8182" y="32646"/>
                      <a:pt x="8209" y="32617"/>
                      <a:pt x="8174" y="32548"/>
                    </a:cubicBezTo>
                    <a:cubicBezTo>
                      <a:pt x="6495" y="28401"/>
                      <a:pt x="4711" y="24315"/>
                      <a:pt x="3225" y="20168"/>
                    </a:cubicBezTo>
                    <a:cubicBezTo>
                      <a:pt x="1739" y="15948"/>
                      <a:pt x="253" y="11371"/>
                      <a:pt x="372" y="6853"/>
                    </a:cubicBezTo>
                    <a:cubicBezTo>
                      <a:pt x="372" y="5174"/>
                      <a:pt x="684" y="3375"/>
                      <a:pt x="1739" y="2023"/>
                    </a:cubicBezTo>
                    <a:cubicBezTo>
                      <a:pt x="2612" y="812"/>
                      <a:pt x="3895" y="204"/>
                      <a:pt x="5303" y="204"/>
                    </a:cubicBezTo>
                    <a:cubicBezTo>
                      <a:pt x="5693" y="204"/>
                      <a:pt x="6092" y="250"/>
                      <a:pt x="6495" y="344"/>
                    </a:cubicBezTo>
                    <a:cubicBezTo>
                      <a:pt x="8664" y="849"/>
                      <a:pt x="10582" y="2394"/>
                      <a:pt x="12008" y="4059"/>
                    </a:cubicBezTo>
                    <a:cubicBezTo>
                      <a:pt x="14059" y="6288"/>
                      <a:pt x="15352" y="8948"/>
                      <a:pt x="16467" y="11742"/>
                    </a:cubicBezTo>
                    <a:cubicBezTo>
                      <a:pt x="19008" y="18430"/>
                      <a:pt x="20063" y="25548"/>
                      <a:pt x="21609" y="32488"/>
                    </a:cubicBezTo>
                    <a:cubicBezTo>
                      <a:pt x="21609" y="32534"/>
                      <a:pt x="21645" y="32553"/>
                      <a:pt x="21688" y="32553"/>
                    </a:cubicBezTo>
                    <a:cubicBezTo>
                      <a:pt x="21756" y="32553"/>
                      <a:pt x="21838" y="32502"/>
                      <a:pt x="21802" y="32429"/>
                    </a:cubicBezTo>
                    <a:cubicBezTo>
                      <a:pt x="20316" y="25920"/>
                      <a:pt x="19320" y="19173"/>
                      <a:pt x="17091" y="12857"/>
                    </a:cubicBezTo>
                    <a:cubicBezTo>
                      <a:pt x="16095" y="10063"/>
                      <a:pt x="14921" y="7343"/>
                      <a:pt x="13063" y="4995"/>
                    </a:cubicBezTo>
                    <a:cubicBezTo>
                      <a:pt x="11637" y="3138"/>
                      <a:pt x="9838" y="1399"/>
                      <a:pt x="7609" y="477"/>
                    </a:cubicBezTo>
                    <a:cubicBezTo>
                      <a:pt x="6878" y="182"/>
                      <a:pt x="6078" y="0"/>
                      <a:pt x="5279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42">
                <a:extLst>
                  <a:ext uri="{FF2B5EF4-FFF2-40B4-BE49-F238E27FC236}">
                    <a16:creationId xmlns:a16="http://schemas.microsoft.com/office/drawing/2014/main" id="{08250E80-E662-18BC-EA65-53CB9F004C9B}"/>
                  </a:ext>
                </a:extLst>
              </p:cNvPr>
              <p:cNvSpPr/>
              <p:nvPr/>
            </p:nvSpPr>
            <p:spPr>
              <a:xfrm flipH="1">
                <a:off x="8167475" y="4058200"/>
                <a:ext cx="274225" cy="809600"/>
              </a:xfrm>
              <a:custGeom>
                <a:avLst/>
                <a:gdLst/>
                <a:ahLst/>
                <a:cxnLst/>
                <a:rect l="l" t="t" r="r" b="b"/>
                <a:pathLst>
                  <a:path w="10969" h="32384" fill="none" extrusionOk="0">
                    <a:moveTo>
                      <a:pt x="1" y="1"/>
                    </a:moveTo>
                    <a:lnTo>
                      <a:pt x="10968" y="32383"/>
                    </a:lnTo>
                  </a:path>
                </a:pathLst>
              </a:custGeom>
              <a:noFill/>
              <a:ln w="63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42">
                <a:extLst>
                  <a:ext uri="{FF2B5EF4-FFF2-40B4-BE49-F238E27FC236}">
                    <a16:creationId xmlns:a16="http://schemas.microsoft.com/office/drawing/2014/main" id="{E505BC90-22C4-A9D0-E8CC-83299F046E38}"/>
                  </a:ext>
                </a:extLst>
              </p:cNvPr>
              <p:cNvSpPr/>
              <p:nvPr/>
            </p:nvSpPr>
            <p:spPr>
              <a:xfrm flipH="1">
                <a:off x="8729600" y="4646325"/>
                <a:ext cx="267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0716" h="1" fill="none" extrusionOk="0">
                    <a:moveTo>
                      <a:pt x="0" y="1"/>
                    </a:moveTo>
                    <a:lnTo>
                      <a:pt x="10715" y="1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42">
                <a:extLst>
                  <a:ext uri="{FF2B5EF4-FFF2-40B4-BE49-F238E27FC236}">
                    <a16:creationId xmlns:a16="http://schemas.microsoft.com/office/drawing/2014/main" id="{E02410A2-924F-B8FF-A493-0B336F6069C9}"/>
                  </a:ext>
                </a:extLst>
              </p:cNvPr>
              <p:cNvSpPr/>
              <p:nvPr/>
            </p:nvSpPr>
            <p:spPr>
              <a:xfrm flipH="1">
                <a:off x="8528225" y="4646325"/>
                <a:ext cx="119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772" h="1" fill="none" extrusionOk="0">
                    <a:moveTo>
                      <a:pt x="1" y="1"/>
                    </a:moveTo>
                    <a:lnTo>
                      <a:pt x="4771" y="1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42">
                <a:extLst>
                  <a:ext uri="{FF2B5EF4-FFF2-40B4-BE49-F238E27FC236}">
                    <a16:creationId xmlns:a16="http://schemas.microsoft.com/office/drawing/2014/main" id="{A99CD442-C994-3C7E-7A2F-E7CDE0EDD1B4}"/>
                  </a:ext>
                </a:extLst>
              </p:cNvPr>
              <p:cNvSpPr/>
              <p:nvPr/>
            </p:nvSpPr>
            <p:spPr>
              <a:xfrm flipH="1">
                <a:off x="7902950" y="4364725"/>
                <a:ext cx="25" cy="5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037" fill="none" extrusionOk="0">
                    <a:moveTo>
                      <a:pt x="0" y="0"/>
                    </a:moveTo>
                    <a:lnTo>
                      <a:pt x="0" y="2036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42">
                <a:extLst>
                  <a:ext uri="{FF2B5EF4-FFF2-40B4-BE49-F238E27FC236}">
                    <a16:creationId xmlns:a16="http://schemas.microsoft.com/office/drawing/2014/main" id="{7FC0BF37-AE46-0CBC-33F5-FEBFDAC627E9}"/>
                  </a:ext>
                </a:extLst>
              </p:cNvPr>
              <p:cNvSpPr/>
              <p:nvPr/>
            </p:nvSpPr>
            <p:spPr>
              <a:xfrm flipH="1">
                <a:off x="7876575" y="4391100"/>
                <a:ext cx="51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1" fill="none" extrusionOk="0">
                    <a:moveTo>
                      <a:pt x="2051" y="0"/>
                    </a:moveTo>
                    <a:lnTo>
                      <a:pt x="1" y="0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42">
                <a:extLst>
                  <a:ext uri="{FF2B5EF4-FFF2-40B4-BE49-F238E27FC236}">
                    <a16:creationId xmlns:a16="http://schemas.microsoft.com/office/drawing/2014/main" id="{BE4E0284-623C-113F-0213-CEE83CE9CDD6}"/>
                  </a:ext>
                </a:extLst>
              </p:cNvPr>
              <p:cNvSpPr/>
              <p:nvPr/>
            </p:nvSpPr>
            <p:spPr>
              <a:xfrm flipH="1">
                <a:off x="7972425" y="4859975"/>
                <a:ext cx="2385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542" h="1" fill="none" extrusionOk="0">
                    <a:moveTo>
                      <a:pt x="0" y="0"/>
                    </a:moveTo>
                    <a:lnTo>
                      <a:pt x="9541" y="0"/>
                    </a:lnTo>
                  </a:path>
                </a:pathLst>
              </a:custGeom>
              <a:noFill/>
              <a:ln w="63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89" name="Google Shape;2089;p42">
              <a:extLst>
                <a:ext uri="{FF2B5EF4-FFF2-40B4-BE49-F238E27FC236}">
                  <a16:creationId xmlns:a16="http://schemas.microsoft.com/office/drawing/2014/main" id="{6688E157-7D1E-AD8E-A218-3B4978C146EE}"/>
                </a:ext>
              </a:extLst>
            </p:cNvPr>
            <p:cNvSpPr/>
            <p:nvPr/>
          </p:nvSpPr>
          <p:spPr>
            <a:xfrm>
              <a:off x="6236872" y="2743914"/>
              <a:ext cx="70062" cy="72679"/>
            </a:xfrm>
            <a:custGeom>
              <a:avLst/>
              <a:gdLst/>
              <a:ahLst/>
              <a:cxnLst/>
              <a:rect l="l" t="t" r="r" b="b"/>
              <a:pathLst>
                <a:path w="803" h="833" extrusionOk="0">
                  <a:moveTo>
                    <a:pt x="393" y="100"/>
                  </a:moveTo>
                  <a:cubicBezTo>
                    <a:pt x="562" y="100"/>
                    <a:pt x="709" y="247"/>
                    <a:pt x="709" y="416"/>
                  </a:cubicBezTo>
                  <a:cubicBezTo>
                    <a:pt x="709" y="586"/>
                    <a:pt x="562" y="733"/>
                    <a:pt x="393" y="733"/>
                  </a:cubicBezTo>
                  <a:cubicBezTo>
                    <a:pt x="217" y="733"/>
                    <a:pt x="100" y="586"/>
                    <a:pt x="100" y="416"/>
                  </a:cubicBezTo>
                  <a:cubicBezTo>
                    <a:pt x="100" y="247"/>
                    <a:pt x="217" y="100"/>
                    <a:pt x="393" y="100"/>
                  </a:cubicBezTo>
                  <a:close/>
                  <a:moveTo>
                    <a:pt x="393" y="1"/>
                  </a:moveTo>
                  <a:cubicBezTo>
                    <a:pt x="170" y="1"/>
                    <a:pt x="0" y="200"/>
                    <a:pt x="0" y="416"/>
                  </a:cubicBezTo>
                  <a:cubicBezTo>
                    <a:pt x="0" y="639"/>
                    <a:pt x="170" y="832"/>
                    <a:pt x="393" y="832"/>
                  </a:cubicBezTo>
                  <a:cubicBezTo>
                    <a:pt x="633" y="832"/>
                    <a:pt x="802" y="639"/>
                    <a:pt x="802" y="416"/>
                  </a:cubicBezTo>
                  <a:cubicBezTo>
                    <a:pt x="802" y="200"/>
                    <a:pt x="633" y="1"/>
                    <a:pt x="393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2">
              <a:extLst>
                <a:ext uri="{FF2B5EF4-FFF2-40B4-BE49-F238E27FC236}">
                  <a16:creationId xmlns:a16="http://schemas.microsoft.com/office/drawing/2014/main" id="{27429315-5964-DFA6-A128-BC7FEDF0A5C0}"/>
                </a:ext>
              </a:extLst>
            </p:cNvPr>
            <p:cNvSpPr/>
            <p:nvPr/>
          </p:nvSpPr>
          <p:spPr>
            <a:xfrm>
              <a:off x="7903337" y="3151249"/>
              <a:ext cx="51129" cy="51216"/>
            </a:xfrm>
            <a:custGeom>
              <a:avLst/>
              <a:gdLst/>
              <a:ahLst/>
              <a:cxnLst/>
              <a:rect l="l" t="t" r="r" b="b"/>
              <a:pathLst>
                <a:path w="586" h="587" extrusionOk="0">
                  <a:moveTo>
                    <a:pt x="293" y="100"/>
                  </a:moveTo>
                  <a:cubicBezTo>
                    <a:pt x="416" y="100"/>
                    <a:pt x="486" y="200"/>
                    <a:pt x="486" y="294"/>
                  </a:cubicBezTo>
                  <a:cubicBezTo>
                    <a:pt x="486" y="393"/>
                    <a:pt x="416" y="493"/>
                    <a:pt x="293" y="493"/>
                  </a:cubicBezTo>
                  <a:cubicBezTo>
                    <a:pt x="194" y="493"/>
                    <a:pt x="100" y="393"/>
                    <a:pt x="100" y="294"/>
                  </a:cubicBezTo>
                  <a:cubicBezTo>
                    <a:pt x="100" y="200"/>
                    <a:pt x="194" y="100"/>
                    <a:pt x="293" y="100"/>
                  </a:cubicBezTo>
                  <a:close/>
                  <a:moveTo>
                    <a:pt x="293" y="1"/>
                  </a:moveTo>
                  <a:cubicBezTo>
                    <a:pt x="147" y="1"/>
                    <a:pt x="0" y="124"/>
                    <a:pt x="0" y="294"/>
                  </a:cubicBezTo>
                  <a:cubicBezTo>
                    <a:pt x="0" y="463"/>
                    <a:pt x="147" y="586"/>
                    <a:pt x="293" y="586"/>
                  </a:cubicBezTo>
                  <a:cubicBezTo>
                    <a:pt x="463" y="586"/>
                    <a:pt x="586" y="463"/>
                    <a:pt x="586" y="294"/>
                  </a:cubicBezTo>
                  <a:cubicBezTo>
                    <a:pt x="586" y="124"/>
                    <a:pt x="463" y="1"/>
                    <a:pt x="293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>
              <a:extLst>
                <a:ext uri="{FF2B5EF4-FFF2-40B4-BE49-F238E27FC236}">
                  <a16:creationId xmlns:a16="http://schemas.microsoft.com/office/drawing/2014/main" id="{DF6F7ECE-B7A8-0735-741F-74007258A219}"/>
                </a:ext>
              </a:extLst>
            </p:cNvPr>
            <p:cNvSpPr/>
            <p:nvPr/>
          </p:nvSpPr>
          <p:spPr>
            <a:xfrm>
              <a:off x="6370726" y="2444793"/>
              <a:ext cx="53222" cy="51128"/>
            </a:xfrm>
            <a:custGeom>
              <a:avLst/>
              <a:gdLst/>
              <a:ahLst/>
              <a:cxnLst/>
              <a:rect l="l" t="t" r="r" b="b"/>
              <a:pathLst>
                <a:path w="610" h="586" extrusionOk="0">
                  <a:moveTo>
                    <a:pt x="317" y="100"/>
                  </a:moveTo>
                  <a:cubicBezTo>
                    <a:pt x="416" y="100"/>
                    <a:pt x="516" y="170"/>
                    <a:pt x="516" y="293"/>
                  </a:cubicBezTo>
                  <a:cubicBezTo>
                    <a:pt x="516" y="392"/>
                    <a:pt x="416" y="486"/>
                    <a:pt x="317" y="486"/>
                  </a:cubicBezTo>
                  <a:cubicBezTo>
                    <a:pt x="194" y="486"/>
                    <a:pt x="100" y="392"/>
                    <a:pt x="100" y="293"/>
                  </a:cubicBezTo>
                  <a:cubicBezTo>
                    <a:pt x="100" y="170"/>
                    <a:pt x="194" y="100"/>
                    <a:pt x="317" y="100"/>
                  </a:cubicBezTo>
                  <a:close/>
                  <a:moveTo>
                    <a:pt x="317" y="0"/>
                  </a:moveTo>
                  <a:cubicBezTo>
                    <a:pt x="147" y="0"/>
                    <a:pt x="1" y="123"/>
                    <a:pt x="1" y="293"/>
                  </a:cubicBezTo>
                  <a:cubicBezTo>
                    <a:pt x="1" y="439"/>
                    <a:pt x="147" y="586"/>
                    <a:pt x="317" y="586"/>
                  </a:cubicBezTo>
                  <a:cubicBezTo>
                    <a:pt x="463" y="586"/>
                    <a:pt x="610" y="439"/>
                    <a:pt x="610" y="293"/>
                  </a:cubicBezTo>
                  <a:cubicBezTo>
                    <a:pt x="610" y="123"/>
                    <a:pt x="463" y="0"/>
                    <a:pt x="317" y="0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42">
              <a:extLst>
                <a:ext uri="{FF2B5EF4-FFF2-40B4-BE49-F238E27FC236}">
                  <a16:creationId xmlns:a16="http://schemas.microsoft.com/office/drawing/2014/main" id="{DA0EB34A-7531-8CCF-9907-A25F9A866FE8}"/>
                </a:ext>
              </a:extLst>
            </p:cNvPr>
            <p:cNvSpPr/>
            <p:nvPr/>
          </p:nvSpPr>
          <p:spPr>
            <a:xfrm>
              <a:off x="7213636" y="1906292"/>
              <a:ext cx="51216" cy="51216"/>
            </a:xfrm>
            <a:custGeom>
              <a:avLst/>
              <a:gdLst/>
              <a:ahLst/>
              <a:cxnLst/>
              <a:rect l="l" t="t" r="r" b="b"/>
              <a:pathLst>
                <a:path w="587" h="587" extrusionOk="0">
                  <a:moveTo>
                    <a:pt x="294" y="95"/>
                  </a:moveTo>
                  <a:cubicBezTo>
                    <a:pt x="393" y="95"/>
                    <a:pt x="487" y="171"/>
                    <a:pt x="487" y="294"/>
                  </a:cubicBezTo>
                  <a:cubicBezTo>
                    <a:pt x="487" y="387"/>
                    <a:pt x="393" y="487"/>
                    <a:pt x="294" y="487"/>
                  </a:cubicBezTo>
                  <a:cubicBezTo>
                    <a:pt x="171" y="487"/>
                    <a:pt x="100" y="387"/>
                    <a:pt x="100" y="294"/>
                  </a:cubicBezTo>
                  <a:cubicBezTo>
                    <a:pt x="100" y="171"/>
                    <a:pt x="171" y="95"/>
                    <a:pt x="294" y="95"/>
                  </a:cubicBezTo>
                  <a:close/>
                  <a:moveTo>
                    <a:pt x="294" y="1"/>
                  </a:moveTo>
                  <a:cubicBezTo>
                    <a:pt x="124" y="1"/>
                    <a:pt x="1" y="124"/>
                    <a:pt x="1" y="294"/>
                  </a:cubicBezTo>
                  <a:cubicBezTo>
                    <a:pt x="1" y="463"/>
                    <a:pt x="124" y="586"/>
                    <a:pt x="294" y="586"/>
                  </a:cubicBezTo>
                  <a:cubicBezTo>
                    <a:pt x="440" y="586"/>
                    <a:pt x="586" y="463"/>
                    <a:pt x="586" y="294"/>
                  </a:cubicBezTo>
                  <a:cubicBezTo>
                    <a:pt x="586" y="124"/>
                    <a:pt x="440" y="1"/>
                    <a:pt x="294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2">
              <a:extLst>
                <a:ext uri="{FF2B5EF4-FFF2-40B4-BE49-F238E27FC236}">
                  <a16:creationId xmlns:a16="http://schemas.microsoft.com/office/drawing/2014/main" id="{2FC071DE-766C-4296-2F8B-CF768E089C9E}"/>
                </a:ext>
              </a:extLst>
            </p:cNvPr>
            <p:cNvSpPr/>
            <p:nvPr/>
          </p:nvSpPr>
          <p:spPr>
            <a:xfrm>
              <a:off x="7166696" y="3472587"/>
              <a:ext cx="51129" cy="51216"/>
            </a:xfrm>
            <a:custGeom>
              <a:avLst/>
              <a:gdLst/>
              <a:ahLst/>
              <a:cxnLst/>
              <a:rect l="l" t="t" r="r" b="b"/>
              <a:pathLst>
                <a:path w="586" h="587" extrusionOk="0">
                  <a:moveTo>
                    <a:pt x="293" y="100"/>
                  </a:moveTo>
                  <a:cubicBezTo>
                    <a:pt x="416" y="100"/>
                    <a:pt x="492" y="176"/>
                    <a:pt x="492" y="293"/>
                  </a:cubicBezTo>
                  <a:cubicBezTo>
                    <a:pt x="492" y="393"/>
                    <a:pt x="416" y="492"/>
                    <a:pt x="293" y="492"/>
                  </a:cubicBezTo>
                  <a:cubicBezTo>
                    <a:pt x="199" y="492"/>
                    <a:pt x="100" y="393"/>
                    <a:pt x="100" y="293"/>
                  </a:cubicBezTo>
                  <a:cubicBezTo>
                    <a:pt x="100" y="176"/>
                    <a:pt x="199" y="100"/>
                    <a:pt x="293" y="100"/>
                  </a:cubicBezTo>
                  <a:close/>
                  <a:moveTo>
                    <a:pt x="293" y="1"/>
                  </a:moveTo>
                  <a:cubicBezTo>
                    <a:pt x="147" y="1"/>
                    <a:pt x="0" y="124"/>
                    <a:pt x="0" y="293"/>
                  </a:cubicBezTo>
                  <a:cubicBezTo>
                    <a:pt x="0" y="440"/>
                    <a:pt x="147" y="586"/>
                    <a:pt x="293" y="586"/>
                  </a:cubicBezTo>
                  <a:cubicBezTo>
                    <a:pt x="469" y="586"/>
                    <a:pt x="586" y="440"/>
                    <a:pt x="586" y="293"/>
                  </a:cubicBezTo>
                  <a:cubicBezTo>
                    <a:pt x="586" y="124"/>
                    <a:pt x="469" y="1"/>
                    <a:pt x="293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>
              <a:extLst>
                <a:ext uri="{FF2B5EF4-FFF2-40B4-BE49-F238E27FC236}">
                  <a16:creationId xmlns:a16="http://schemas.microsoft.com/office/drawing/2014/main" id="{96532991-0702-DCD0-4009-FEE7101E9252}"/>
                </a:ext>
              </a:extLst>
            </p:cNvPr>
            <p:cNvSpPr/>
            <p:nvPr/>
          </p:nvSpPr>
          <p:spPr>
            <a:xfrm>
              <a:off x="6753923" y="3098114"/>
              <a:ext cx="47028" cy="49122"/>
            </a:xfrm>
            <a:custGeom>
              <a:avLst/>
              <a:gdLst/>
              <a:ahLst/>
              <a:cxnLst/>
              <a:rect l="l" t="t" r="r" b="b"/>
              <a:pathLst>
                <a:path w="539" h="563" extrusionOk="0">
                  <a:moveTo>
                    <a:pt x="100" y="1"/>
                  </a:moveTo>
                  <a:cubicBezTo>
                    <a:pt x="47" y="1"/>
                    <a:pt x="0" y="48"/>
                    <a:pt x="0" y="124"/>
                  </a:cubicBezTo>
                  <a:lnTo>
                    <a:pt x="0" y="440"/>
                  </a:lnTo>
                  <a:cubicBezTo>
                    <a:pt x="0" y="516"/>
                    <a:pt x="47" y="563"/>
                    <a:pt x="100" y="563"/>
                  </a:cubicBezTo>
                  <a:lnTo>
                    <a:pt x="439" y="563"/>
                  </a:lnTo>
                  <a:cubicBezTo>
                    <a:pt x="486" y="563"/>
                    <a:pt x="539" y="516"/>
                    <a:pt x="539" y="440"/>
                  </a:cubicBezTo>
                  <a:lnTo>
                    <a:pt x="539" y="124"/>
                  </a:lnTo>
                  <a:cubicBezTo>
                    <a:pt x="539" y="48"/>
                    <a:pt x="486" y="1"/>
                    <a:pt x="43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>
              <a:extLst>
                <a:ext uri="{FF2B5EF4-FFF2-40B4-BE49-F238E27FC236}">
                  <a16:creationId xmlns:a16="http://schemas.microsoft.com/office/drawing/2014/main" id="{026169F4-04F7-BE51-E436-635D8F0BCD85}"/>
                </a:ext>
              </a:extLst>
            </p:cNvPr>
            <p:cNvSpPr/>
            <p:nvPr/>
          </p:nvSpPr>
          <p:spPr>
            <a:xfrm>
              <a:off x="7281603" y="4496891"/>
              <a:ext cx="311221" cy="340275"/>
            </a:xfrm>
            <a:custGeom>
              <a:avLst/>
              <a:gdLst/>
              <a:ahLst/>
              <a:cxnLst/>
              <a:rect l="l" t="t" r="r" b="b"/>
              <a:pathLst>
                <a:path w="3567" h="3900" extrusionOk="0">
                  <a:moveTo>
                    <a:pt x="1248" y="0"/>
                  </a:moveTo>
                  <a:lnTo>
                    <a:pt x="1587" y="2898"/>
                  </a:lnTo>
                  <a:lnTo>
                    <a:pt x="100" y="3583"/>
                  </a:lnTo>
                  <a:cubicBezTo>
                    <a:pt x="53" y="3607"/>
                    <a:pt x="1" y="3660"/>
                    <a:pt x="1" y="3730"/>
                  </a:cubicBezTo>
                  <a:cubicBezTo>
                    <a:pt x="1" y="3806"/>
                    <a:pt x="77" y="3876"/>
                    <a:pt x="147" y="3876"/>
                  </a:cubicBezTo>
                  <a:lnTo>
                    <a:pt x="3467" y="3900"/>
                  </a:lnTo>
                  <a:lnTo>
                    <a:pt x="3566" y="3021"/>
                  </a:lnTo>
                  <a:lnTo>
                    <a:pt x="3397" y="240"/>
                  </a:lnTo>
                  <a:lnTo>
                    <a:pt x="1248" y="0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>
              <a:extLst>
                <a:ext uri="{FF2B5EF4-FFF2-40B4-BE49-F238E27FC236}">
                  <a16:creationId xmlns:a16="http://schemas.microsoft.com/office/drawing/2014/main" id="{6B3C23CC-2F7A-048F-65D3-0B97E67581DA}"/>
                </a:ext>
              </a:extLst>
            </p:cNvPr>
            <p:cNvSpPr/>
            <p:nvPr/>
          </p:nvSpPr>
          <p:spPr>
            <a:xfrm>
              <a:off x="7264764" y="4749739"/>
              <a:ext cx="336262" cy="117613"/>
            </a:xfrm>
            <a:custGeom>
              <a:avLst/>
              <a:gdLst/>
              <a:ahLst/>
              <a:cxnLst/>
              <a:rect l="l" t="t" r="r" b="b"/>
              <a:pathLst>
                <a:path w="3854" h="1348" extrusionOk="0">
                  <a:moveTo>
                    <a:pt x="1780" y="0"/>
                  </a:moveTo>
                  <a:lnTo>
                    <a:pt x="223" y="685"/>
                  </a:lnTo>
                  <a:cubicBezTo>
                    <a:pt x="147" y="709"/>
                    <a:pt x="76" y="832"/>
                    <a:pt x="47" y="955"/>
                  </a:cubicBezTo>
                  <a:cubicBezTo>
                    <a:pt x="47" y="955"/>
                    <a:pt x="0" y="1318"/>
                    <a:pt x="76" y="1318"/>
                  </a:cubicBezTo>
                  <a:lnTo>
                    <a:pt x="3783" y="1347"/>
                  </a:lnTo>
                  <a:cubicBezTo>
                    <a:pt x="3830" y="1347"/>
                    <a:pt x="3853" y="1318"/>
                    <a:pt x="3853" y="1271"/>
                  </a:cubicBezTo>
                  <a:lnTo>
                    <a:pt x="3783" y="100"/>
                  </a:lnTo>
                  <a:cubicBezTo>
                    <a:pt x="3783" y="100"/>
                    <a:pt x="3387" y="195"/>
                    <a:pt x="2881" y="195"/>
                  </a:cubicBezTo>
                  <a:cubicBezTo>
                    <a:pt x="2535" y="195"/>
                    <a:pt x="2137" y="150"/>
                    <a:pt x="17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>
              <a:extLst>
                <a:ext uri="{FF2B5EF4-FFF2-40B4-BE49-F238E27FC236}">
                  <a16:creationId xmlns:a16="http://schemas.microsoft.com/office/drawing/2014/main" id="{BEC0FEE5-621A-63E5-F8AD-5DDEEA0CD3FD}"/>
                </a:ext>
              </a:extLst>
            </p:cNvPr>
            <p:cNvSpPr/>
            <p:nvPr/>
          </p:nvSpPr>
          <p:spPr>
            <a:xfrm>
              <a:off x="7388395" y="4754363"/>
              <a:ext cx="25651" cy="36296"/>
            </a:xfrm>
            <a:custGeom>
              <a:avLst/>
              <a:gdLst/>
              <a:ahLst/>
              <a:cxnLst/>
              <a:rect l="l" t="t" r="r" b="b"/>
              <a:pathLst>
                <a:path w="294" h="416" extrusionOk="0">
                  <a:moveTo>
                    <a:pt x="47" y="0"/>
                  </a:moveTo>
                  <a:lnTo>
                    <a:pt x="0" y="47"/>
                  </a:lnTo>
                  <a:cubicBezTo>
                    <a:pt x="94" y="147"/>
                    <a:pt x="170" y="269"/>
                    <a:pt x="217" y="416"/>
                  </a:cubicBezTo>
                  <a:lnTo>
                    <a:pt x="293" y="387"/>
                  </a:lnTo>
                  <a:cubicBezTo>
                    <a:pt x="217" y="240"/>
                    <a:pt x="147" y="123"/>
                    <a:pt x="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>
              <a:extLst>
                <a:ext uri="{FF2B5EF4-FFF2-40B4-BE49-F238E27FC236}">
                  <a16:creationId xmlns:a16="http://schemas.microsoft.com/office/drawing/2014/main" id="{74033558-83CD-5B91-B40F-378ACED7C52F}"/>
                </a:ext>
              </a:extLst>
            </p:cNvPr>
            <p:cNvSpPr/>
            <p:nvPr/>
          </p:nvSpPr>
          <p:spPr>
            <a:xfrm>
              <a:off x="7371033" y="4765094"/>
              <a:ext cx="21551" cy="29665"/>
            </a:xfrm>
            <a:custGeom>
              <a:avLst/>
              <a:gdLst/>
              <a:ahLst/>
              <a:cxnLst/>
              <a:rect l="l" t="t" r="r" b="b"/>
              <a:pathLst>
                <a:path w="247" h="340" extrusionOk="0">
                  <a:moveTo>
                    <a:pt x="53" y="0"/>
                  </a:moveTo>
                  <a:lnTo>
                    <a:pt x="0" y="47"/>
                  </a:lnTo>
                  <a:cubicBezTo>
                    <a:pt x="100" y="170"/>
                    <a:pt x="123" y="240"/>
                    <a:pt x="176" y="340"/>
                  </a:cubicBezTo>
                  <a:lnTo>
                    <a:pt x="246" y="316"/>
                  </a:lnTo>
                  <a:cubicBezTo>
                    <a:pt x="199" y="193"/>
                    <a:pt x="147" y="117"/>
                    <a:pt x="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2">
              <a:extLst>
                <a:ext uri="{FF2B5EF4-FFF2-40B4-BE49-F238E27FC236}">
                  <a16:creationId xmlns:a16="http://schemas.microsoft.com/office/drawing/2014/main" id="{622C224A-97EA-969F-D1B5-508616DF7B8F}"/>
                </a:ext>
              </a:extLst>
            </p:cNvPr>
            <p:cNvSpPr/>
            <p:nvPr/>
          </p:nvSpPr>
          <p:spPr>
            <a:xfrm>
              <a:off x="7356200" y="4771202"/>
              <a:ext cx="21551" cy="29665"/>
            </a:xfrm>
            <a:custGeom>
              <a:avLst/>
              <a:gdLst/>
              <a:ahLst/>
              <a:cxnLst/>
              <a:rect l="l" t="t" r="r" b="b"/>
              <a:pathLst>
                <a:path w="247" h="340" extrusionOk="0">
                  <a:moveTo>
                    <a:pt x="53" y="0"/>
                  </a:moveTo>
                  <a:lnTo>
                    <a:pt x="0" y="47"/>
                  </a:lnTo>
                  <a:cubicBezTo>
                    <a:pt x="53" y="123"/>
                    <a:pt x="123" y="246"/>
                    <a:pt x="170" y="340"/>
                  </a:cubicBezTo>
                  <a:lnTo>
                    <a:pt x="246" y="293"/>
                  </a:lnTo>
                  <a:cubicBezTo>
                    <a:pt x="199" y="223"/>
                    <a:pt x="123" y="100"/>
                    <a:pt x="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2">
              <a:extLst>
                <a:ext uri="{FF2B5EF4-FFF2-40B4-BE49-F238E27FC236}">
                  <a16:creationId xmlns:a16="http://schemas.microsoft.com/office/drawing/2014/main" id="{ED3CE780-6C95-7A7D-4F2D-E44491D14CE6}"/>
                </a:ext>
              </a:extLst>
            </p:cNvPr>
            <p:cNvSpPr/>
            <p:nvPr/>
          </p:nvSpPr>
          <p:spPr>
            <a:xfrm>
              <a:off x="7266770" y="4839169"/>
              <a:ext cx="332161" cy="8725"/>
            </a:xfrm>
            <a:custGeom>
              <a:avLst/>
              <a:gdLst/>
              <a:ahLst/>
              <a:cxnLst/>
              <a:rect l="l" t="t" r="r" b="b"/>
              <a:pathLst>
                <a:path w="3807" h="100" extrusionOk="0">
                  <a:moveTo>
                    <a:pt x="1" y="0"/>
                  </a:moveTo>
                  <a:lnTo>
                    <a:pt x="1" y="76"/>
                  </a:lnTo>
                  <a:lnTo>
                    <a:pt x="3807" y="100"/>
                  </a:lnTo>
                  <a:lnTo>
                    <a:pt x="3807" y="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2">
              <a:extLst>
                <a:ext uri="{FF2B5EF4-FFF2-40B4-BE49-F238E27FC236}">
                  <a16:creationId xmlns:a16="http://schemas.microsoft.com/office/drawing/2014/main" id="{EFC4F0E3-7401-6579-D082-EA30627F4FAE}"/>
                </a:ext>
              </a:extLst>
            </p:cNvPr>
            <p:cNvSpPr/>
            <p:nvPr/>
          </p:nvSpPr>
          <p:spPr>
            <a:xfrm>
              <a:off x="7509409" y="4792665"/>
              <a:ext cx="87512" cy="51129"/>
            </a:xfrm>
            <a:custGeom>
              <a:avLst/>
              <a:gdLst/>
              <a:ahLst/>
              <a:cxnLst/>
              <a:rect l="l" t="t" r="r" b="b"/>
              <a:pathLst>
                <a:path w="1003" h="586" extrusionOk="0">
                  <a:moveTo>
                    <a:pt x="1002" y="0"/>
                  </a:moveTo>
                  <a:cubicBezTo>
                    <a:pt x="1002" y="0"/>
                    <a:pt x="786" y="0"/>
                    <a:pt x="540" y="71"/>
                  </a:cubicBezTo>
                  <a:cubicBezTo>
                    <a:pt x="417" y="94"/>
                    <a:pt x="294" y="147"/>
                    <a:pt x="200" y="240"/>
                  </a:cubicBezTo>
                  <a:cubicBezTo>
                    <a:pt x="100" y="316"/>
                    <a:pt x="24" y="439"/>
                    <a:pt x="1" y="586"/>
                  </a:cubicBezTo>
                  <a:lnTo>
                    <a:pt x="77" y="586"/>
                  </a:lnTo>
                  <a:cubicBezTo>
                    <a:pt x="100" y="463"/>
                    <a:pt x="147" y="363"/>
                    <a:pt x="247" y="293"/>
                  </a:cubicBezTo>
                  <a:cubicBezTo>
                    <a:pt x="370" y="193"/>
                    <a:pt x="563" y="123"/>
                    <a:pt x="709" y="94"/>
                  </a:cubicBezTo>
                  <a:cubicBezTo>
                    <a:pt x="809" y="71"/>
                    <a:pt x="879" y="71"/>
                    <a:pt x="932" y="71"/>
                  </a:cubicBezTo>
                  <a:lnTo>
                    <a:pt x="1002" y="71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2">
              <a:extLst>
                <a:ext uri="{FF2B5EF4-FFF2-40B4-BE49-F238E27FC236}">
                  <a16:creationId xmlns:a16="http://schemas.microsoft.com/office/drawing/2014/main" id="{CD9611CE-0F24-D2EE-5A4B-67C98D9DA06A}"/>
                </a:ext>
              </a:extLst>
            </p:cNvPr>
            <p:cNvSpPr/>
            <p:nvPr/>
          </p:nvSpPr>
          <p:spPr>
            <a:xfrm>
              <a:off x="7309697" y="4794672"/>
              <a:ext cx="31759" cy="49122"/>
            </a:xfrm>
            <a:custGeom>
              <a:avLst/>
              <a:gdLst/>
              <a:ahLst/>
              <a:cxnLst/>
              <a:rect l="l" t="t" r="r" b="b"/>
              <a:pathLst>
                <a:path w="364" h="563" extrusionOk="0">
                  <a:moveTo>
                    <a:pt x="47" y="1"/>
                  </a:moveTo>
                  <a:lnTo>
                    <a:pt x="1" y="48"/>
                  </a:lnTo>
                  <a:cubicBezTo>
                    <a:pt x="1" y="48"/>
                    <a:pt x="1" y="71"/>
                    <a:pt x="24" y="100"/>
                  </a:cubicBezTo>
                  <a:cubicBezTo>
                    <a:pt x="71" y="170"/>
                    <a:pt x="118" y="247"/>
                    <a:pt x="170" y="340"/>
                  </a:cubicBezTo>
                  <a:cubicBezTo>
                    <a:pt x="217" y="416"/>
                    <a:pt x="264" y="510"/>
                    <a:pt x="293" y="563"/>
                  </a:cubicBezTo>
                  <a:lnTo>
                    <a:pt x="364" y="539"/>
                  </a:lnTo>
                  <a:cubicBezTo>
                    <a:pt x="340" y="463"/>
                    <a:pt x="264" y="317"/>
                    <a:pt x="194" y="217"/>
                  </a:cubicBezTo>
                  <a:cubicBezTo>
                    <a:pt x="118" y="100"/>
                    <a:pt x="47" y="1"/>
                    <a:pt x="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2">
              <a:extLst>
                <a:ext uri="{FF2B5EF4-FFF2-40B4-BE49-F238E27FC236}">
                  <a16:creationId xmlns:a16="http://schemas.microsoft.com/office/drawing/2014/main" id="{349A593D-EA37-2E88-8951-D96596ECE309}"/>
                </a:ext>
              </a:extLst>
            </p:cNvPr>
            <p:cNvSpPr/>
            <p:nvPr/>
          </p:nvSpPr>
          <p:spPr>
            <a:xfrm>
              <a:off x="7309697" y="3583481"/>
              <a:ext cx="349000" cy="1125961"/>
            </a:xfrm>
            <a:custGeom>
              <a:avLst/>
              <a:gdLst/>
              <a:ahLst/>
              <a:cxnLst/>
              <a:rect l="l" t="t" r="r" b="b"/>
              <a:pathLst>
                <a:path w="4000" h="12905" extrusionOk="0">
                  <a:moveTo>
                    <a:pt x="463" y="0"/>
                  </a:moveTo>
                  <a:cubicBezTo>
                    <a:pt x="463" y="0"/>
                    <a:pt x="1" y="3929"/>
                    <a:pt x="170" y="6757"/>
                  </a:cubicBezTo>
                  <a:cubicBezTo>
                    <a:pt x="364" y="9614"/>
                    <a:pt x="610" y="12905"/>
                    <a:pt x="610" y="12905"/>
                  </a:cubicBezTo>
                  <a:lnTo>
                    <a:pt x="3514" y="12905"/>
                  </a:lnTo>
                  <a:cubicBezTo>
                    <a:pt x="3514" y="12905"/>
                    <a:pt x="3121" y="8028"/>
                    <a:pt x="3168" y="5732"/>
                  </a:cubicBezTo>
                  <a:cubicBezTo>
                    <a:pt x="3221" y="3197"/>
                    <a:pt x="4000" y="0"/>
                    <a:pt x="4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2">
              <a:extLst>
                <a:ext uri="{FF2B5EF4-FFF2-40B4-BE49-F238E27FC236}">
                  <a16:creationId xmlns:a16="http://schemas.microsoft.com/office/drawing/2014/main" id="{F5CC35C8-66F6-AFFB-5EEA-34DD69746E78}"/>
                </a:ext>
              </a:extLst>
            </p:cNvPr>
            <p:cNvSpPr/>
            <p:nvPr/>
          </p:nvSpPr>
          <p:spPr>
            <a:xfrm>
              <a:off x="7532966" y="3583481"/>
              <a:ext cx="76693" cy="1128055"/>
            </a:xfrm>
            <a:custGeom>
              <a:avLst/>
              <a:gdLst/>
              <a:ahLst/>
              <a:cxnLst/>
              <a:rect l="l" t="t" r="r" b="b"/>
              <a:pathLst>
                <a:path w="879" h="12929" extrusionOk="0">
                  <a:moveTo>
                    <a:pt x="808" y="0"/>
                  </a:moveTo>
                  <a:cubicBezTo>
                    <a:pt x="808" y="0"/>
                    <a:pt x="47" y="3197"/>
                    <a:pt x="0" y="5732"/>
                  </a:cubicBezTo>
                  <a:lnTo>
                    <a:pt x="0" y="6125"/>
                  </a:lnTo>
                  <a:cubicBezTo>
                    <a:pt x="0" y="8537"/>
                    <a:pt x="316" y="12928"/>
                    <a:pt x="316" y="12928"/>
                  </a:cubicBezTo>
                  <a:lnTo>
                    <a:pt x="393" y="12905"/>
                  </a:lnTo>
                  <a:lnTo>
                    <a:pt x="393" y="12712"/>
                  </a:lnTo>
                  <a:cubicBezTo>
                    <a:pt x="316" y="11857"/>
                    <a:pt x="76" y="8221"/>
                    <a:pt x="76" y="6125"/>
                  </a:cubicBezTo>
                  <a:lnTo>
                    <a:pt x="76" y="5732"/>
                  </a:lnTo>
                  <a:cubicBezTo>
                    <a:pt x="100" y="4468"/>
                    <a:pt x="293" y="3051"/>
                    <a:pt x="486" y="1927"/>
                  </a:cubicBezTo>
                  <a:cubicBezTo>
                    <a:pt x="586" y="1364"/>
                    <a:pt x="685" y="878"/>
                    <a:pt x="756" y="539"/>
                  </a:cubicBezTo>
                  <a:cubicBezTo>
                    <a:pt x="808" y="369"/>
                    <a:pt x="832" y="246"/>
                    <a:pt x="855" y="147"/>
                  </a:cubicBezTo>
                  <a:cubicBezTo>
                    <a:pt x="879" y="47"/>
                    <a:pt x="879" y="0"/>
                    <a:pt x="8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2">
              <a:extLst>
                <a:ext uri="{FF2B5EF4-FFF2-40B4-BE49-F238E27FC236}">
                  <a16:creationId xmlns:a16="http://schemas.microsoft.com/office/drawing/2014/main" id="{02292E78-4EEE-36BC-8475-63E0B2D34BA9}"/>
                </a:ext>
              </a:extLst>
            </p:cNvPr>
            <p:cNvSpPr/>
            <p:nvPr/>
          </p:nvSpPr>
          <p:spPr>
            <a:xfrm>
              <a:off x="7837377" y="4192392"/>
              <a:ext cx="374564" cy="389920"/>
            </a:xfrm>
            <a:custGeom>
              <a:avLst/>
              <a:gdLst/>
              <a:ahLst/>
              <a:cxnLst/>
              <a:rect l="l" t="t" r="r" b="b"/>
              <a:pathLst>
                <a:path w="4293" h="4469" extrusionOk="0">
                  <a:moveTo>
                    <a:pt x="832" y="1"/>
                  </a:moveTo>
                  <a:lnTo>
                    <a:pt x="1" y="1804"/>
                  </a:lnTo>
                  <a:lnTo>
                    <a:pt x="2782" y="2706"/>
                  </a:lnTo>
                  <a:lnTo>
                    <a:pt x="2999" y="4316"/>
                  </a:lnTo>
                  <a:cubicBezTo>
                    <a:pt x="2999" y="4392"/>
                    <a:pt x="3028" y="4439"/>
                    <a:pt x="3098" y="4462"/>
                  </a:cubicBezTo>
                  <a:cubicBezTo>
                    <a:pt x="3112" y="4466"/>
                    <a:pt x="3126" y="4468"/>
                    <a:pt x="3140" y="4468"/>
                  </a:cubicBezTo>
                  <a:cubicBezTo>
                    <a:pt x="3205" y="4468"/>
                    <a:pt x="3272" y="4426"/>
                    <a:pt x="3292" y="4368"/>
                  </a:cubicBezTo>
                  <a:lnTo>
                    <a:pt x="4293" y="1218"/>
                  </a:lnTo>
                  <a:lnTo>
                    <a:pt x="3491" y="855"/>
                  </a:lnTo>
                  <a:lnTo>
                    <a:pt x="832" y="1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2">
              <a:extLst>
                <a:ext uri="{FF2B5EF4-FFF2-40B4-BE49-F238E27FC236}">
                  <a16:creationId xmlns:a16="http://schemas.microsoft.com/office/drawing/2014/main" id="{93303ACB-5F51-FA8B-1AD7-BACC1A26259B}"/>
                </a:ext>
              </a:extLst>
            </p:cNvPr>
            <p:cNvSpPr/>
            <p:nvPr/>
          </p:nvSpPr>
          <p:spPr>
            <a:xfrm>
              <a:off x="8080103" y="4264459"/>
              <a:ext cx="166124" cy="342456"/>
            </a:xfrm>
            <a:custGeom>
              <a:avLst/>
              <a:gdLst/>
              <a:ahLst/>
              <a:cxnLst/>
              <a:rect l="l" t="t" r="r" b="b"/>
              <a:pathLst>
                <a:path w="1904" h="3925" extrusionOk="0">
                  <a:moveTo>
                    <a:pt x="685" y="0"/>
                  </a:moveTo>
                  <a:cubicBezTo>
                    <a:pt x="685" y="0"/>
                    <a:pt x="609" y="1148"/>
                    <a:pt x="0" y="1880"/>
                  </a:cubicBezTo>
                  <a:lnTo>
                    <a:pt x="170" y="3589"/>
                  </a:lnTo>
                  <a:cubicBezTo>
                    <a:pt x="193" y="3660"/>
                    <a:pt x="293" y="3759"/>
                    <a:pt x="363" y="3806"/>
                  </a:cubicBezTo>
                  <a:cubicBezTo>
                    <a:pt x="387" y="3806"/>
                    <a:pt x="621" y="3925"/>
                    <a:pt x="716" y="3925"/>
                  </a:cubicBezTo>
                  <a:cubicBezTo>
                    <a:pt x="737" y="3925"/>
                    <a:pt x="751" y="3919"/>
                    <a:pt x="755" y="3905"/>
                  </a:cubicBezTo>
                  <a:lnTo>
                    <a:pt x="1880" y="369"/>
                  </a:lnTo>
                  <a:cubicBezTo>
                    <a:pt x="1903" y="346"/>
                    <a:pt x="1880" y="293"/>
                    <a:pt x="1827" y="293"/>
                  </a:cubicBezTo>
                  <a:lnTo>
                    <a:pt x="6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42">
              <a:extLst>
                <a:ext uri="{FF2B5EF4-FFF2-40B4-BE49-F238E27FC236}">
                  <a16:creationId xmlns:a16="http://schemas.microsoft.com/office/drawing/2014/main" id="{4808B0E8-0CB6-CB72-04FD-C5AB5A7F28D1}"/>
                </a:ext>
              </a:extLst>
            </p:cNvPr>
            <p:cNvSpPr/>
            <p:nvPr/>
          </p:nvSpPr>
          <p:spPr>
            <a:xfrm>
              <a:off x="8076002" y="4447857"/>
              <a:ext cx="38390" cy="12826"/>
            </a:xfrm>
            <a:custGeom>
              <a:avLst/>
              <a:gdLst/>
              <a:ahLst/>
              <a:cxnLst/>
              <a:rect l="l" t="t" r="r" b="b"/>
              <a:pathLst>
                <a:path w="440" h="147" extrusionOk="0">
                  <a:moveTo>
                    <a:pt x="439" y="0"/>
                  </a:moveTo>
                  <a:cubicBezTo>
                    <a:pt x="293" y="0"/>
                    <a:pt x="147" y="47"/>
                    <a:pt x="0" y="94"/>
                  </a:cubicBezTo>
                  <a:lnTo>
                    <a:pt x="24" y="146"/>
                  </a:lnTo>
                  <a:cubicBezTo>
                    <a:pt x="170" y="94"/>
                    <a:pt x="293" y="70"/>
                    <a:pt x="439" y="70"/>
                  </a:cubicBezTo>
                  <a:lnTo>
                    <a:pt x="4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42">
              <a:extLst>
                <a:ext uri="{FF2B5EF4-FFF2-40B4-BE49-F238E27FC236}">
                  <a16:creationId xmlns:a16="http://schemas.microsoft.com/office/drawing/2014/main" id="{72024BBE-FC62-7DDD-A06E-E4D2CE91595A}"/>
                </a:ext>
              </a:extLst>
            </p:cNvPr>
            <p:cNvSpPr/>
            <p:nvPr/>
          </p:nvSpPr>
          <p:spPr>
            <a:xfrm>
              <a:off x="8080103" y="4468797"/>
              <a:ext cx="34289" cy="12826"/>
            </a:xfrm>
            <a:custGeom>
              <a:avLst/>
              <a:gdLst/>
              <a:ahLst/>
              <a:cxnLst/>
              <a:rect l="l" t="t" r="r" b="b"/>
              <a:pathLst>
                <a:path w="393" h="147" extrusionOk="0">
                  <a:moveTo>
                    <a:pt x="363" y="0"/>
                  </a:moveTo>
                  <a:cubicBezTo>
                    <a:pt x="246" y="0"/>
                    <a:pt x="170" y="29"/>
                    <a:pt x="0" y="76"/>
                  </a:cubicBezTo>
                  <a:lnTo>
                    <a:pt x="24" y="146"/>
                  </a:lnTo>
                  <a:cubicBezTo>
                    <a:pt x="170" y="100"/>
                    <a:pt x="246" y="76"/>
                    <a:pt x="392" y="76"/>
                  </a:cubicBezTo>
                  <a:lnTo>
                    <a:pt x="3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42">
              <a:extLst>
                <a:ext uri="{FF2B5EF4-FFF2-40B4-BE49-F238E27FC236}">
                  <a16:creationId xmlns:a16="http://schemas.microsoft.com/office/drawing/2014/main" id="{1C1AC890-5644-8A23-5941-AF798B356587}"/>
                </a:ext>
              </a:extLst>
            </p:cNvPr>
            <p:cNvSpPr/>
            <p:nvPr/>
          </p:nvSpPr>
          <p:spPr>
            <a:xfrm>
              <a:off x="8084204" y="4484065"/>
              <a:ext cx="30188" cy="12913"/>
            </a:xfrm>
            <a:custGeom>
              <a:avLst/>
              <a:gdLst/>
              <a:ahLst/>
              <a:cxnLst/>
              <a:rect l="l" t="t" r="r" b="b"/>
              <a:pathLst>
                <a:path w="346" h="148" extrusionOk="0">
                  <a:moveTo>
                    <a:pt x="316" y="1"/>
                  </a:moveTo>
                  <a:cubicBezTo>
                    <a:pt x="223" y="24"/>
                    <a:pt x="100" y="48"/>
                    <a:pt x="0" y="71"/>
                  </a:cubicBezTo>
                  <a:lnTo>
                    <a:pt x="23" y="147"/>
                  </a:lnTo>
                  <a:cubicBezTo>
                    <a:pt x="123" y="118"/>
                    <a:pt x="246" y="94"/>
                    <a:pt x="345" y="71"/>
                  </a:cubicBezTo>
                  <a:lnTo>
                    <a:pt x="3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42">
              <a:extLst>
                <a:ext uri="{FF2B5EF4-FFF2-40B4-BE49-F238E27FC236}">
                  <a16:creationId xmlns:a16="http://schemas.microsoft.com/office/drawing/2014/main" id="{9E3BAD7C-D2F7-98F7-80F8-D81E6C2C7CD2}"/>
                </a:ext>
              </a:extLst>
            </p:cNvPr>
            <p:cNvSpPr/>
            <p:nvPr/>
          </p:nvSpPr>
          <p:spPr>
            <a:xfrm>
              <a:off x="8090835" y="4532663"/>
              <a:ext cx="53223" cy="17450"/>
            </a:xfrm>
            <a:custGeom>
              <a:avLst/>
              <a:gdLst/>
              <a:ahLst/>
              <a:cxnLst/>
              <a:rect l="l" t="t" r="r" b="b"/>
              <a:pathLst>
                <a:path w="610" h="200" extrusionOk="0">
                  <a:moveTo>
                    <a:pt x="609" y="0"/>
                  </a:moveTo>
                  <a:cubicBezTo>
                    <a:pt x="510" y="0"/>
                    <a:pt x="363" y="29"/>
                    <a:pt x="240" y="53"/>
                  </a:cubicBezTo>
                  <a:cubicBezTo>
                    <a:pt x="123" y="100"/>
                    <a:pt x="0" y="123"/>
                    <a:pt x="0" y="123"/>
                  </a:cubicBezTo>
                  <a:lnTo>
                    <a:pt x="24" y="199"/>
                  </a:lnTo>
                  <a:cubicBezTo>
                    <a:pt x="24" y="199"/>
                    <a:pt x="47" y="176"/>
                    <a:pt x="94" y="176"/>
                  </a:cubicBezTo>
                  <a:cubicBezTo>
                    <a:pt x="170" y="146"/>
                    <a:pt x="269" y="123"/>
                    <a:pt x="363" y="100"/>
                  </a:cubicBezTo>
                  <a:cubicBezTo>
                    <a:pt x="439" y="76"/>
                    <a:pt x="562" y="76"/>
                    <a:pt x="609" y="76"/>
                  </a:cubicBezTo>
                  <a:lnTo>
                    <a:pt x="6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42">
              <a:extLst>
                <a:ext uri="{FF2B5EF4-FFF2-40B4-BE49-F238E27FC236}">
                  <a16:creationId xmlns:a16="http://schemas.microsoft.com/office/drawing/2014/main" id="{7A17A26F-CAD8-D1FF-5D78-A181FF46FD1C}"/>
                </a:ext>
              </a:extLst>
            </p:cNvPr>
            <p:cNvSpPr/>
            <p:nvPr/>
          </p:nvSpPr>
          <p:spPr>
            <a:xfrm>
              <a:off x="7462993" y="3594212"/>
              <a:ext cx="640677" cy="861856"/>
            </a:xfrm>
            <a:custGeom>
              <a:avLst/>
              <a:gdLst/>
              <a:ahLst/>
              <a:cxnLst/>
              <a:rect l="l" t="t" r="r" b="b"/>
              <a:pathLst>
                <a:path w="7343" h="9878" extrusionOk="0">
                  <a:moveTo>
                    <a:pt x="240" y="0"/>
                  </a:moveTo>
                  <a:cubicBezTo>
                    <a:pt x="240" y="0"/>
                    <a:pt x="0" y="4930"/>
                    <a:pt x="849" y="7073"/>
                  </a:cubicBezTo>
                  <a:cubicBezTo>
                    <a:pt x="1487" y="8613"/>
                    <a:pt x="6511" y="9878"/>
                    <a:pt x="6511" y="9878"/>
                  </a:cubicBezTo>
                  <a:lnTo>
                    <a:pt x="7343" y="7366"/>
                  </a:lnTo>
                  <a:cubicBezTo>
                    <a:pt x="7343" y="7366"/>
                    <a:pt x="4069" y="6248"/>
                    <a:pt x="3683" y="5416"/>
                  </a:cubicBezTo>
                  <a:cubicBezTo>
                    <a:pt x="3338" y="4731"/>
                    <a:pt x="3390" y="3291"/>
                    <a:pt x="3390" y="2781"/>
                  </a:cubicBezTo>
                  <a:cubicBezTo>
                    <a:pt x="3414" y="2658"/>
                    <a:pt x="3414" y="2559"/>
                    <a:pt x="3461" y="2442"/>
                  </a:cubicBezTo>
                  <a:cubicBezTo>
                    <a:pt x="3537" y="2196"/>
                    <a:pt x="3683" y="1950"/>
                    <a:pt x="3683" y="1587"/>
                  </a:cubicBezTo>
                  <a:cubicBezTo>
                    <a:pt x="3683" y="1124"/>
                    <a:pt x="3414" y="0"/>
                    <a:pt x="34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2">
              <a:extLst>
                <a:ext uri="{FF2B5EF4-FFF2-40B4-BE49-F238E27FC236}">
                  <a16:creationId xmlns:a16="http://schemas.microsoft.com/office/drawing/2014/main" id="{E6BCD05F-42E9-566A-CB76-DFACDFAB8366}"/>
                </a:ext>
              </a:extLst>
            </p:cNvPr>
            <p:cNvSpPr/>
            <p:nvPr/>
          </p:nvSpPr>
          <p:spPr>
            <a:xfrm>
              <a:off x="7477738" y="3594212"/>
              <a:ext cx="115083" cy="683080"/>
            </a:xfrm>
            <a:custGeom>
              <a:avLst/>
              <a:gdLst/>
              <a:ahLst/>
              <a:cxnLst/>
              <a:rect l="l" t="t" r="r" b="b"/>
              <a:pathLst>
                <a:path w="1319" h="7829" extrusionOk="0">
                  <a:moveTo>
                    <a:pt x="24" y="0"/>
                  </a:moveTo>
                  <a:cubicBezTo>
                    <a:pt x="24" y="0"/>
                    <a:pt x="1" y="656"/>
                    <a:pt x="1" y="1587"/>
                  </a:cubicBezTo>
                  <a:cubicBezTo>
                    <a:pt x="1" y="2412"/>
                    <a:pt x="24" y="3437"/>
                    <a:pt x="124" y="4438"/>
                  </a:cubicBezTo>
                  <a:cubicBezTo>
                    <a:pt x="218" y="5440"/>
                    <a:pt x="387" y="6394"/>
                    <a:pt x="657" y="7097"/>
                  </a:cubicBezTo>
                  <a:cubicBezTo>
                    <a:pt x="756" y="7342"/>
                    <a:pt x="973" y="7588"/>
                    <a:pt x="1266" y="7828"/>
                  </a:cubicBezTo>
                  <a:lnTo>
                    <a:pt x="1318" y="7758"/>
                  </a:lnTo>
                  <a:cubicBezTo>
                    <a:pt x="1026" y="7536"/>
                    <a:pt x="827" y="7296"/>
                    <a:pt x="733" y="7050"/>
                  </a:cubicBezTo>
                  <a:cubicBezTo>
                    <a:pt x="463" y="6394"/>
                    <a:pt x="294" y="5416"/>
                    <a:pt x="194" y="4438"/>
                  </a:cubicBezTo>
                  <a:cubicBezTo>
                    <a:pt x="95" y="3437"/>
                    <a:pt x="71" y="2412"/>
                    <a:pt x="71" y="1587"/>
                  </a:cubicBezTo>
                  <a:cubicBezTo>
                    <a:pt x="71" y="1124"/>
                    <a:pt x="71" y="732"/>
                    <a:pt x="95" y="439"/>
                  </a:cubicBezTo>
                  <a:lnTo>
                    <a:pt x="95" y="123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2">
              <a:extLst>
                <a:ext uri="{FF2B5EF4-FFF2-40B4-BE49-F238E27FC236}">
                  <a16:creationId xmlns:a16="http://schemas.microsoft.com/office/drawing/2014/main" id="{C526EEDE-AC1E-5D4C-B001-2A735361D457}"/>
                </a:ext>
              </a:extLst>
            </p:cNvPr>
            <p:cNvSpPr/>
            <p:nvPr/>
          </p:nvSpPr>
          <p:spPr>
            <a:xfrm>
              <a:off x="7720464" y="3585487"/>
              <a:ext cx="372470" cy="689799"/>
            </a:xfrm>
            <a:custGeom>
              <a:avLst/>
              <a:gdLst/>
              <a:ahLst/>
              <a:cxnLst/>
              <a:rect l="l" t="t" r="r" b="b"/>
              <a:pathLst>
                <a:path w="4269" h="7906" extrusionOk="0">
                  <a:moveTo>
                    <a:pt x="70" y="1"/>
                  </a:moveTo>
                  <a:lnTo>
                    <a:pt x="0" y="24"/>
                  </a:lnTo>
                  <a:cubicBezTo>
                    <a:pt x="0" y="24"/>
                    <a:pt x="24" y="100"/>
                    <a:pt x="47" y="247"/>
                  </a:cubicBezTo>
                  <a:cubicBezTo>
                    <a:pt x="94" y="440"/>
                    <a:pt x="147" y="785"/>
                    <a:pt x="193" y="1101"/>
                  </a:cubicBezTo>
                  <a:cubicBezTo>
                    <a:pt x="240" y="1418"/>
                    <a:pt x="293" y="1710"/>
                    <a:pt x="293" y="1880"/>
                  </a:cubicBezTo>
                  <a:cubicBezTo>
                    <a:pt x="293" y="2249"/>
                    <a:pt x="147" y="2489"/>
                    <a:pt x="70" y="2735"/>
                  </a:cubicBezTo>
                  <a:cubicBezTo>
                    <a:pt x="47" y="2858"/>
                    <a:pt x="24" y="2952"/>
                    <a:pt x="24" y="3051"/>
                  </a:cubicBezTo>
                  <a:cubicBezTo>
                    <a:pt x="0" y="3221"/>
                    <a:pt x="0" y="3490"/>
                    <a:pt x="0" y="3806"/>
                  </a:cubicBezTo>
                  <a:cubicBezTo>
                    <a:pt x="0" y="4123"/>
                    <a:pt x="0" y="4491"/>
                    <a:pt x="47" y="4831"/>
                  </a:cubicBezTo>
                  <a:cubicBezTo>
                    <a:pt x="94" y="5177"/>
                    <a:pt x="170" y="5493"/>
                    <a:pt x="293" y="5733"/>
                  </a:cubicBezTo>
                  <a:cubicBezTo>
                    <a:pt x="439" y="5979"/>
                    <a:pt x="732" y="6225"/>
                    <a:pt x="1148" y="6465"/>
                  </a:cubicBezTo>
                  <a:cubicBezTo>
                    <a:pt x="2319" y="7226"/>
                    <a:pt x="4245" y="7905"/>
                    <a:pt x="4245" y="7905"/>
                  </a:cubicBezTo>
                  <a:lnTo>
                    <a:pt x="4269" y="7835"/>
                  </a:lnTo>
                  <a:cubicBezTo>
                    <a:pt x="4269" y="7835"/>
                    <a:pt x="4222" y="7811"/>
                    <a:pt x="4122" y="7782"/>
                  </a:cubicBezTo>
                  <a:cubicBezTo>
                    <a:pt x="3806" y="7665"/>
                    <a:pt x="2951" y="7343"/>
                    <a:pt x="2143" y="6933"/>
                  </a:cubicBezTo>
                  <a:cubicBezTo>
                    <a:pt x="1757" y="6734"/>
                    <a:pt x="1341" y="6541"/>
                    <a:pt x="1025" y="6318"/>
                  </a:cubicBezTo>
                  <a:cubicBezTo>
                    <a:pt x="709" y="6102"/>
                    <a:pt x="463" y="5879"/>
                    <a:pt x="363" y="5686"/>
                  </a:cubicBezTo>
                  <a:cubicBezTo>
                    <a:pt x="240" y="5469"/>
                    <a:pt x="170" y="5147"/>
                    <a:pt x="123" y="4831"/>
                  </a:cubicBezTo>
                  <a:cubicBezTo>
                    <a:pt x="70" y="4491"/>
                    <a:pt x="70" y="4123"/>
                    <a:pt x="70" y="3806"/>
                  </a:cubicBezTo>
                  <a:cubicBezTo>
                    <a:pt x="70" y="3490"/>
                    <a:pt x="70" y="3221"/>
                    <a:pt x="94" y="3075"/>
                  </a:cubicBezTo>
                  <a:cubicBezTo>
                    <a:pt x="94" y="2952"/>
                    <a:pt x="123" y="2858"/>
                    <a:pt x="147" y="2758"/>
                  </a:cubicBezTo>
                  <a:cubicBezTo>
                    <a:pt x="217" y="2512"/>
                    <a:pt x="363" y="2272"/>
                    <a:pt x="363" y="1880"/>
                  </a:cubicBezTo>
                  <a:cubicBezTo>
                    <a:pt x="363" y="1634"/>
                    <a:pt x="293" y="1172"/>
                    <a:pt x="217" y="756"/>
                  </a:cubicBezTo>
                  <a:cubicBezTo>
                    <a:pt x="147" y="346"/>
                    <a:pt x="70" y="1"/>
                    <a:pt x="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2">
              <a:extLst>
                <a:ext uri="{FF2B5EF4-FFF2-40B4-BE49-F238E27FC236}">
                  <a16:creationId xmlns:a16="http://schemas.microsoft.com/office/drawing/2014/main" id="{75F91A71-990C-F4BD-3B62-C91548B87E25}"/>
                </a:ext>
              </a:extLst>
            </p:cNvPr>
            <p:cNvSpPr/>
            <p:nvPr/>
          </p:nvSpPr>
          <p:spPr>
            <a:xfrm>
              <a:off x="7443536" y="3617682"/>
              <a:ext cx="38390" cy="119096"/>
            </a:xfrm>
            <a:custGeom>
              <a:avLst/>
              <a:gdLst/>
              <a:ahLst/>
              <a:cxnLst/>
              <a:rect l="l" t="t" r="r" b="b"/>
              <a:pathLst>
                <a:path w="440" h="1365" extrusionOk="0">
                  <a:moveTo>
                    <a:pt x="24" y="1"/>
                  </a:moveTo>
                  <a:cubicBezTo>
                    <a:pt x="24" y="1"/>
                    <a:pt x="1" y="147"/>
                    <a:pt x="1" y="340"/>
                  </a:cubicBezTo>
                  <a:cubicBezTo>
                    <a:pt x="1" y="510"/>
                    <a:pt x="1" y="680"/>
                    <a:pt x="24" y="826"/>
                  </a:cubicBezTo>
                  <a:cubicBezTo>
                    <a:pt x="24" y="902"/>
                    <a:pt x="47" y="972"/>
                    <a:pt x="47" y="1049"/>
                  </a:cubicBezTo>
                  <a:cubicBezTo>
                    <a:pt x="77" y="1095"/>
                    <a:pt x="100" y="1148"/>
                    <a:pt x="124" y="1172"/>
                  </a:cubicBezTo>
                  <a:cubicBezTo>
                    <a:pt x="270" y="1294"/>
                    <a:pt x="416" y="1365"/>
                    <a:pt x="416" y="1365"/>
                  </a:cubicBezTo>
                  <a:lnTo>
                    <a:pt x="440" y="1318"/>
                  </a:lnTo>
                  <a:lnTo>
                    <a:pt x="416" y="1294"/>
                  </a:lnTo>
                  <a:cubicBezTo>
                    <a:pt x="393" y="1265"/>
                    <a:pt x="270" y="1195"/>
                    <a:pt x="170" y="1119"/>
                  </a:cubicBezTo>
                  <a:cubicBezTo>
                    <a:pt x="170" y="1095"/>
                    <a:pt x="147" y="1072"/>
                    <a:pt x="124" y="1025"/>
                  </a:cubicBezTo>
                  <a:cubicBezTo>
                    <a:pt x="100" y="879"/>
                    <a:pt x="77" y="586"/>
                    <a:pt x="77" y="340"/>
                  </a:cubicBezTo>
                  <a:lnTo>
                    <a:pt x="77" y="94"/>
                  </a:lnTo>
                  <a:cubicBezTo>
                    <a:pt x="77" y="47"/>
                    <a:pt x="100" y="1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2">
              <a:extLst>
                <a:ext uri="{FF2B5EF4-FFF2-40B4-BE49-F238E27FC236}">
                  <a16:creationId xmlns:a16="http://schemas.microsoft.com/office/drawing/2014/main" id="{033BF2C2-0966-8D43-3016-311557168A93}"/>
                </a:ext>
              </a:extLst>
            </p:cNvPr>
            <p:cNvSpPr/>
            <p:nvPr/>
          </p:nvSpPr>
          <p:spPr>
            <a:xfrm>
              <a:off x="7984042" y="4224063"/>
              <a:ext cx="87424" cy="221789"/>
            </a:xfrm>
            <a:custGeom>
              <a:avLst/>
              <a:gdLst/>
              <a:ahLst/>
              <a:cxnLst/>
              <a:rect l="l" t="t" r="r" b="b"/>
              <a:pathLst>
                <a:path w="1002" h="2542" extrusionOk="0">
                  <a:moveTo>
                    <a:pt x="931" y="1"/>
                  </a:moveTo>
                  <a:lnTo>
                    <a:pt x="0" y="2512"/>
                  </a:lnTo>
                  <a:lnTo>
                    <a:pt x="77" y="2542"/>
                  </a:lnTo>
                  <a:lnTo>
                    <a:pt x="1002" y="24"/>
                  </a:lnTo>
                  <a:lnTo>
                    <a:pt x="9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2">
              <a:extLst>
                <a:ext uri="{FF2B5EF4-FFF2-40B4-BE49-F238E27FC236}">
                  <a16:creationId xmlns:a16="http://schemas.microsoft.com/office/drawing/2014/main" id="{CE0D8FD3-1B3D-EB35-2726-76919894747E}"/>
                </a:ext>
              </a:extLst>
            </p:cNvPr>
            <p:cNvSpPr/>
            <p:nvPr/>
          </p:nvSpPr>
          <p:spPr>
            <a:xfrm>
              <a:off x="7360825" y="4664933"/>
              <a:ext cx="250844" cy="6195"/>
            </a:xfrm>
            <a:custGeom>
              <a:avLst/>
              <a:gdLst/>
              <a:ahLst/>
              <a:cxnLst/>
              <a:rect l="l" t="t" r="r" b="b"/>
              <a:pathLst>
                <a:path w="2875" h="71" extrusionOk="0">
                  <a:moveTo>
                    <a:pt x="0" y="0"/>
                  </a:moveTo>
                  <a:lnTo>
                    <a:pt x="0" y="71"/>
                  </a:lnTo>
                  <a:lnTo>
                    <a:pt x="2875" y="71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2">
              <a:extLst>
                <a:ext uri="{FF2B5EF4-FFF2-40B4-BE49-F238E27FC236}">
                  <a16:creationId xmlns:a16="http://schemas.microsoft.com/office/drawing/2014/main" id="{71EF124D-61F9-5056-88E4-A58572E48542}"/>
                </a:ext>
              </a:extLst>
            </p:cNvPr>
            <p:cNvSpPr/>
            <p:nvPr/>
          </p:nvSpPr>
          <p:spPr>
            <a:xfrm>
              <a:off x="7651974" y="3600320"/>
              <a:ext cx="89518" cy="76693"/>
            </a:xfrm>
            <a:custGeom>
              <a:avLst/>
              <a:gdLst/>
              <a:ahLst/>
              <a:cxnLst/>
              <a:rect l="l" t="t" r="r" b="b"/>
              <a:pathLst>
                <a:path w="1026" h="879" extrusionOk="0">
                  <a:moveTo>
                    <a:pt x="53" y="0"/>
                  </a:moveTo>
                  <a:lnTo>
                    <a:pt x="1" y="30"/>
                  </a:lnTo>
                  <a:cubicBezTo>
                    <a:pt x="1" y="30"/>
                    <a:pt x="30" y="200"/>
                    <a:pt x="200" y="369"/>
                  </a:cubicBezTo>
                  <a:cubicBezTo>
                    <a:pt x="346" y="563"/>
                    <a:pt x="586" y="785"/>
                    <a:pt x="1002" y="879"/>
                  </a:cubicBezTo>
                  <a:lnTo>
                    <a:pt x="1025" y="808"/>
                  </a:lnTo>
                  <a:cubicBezTo>
                    <a:pt x="615" y="709"/>
                    <a:pt x="393" y="516"/>
                    <a:pt x="246" y="346"/>
                  </a:cubicBezTo>
                  <a:cubicBezTo>
                    <a:pt x="176" y="246"/>
                    <a:pt x="123" y="147"/>
                    <a:pt x="100" y="100"/>
                  </a:cubicBezTo>
                  <a:cubicBezTo>
                    <a:pt x="77" y="77"/>
                    <a:pt x="77" y="53"/>
                    <a:pt x="77" y="30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2">
              <a:extLst>
                <a:ext uri="{FF2B5EF4-FFF2-40B4-BE49-F238E27FC236}">
                  <a16:creationId xmlns:a16="http://schemas.microsoft.com/office/drawing/2014/main" id="{D605F192-96A2-7488-2141-E0EE73A9F743}"/>
                </a:ext>
              </a:extLst>
            </p:cNvPr>
            <p:cNvSpPr/>
            <p:nvPr/>
          </p:nvSpPr>
          <p:spPr>
            <a:xfrm>
              <a:off x="7341368" y="3600320"/>
              <a:ext cx="87424" cy="66485"/>
            </a:xfrm>
            <a:custGeom>
              <a:avLst/>
              <a:gdLst/>
              <a:ahLst/>
              <a:cxnLst/>
              <a:rect l="l" t="t" r="r" b="b"/>
              <a:pathLst>
                <a:path w="1002" h="762" extrusionOk="0">
                  <a:moveTo>
                    <a:pt x="926" y="0"/>
                  </a:moveTo>
                  <a:cubicBezTo>
                    <a:pt x="832" y="246"/>
                    <a:pt x="586" y="416"/>
                    <a:pt x="393" y="539"/>
                  </a:cubicBezTo>
                  <a:cubicBezTo>
                    <a:pt x="293" y="586"/>
                    <a:pt x="194" y="639"/>
                    <a:pt x="124" y="662"/>
                  </a:cubicBezTo>
                  <a:cubicBezTo>
                    <a:pt x="77" y="662"/>
                    <a:pt x="47" y="685"/>
                    <a:pt x="24" y="685"/>
                  </a:cubicBezTo>
                  <a:cubicBezTo>
                    <a:pt x="1" y="685"/>
                    <a:pt x="1" y="709"/>
                    <a:pt x="1" y="709"/>
                  </a:cubicBezTo>
                  <a:lnTo>
                    <a:pt x="24" y="762"/>
                  </a:lnTo>
                  <a:cubicBezTo>
                    <a:pt x="24" y="762"/>
                    <a:pt x="194" y="709"/>
                    <a:pt x="416" y="586"/>
                  </a:cubicBezTo>
                  <a:cubicBezTo>
                    <a:pt x="633" y="469"/>
                    <a:pt x="879" y="293"/>
                    <a:pt x="1002" y="30"/>
                  </a:cubicBezTo>
                  <a:lnTo>
                    <a:pt x="9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42">
              <a:extLst>
                <a:ext uri="{FF2B5EF4-FFF2-40B4-BE49-F238E27FC236}">
                  <a16:creationId xmlns:a16="http://schemas.microsoft.com/office/drawing/2014/main" id="{87EF328F-D0F3-FE84-8ECD-71EFF4425D2A}"/>
                </a:ext>
              </a:extLst>
            </p:cNvPr>
            <p:cNvSpPr/>
            <p:nvPr/>
          </p:nvSpPr>
          <p:spPr>
            <a:xfrm>
              <a:off x="7481839" y="2919341"/>
              <a:ext cx="125815" cy="121626"/>
            </a:xfrm>
            <a:custGeom>
              <a:avLst/>
              <a:gdLst/>
              <a:ahLst/>
              <a:cxnLst/>
              <a:rect l="l" t="t" r="r" b="b"/>
              <a:pathLst>
                <a:path w="1442" h="1394" extrusionOk="0">
                  <a:moveTo>
                    <a:pt x="147" y="1"/>
                  </a:moveTo>
                  <a:lnTo>
                    <a:pt x="24" y="902"/>
                  </a:lnTo>
                  <a:cubicBezTo>
                    <a:pt x="24" y="902"/>
                    <a:pt x="1" y="1148"/>
                    <a:pt x="487" y="1341"/>
                  </a:cubicBezTo>
                  <a:cubicBezTo>
                    <a:pt x="600" y="1378"/>
                    <a:pt x="705" y="1393"/>
                    <a:pt x="799" y="1393"/>
                  </a:cubicBezTo>
                  <a:cubicBezTo>
                    <a:pt x="1215" y="1393"/>
                    <a:pt x="1441" y="1101"/>
                    <a:pt x="1441" y="1101"/>
                  </a:cubicBezTo>
                  <a:lnTo>
                    <a:pt x="1418" y="170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42">
              <a:extLst>
                <a:ext uri="{FF2B5EF4-FFF2-40B4-BE49-F238E27FC236}">
                  <a16:creationId xmlns:a16="http://schemas.microsoft.com/office/drawing/2014/main" id="{2CDCE49D-9BB7-28AF-6FF8-BE586CA0C582}"/>
                </a:ext>
              </a:extLst>
            </p:cNvPr>
            <p:cNvSpPr/>
            <p:nvPr/>
          </p:nvSpPr>
          <p:spPr>
            <a:xfrm>
              <a:off x="7432805" y="2790125"/>
              <a:ext cx="206521" cy="171272"/>
            </a:xfrm>
            <a:custGeom>
              <a:avLst/>
              <a:gdLst/>
              <a:ahLst/>
              <a:cxnLst/>
              <a:rect l="l" t="t" r="r" b="b"/>
              <a:pathLst>
                <a:path w="2367" h="1963" extrusionOk="0">
                  <a:moveTo>
                    <a:pt x="1198" y="0"/>
                  </a:moveTo>
                  <a:cubicBezTo>
                    <a:pt x="962" y="0"/>
                    <a:pt x="756" y="81"/>
                    <a:pt x="639" y="287"/>
                  </a:cubicBezTo>
                  <a:cubicBezTo>
                    <a:pt x="639" y="287"/>
                    <a:pt x="1" y="1335"/>
                    <a:pt x="440" y="1751"/>
                  </a:cubicBezTo>
                  <a:cubicBezTo>
                    <a:pt x="597" y="1908"/>
                    <a:pt x="831" y="1963"/>
                    <a:pt x="1060" y="1963"/>
                  </a:cubicBezTo>
                  <a:cubicBezTo>
                    <a:pt x="1405" y="1963"/>
                    <a:pt x="1738" y="1839"/>
                    <a:pt x="1781" y="1751"/>
                  </a:cubicBezTo>
                  <a:cubicBezTo>
                    <a:pt x="1880" y="1628"/>
                    <a:pt x="2366" y="457"/>
                    <a:pt x="2103" y="287"/>
                  </a:cubicBezTo>
                  <a:cubicBezTo>
                    <a:pt x="1830" y="125"/>
                    <a:pt x="1491" y="0"/>
                    <a:pt x="1198" y="0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2">
              <a:extLst>
                <a:ext uri="{FF2B5EF4-FFF2-40B4-BE49-F238E27FC236}">
                  <a16:creationId xmlns:a16="http://schemas.microsoft.com/office/drawing/2014/main" id="{37FE7662-A6E4-372F-05E3-4D536ED19488}"/>
                </a:ext>
              </a:extLst>
            </p:cNvPr>
            <p:cNvSpPr/>
            <p:nvPr/>
          </p:nvSpPr>
          <p:spPr>
            <a:xfrm>
              <a:off x="7488469" y="2953542"/>
              <a:ext cx="74163" cy="14920"/>
            </a:xfrm>
            <a:custGeom>
              <a:avLst/>
              <a:gdLst/>
              <a:ahLst/>
              <a:cxnLst/>
              <a:rect l="l" t="t" r="r" b="b"/>
              <a:pathLst>
                <a:path w="850" h="171" extrusionOk="0">
                  <a:moveTo>
                    <a:pt x="803" y="1"/>
                  </a:moveTo>
                  <a:cubicBezTo>
                    <a:pt x="657" y="48"/>
                    <a:pt x="510" y="71"/>
                    <a:pt x="387" y="71"/>
                  </a:cubicBezTo>
                  <a:cubicBezTo>
                    <a:pt x="294" y="71"/>
                    <a:pt x="194" y="71"/>
                    <a:pt x="118" y="48"/>
                  </a:cubicBezTo>
                  <a:cubicBezTo>
                    <a:pt x="95" y="48"/>
                    <a:pt x="71" y="48"/>
                    <a:pt x="48" y="24"/>
                  </a:cubicBezTo>
                  <a:lnTo>
                    <a:pt x="24" y="24"/>
                  </a:lnTo>
                  <a:lnTo>
                    <a:pt x="1" y="124"/>
                  </a:lnTo>
                  <a:cubicBezTo>
                    <a:pt x="1" y="124"/>
                    <a:pt x="171" y="171"/>
                    <a:pt x="387" y="171"/>
                  </a:cubicBezTo>
                  <a:cubicBezTo>
                    <a:pt x="534" y="171"/>
                    <a:pt x="680" y="147"/>
                    <a:pt x="850" y="71"/>
                  </a:cubicBezTo>
                  <a:lnTo>
                    <a:pt x="803" y="1"/>
                  </a:ln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2">
              <a:extLst>
                <a:ext uri="{FF2B5EF4-FFF2-40B4-BE49-F238E27FC236}">
                  <a16:creationId xmlns:a16="http://schemas.microsoft.com/office/drawing/2014/main" id="{6FF44E7F-5B94-DA02-E224-884A76AC4651}"/>
                </a:ext>
              </a:extLst>
            </p:cNvPr>
            <p:cNvSpPr/>
            <p:nvPr/>
          </p:nvSpPr>
          <p:spPr>
            <a:xfrm>
              <a:off x="7471107" y="2727742"/>
              <a:ext cx="187588" cy="221440"/>
            </a:xfrm>
            <a:custGeom>
              <a:avLst/>
              <a:gdLst/>
              <a:ahLst/>
              <a:cxnLst/>
              <a:rect l="l" t="t" r="r" b="b"/>
              <a:pathLst>
                <a:path w="2150" h="2538" extrusionOk="0">
                  <a:moveTo>
                    <a:pt x="400" y="1"/>
                  </a:moveTo>
                  <a:cubicBezTo>
                    <a:pt x="244" y="1"/>
                    <a:pt x="126" y="85"/>
                    <a:pt x="100" y="317"/>
                  </a:cubicBezTo>
                  <a:cubicBezTo>
                    <a:pt x="77" y="487"/>
                    <a:pt x="1" y="709"/>
                    <a:pt x="124" y="856"/>
                  </a:cubicBezTo>
                  <a:cubicBezTo>
                    <a:pt x="200" y="955"/>
                    <a:pt x="294" y="1072"/>
                    <a:pt x="516" y="1172"/>
                  </a:cubicBezTo>
                  <a:cubicBezTo>
                    <a:pt x="809" y="1295"/>
                    <a:pt x="1002" y="1295"/>
                    <a:pt x="1271" y="1418"/>
                  </a:cubicBezTo>
                  <a:cubicBezTo>
                    <a:pt x="1102" y="1588"/>
                    <a:pt x="1049" y="1980"/>
                    <a:pt x="1078" y="2050"/>
                  </a:cubicBezTo>
                  <a:cubicBezTo>
                    <a:pt x="1102" y="2050"/>
                    <a:pt x="1102" y="2074"/>
                    <a:pt x="1125" y="2074"/>
                  </a:cubicBezTo>
                  <a:cubicBezTo>
                    <a:pt x="1139" y="2080"/>
                    <a:pt x="1155" y="2083"/>
                    <a:pt x="1172" y="2083"/>
                  </a:cubicBezTo>
                  <a:cubicBezTo>
                    <a:pt x="1214" y="2083"/>
                    <a:pt x="1262" y="2067"/>
                    <a:pt x="1295" y="2050"/>
                  </a:cubicBezTo>
                  <a:lnTo>
                    <a:pt x="1295" y="2050"/>
                  </a:lnTo>
                  <a:cubicBezTo>
                    <a:pt x="1248" y="2150"/>
                    <a:pt x="1225" y="2220"/>
                    <a:pt x="1225" y="2320"/>
                  </a:cubicBezTo>
                  <a:cubicBezTo>
                    <a:pt x="1225" y="2366"/>
                    <a:pt x="1225" y="2419"/>
                    <a:pt x="1248" y="2466"/>
                  </a:cubicBezTo>
                  <a:cubicBezTo>
                    <a:pt x="1295" y="2513"/>
                    <a:pt x="1342" y="2513"/>
                    <a:pt x="1394" y="2536"/>
                  </a:cubicBezTo>
                  <a:cubicBezTo>
                    <a:pt x="1405" y="2537"/>
                    <a:pt x="1415" y="2538"/>
                    <a:pt x="1425" y="2538"/>
                  </a:cubicBezTo>
                  <a:cubicBezTo>
                    <a:pt x="1697" y="2538"/>
                    <a:pt x="1836" y="2166"/>
                    <a:pt x="1904" y="1980"/>
                  </a:cubicBezTo>
                  <a:cubicBezTo>
                    <a:pt x="1980" y="1781"/>
                    <a:pt x="2074" y="1611"/>
                    <a:pt x="2103" y="1418"/>
                  </a:cubicBezTo>
                  <a:cubicBezTo>
                    <a:pt x="2150" y="1318"/>
                    <a:pt x="2150" y="1195"/>
                    <a:pt x="2126" y="1102"/>
                  </a:cubicBezTo>
                  <a:cubicBezTo>
                    <a:pt x="2103" y="979"/>
                    <a:pt x="2050" y="856"/>
                    <a:pt x="1956" y="756"/>
                  </a:cubicBezTo>
                  <a:cubicBezTo>
                    <a:pt x="1857" y="686"/>
                    <a:pt x="1318" y="516"/>
                    <a:pt x="1248" y="440"/>
                  </a:cubicBezTo>
                  <a:cubicBezTo>
                    <a:pt x="1048" y="254"/>
                    <a:pt x="668" y="1"/>
                    <a:pt x="400" y="1"/>
                  </a:cubicBezTo>
                  <a:close/>
                </a:path>
              </a:pathLst>
            </a:custGeom>
            <a:solidFill>
              <a:srgbClr val="BB9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2">
              <a:extLst>
                <a:ext uri="{FF2B5EF4-FFF2-40B4-BE49-F238E27FC236}">
                  <a16:creationId xmlns:a16="http://schemas.microsoft.com/office/drawing/2014/main" id="{46CDD077-FBEF-F24C-3F33-59432847A355}"/>
                </a:ext>
              </a:extLst>
            </p:cNvPr>
            <p:cNvSpPr/>
            <p:nvPr/>
          </p:nvSpPr>
          <p:spPr>
            <a:xfrm>
              <a:off x="7567168" y="2890549"/>
              <a:ext cx="40484" cy="50867"/>
            </a:xfrm>
            <a:custGeom>
              <a:avLst/>
              <a:gdLst/>
              <a:ahLst/>
              <a:cxnLst/>
              <a:rect l="l" t="t" r="r" b="b"/>
              <a:pathLst>
                <a:path w="464" h="583" extrusionOk="0">
                  <a:moveTo>
                    <a:pt x="325" y="1"/>
                  </a:moveTo>
                  <a:cubicBezTo>
                    <a:pt x="243" y="1"/>
                    <a:pt x="175" y="87"/>
                    <a:pt x="124" y="161"/>
                  </a:cubicBezTo>
                  <a:lnTo>
                    <a:pt x="1" y="331"/>
                  </a:lnTo>
                  <a:cubicBezTo>
                    <a:pt x="1" y="430"/>
                    <a:pt x="24" y="524"/>
                    <a:pt x="94" y="576"/>
                  </a:cubicBezTo>
                  <a:cubicBezTo>
                    <a:pt x="109" y="580"/>
                    <a:pt x="124" y="582"/>
                    <a:pt x="139" y="582"/>
                  </a:cubicBezTo>
                  <a:cubicBezTo>
                    <a:pt x="301" y="582"/>
                    <a:pt x="463" y="363"/>
                    <a:pt x="463" y="208"/>
                  </a:cubicBezTo>
                  <a:cubicBezTo>
                    <a:pt x="463" y="137"/>
                    <a:pt x="440" y="85"/>
                    <a:pt x="416" y="38"/>
                  </a:cubicBezTo>
                  <a:cubicBezTo>
                    <a:pt x="384" y="12"/>
                    <a:pt x="354" y="1"/>
                    <a:pt x="325" y="1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42">
              <a:extLst>
                <a:ext uri="{FF2B5EF4-FFF2-40B4-BE49-F238E27FC236}">
                  <a16:creationId xmlns:a16="http://schemas.microsoft.com/office/drawing/2014/main" id="{F8488C3B-8366-D052-34F3-A79399F11C5B}"/>
                </a:ext>
              </a:extLst>
            </p:cNvPr>
            <p:cNvSpPr/>
            <p:nvPr/>
          </p:nvSpPr>
          <p:spPr>
            <a:xfrm>
              <a:off x="7475731" y="2853468"/>
              <a:ext cx="25651" cy="47028"/>
            </a:xfrm>
            <a:custGeom>
              <a:avLst/>
              <a:gdLst/>
              <a:ahLst/>
              <a:cxnLst/>
              <a:rect l="l" t="t" r="r" b="b"/>
              <a:pathLst>
                <a:path w="294" h="539" extrusionOk="0">
                  <a:moveTo>
                    <a:pt x="264" y="0"/>
                  </a:moveTo>
                  <a:lnTo>
                    <a:pt x="118" y="147"/>
                  </a:lnTo>
                  <a:cubicBezTo>
                    <a:pt x="94" y="193"/>
                    <a:pt x="71" y="217"/>
                    <a:pt x="47" y="270"/>
                  </a:cubicBezTo>
                  <a:cubicBezTo>
                    <a:pt x="1" y="293"/>
                    <a:pt x="1" y="340"/>
                    <a:pt x="1" y="363"/>
                  </a:cubicBezTo>
                  <a:cubicBezTo>
                    <a:pt x="1" y="416"/>
                    <a:pt x="1" y="439"/>
                    <a:pt x="24" y="463"/>
                  </a:cubicBezTo>
                  <a:cubicBezTo>
                    <a:pt x="94" y="510"/>
                    <a:pt x="217" y="539"/>
                    <a:pt x="217" y="539"/>
                  </a:cubicBezTo>
                  <a:lnTo>
                    <a:pt x="217" y="486"/>
                  </a:lnTo>
                  <a:lnTo>
                    <a:pt x="194" y="486"/>
                  </a:lnTo>
                  <a:cubicBezTo>
                    <a:pt x="170" y="486"/>
                    <a:pt x="118" y="463"/>
                    <a:pt x="94" y="439"/>
                  </a:cubicBezTo>
                  <a:cubicBezTo>
                    <a:pt x="71" y="439"/>
                    <a:pt x="71" y="416"/>
                    <a:pt x="47" y="416"/>
                  </a:cubicBezTo>
                  <a:lnTo>
                    <a:pt x="47" y="363"/>
                  </a:lnTo>
                  <a:cubicBezTo>
                    <a:pt x="47" y="363"/>
                    <a:pt x="47" y="316"/>
                    <a:pt x="71" y="293"/>
                  </a:cubicBezTo>
                  <a:cubicBezTo>
                    <a:pt x="118" y="246"/>
                    <a:pt x="170" y="170"/>
                    <a:pt x="217" y="123"/>
                  </a:cubicBezTo>
                  <a:cubicBezTo>
                    <a:pt x="264" y="71"/>
                    <a:pt x="293" y="24"/>
                    <a:pt x="293" y="24"/>
                  </a:cubicBezTo>
                  <a:lnTo>
                    <a:pt x="264" y="0"/>
                  </a:ln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2">
              <a:extLst>
                <a:ext uri="{FF2B5EF4-FFF2-40B4-BE49-F238E27FC236}">
                  <a16:creationId xmlns:a16="http://schemas.microsoft.com/office/drawing/2014/main" id="{220FFD64-90FA-9B4A-5484-E0B02C2DF8C2}"/>
                </a:ext>
              </a:extLst>
            </p:cNvPr>
            <p:cNvSpPr/>
            <p:nvPr/>
          </p:nvSpPr>
          <p:spPr>
            <a:xfrm>
              <a:off x="7456362" y="2902502"/>
              <a:ext cx="53135" cy="32370"/>
            </a:xfrm>
            <a:custGeom>
              <a:avLst/>
              <a:gdLst/>
              <a:ahLst/>
              <a:cxnLst/>
              <a:rect l="l" t="t" r="r" b="b"/>
              <a:pathLst>
                <a:path w="609" h="371" extrusionOk="0">
                  <a:moveTo>
                    <a:pt x="123" y="0"/>
                  </a:moveTo>
                  <a:cubicBezTo>
                    <a:pt x="123" y="0"/>
                    <a:pt x="0" y="240"/>
                    <a:pt x="223" y="340"/>
                  </a:cubicBezTo>
                  <a:cubicBezTo>
                    <a:pt x="273" y="361"/>
                    <a:pt x="318" y="370"/>
                    <a:pt x="357" y="370"/>
                  </a:cubicBezTo>
                  <a:cubicBezTo>
                    <a:pt x="545" y="370"/>
                    <a:pt x="609" y="170"/>
                    <a:pt x="609" y="170"/>
                  </a:cubicBezTo>
                  <a:lnTo>
                    <a:pt x="1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2">
              <a:extLst>
                <a:ext uri="{FF2B5EF4-FFF2-40B4-BE49-F238E27FC236}">
                  <a16:creationId xmlns:a16="http://schemas.microsoft.com/office/drawing/2014/main" id="{82E7EF63-DBC9-4527-206F-E1974ED4B2B8}"/>
                </a:ext>
              </a:extLst>
            </p:cNvPr>
            <p:cNvSpPr/>
            <p:nvPr/>
          </p:nvSpPr>
          <p:spPr>
            <a:xfrm>
              <a:off x="7478349" y="2839857"/>
              <a:ext cx="10208" cy="13349"/>
            </a:xfrm>
            <a:custGeom>
              <a:avLst/>
              <a:gdLst/>
              <a:ahLst/>
              <a:cxnLst/>
              <a:rect l="l" t="t" r="r" b="b"/>
              <a:pathLst>
                <a:path w="117" h="153" extrusionOk="0">
                  <a:moveTo>
                    <a:pt x="64" y="1"/>
                  </a:moveTo>
                  <a:cubicBezTo>
                    <a:pt x="55" y="1"/>
                    <a:pt x="47" y="4"/>
                    <a:pt x="41" y="10"/>
                  </a:cubicBezTo>
                  <a:cubicBezTo>
                    <a:pt x="41" y="33"/>
                    <a:pt x="17" y="57"/>
                    <a:pt x="17" y="80"/>
                  </a:cubicBezTo>
                  <a:cubicBezTo>
                    <a:pt x="1" y="118"/>
                    <a:pt x="20" y="152"/>
                    <a:pt x="40" y="152"/>
                  </a:cubicBezTo>
                  <a:cubicBezTo>
                    <a:pt x="49" y="152"/>
                    <a:pt x="57" y="146"/>
                    <a:pt x="64" y="133"/>
                  </a:cubicBezTo>
                  <a:cubicBezTo>
                    <a:pt x="88" y="109"/>
                    <a:pt x="88" y="80"/>
                    <a:pt x="117" y="57"/>
                  </a:cubicBezTo>
                  <a:cubicBezTo>
                    <a:pt x="117" y="22"/>
                    <a:pt x="89" y="1"/>
                    <a:pt x="6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2">
              <a:extLst>
                <a:ext uri="{FF2B5EF4-FFF2-40B4-BE49-F238E27FC236}">
                  <a16:creationId xmlns:a16="http://schemas.microsoft.com/office/drawing/2014/main" id="{8C482368-3C6D-EE0B-9FBD-011D7515BAE2}"/>
                </a:ext>
              </a:extLst>
            </p:cNvPr>
            <p:cNvSpPr/>
            <p:nvPr/>
          </p:nvSpPr>
          <p:spPr>
            <a:xfrm>
              <a:off x="7479832" y="2823803"/>
              <a:ext cx="23557" cy="12913"/>
            </a:xfrm>
            <a:custGeom>
              <a:avLst/>
              <a:gdLst/>
              <a:ahLst/>
              <a:cxnLst/>
              <a:rect l="l" t="t" r="r" b="b"/>
              <a:pathLst>
                <a:path w="270" h="148" extrusionOk="0">
                  <a:moveTo>
                    <a:pt x="100" y="1"/>
                  </a:moveTo>
                  <a:cubicBezTo>
                    <a:pt x="71" y="1"/>
                    <a:pt x="47" y="1"/>
                    <a:pt x="24" y="24"/>
                  </a:cubicBezTo>
                  <a:cubicBezTo>
                    <a:pt x="24" y="24"/>
                    <a:pt x="0" y="47"/>
                    <a:pt x="24" y="47"/>
                  </a:cubicBezTo>
                  <a:cubicBezTo>
                    <a:pt x="24" y="71"/>
                    <a:pt x="24" y="71"/>
                    <a:pt x="47" y="71"/>
                  </a:cubicBezTo>
                  <a:cubicBezTo>
                    <a:pt x="71" y="47"/>
                    <a:pt x="100" y="47"/>
                    <a:pt x="100" y="47"/>
                  </a:cubicBezTo>
                  <a:cubicBezTo>
                    <a:pt x="147" y="47"/>
                    <a:pt x="170" y="71"/>
                    <a:pt x="194" y="94"/>
                  </a:cubicBezTo>
                  <a:cubicBezTo>
                    <a:pt x="194" y="94"/>
                    <a:pt x="217" y="94"/>
                    <a:pt x="217" y="118"/>
                  </a:cubicBezTo>
                  <a:cubicBezTo>
                    <a:pt x="217" y="147"/>
                    <a:pt x="246" y="147"/>
                    <a:pt x="246" y="147"/>
                  </a:cubicBezTo>
                  <a:cubicBezTo>
                    <a:pt x="270" y="118"/>
                    <a:pt x="270" y="118"/>
                    <a:pt x="270" y="94"/>
                  </a:cubicBezTo>
                  <a:lnTo>
                    <a:pt x="217" y="47"/>
                  </a:lnTo>
                  <a:cubicBezTo>
                    <a:pt x="194" y="24"/>
                    <a:pt x="170" y="1"/>
                    <a:pt x="100" y="1"/>
                  </a:cubicBezTo>
                  <a:close/>
                </a:path>
              </a:pathLst>
            </a:custGeom>
            <a:solidFill>
              <a:srgbClr val="BB9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2">
              <a:extLst>
                <a:ext uri="{FF2B5EF4-FFF2-40B4-BE49-F238E27FC236}">
                  <a16:creationId xmlns:a16="http://schemas.microsoft.com/office/drawing/2014/main" id="{D6DAE24F-C445-8111-3317-3A4D8BD62754}"/>
                </a:ext>
              </a:extLst>
            </p:cNvPr>
            <p:cNvSpPr/>
            <p:nvPr/>
          </p:nvSpPr>
          <p:spPr>
            <a:xfrm>
              <a:off x="7531483" y="2865421"/>
              <a:ext cx="10208" cy="13262"/>
            </a:xfrm>
            <a:custGeom>
              <a:avLst/>
              <a:gdLst/>
              <a:ahLst/>
              <a:cxnLst/>
              <a:rect l="l" t="t" r="r" b="b"/>
              <a:pathLst>
                <a:path w="117" h="152" extrusionOk="0">
                  <a:moveTo>
                    <a:pt x="64" y="0"/>
                  </a:moveTo>
                  <a:cubicBezTo>
                    <a:pt x="55" y="0"/>
                    <a:pt x="47" y="3"/>
                    <a:pt x="41" y="10"/>
                  </a:cubicBezTo>
                  <a:cubicBezTo>
                    <a:pt x="41" y="33"/>
                    <a:pt x="17" y="56"/>
                    <a:pt x="17" y="80"/>
                  </a:cubicBezTo>
                  <a:cubicBezTo>
                    <a:pt x="1" y="117"/>
                    <a:pt x="31" y="152"/>
                    <a:pt x="50" y="152"/>
                  </a:cubicBezTo>
                  <a:cubicBezTo>
                    <a:pt x="58" y="152"/>
                    <a:pt x="64" y="146"/>
                    <a:pt x="64" y="133"/>
                  </a:cubicBezTo>
                  <a:cubicBezTo>
                    <a:pt x="93" y="109"/>
                    <a:pt x="93" y="80"/>
                    <a:pt x="117" y="56"/>
                  </a:cubicBezTo>
                  <a:cubicBezTo>
                    <a:pt x="117" y="22"/>
                    <a:pt x="89" y="0"/>
                    <a:pt x="64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2">
              <a:extLst>
                <a:ext uri="{FF2B5EF4-FFF2-40B4-BE49-F238E27FC236}">
                  <a16:creationId xmlns:a16="http://schemas.microsoft.com/office/drawing/2014/main" id="{71C47F74-6C6C-FB19-A574-6DE6A67BA193}"/>
                </a:ext>
              </a:extLst>
            </p:cNvPr>
            <p:cNvSpPr/>
            <p:nvPr/>
          </p:nvSpPr>
          <p:spPr>
            <a:xfrm>
              <a:off x="7534973" y="2844743"/>
              <a:ext cx="27658" cy="21027"/>
            </a:xfrm>
            <a:custGeom>
              <a:avLst/>
              <a:gdLst/>
              <a:ahLst/>
              <a:cxnLst/>
              <a:rect l="l" t="t" r="r" b="b"/>
              <a:pathLst>
                <a:path w="317" h="241" extrusionOk="0">
                  <a:moveTo>
                    <a:pt x="24" y="1"/>
                  </a:moveTo>
                  <a:cubicBezTo>
                    <a:pt x="1" y="1"/>
                    <a:pt x="1" y="24"/>
                    <a:pt x="1" y="24"/>
                  </a:cubicBezTo>
                  <a:cubicBezTo>
                    <a:pt x="1" y="53"/>
                    <a:pt x="24" y="53"/>
                    <a:pt x="24" y="53"/>
                  </a:cubicBezTo>
                  <a:cubicBezTo>
                    <a:pt x="77" y="53"/>
                    <a:pt x="171" y="77"/>
                    <a:pt x="270" y="223"/>
                  </a:cubicBezTo>
                  <a:cubicBezTo>
                    <a:pt x="270" y="235"/>
                    <a:pt x="276" y="241"/>
                    <a:pt x="282" y="241"/>
                  </a:cubicBezTo>
                  <a:cubicBezTo>
                    <a:pt x="288" y="241"/>
                    <a:pt x="293" y="235"/>
                    <a:pt x="293" y="223"/>
                  </a:cubicBezTo>
                  <a:cubicBezTo>
                    <a:pt x="317" y="223"/>
                    <a:pt x="317" y="223"/>
                    <a:pt x="293" y="200"/>
                  </a:cubicBezTo>
                  <a:cubicBezTo>
                    <a:pt x="223" y="24"/>
                    <a:pt x="77" y="1"/>
                    <a:pt x="24" y="1"/>
                  </a:cubicBezTo>
                  <a:close/>
                </a:path>
              </a:pathLst>
            </a:custGeom>
            <a:solidFill>
              <a:srgbClr val="BB9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2">
              <a:extLst>
                <a:ext uri="{FF2B5EF4-FFF2-40B4-BE49-F238E27FC236}">
                  <a16:creationId xmlns:a16="http://schemas.microsoft.com/office/drawing/2014/main" id="{7183E0BE-16FB-2FC9-E8B5-A7926E2D8F38}"/>
                </a:ext>
              </a:extLst>
            </p:cNvPr>
            <p:cNvSpPr/>
            <p:nvPr/>
          </p:nvSpPr>
          <p:spPr>
            <a:xfrm>
              <a:off x="7192173" y="2348645"/>
              <a:ext cx="121714" cy="232608"/>
            </a:xfrm>
            <a:custGeom>
              <a:avLst/>
              <a:gdLst/>
              <a:ahLst/>
              <a:cxnLst/>
              <a:rect l="l" t="t" r="r" b="b"/>
              <a:pathLst>
                <a:path w="1395" h="2666" extrusionOk="0">
                  <a:moveTo>
                    <a:pt x="620" y="1"/>
                  </a:moveTo>
                  <a:cubicBezTo>
                    <a:pt x="619" y="1"/>
                    <a:pt x="617" y="1"/>
                    <a:pt x="616" y="1"/>
                  </a:cubicBezTo>
                  <a:cubicBezTo>
                    <a:pt x="516" y="1"/>
                    <a:pt x="563" y="686"/>
                    <a:pt x="540" y="956"/>
                  </a:cubicBezTo>
                  <a:cubicBezTo>
                    <a:pt x="517" y="669"/>
                    <a:pt x="443" y="147"/>
                    <a:pt x="352" y="147"/>
                  </a:cubicBezTo>
                  <a:cubicBezTo>
                    <a:pt x="350" y="147"/>
                    <a:pt x="348" y="147"/>
                    <a:pt x="346" y="148"/>
                  </a:cubicBezTo>
                  <a:cubicBezTo>
                    <a:pt x="270" y="177"/>
                    <a:pt x="270" y="686"/>
                    <a:pt x="270" y="1055"/>
                  </a:cubicBezTo>
                  <a:cubicBezTo>
                    <a:pt x="247" y="833"/>
                    <a:pt x="200" y="347"/>
                    <a:pt x="124" y="347"/>
                  </a:cubicBezTo>
                  <a:cubicBezTo>
                    <a:pt x="30" y="370"/>
                    <a:pt x="1" y="1612"/>
                    <a:pt x="1" y="2665"/>
                  </a:cubicBezTo>
                  <a:lnTo>
                    <a:pt x="1371" y="2566"/>
                  </a:lnTo>
                  <a:cubicBezTo>
                    <a:pt x="1318" y="2027"/>
                    <a:pt x="1394" y="540"/>
                    <a:pt x="1295" y="493"/>
                  </a:cubicBezTo>
                  <a:cubicBezTo>
                    <a:pt x="1293" y="493"/>
                    <a:pt x="1291" y="492"/>
                    <a:pt x="1289" y="492"/>
                  </a:cubicBezTo>
                  <a:cubicBezTo>
                    <a:pt x="1204" y="492"/>
                    <a:pt x="1173" y="935"/>
                    <a:pt x="1111" y="935"/>
                  </a:cubicBezTo>
                  <a:cubicBezTo>
                    <a:pt x="1108" y="935"/>
                    <a:pt x="1105" y="934"/>
                    <a:pt x="1102" y="932"/>
                  </a:cubicBezTo>
                  <a:cubicBezTo>
                    <a:pt x="1026" y="880"/>
                    <a:pt x="1026" y="101"/>
                    <a:pt x="932" y="78"/>
                  </a:cubicBezTo>
                  <a:cubicBezTo>
                    <a:pt x="930" y="77"/>
                    <a:pt x="928" y="77"/>
                    <a:pt x="926" y="77"/>
                  </a:cubicBezTo>
                  <a:cubicBezTo>
                    <a:pt x="787" y="77"/>
                    <a:pt x="832" y="856"/>
                    <a:pt x="832" y="856"/>
                  </a:cubicBezTo>
                  <a:cubicBezTo>
                    <a:pt x="832" y="856"/>
                    <a:pt x="735" y="1"/>
                    <a:pt x="620" y="1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2">
              <a:extLst>
                <a:ext uri="{FF2B5EF4-FFF2-40B4-BE49-F238E27FC236}">
                  <a16:creationId xmlns:a16="http://schemas.microsoft.com/office/drawing/2014/main" id="{48B85D2B-1D65-A030-D337-F4D7F7C50461}"/>
                </a:ext>
              </a:extLst>
            </p:cNvPr>
            <p:cNvSpPr/>
            <p:nvPr/>
          </p:nvSpPr>
          <p:spPr>
            <a:xfrm>
              <a:off x="7188159" y="2532130"/>
              <a:ext cx="259569" cy="502211"/>
            </a:xfrm>
            <a:custGeom>
              <a:avLst/>
              <a:gdLst/>
              <a:ahLst/>
              <a:cxnLst/>
              <a:rect l="l" t="t" r="r" b="b"/>
              <a:pathLst>
                <a:path w="2975" h="5756" extrusionOk="0">
                  <a:moveTo>
                    <a:pt x="47" y="0"/>
                  </a:moveTo>
                  <a:cubicBezTo>
                    <a:pt x="47" y="0"/>
                    <a:pt x="0" y="1804"/>
                    <a:pt x="340" y="3168"/>
                  </a:cubicBezTo>
                  <a:cubicBezTo>
                    <a:pt x="709" y="4562"/>
                    <a:pt x="1271" y="5756"/>
                    <a:pt x="1271" y="5756"/>
                  </a:cubicBezTo>
                  <a:lnTo>
                    <a:pt x="2974" y="5217"/>
                  </a:lnTo>
                  <a:cubicBezTo>
                    <a:pt x="1440" y="2729"/>
                    <a:pt x="1394" y="217"/>
                    <a:pt x="1394" y="217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2">
              <a:extLst>
                <a:ext uri="{FF2B5EF4-FFF2-40B4-BE49-F238E27FC236}">
                  <a16:creationId xmlns:a16="http://schemas.microsoft.com/office/drawing/2014/main" id="{09A0C413-54F9-CE9E-F01A-B1E330B5FA3C}"/>
                </a:ext>
              </a:extLst>
            </p:cNvPr>
            <p:cNvSpPr/>
            <p:nvPr/>
          </p:nvSpPr>
          <p:spPr>
            <a:xfrm>
              <a:off x="7213636" y="2442699"/>
              <a:ext cx="29752" cy="61947"/>
            </a:xfrm>
            <a:custGeom>
              <a:avLst/>
              <a:gdLst/>
              <a:ahLst/>
              <a:cxnLst/>
              <a:rect l="l" t="t" r="r" b="b"/>
              <a:pathLst>
                <a:path w="341" h="710" extrusionOk="0">
                  <a:moveTo>
                    <a:pt x="77" y="1"/>
                  </a:moveTo>
                  <a:lnTo>
                    <a:pt x="1" y="48"/>
                  </a:lnTo>
                  <a:cubicBezTo>
                    <a:pt x="100" y="217"/>
                    <a:pt x="247" y="387"/>
                    <a:pt x="247" y="709"/>
                  </a:cubicBezTo>
                  <a:lnTo>
                    <a:pt x="340" y="709"/>
                  </a:lnTo>
                  <a:cubicBezTo>
                    <a:pt x="340" y="364"/>
                    <a:pt x="194" y="171"/>
                    <a:pt x="77" y="1"/>
                  </a:cubicBez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2">
              <a:extLst>
                <a:ext uri="{FF2B5EF4-FFF2-40B4-BE49-F238E27FC236}">
                  <a16:creationId xmlns:a16="http://schemas.microsoft.com/office/drawing/2014/main" id="{1E40F57B-BD96-3549-6027-77639DD21FBC}"/>
                </a:ext>
              </a:extLst>
            </p:cNvPr>
            <p:cNvSpPr/>
            <p:nvPr/>
          </p:nvSpPr>
          <p:spPr>
            <a:xfrm>
              <a:off x="7262670" y="2436068"/>
              <a:ext cx="27746" cy="55753"/>
            </a:xfrm>
            <a:custGeom>
              <a:avLst/>
              <a:gdLst/>
              <a:ahLst/>
              <a:cxnLst/>
              <a:rect l="l" t="t" r="r" b="b"/>
              <a:pathLst>
                <a:path w="318" h="639" extrusionOk="0">
                  <a:moveTo>
                    <a:pt x="247" y="1"/>
                  </a:moveTo>
                  <a:cubicBezTo>
                    <a:pt x="194" y="53"/>
                    <a:pt x="124" y="147"/>
                    <a:pt x="71" y="247"/>
                  </a:cubicBezTo>
                  <a:cubicBezTo>
                    <a:pt x="48" y="317"/>
                    <a:pt x="1" y="440"/>
                    <a:pt x="1" y="516"/>
                  </a:cubicBezTo>
                  <a:cubicBezTo>
                    <a:pt x="1" y="563"/>
                    <a:pt x="24" y="610"/>
                    <a:pt x="24" y="639"/>
                  </a:cubicBezTo>
                  <a:lnTo>
                    <a:pt x="124" y="610"/>
                  </a:lnTo>
                  <a:cubicBezTo>
                    <a:pt x="124" y="586"/>
                    <a:pt x="100" y="563"/>
                    <a:pt x="100" y="516"/>
                  </a:cubicBezTo>
                  <a:cubicBezTo>
                    <a:pt x="100" y="440"/>
                    <a:pt x="124" y="369"/>
                    <a:pt x="171" y="270"/>
                  </a:cubicBezTo>
                  <a:cubicBezTo>
                    <a:pt x="218" y="200"/>
                    <a:pt x="270" y="124"/>
                    <a:pt x="317" y="77"/>
                  </a:cubicBezTo>
                  <a:lnTo>
                    <a:pt x="247" y="1"/>
                  </a:ln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42">
              <a:extLst>
                <a:ext uri="{FF2B5EF4-FFF2-40B4-BE49-F238E27FC236}">
                  <a16:creationId xmlns:a16="http://schemas.microsoft.com/office/drawing/2014/main" id="{BC7D38FA-2973-DF91-EBB3-95ED59E29A30}"/>
                </a:ext>
              </a:extLst>
            </p:cNvPr>
            <p:cNvSpPr/>
            <p:nvPr/>
          </p:nvSpPr>
          <p:spPr>
            <a:xfrm>
              <a:off x="7258656" y="2876938"/>
              <a:ext cx="227374" cy="327537"/>
            </a:xfrm>
            <a:custGeom>
              <a:avLst/>
              <a:gdLst/>
              <a:ahLst/>
              <a:cxnLst/>
              <a:rect l="l" t="t" r="r" b="b"/>
              <a:pathLst>
                <a:path w="2606" h="3754" extrusionOk="0">
                  <a:moveTo>
                    <a:pt x="1581" y="1"/>
                  </a:moveTo>
                  <a:lnTo>
                    <a:pt x="0" y="1172"/>
                  </a:lnTo>
                  <a:cubicBezTo>
                    <a:pt x="0" y="1172"/>
                    <a:pt x="509" y="2758"/>
                    <a:pt x="1364" y="3754"/>
                  </a:cubicBezTo>
                  <a:lnTo>
                    <a:pt x="2606" y="1265"/>
                  </a:lnTo>
                  <a:cubicBezTo>
                    <a:pt x="2196" y="1265"/>
                    <a:pt x="1581" y="1"/>
                    <a:pt x="1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2">
              <a:extLst>
                <a:ext uri="{FF2B5EF4-FFF2-40B4-BE49-F238E27FC236}">
                  <a16:creationId xmlns:a16="http://schemas.microsoft.com/office/drawing/2014/main" id="{193BCB26-A803-DAEA-2D71-505068E90477}"/>
                </a:ext>
              </a:extLst>
            </p:cNvPr>
            <p:cNvSpPr/>
            <p:nvPr/>
          </p:nvSpPr>
          <p:spPr>
            <a:xfrm>
              <a:off x="7264764" y="2895871"/>
              <a:ext cx="144660" cy="110895"/>
            </a:xfrm>
            <a:custGeom>
              <a:avLst/>
              <a:gdLst/>
              <a:ahLst/>
              <a:cxnLst/>
              <a:rect l="l" t="t" r="r" b="b"/>
              <a:pathLst>
                <a:path w="1658" h="1271" extrusionOk="0">
                  <a:moveTo>
                    <a:pt x="1610" y="0"/>
                  </a:moveTo>
                  <a:lnTo>
                    <a:pt x="0" y="1224"/>
                  </a:lnTo>
                  <a:lnTo>
                    <a:pt x="47" y="1271"/>
                  </a:lnTo>
                  <a:lnTo>
                    <a:pt x="1657" y="76"/>
                  </a:lnTo>
                  <a:lnTo>
                    <a:pt x="1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2">
              <a:extLst>
                <a:ext uri="{FF2B5EF4-FFF2-40B4-BE49-F238E27FC236}">
                  <a16:creationId xmlns:a16="http://schemas.microsoft.com/office/drawing/2014/main" id="{F4CDFE99-3BCF-0AD7-0487-0AFC363B4D92}"/>
                </a:ext>
              </a:extLst>
            </p:cNvPr>
            <p:cNvSpPr/>
            <p:nvPr/>
          </p:nvSpPr>
          <p:spPr>
            <a:xfrm>
              <a:off x="7699001" y="2310342"/>
              <a:ext cx="144660" cy="227984"/>
            </a:xfrm>
            <a:custGeom>
              <a:avLst/>
              <a:gdLst/>
              <a:ahLst/>
              <a:cxnLst/>
              <a:rect l="l" t="t" r="r" b="b"/>
              <a:pathLst>
                <a:path w="1658" h="2613" extrusionOk="0">
                  <a:moveTo>
                    <a:pt x="519" y="1"/>
                  </a:moveTo>
                  <a:cubicBezTo>
                    <a:pt x="518" y="1"/>
                    <a:pt x="517" y="1"/>
                    <a:pt x="515" y="1"/>
                  </a:cubicBezTo>
                  <a:cubicBezTo>
                    <a:pt x="416" y="54"/>
                    <a:pt x="562" y="686"/>
                    <a:pt x="586" y="956"/>
                  </a:cubicBezTo>
                  <a:cubicBezTo>
                    <a:pt x="540" y="692"/>
                    <a:pt x="377" y="200"/>
                    <a:pt x="276" y="200"/>
                  </a:cubicBezTo>
                  <a:cubicBezTo>
                    <a:pt x="274" y="200"/>
                    <a:pt x="272" y="200"/>
                    <a:pt x="270" y="200"/>
                  </a:cubicBezTo>
                  <a:cubicBezTo>
                    <a:pt x="170" y="247"/>
                    <a:pt x="293" y="762"/>
                    <a:pt x="340" y="1102"/>
                  </a:cubicBezTo>
                  <a:cubicBezTo>
                    <a:pt x="294" y="885"/>
                    <a:pt x="176" y="440"/>
                    <a:pt x="83" y="440"/>
                  </a:cubicBezTo>
                  <a:cubicBezTo>
                    <a:pt x="81" y="440"/>
                    <a:pt x="79" y="440"/>
                    <a:pt x="76" y="440"/>
                  </a:cubicBezTo>
                  <a:cubicBezTo>
                    <a:pt x="0" y="470"/>
                    <a:pt x="223" y="1541"/>
                    <a:pt x="340" y="2613"/>
                  </a:cubicBezTo>
                  <a:lnTo>
                    <a:pt x="1657" y="2343"/>
                  </a:lnTo>
                  <a:cubicBezTo>
                    <a:pt x="1587" y="1787"/>
                    <a:pt x="1364" y="417"/>
                    <a:pt x="1271" y="394"/>
                  </a:cubicBezTo>
                  <a:cubicBezTo>
                    <a:pt x="1267" y="393"/>
                    <a:pt x="1264" y="392"/>
                    <a:pt x="1260" y="392"/>
                  </a:cubicBezTo>
                  <a:cubicBezTo>
                    <a:pt x="1174" y="392"/>
                    <a:pt x="1131" y="656"/>
                    <a:pt x="1164" y="805"/>
                  </a:cubicBezTo>
                  <a:lnTo>
                    <a:pt x="1164" y="805"/>
                  </a:lnTo>
                  <a:cubicBezTo>
                    <a:pt x="1089" y="529"/>
                    <a:pt x="922" y="31"/>
                    <a:pt x="832" y="31"/>
                  </a:cubicBezTo>
                  <a:cubicBezTo>
                    <a:pt x="685" y="31"/>
                    <a:pt x="855" y="833"/>
                    <a:pt x="855" y="833"/>
                  </a:cubicBezTo>
                  <a:cubicBezTo>
                    <a:pt x="855" y="833"/>
                    <a:pt x="616" y="1"/>
                    <a:pt x="519" y="1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2">
              <a:extLst>
                <a:ext uri="{FF2B5EF4-FFF2-40B4-BE49-F238E27FC236}">
                  <a16:creationId xmlns:a16="http://schemas.microsoft.com/office/drawing/2014/main" id="{33385727-7B7D-827F-7BDB-297F9BB14592}"/>
                </a:ext>
              </a:extLst>
            </p:cNvPr>
            <p:cNvSpPr/>
            <p:nvPr/>
          </p:nvSpPr>
          <p:spPr>
            <a:xfrm>
              <a:off x="7667329" y="2478995"/>
              <a:ext cx="201809" cy="512943"/>
            </a:xfrm>
            <a:custGeom>
              <a:avLst/>
              <a:gdLst/>
              <a:ahLst/>
              <a:cxnLst/>
              <a:rect l="l" t="t" r="r" b="b"/>
              <a:pathLst>
                <a:path w="2313" h="5879" extrusionOk="0">
                  <a:moveTo>
                    <a:pt x="1950" y="0"/>
                  </a:moveTo>
                  <a:lnTo>
                    <a:pt x="679" y="463"/>
                  </a:lnTo>
                  <a:cubicBezTo>
                    <a:pt x="679" y="463"/>
                    <a:pt x="1048" y="2951"/>
                    <a:pt x="0" y="5656"/>
                  </a:cubicBezTo>
                  <a:lnTo>
                    <a:pt x="1757" y="5879"/>
                  </a:lnTo>
                  <a:cubicBezTo>
                    <a:pt x="1757" y="5879"/>
                    <a:pt x="2096" y="4608"/>
                    <a:pt x="2219" y="3191"/>
                  </a:cubicBezTo>
                  <a:cubicBezTo>
                    <a:pt x="2313" y="1780"/>
                    <a:pt x="1950" y="0"/>
                    <a:pt x="1950" y="0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2">
              <a:extLst>
                <a:ext uri="{FF2B5EF4-FFF2-40B4-BE49-F238E27FC236}">
                  <a16:creationId xmlns:a16="http://schemas.microsoft.com/office/drawing/2014/main" id="{8883A1CE-94D7-92BF-0E98-74942590E6F0}"/>
                </a:ext>
              </a:extLst>
            </p:cNvPr>
            <p:cNvSpPr/>
            <p:nvPr/>
          </p:nvSpPr>
          <p:spPr>
            <a:xfrm>
              <a:off x="7324529" y="2987308"/>
              <a:ext cx="459895" cy="623837"/>
            </a:xfrm>
            <a:custGeom>
              <a:avLst/>
              <a:gdLst/>
              <a:ahLst/>
              <a:cxnLst/>
              <a:rect l="l" t="t" r="r" b="b"/>
              <a:pathLst>
                <a:path w="5271" h="7150" extrusionOk="0">
                  <a:moveTo>
                    <a:pt x="1851" y="0"/>
                  </a:moveTo>
                  <a:cubicBezTo>
                    <a:pt x="1851" y="0"/>
                    <a:pt x="270" y="586"/>
                    <a:pt x="147" y="2149"/>
                  </a:cubicBezTo>
                  <a:cubicBezTo>
                    <a:pt x="47" y="3759"/>
                    <a:pt x="0" y="7149"/>
                    <a:pt x="0" y="7149"/>
                  </a:cubicBezTo>
                  <a:lnTo>
                    <a:pt x="5270" y="7149"/>
                  </a:lnTo>
                  <a:cubicBezTo>
                    <a:pt x="5270" y="7149"/>
                    <a:pt x="5217" y="4175"/>
                    <a:pt x="5048" y="2050"/>
                  </a:cubicBezTo>
                  <a:cubicBezTo>
                    <a:pt x="4925" y="223"/>
                    <a:pt x="3244" y="0"/>
                    <a:pt x="3244" y="0"/>
                  </a:cubicBezTo>
                  <a:cubicBezTo>
                    <a:pt x="3244" y="0"/>
                    <a:pt x="2954" y="248"/>
                    <a:pt x="2435" y="248"/>
                  </a:cubicBezTo>
                  <a:cubicBezTo>
                    <a:pt x="2412" y="248"/>
                    <a:pt x="2389" y="247"/>
                    <a:pt x="2366" y="246"/>
                  </a:cubicBezTo>
                  <a:cubicBezTo>
                    <a:pt x="1927" y="223"/>
                    <a:pt x="1851" y="0"/>
                    <a:pt x="18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2">
              <a:extLst>
                <a:ext uri="{FF2B5EF4-FFF2-40B4-BE49-F238E27FC236}">
                  <a16:creationId xmlns:a16="http://schemas.microsoft.com/office/drawing/2014/main" id="{6E4AE011-2236-3D63-7103-5302A2E212D8}"/>
                </a:ext>
              </a:extLst>
            </p:cNvPr>
            <p:cNvSpPr/>
            <p:nvPr/>
          </p:nvSpPr>
          <p:spPr>
            <a:xfrm>
              <a:off x="7607564" y="2864199"/>
              <a:ext cx="231998" cy="323436"/>
            </a:xfrm>
            <a:custGeom>
              <a:avLst/>
              <a:gdLst/>
              <a:ahLst/>
              <a:cxnLst/>
              <a:rect l="l" t="t" r="r" b="b"/>
              <a:pathLst>
                <a:path w="2659" h="3707" extrusionOk="0">
                  <a:moveTo>
                    <a:pt x="978" y="0"/>
                  </a:moveTo>
                  <a:cubicBezTo>
                    <a:pt x="978" y="0"/>
                    <a:pt x="586" y="1095"/>
                    <a:pt x="0" y="1411"/>
                  </a:cubicBezTo>
                  <a:lnTo>
                    <a:pt x="1804" y="3706"/>
                  </a:lnTo>
                  <a:cubicBezTo>
                    <a:pt x="2442" y="2049"/>
                    <a:pt x="2658" y="802"/>
                    <a:pt x="2658" y="802"/>
                  </a:cubicBezTo>
                  <a:lnTo>
                    <a:pt x="97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2">
              <a:extLst>
                <a:ext uri="{FF2B5EF4-FFF2-40B4-BE49-F238E27FC236}">
                  <a16:creationId xmlns:a16="http://schemas.microsoft.com/office/drawing/2014/main" id="{9D541303-8C55-D692-D70E-F8FDF8BB552D}"/>
                </a:ext>
              </a:extLst>
            </p:cNvPr>
            <p:cNvSpPr/>
            <p:nvPr/>
          </p:nvSpPr>
          <p:spPr>
            <a:xfrm>
              <a:off x="7680068" y="2887669"/>
              <a:ext cx="155392" cy="78787"/>
            </a:xfrm>
            <a:custGeom>
              <a:avLst/>
              <a:gdLst/>
              <a:ahLst/>
              <a:cxnLst/>
              <a:rect l="l" t="t" r="r" b="b"/>
              <a:pathLst>
                <a:path w="1781" h="903" extrusionOk="0">
                  <a:moveTo>
                    <a:pt x="24" y="1"/>
                  </a:moveTo>
                  <a:lnTo>
                    <a:pt x="1" y="71"/>
                  </a:lnTo>
                  <a:lnTo>
                    <a:pt x="1757" y="902"/>
                  </a:lnTo>
                  <a:lnTo>
                    <a:pt x="1781" y="850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2">
              <a:extLst>
                <a:ext uri="{FF2B5EF4-FFF2-40B4-BE49-F238E27FC236}">
                  <a16:creationId xmlns:a16="http://schemas.microsoft.com/office/drawing/2014/main" id="{37BEB389-6450-2DD7-2FC8-CA7BCB86B91E}"/>
                </a:ext>
              </a:extLst>
            </p:cNvPr>
            <p:cNvSpPr/>
            <p:nvPr/>
          </p:nvSpPr>
          <p:spPr>
            <a:xfrm>
              <a:off x="7324529" y="3583481"/>
              <a:ext cx="457801" cy="6718"/>
            </a:xfrm>
            <a:custGeom>
              <a:avLst/>
              <a:gdLst/>
              <a:ahLst/>
              <a:cxnLst/>
              <a:rect l="l" t="t" r="r" b="b"/>
              <a:pathLst>
                <a:path w="5247" h="77" extrusionOk="0">
                  <a:moveTo>
                    <a:pt x="0" y="0"/>
                  </a:moveTo>
                  <a:lnTo>
                    <a:pt x="0" y="76"/>
                  </a:lnTo>
                  <a:lnTo>
                    <a:pt x="5247" y="76"/>
                  </a:lnTo>
                  <a:lnTo>
                    <a:pt x="52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2">
              <a:extLst>
                <a:ext uri="{FF2B5EF4-FFF2-40B4-BE49-F238E27FC236}">
                  <a16:creationId xmlns:a16="http://schemas.microsoft.com/office/drawing/2014/main" id="{C1527FCC-A7F0-D91E-4722-5D0F20301F01}"/>
                </a:ext>
              </a:extLst>
            </p:cNvPr>
            <p:cNvSpPr/>
            <p:nvPr/>
          </p:nvSpPr>
          <p:spPr>
            <a:xfrm>
              <a:off x="7745940" y="3174806"/>
              <a:ext cx="25651" cy="61860"/>
            </a:xfrm>
            <a:custGeom>
              <a:avLst/>
              <a:gdLst/>
              <a:ahLst/>
              <a:cxnLst/>
              <a:rect l="l" t="t" r="r" b="b"/>
              <a:pathLst>
                <a:path w="294" h="709" extrusionOk="0">
                  <a:moveTo>
                    <a:pt x="241" y="0"/>
                  </a:moveTo>
                  <a:cubicBezTo>
                    <a:pt x="241" y="0"/>
                    <a:pt x="171" y="123"/>
                    <a:pt x="124" y="269"/>
                  </a:cubicBezTo>
                  <a:cubicBezTo>
                    <a:pt x="71" y="416"/>
                    <a:pt x="1" y="586"/>
                    <a:pt x="1" y="709"/>
                  </a:cubicBezTo>
                  <a:lnTo>
                    <a:pt x="71" y="709"/>
                  </a:lnTo>
                  <a:cubicBezTo>
                    <a:pt x="71" y="609"/>
                    <a:pt x="147" y="439"/>
                    <a:pt x="194" y="293"/>
                  </a:cubicBezTo>
                  <a:cubicBezTo>
                    <a:pt x="218" y="223"/>
                    <a:pt x="241" y="170"/>
                    <a:pt x="270" y="123"/>
                  </a:cubicBezTo>
                  <a:cubicBezTo>
                    <a:pt x="294" y="76"/>
                    <a:pt x="294" y="47"/>
                    <a:pt x="294" y="47"/>
                  </a:cubicBezTo>
                  <a:lnTo>
                    <a:pt x="2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2">
              <a:extLst>
                <a:ext uri="{FF2B5EF4-FFF2-40B4-BE49-F238E27FC236}">
                  <a16:creationId xmlns:a16="http://schemas.microsoft.com/office/drawing/2014/main" id="{53C7434C-0B7B-4C7C-D327-DBD16E22D809}"/>
                </a:ext>
              </a:extLst>
            </p:cNvPr>
            <p:cNvSpPr/>
            <p:nvPr/>
          </p:nvSpPr>
          <p:spPr>
            <a:xfrm>
              <a:off x="7335261" y="3070543"/>
              <a:ext cx="38390" cy="104351"/>
            </a:xfrm>
            <a:custGeom>
              <a:avLst/>
              <a:gdLst/>
              <a:ahLst/>
              <a:cxnLst/>
              <a:rect l="l" t="t" r="r" b="b"/>
              <a:pathLst>
                <a:path w="440" h="1196" extrusionOk="0">
                  <a:moveTo>
                    <a:pt x="387" y="1"/>
                  </a:moveTo>
                  <a:cubicBezTo>
                    <a:pt x="387" y="1"/>
                    <a:pt x="71" y="539"/>
                    <a:pt x="0" y="1172"/>
                  </a:cubicBezTo>
                  <a:lnTo>
                    <a:pt x="71" y="1195"/>
                  </a:lnTo>
                  <a:cubicBezTo>
                    <a:pt x="94" y="879"/>
                    <a:pt x="194" y="586"/>
                    <a:pt x="293" y="364"/>
                  </a:cubicBezTo>
                  <a:cubicBezTo>
                    <a:pt x="317" y="270"/>
                    <a:pt x="363" y="170"/>
                    <a:pt x="387" y="124"/>
                  </a:cubicBezTo>
                  <a:cubicBezTo>
                    <a:pt x="410" y="100"/>
                    <a:pt x="439" y="71"/>
                    <a:pt x="439" y="48"/>
                  </a:cubicBezTo>
                  <a:lnTo>
                    <a:pt x="439" y="24"/>
                  </a:lnTo>
                  <a:lnTo>
                    <a:pt x="3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2">
              <a:extLst>
                <a:ext uri="{FF2B5EF4-FFF2-40B4-BE49-F238E27FC236}">
                  <a16:creationId xmlns:a16="http://schemas.microsoft.com/office/drawing/2014/main" id="{CD597591-674E-FCF7-BF64-2CDED58D190A}"/>
                </a:ext>
              </a:extLst>
            </p:cNvPr>
            <p:cNvSpPr/>
            <p:nvPr/>
          </p:nvSpPr>
          <p:spPr>
            <a:xfrm>
              <a:off x="7465000" y="2979106"/>
              <a:ext cx="161500" cy="57323"/>
            </a:xfrm>
            <a:custGeom>
              <a:avLst/>
              <a:gdLst/>
              <a:ahLst/>
              <a:cxnLst/>
              <a:rect l="l" t="t" r="r" b="b"/>
              <a:pathLst>
                <a:path w="1851" h="657" extrusionOk="0">
                  <a:moveTo>
                    <a:pt x="71" y="1"/>
                  </a:moveTo>
                  <a:lnTo>
                    <a:pt x="1" y="24"/>
                  </a:lnTo>
                  <a:cubicBezTo>
                    <a:pt x="1" y="24"/>
                    <a:pt x="24" y="170"/>
                    <a:pt x="124" y="340"/>
                  </a:cubicBezTo>
                  <a:cubicBezTo>
                    <a:pt x="241" y="487"/>
                    <a:pt x="463" y="656"/>
                    <a:pt x="803" y="656"/>
                  </a:cubicBezTo>
                  <a:cubicBezTo>
                    <a:pt x="1242" y="656"/>
                    <a:pt x="1488" y="510"/>
                    <a:pt x="1658" y="340"/>
                  </a:cubicBezTo>
                  <a:cubicBezTo>
                    <a:pt x="1804" y="170"/>
                    <a:pt x="1851" y="24"/>
                    <a:pt x="1851" y="24"/>
                  </a:cubicBezTo>
                  <a:lnTo>
                    <a:pt x="1781" y="1"/>
                  </a:lnTo>
                  <a:cubicBezTo>
                    <a:pt x="1757" y="24"/>
                    <a:pt x="1704" y="170"/>
                    <a:pt x="1558" y="317"/>
                  </a:cubicBezTo>
                  <a:cubicBezTo>
                    <a:pt x="1412" y="463"/>
                    <a:pt x="1195" y="586"/>
                    <a:pt x="803" y="586"/>
                  </a:cubicBezTo>
                  <a:cubicBezTo>
                    <a:pt x="463" y="586"/>
                    <a:pt x="293" y="440"/>
                    <a:pt x="194" y="293"/>
                  </a:cubicBezTo>
                  <a:cubicBezTo>
                    <a:pt x="147" y="217"/>
                    <a:pt x="94" y="147"/>
                    <a:pt x="94" y="94"/>
                  </a:cubicBezTo>
                  <a:cubicBezTo>
                    <a:pt x="71" y="71"/>
                    <a:pt x="71" y="47"/>
                    <a:pt x="71" y="24"/>
                  </a:cubicBezTo>
                  <a:lnTo>
                    <a:pt x="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42">
              <a:extLst>
                <a:ext uri="{FF2B5EF4-FFF2-40B4-BE49-F238E27FC236}">
                  <a16:creationId xmlns:a16="http://schemas.microsoft.com/office/drawing/2014/main" id="{0D6D8491-BF55-3F8B-DEC0-36DE93414370}"/>
                </a:ext>
              </a:extLst>
            </p:cNvPr>
            <p:cNvSpPr/>
            <p:nvPr/>
          </p:nvSpPr>
          <p:spPr>
            <a:xfrm>
              <a:off x="7799075" y="2382061"/>
              <a:ext cx="12913" cy="33155"/>
            </a:xfrm>
            <a:custGeom>
              <a:avLst/>
              <a:gdLst/>
              <a:ahLst/>
              <a:cxnLst/>
              <a:rect l="l" t="t" r="r" b="b"/>
              <a:pathLst>
                <a:path w="148" h="380" extrusionOk="0">
                  <a:moveTo>
                    <a:pt x="8" y="0"/>
                  </a:moveTo>
                  <a:cubicBezTo>
                    <a:pt x="1" y="0"/>
                    <a:pt x="1" y="11"/>
                    <a:pt x="1" y="11"/>
                  </a:cubicBezTo>
                  <a:lnTo>
                    <a:pt x="24" y="34"/>
                  </a:lnTo>
                  <a:lnTo>
                    <a:pt x="24" y="11"/>
                  </a:lnTo>
                  <a:cubicBezTo>
                    <a:pt x="16" y="3"/>
                    <a:pt x="11" y="0"/>
                    <a:pt x="8" y="0"/>
                  </a:cubicBezTo>
                  <a:close/>
                  <a:moveTo>
                    <a:pt x="24" y="34"/>
                  </a:moveTo>
                  <a:lnTo>
                    <a:pt x="24" y="110"/>
                  </a:lnTo>
                  <a:cubicBezTo>
                    <a:pt x="24" y="134"/>
                    <a:pt x="48" y="157"/>
                    <a:pt x="48" y="204"/>
                  </a:cubicBezTo>
                  <a:cubicBezTo>
                    <a:pt x="48" y="233"/>
                    <a:pt x="71" y="257"/>
                    <a:pt x="71" y="303"/>
                  </a:cubicBezTo>
                  <a:cubicBezTo>
                    <a:pt x="100" y="327"/>
                    <a:pt x="124" y="350"/>
                    <a:pt x="147" y="380"/>
                  </a:cubicBezTo>
                  <a:cubicBezTo>
                    <a:pt x="124" y="327"/>
                    <a:pt x="124" y="257"/>
                    <a:pt x="100" y="180"/>
                  </a:cubicBezTo>
                  <a:cubicBezTo>
                    <a:pt x="71" y="157"/>
                    <a:pt x="71" y="110"/>
                    <a:pt x="48" y="87"/>
                  </a:cubicBezTo>
                  <a:lnTo>
                    <a:pt x="24" y="34"/>
                  </a:ln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2">
              <a:extLst>
                <a:ext uri="{FF2B5EF4-FFF2-40B4-BE49-F238E27FC236}">
                  <a16:creationId xmlns:a16="http://schemas.microsoft.com/office/drawing/2014/main" id="{E46820FD-81F9-5BAD-974F-30867F441167}"/>
                </a:ext>
              </a:extLst>
            </p:cNvPr>
            <p:cNvSpPr/>
            <p:nvPr/>
          </p:nvSpPr>
          <p:spPr>
            <a:xfrm rot="-4310537">
              <a:off x="8011373" y="4438002"/>
              <a:ext cx="332160" cy="8725"/>
            </a:xfrm>
            <a:custGeom>
              <a:avLst/>
              <a:gdLst/>
              <a:ahLst/>
              <a:cxnLst/>
              <a:rect l="l" t="t" r="r" b="b"/>
              <a:pathLst>
                <a:path w="3807" h="100" extrusionOk="0">
                  <a:moveTo>
                    <a:pt x="1" y="0"/>
                  </a:moveTo>
                  <a:lnTo>
                    <a:pt x="1" y="76"/>
                  </a:lnTo>
                  <a:lnTo>
                    <a:pt x="3807" y="100"/>
                  </a:lnTo>
                  <a:lnTo>
                    <a:pt x="3807" y="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2">
              <a:extLst>
                <a:ext uri="{FF2B5EF4-FFF2-40B4-BE49-F238E27FC236}">
                  <a16:creationId xmlns:a16="http://schemas.microsoft.com/office/drawing/2014/main" id="{4FC22965-E413-0131-FB96-328A4D9CB5D7}"/>
                </a:ext>
              </a:extLst>
            </p:cNvPr>
            <p:cNvSpPr/>
            <p:nvPr/>
          </p:nvSpPr>
          <p:spPr>
            <a:xfrm flipH="1">
              <a:off x="7699082" y="1313174"/>
              <a:ext cx="656953" cy="232605"/>
            </a:xfrm>
            <a:custGeom>
              <a:avLst/>
              <a:gdLst/>
              <a:ahLst/>
              <a:cxnLst/>
              <a:rect l="l" t="t" r="r" b="b"/>
              <a:pathLst>
                <a:path w="12744" h="4512" extrusionOk="0">
                  <a:moveTo>
                    <a:pt x="7302" y="1"/>
                  </a:moveTo>
                  <a:cubicBezTo>
                    <a:pt x="6564" y="1"/>
                    <a:pt x="5857" y="546"/>
                    <a:pt x="5534" y="1053"/>
                  </a:cubicBezTo>
                  <a:cubicBezTo>
                    <a:pt x="5150" y="1599"/>
                    <a:pt x="4958" y="2237"/>
                    <a:pt x="4866" y="2883"/>
                  </a:cubicBezTo>
                  <a:cubicBezTo>
                    <a:pt x="4543" y="2498"/>
                    <a:pt x="3936" y="2175"/>
                    <a:pt x="3390" y="2175"/>
                  </a:cubicBezTo>
                  <a:cubicBezTo>
                    <a:pt x="3006" y="2175"/>
                    <a:pt x="2652" y="2337"/>
                    <a:pt x="2460" y="2752"/>
                  </a:cubicBezTo>
                  <a:cubicBezTo>
                    <a:pt x="2268" y="3167"/>
                    <a:pt x="2307" y="3651"/>
                    <a:pt x="2307" y="4097"/>
                  </a:cubicBezTo>
                  <a:cubicBezTo>
                    <a:pt x="2076" y="4035"/>
                    <a:pt x="1853" y="4005"/>
                    <a:pt x="1630" y="4005"/>
                  </a:cubicBezTo>
                  <a:cubicBezTo>
                    <a:pt x="1054" y="4005"/>
                    <a:pt x="477" y="4197"/>
                    <a:pt x="1" y="4512"/>
                  </a:cubicBezTo>
                  <a:lnTo>
                    <a:pt x="12713" y="4512"/>
                  </a:lnTo>
                  <a:cubicBezTo>
                    <a:pt x="12743" y="3620"/>
                    <a:pt x="12490" y="2752"/>
                    <a:pt x="12036" y="2306"/>
                  </a:cubicBezTo>
                  <a:cubicBezTo>
                    <a:pt x="11783" y="2014"/>
                    <a:pt x="11337" y="1822"/>
                    <a:pt x="10914" y="1822"/>
                  </a:cubicBezTo>
                  <a:cubicBezTo>
                    <a:pt x="10791" y="1822"/>
                    <a:pt x="10691" y="1822"/>
                    <a:pt x="10599" y="1853"/>
                  </a:cubicBezTo>
                  <a:cubicBezTo>
                    <a:pt x="9953" y="2014"/>
                    <a:pt x="9538" y="2468"/>
                    <a:pt x="9123" y="2752"/>
                  </a:cubicBezTo>
                  <a:cubicBezTo>
                    <a:pt x="8962" y="1538"/>
                    <a:pt x="8455" y="385"/>
                    <a:pt x="7909" y="162"/>
                  </a:cubicBezTo>
                  <a:cubicBezTo>
                    <a:pt x="7717" y="62"/>
                    <a:pt x="7494" y="1"/>
                    <a:pt x="7302" y="1"/>
                  </a:cubicBezTo>
                  <a:close/>
                </a:path>
              </a:pathLst>
            </a:custGeom>
            <a:solidFill>
              <a:srgbClr val="EBF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2">
              <a:extLst>
                <a:ext uri="{FF2B5EF4-FFF2-40B4-BE49-F238E27FC236}">
                  <a16:creationId xmlns:a16="http://schemas.microsoft.com/office/drawing/2014/main" id="{35E35506-28CD-68C7-0E21-6590A641C872}"/>
                </a:ext>
              </a:extLst>
            </p:cNvPr>
            <p:cNvSpPr/>
            <p:nvPr/>
          </p:nvSpPr>
          <p:spPr>
            <a:xfrm>
              <a:off x="4803012" y="907274"/>
              <a:ext cx="928177" cy="328620"/>
            </a:xfrm>
            <a:custGeom>
              <a:avLst/>
              <a:gdLst/>
              <a:ahLst/>
              <a:cxnLst/>
              <a:rect l="l" t="t" r="r" b="b"/>
              <a:pathLst>
                <a:path w="12744" h="4512" extrusionOk="0">
                  <a:moveTo>
                    <a:pt x="7302" y="1"/>
                  </a:moveTo>
                  <a:cubicBezTo>
                    <a:pt x="6564" y="1"/>
                    <a:pt x="5857" y="546"/>
                    <a:pt x="5534" y="1053"/>
                  </a:cubicBezTo>
                  <a:cubicBezTo>
                    <a:pt x="5150" y="1599"/>
                    <a:pt x="4958" y="2237"/>
                    <a:pt x="4866" y="2883"/>
                  </a:cubicBezTo>
                  <a:cubicBezTo>
                    <a:pt x="4543" y="2498"/>
                    <a:pt x="3936" y="2175"/>
                    <a:pt x="3390" y="2175"/>
                  </a:cubicBezTo>
                  <a:cubicBezTo>
                    <a:pt x="3006" y="2175"/>
                    <a:pt x="2652" y="2337"/>
                    <a:pt x="2460" y="2752"/>
                  </a:cubicBezTo>
                  <a:cubicBezTo>
                    <a:pt x="2268" y="3167"/>
                    <a:pt x="2307" y="3651"/>
                    <a:pt x="2307" y="4097"/>
                  </a:cubicBezTo>
                  <a:cubicBezTo>
                    <a:pt x="2076" y="4035"/>
                    <a:pt x="1853" y="4005"/>
                    <a:pt x="1630" y="4005"/>
                  </a:cubicBezTo>
                  <a:cubicBezTo>
                    <a:pt x="1054" y="4005"/>
                    <a:pt x="477" y="4197"/>
                    <a:pt x="1" y="4512"/>
                  </a:cubicBezTo>
                  <a:lnTo>
                    <a:pt x="12713" y="4512"/>
                  </a:lnTo>
                  <a:cubicBezTo>
                    <a:pt x="12743" y="3620"/>
                    <a:pt x="12490" y="2752"/>
                    <a:pt x="12036" y="2306"/>
                  </a:cubicBezTo>
                  <a:cubicBezTo>
                    <a:pt x="11783" y="2014"/>
                    <a:pt x="11337" y="1822"/>
                    <a:pt x="10914" y="1822"/>
                  </a:cubicBezTo>
                  <a:cubicBezTo>
                    <a:pt x="10791" y="1822"/>
                    <a:pt x="10691" y="1822"/>
                    <a:pt x="10599" y="1853"/>
                  </a:cubicBezTo>
                  <a:cubicBezTo>
                    <a:pt x="9953" y="2014"/>
                    <a:pt x="9538" y="2468"/>
                    <a:pt x="9123" y="2752"/>
                  </a:cubicBezTo>
                  <a:cubicBezTo>
                    <a:pt x="8962" y="1538"/>
                    <a:pt x="8455" y="385"/>
                    <a:pt x="7909" y="162"/>
                  </a:cubicBezTo>
                  <a:cubicBezTo>
                    <a:pt x="7717" y="62"/>
                    <a:pt x="7494" y="1"/>
                    <a:pt x="7302" y="1"/>
                  </a:cubicBezTo>
                  <a:close/>
                </a:path>
              </a:pathLst>
            </a:custGeom>
            <a:solidFill>
              <a:srgbClr val="EBF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17918D5-F260-5748-276C-E8563DF77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19" y="534936"/>
            <a:ext cx="3027503" cy="19391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06EC67-DD60-2B80-0724-7AE9E6DBC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262" y="1700223"/>
            <a:ext cx="5288738" cy="3421677"/>
          </a:xfrm>
          <a:prstGeom prst="rect">
            <a:avLst/>
          </a:prstGeom>
        </p:spPr>
      </p:pic>
      <p:cxnSp>
        <p:nvCxnSpPr>
          <p:cNvPr id="1609" name="Google Shape;2959;p55">
            <a:extLst>
              <a:ext uri="{FF2B5EF4-FFF2-40B4-BE49-F238E27FC236}">
                <a16:creationId xmlns:a16="http://schemas.microsoft.com/office/drawing/2014/main" id="{B6B2087A-F493-AA5F-181A-3CEF3BEA2986}"/>
              </a:ext>
            </a:extLst>
          </p:cNvPr>
          <p:cNvCxnSpPr>
            <a:cxnSpLocks/>
          </p:cNvCxnSpPr>
          <p:nvPr/>
        </p:nvCxnSpPr>
        <p:spPr>
          <a:xfrm>
            <a:off x="388436" y="2653561"/>
            <a:ext cx="188948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" name="Google Shape;2299;p45">
            <a:extLst>
              <a:ext uri="{FF2B5EF4-FFF2-40B4-BE49-F238E27FC236}">
                <a16:creationId xmlns:a16="http://schemas.microsoft.com/office/drawing/2014/main" id="{A65F2C46-CADB-ACD0-8A5B-7F5766C2D293}"/>
              </a:ext>
            </a:extLst>
          </p:cNvPr>
          <p:cNvSpPr txBox="1">
            <a:spLocks/>
          </p:cNvSpPr>
          <p:nvPr/>
        </p:nvSpPr>
        <p:spPr>
          <a:xfrm>
            <a:off x="576384" y="2452805"/>
            <a:ext cx="3242878" cy="11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/>
              <a:t>Employees by department pie chart shows the proportion of people working in the specific department. Most of employees are in R &amp; D group (65%)</a:t>
            </a:r>
          </a:p>
        </p:txBody>
      </p:sp>
      <p:cxnSp>
        <p:nvCxnSpPr>
          <p:cNvPr id="27" name="Google Shape;2959;p55">
            <a:extLst>
              <a:ext uri="{FF2B5EF4-FFF2-40B4-BE49-F238E27FC236}">
                <a16:creationId xmlns:a16="http://schemas.microsoft.com/office/drawing/2014/main" id="{3CFF06FF-CE4C-E380-6A6D-BD1716AFDFF3}"/>
              </a:ext>
            </a:extLst>
          </p:cNvPr>
          <p:cNvCxnSpPr>
            <a:cxnSpLocks/>
          </p:cNvCxnSpPr>
          <p:nvPr/>
        </p:nvCxnSpPr>
        <p:spPr>
          <a:xfrm>
            <a:off x="3824036" y="566761"/>
            <a:ext cx="188948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8" name="Google Shape;2299;p45">
            <a:extLst>
              <a:ext uri="{FF2B5EF4-FFF2-40B4-BE49-F238E27FC236}">
                <a16:creationId xmlns:a16="http://schemas.microsoft.com/office/drawing/2014/main" id="{0F1F75FE-831A-2C30-30EF-F1A9CFEA8A63}"/>
              </a:ext>
            </a:extLst>
          </p:cNvPr>
          <p:cNvSpPr txBox="1">
            <a:spLocks/>
          </p:cNvSpPr>
          <p:nvPr/>
        </p:nvSpPr>
        <p:spPr>
          <a:xfrm>
            <a:off x="4011984" y="366005"/>
            <a:ext cx="5132016" cy="72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/>
              <a:t>Job satisfaction table tries to uncover trends on how well people with different job roles are motivated at work</a:t>
            </a:r>
          </a:p>
        </p:txBody>
      </p:sp>
      <p:cxnSp>
        <p:nvCxnSpPr>
          <p:cNvPr id="29" name="Google Shape;2959;p55">
            <a:extLst>
              <a:ext uri="{FF2B5EF4-FFF2-40B4-BE49-F238E27FC236}">
                <a16:creationId xmlns:a16="http://schemas.microsoft.com/office/drawing/2014/main" id="{E41D1C4A-DB40-57D4-D065-BBD1F9F62267}"/>
              </a:ext>
            </a:extLst>
          </p:cNvPr>
          <p:cNvCxnSpPr>
            <a:cxnSpLocks/>
          </p:cNvCxnSpPr>
          <p:nvPr/>
        </p:nvCxnSpPr>
        <p:spPr>
          <a:xfrm>
            <a:off x="3861236" y="1295161"/>
            <a:ext cx="188948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0" name="Google Shape;2299;p45">
            <a:extLst>
              <a:ext uri="{FF2B5EF4-FFF2-40B4-BE49-F238E27FC236}">
                <a16:creationId xmlns:a16="http://schemas.microsoft.com/office/drawing/2014/main" id="{A14E9024-B273-E752-0BDA-AA3F1F56ABCE}"/>
              </a:ext>
            </a:extLst>
          </p:cNvPr>
          <p:cNvSpPr txBox="1">
            <a:spLocks/>
          </p:cNvSpPr>
          <p:nvPr/>
        </p:nvSpPr>
        <p:spPr>
          <a:xfrm>
            <a:off x="4049184" y="1094406"/>
            <a:ext cx="5087616" cy="53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/>
              <a:t>Most of Sales Executives (112) have the best job satisfaction level (4)</a:t>
            </a:r>
          </a:p>
        </p:txBody>
      </p:sp>
    </p:spTree>
    <p:extLst>
      <p:ext uri="{BB962C8B-B14F-4D97-AF65-F5344CB8AC3E}">
        <p14:creationId xmlns:p14="http://schemas.microsoft.com/office/powerpoint/2010/main" val="2981649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1">
          <a:extLst>
            <a:ext uri="{FF2B5EF4-FFF2-40B4-BE49-F238E27FC236}">
              <a16:creationId xmlns:a16="http://schemas.microsoft.com/office/drawing/2014/main" id="{FD07858D-8661-5427-A149-5B71ABF11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3" name="Google Shape;2593;p52">
            <a:extLst>
              <a:ext uri="{FF2B5EF4-FFF2-40B4-BE49-F238E27FC236}">
                <a16:creationId xmlns:a16="http://schemas.microsoft.com/office/drawing/2014/main" id="{E4B23F03-BE05-13B4-D594-007E40757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1825" y="2505625"/>
            <a:ext cx="4257900" cy="91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Attrition by education section</a:t>
            </a:r>
          </a:p>
        </p:txBody>
      </p:sp>
      <p:sp>
        <p:nvSpPr>
          <p:cNvPr id="2594" name="Google Shape;2594;p52">
            <a:extLst>
              <a:ext uri="{FF2B5EF4-FFF2-40B4-BE49-F238E27FC236}">
                <a16:creationId xmlns:a16="http://schemas.microsoft.com/office/drawing/2014/main" id="{BFF9516B-B8DB-6CF8-DE21-917B446F7E7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61825" y="1491425"/>
            <a:ext cx="1907700" cy="9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595" name="Google Shape;2595;p52">
            <a:extLst>
              <a:ext uri="{FF2B5EF4-FFF2-40B4-BE49-F238E27FC236}">
                <a16:creationId xmlns:a16="http://schemas.microsoft.com/office/drawing/2014/main" id="{12D70674-8646-1258-1654-07034543CF82}"/>
              </a:ext>
            </a:extLst>
          </p:cNvPr>
          <p:cNvGrpSpPr/>
          <p:nvPr/>
        </p:nvGrpSpPr>
        <p:grpSpPr>
          <a:xfrm>
            <a:off x="3605350" y="1341850"/>
            <a:ext cx="5008400" cy="3537774"/>
            <a:chOff x="3605350" y="1341850"/>
            <a:chExt cx="5008400" cy="3537774"/>
          </a:xfrm>
        </p:grpSpPr>
        <p:sp>
          <p:nvSpPr>
            <p:cNvPr id="2596" name="Google Shape;2596;p52">
              <a:extLst>
                <a:ext uri="{FF2B5EF4-FFF2-40B4-BE49-F238E27FC236}">
                  <a16:creationId xmlns:a16="http://schemas.microsoft.com/office/drawing/2014/main" id="{245F8B57-0396-14F3-3C86-6BAF90C9B273}"/>
                </a:ext>
              </a:extLst>
            </p:cNvPr>
            <p:cNvSpPr/>
            <p:nvPr/>
          </p:nvSpPr>
          <p:spPr>
            <a:xfrm>
              <a:off x="7254675" y="3651575"/>
              <a:ext cx="533900" cy="1196800"/>
            </a:xfrm>
            <a:custGeom>
              <a:avLst/>
              <a:gdLst/>
              <a:ahLst/>
              <a:cxnLst/>
              <a:rect l="l" t="t" r="r" b="b"/>
              <a:pathLst>
                <a:path w="21356" h="47872" extrusionOk="0">
                  <a:moveTo>
                    <a:pt x="13617" y="0"/>
                  </a:moveTo>
                  <a:cubicBezTo>
                    <a:pt x="13266" y="0"/>
                    <a:pt x="12912" y="27"/>
                    <a:pt x="12558" y="78"/>
                  </a:cubicBezTo>
                  <a:cubicBezTo>
                    <a:pt x="7550" y="895"/>
                    <a:pt x="4697" y="6022"/>
                    <a:pt x="3151" y="10362"/>
                  </a:cubicBezTo>
                  <a:cubicBezTo>
                    <a:pt x="1724" y="14508"/>
                    <a:pt x="981" y="18848"/>
                    <a:pt x="610" y="23187"/>
                  </a:cubicBezTo>
                  <a:cubicBezTo>
                    <a:pt x="0" y="29503"/>
                    <a:pt x="60" y="35878"/>
                    <a:pt x="431" y="42254"/>
                  </a:cubicBezTo>
                  <a:cubicBezTo>
                    <a:pt x="550" y="44111"/>
                    <a:pt x="669" y="45969"/>
                    <a:pt x="922" y="47827"/>
                  </a:cubicBezTo>
                  <a:cubicBezTo>
                    <a:pt x="922" y="47856"/>
                    <a:pt x="937" y="47871"/>
                    <a:pt x="952" y="47871"/>
                  </a:cubicBezTo>
                  <a:cubicBezTo>
                    <a:pt x="966" y="47871"/>
                    <a:pt x="981" y="47856"/>
                    <a:pt x="981" y="47827"/>
                  </a:cubicBezTo>
                  <a:cubicBezTo>
                    <a:pt x="550" y="41020"/>
                    <a:pt x="119" y="34258"/>
                    <a:pt x="491" y="27512"/>
                  </a:cubicBezTo>
                  <a:cubicBezTo>
                    <a:pt x="669" y="22741"/>
                    <a:pt x="1234" y="17986"/>
                    <a:pt x="2467" y="13334"/>
                  </a:cubicBezTo>
                  <a:cubicBezTo>
                    <a:pt x="3716" y="8564"/>
                    <a:pt x="6123" y="2381"/>
                    <a:pt x="11325" y="643"/>
                  </a:cubicBezTo>
                  <a:cubicBezTo>
                    <a:pt x="12108" y="359"/>
                    <a:pt x="12935" y="209"/>
                    <a:pt x="13755" y="209"/>
                  </a:cubicBezTo>
                  <a:cubicBezTo>
                    <a:pt x="15081" y="209"/>
                    <a:pt x="16388" y="600"/>
                    <a:pt x="17462" y="1445"/>
                  </a:cubicBezTo>
                  <a:cubicBezTo>
                    <a:pt x="20494" y="3927"/>
                    <a:pt x="20984" y="8697"/>
                    <a:pt x="21103" y="12338"/>
                  </a:cubicBezTo>
                  <a:cubicBezTo>
                    <a:pt x="21237" y="16366"/>
                    <a:pt x="20806" y="20393"/>
                    <a:pt x="20182" y="24361"/>
                  </a:cubicBezTo>
                  <a:cubicBezTo>
                    <a:pt x="19246" y="30424"/>
                    <a:pt x="17834" y="36369"/>
                    <a:pt x="16214" y="42254"/>
                  </a:cubicBezTo>
                  <a:cubicBezTo>
                    <a:pt x="15723" y="44111"/>
                    <a:pt x="15233" y="45910"/>
                    <a:pt x="14668" y="47767"/>
                  </a:cubicBezTo>
                  <a:cubicBezTo>
                    <a:pt x="14668" y="47809"/>
                    <a:pt x="14728" y="47851"/>
                    <a:pt x="14789" y="47851"/>
                  </a:cubicBezTo>
                  <a:cubicBezTo>
                    <a:pt x="14814" y="47851"/>
                    <a:pt x="14840" y="47844"/>
                    <a:pt x="14862" y="47827"/>
                  </a:cubicBezTo>
                  <a:cubicBezTo>
                    <a:pt x="16838" y="41258"/>
                    <a:pt x="18577" y="34511"/>
                    <a:pt x="19810" y="27764"/>
                  </a:cubicBezTo>
                  <a:cubicBezTo>
                    <a:pt x="20613" y="23365"/>
                    <a:pt x="21237" y="18848"/>
                    <a:pt x="21296" y="14330"/>
                  </a:cubicBezTo>
                  <a:cubicBezTo>
                    <a:pt x="21356" y="11595"/>
                    <a:pt x="21178" y="8816"/>
                    <a:pt x="20434" y="6156"/>
                  </a:cubicBezTo>
                  <a:cubicBezTo>
                    <a:pt x="19989" y="4611"/>
                    <a:pt x="19320" y="3050"/>
                    <a:pt x="18131" y="1876"/>
                  </a:cubicBezTo>
                  <a:cubicBezTo>
                    <a:pt x="16902" y="598"/>
                    <a:pt x="15296" y="0"/>
                    <a:pt x="13617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52">
              <a:extLst>
                <a:ext uri="{FF2B5EF4-FFF2-40B4-BE49-F238E27FC236}">
                  <a16:creationId xmlns:a16="http://schemas.microsoft.com/office/drawing/2014/main" id="{4075E703-88FA-C747-D6F4-AAC62FC5CF37}"/>
                </a:ext>
              </a:extLst>
            </p:cNvPr>
            <p:cNvSpPr/>
            <p:nvPr/>
          </p:nvSpPr>
          <p:spPr>
            <a:xfrm>
              <a:off x="7447875" y="3656850"/>
              <a:ext cx="178350" cy="1188925"/>
            </a:xfrm>
            <a:custGeom>
              <a:avLst/>
              <a:gdLst/>
              <a:ahLst/>
              <a:cxnLst/>
              <a:rect l="l" t="t" r="r" b="b"/>
              <a:pathLst>
                <a:path w="7134" h="47557" fill="none" extrusionOk="0">
                  <a:moveTo>
                    <a:pt x="7134" y="1"/>
                  </a:moveTo>
                  <a:lnTo>
                    <a:pt x="0" y="47556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52">
              <a:extLst>
                <a:ext uri="{FF2B5EF4-FFF2-40B4-BE49-F238E27FC236}">
                  <a16:creationId xmlns:a16="http://schemas.microsoft.com/office/drawing/2014/main" id="{1A662FB9-8A6A-D7F2-C62C-DF284C21A766}"/>
                </a:ext>
              </a:extLst>
            </p:cNvPr>
            <p:cNvSpPr/>
            <p:nvPr/>
          </p:nvSpPr>
          <p:spPr>
            <a:xfrm>
              <a:off x="7869175" y="4104250"/>
              <a:ext cx="561775" cy="744125"/>
            </a:xfrm>
            <a:custGeom>
              <a:avLst/>
              <a:gdLst/>
              <a:ahLst/>
              <a:cxnLst/>
              <a:rect l="l" t="t" r="r" b="b"/>
              <a:pathLst>
                <a:path w="22471" h="29765" extrusionOk="0">
                  <a:moveTo>
                    <a:pt x="15839" y="1"/>
                  </a:moveTo>
                  <a:cubicBezTo>
                    <a:pt x="14731" y="1"/>
                    <a:pt x="13610" y="264"/>
                    <a:pt x="12633" y="741"/>
                  </a:cubicBezTo>
                  <a:cubicBezTo>
                    <a:pt x="9155" y="2539"/>
                    <a:pt x="6926" y="6254"/>
                    <a:pt x="5262" y="9657"/>
                  </a:cubicBezTo>
                  <a:cubicBezTo>
                    <a:pt x="3954" y="12436"/>
                    <a:pt x="2914" y="15408"/>
                    <a:pt x="2096" y="18381"/>
                  </a:cubicBezTo>
                  <a:cubicBezTo>
                    <a:pt x="1115" y="22096"/>
                    <a:pt x="372" y="25886"/>
                    <a:pt x="1" y="29720"/>
                  </a:cubicBezTo>
                  <a:cubicBezTo>
                    <a:pt x="1" y="29749"/>
                    <a:pt x="30" y="29764"/>
                    <a:pt x="60" y="29764"/>
                  </a:cubicBezTo>
                  <a:cubicBezTo>
                    <a:pt x="90" y="29764"/>
                    <a:pt x="120" y="29749"/>
                    <a:pt x="120" y="29720"/>
                  </a:cubicBezTo>
                  <a:cubicBezTo>
                    <a:pt x="982" y="23656"/>
                    <a:pt x="2096" y="17638"/>
                    <a:pt x="4459" y="11946"/>
                  </a:cubicBezTo>
                  <a:cubicBezTo>
                    <a:pt x="6005" y="8171"/>
                    <a:pt x="8115" y="4144"/>
                    <a:pt x="11518" y="1662"/>
                  </a:cubicBezTo>
                  <a:cubicBezTo>
                    <a:pt x="12807" y="758"/>
                    <a:pt x="14394" y="165"/>
                    <a:pt x="15953" y="165"/>
                  </a:cubicBezTo>
                  <a:cubicBezTo>
                    <a:pt x="17162" y="165"/>
                    <a:pt x="18354" y="521"/>
                    <a:pt x="19380" y="1365"/>
                  </a:cubicBezTo>
                  <a:cubicBezTo>
                    <a:pt x="22159" y="3653"/>
                    <a:pt x="21416" y="8052"/>
                    <a:pt x="20613" y="11024"/>
                  </a:cubicBezTo>
                  <a:cubicBezTo>
                    <a:pt x="18889" y="17712"/>
                    <a:pt x="15174" y="23775"/>
                    <a:pt x="11637" y="29660"/>
                  </a:cubicBezTo>
                  <a:cubicBezTo>
                    <a:pt x="11595" y="29702"/>
                    <a:pt x="11642" y="29744"/>
                    <a:pt x="11694" y="29744"/>
                  </a:cubicBezTo>
                  <a:cubicBezTo>
                    <a:pt x="11716" y="29744"/>
                    <a:pt x="11738" y="29737"/>
                    <a:pt x="11756" y="29720"/>
                  </a:cubicBezTo>
                  <a:cubicBezTo>
                    <a:pt x="13807" y="26629"/>
                    <a:pt x="15605" y="23404"/>
                    <a:pt x="17269" y="20119"/>
                  </a:cubicBezTo>
                  <a:cubicBezTo>
                    <a:pt x="18518" y="17519"/>
                    <a:pt x="19692" y="14859"/>
                    <a:pt x="20494" y="12065"/>
                  </a:cubicBezTo>
                  <a:cubicBezTo>
                    <a:pt x="21416" y="9033"/>
                    <a:pt x="22471" y="4575"/>
                    <a:pt x="20123" y="1855"/>
                  </a:cubicBezTo>
                  <a:cubicBezTo>
                    <a:pt x="19054" y="566"/>
                    <a:pt x="17461" y="1"/>
                    <a:pt x="15839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52">
              <a:extLst>
                <a:ext uri="{FF2B5EF4-FFF2-40B4-BE49-F238E27FC236}">
                  <a16:creationId xmlns:a16="http://schemas.microsoft.com/office/drawing/2014/main" id="{BCFCE18C-6A77-BBAA-BC9B-7445594B1F37}"/>
                </a:ext>
              </a:extLst>
            </p:cNvPr>
            <p:cNvSpPr/>
            <p:nvPr/>
          </p:nvSpPr>
          <p:spPr>
            <a:xfrm>
              <a:off x="8020775" y="4117925"/>
              <a:ext cx="305050" cy="727850"/>
            </a:xfrm>
            <a:custGeom>
              <a:avLst/>
              <a:gdLst/>
              <a:ahLst/>
              <a:cxnLst/>
              <a:rect l="l" t="t" r="r" b="b"/>
              <a:pathLst>
                <a:path w="12202" h="29114" fill="none" extrusionOk="0">
                  <a:moveTo>
                    <a:pt x="12201" y="0"/>
                  </a:moveTo>
                  <a:lnTo>
                    <a:pt x="0" y="29113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52">
              <a:extLst>
                <a:ext uri="{FF2B5EF4-FFF2-40B4-BE49-F238E27FC236}">
                  <a16:creationId xmlns:a16="http://schemas.microsoft.com/office/drawing/2014/main" id="{3CA63DD3-F0C7-A241-FDC4-3CD321AABC6E}"/>
                </a:ext>
              </a:extLst>
            </p:cNvPr>
            <p:cNvSpPr/>
            <p:nvPr/>
          </p:nvSpPr>
          <p:spPr>
            <a:xfrm>
              <a:off x="7468875" y="3756925"/>
              <a:ext cx="681950" cy="1092425"/>
            </a:xfrm>
            <a:custGeom>
              <a:avLst/>
              <a:gdLst/>
              <a:ahLst/>
              <a:cxnLst/>
              <a:rect l="l" t="t" r="r" b="b"/>
              <a:pathLst>
                <a:path w="27278" h="43697" extrusionOk="0">
                  <a:moveTo>
                    <a:pt x="20843" y="1"/>
                  </a:moveTo>
                  <a:cubicBezTo>
                    <a:pt x="20544" y="1"/>
                    <a:pt x="20232" y="28"/>
                    <a:pt x="19906" y="84"/>
                  </a:cubicBezTo>
                  <a:cubicBezTo>
                    <a:pt x="17246" y="575"/>
                    <a:pt x="15017" y="2685"/>
                    <a:pt x="13412" y="4662"/>
                  </a:cubicBezTo>
                  <a:cubicBezTo>
                    <a:pt x="10930" y="7634"/>
                    <a:pt x="9385" y="11171"/>
                    <a:pt x="8077" y="14752"/>
                  </a:cubicBezTo>
                  <a:cubicBezTo>
                    <a:pt x="4986" y="22926"/>
                    <a:pt x="2638" y="31412"/>
                    <a:pt x="721" y="40016"/>
                  </a:cubicBezTo>
                  <a:cubicBezTo>
                    <a:pt x="468" y="41131"/>
                    <a:pt x="215" y="42305"/>
                    <a:pt x="37" y="43494"/>
                  </a:cubicBezTo>
                  <a:cubicBezTo>
                    <a:pt x="0" y="43567"/>
                    <a:pt x="54" y="43618"/>
                    <a:pt x="115" y="43618"/>
                  </a:cubicBezTo>
                  <a:cubicBezTo>
                    <a:pt x="153" y="43618"/>
                    <a:pt x="193" y="43599"/>
                    <a:pt x="215" y="43553"/>
                  </a:cubicBezTo>
                  <a:cubicBezTo>
                    <a:pt x="1895" y="35127"/>
                    <a:pt x="4064" y="26894"/>
                    <a:pt x="6843" y="18780"/>
                  </a:cubicBezTo>
                  <a:cubicBezTo>
                    <a:pt x="8151" y="14946"/>
                    <a:pt x="9444" y="11037"/>
                    <a:pt x="11614" y="7574"/>
                  </a:cubicBezTo>
                  <a:cubicBezTo>
                    <a:pt x="13159" y="4974"/>
                    <a:pt x="15270" y="2373"/>
                    <a:pt x="18049" y="946"/>
                  </a:cubicBezTo>
                  <a:cubicBezTo>
                    <a:pt x="18942" y="500"/>
                    <a:pt x="19877" y="253"/>
                    <a:pt x="20787" y="253"/>
                  </a:cubicBezTo>
                  <a:cubicBezTo>
                    <a:pt x="22027" y="253"/>
                    <a:pt x="23218" y="712"/>
                    <a:pt x="24186" y="1749"/>
                  </a:cubicBezTo>
                  <a:cubicBezTo>
                    <a:pt x="25732" y="3547"/>
                    <a:pt x="26416" y="5895"/>
                    <a:pt x="26653" y="8124"/>
                  </a:cubicBezTo>
                  <a:cubicBezTo>
                    <a:pt x="26965" y="10918"/>
                    <a:pt x="26728" y="13772"/>
                    <a:pt x="26222" y="16491"/>
                  </a:cubicBezTo>
                  <a:cubicBezTo>
                    <a:pt x="25732" y="19582"/>
                    <a:pt x="24929" y="22614"/>
                    <a:pt x="24053" y="25586"/>
                  </a:cubicBezTo>
                  <a:cubicBezTo>
                    <a:pt x="22269" y="31233"/>
                    <a:pt x="20100" y="36673"/>
                    <a:pt x="17618" y="42067"/>
                  </a:cubicBezTo>
                  <a:cubicBezTo>
                    <a:pt x="17365" y="42558"/>
                    <a:pt x="17187" y="43048"/>
                    <a:pt x="16934" y="43613"/>
                  </a:cubicBezTo>
                  <a:cubicBezTo>
                    <a:pt x="16892" y="43655"/>
                    <a:pt x="16939" y="43697"/>
                    <a:pt x="16997" y="43697"/>
                  </a:cubicBezTo>
                  <a:cubicBezTo>
                    <a:pt x="17021" y="43697"/>
                    <a:pt x="17046" y="43690"/>
                    <a:pt x="17068" y="43672"/>
                  </a:cubicBezTo>
                  <a:cubicBezTo>
                    <a:pt x="19535" y="38411"/>
                    <a:pt x="21823" y="33017"/>
                    <a:pt x="23622" y="27444"/>
                  </a:cubicBezTo>
                  <a:cubicBezTo>
                    <a:pt x="25539" y="21693"/>
                    <a:pt x="27277" y="15377"/>
                    <a:pt x="26906" y="9179"/>
                  </a:cubicBezTo>
                  <a:cubicBezTo>
                    <a:pt x="26739" y="5649"/>
                    <a:pt x="25156" y="1"/>
                    <a:pt x="2084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52">
              <a:extLst>
                <a:ext uri="{FF2B5EF4-FFF2-40B4-BE49-F238E27FC236}">
                  <a16:creationId xmlns:a16="http://schemas.microsoft.com/office/drawing/2014/main" id="{259BE667-18E0-6EAD-CB75-750EC6ED815B}"/>
                </a:ext>
              </a:extLst>
            </p:cNvPr>
            <p:cNvSpPr/>
            <p:nvPr/>
          </p:nvSpPr>
          <p:spPr>
            <a:xfrm>
              <a:off x="7697175" y="3763475"/>
              <a:ext cx="323625" cy="1085275"/>
            </a:xfrm>
            <a:custGeom>
              <a:avLst/>
              <a:gdLst/>
              <a:ahLst/>
              <a:cxnLst/>
              <a:rect l="l" t="t" r="r" b="b"/>
              <a:pathLst>
                <a:path w="12945" h="43411" fill="none" extrusionOk="0">
                  <a:moveTo>
                    <a:pt x="12944" y="1"/>
                  </a:moveTo>
                  <a:lnTo>
                    <a:pt x="0" y="43410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52">
              <a:extLst>
                <a:ext uri="{FF2B5EF4-FFF2-40B4-BE49-F238E27FC236}">
                  <a16:creationId xmlns:a16="http://schemas.microsoft.com/office/drawing/2014/main" id="{CBD944ED-C0A4-2212-B28F-ABAB7A115E39}"/>
                </a:ext>
              </a:extLst>
            </p:cNvPr>
            <p:cNvSpPr/>
            <p:nvPr/>
          </p:nvSpPr>
          <p:spPr>
            <a:xfrm>
              <a:off x="8104800" y="4457275"/>
              <a:ext cx="508950" cy="390600"/>
            </a:xfrm>
            <a:custGeom>
              <a:avLst/>
              <a:gdLst/>
              <a:ahLst/>
              <a:cxnLst/>
              <a:rect l="l" t="t" r="r" b="b"/>
              <a:pathLst>
                <a:path w="20358" h="15624" extrusionOk="0">
                  <a:moveTo>
                    <a:pt x="15703" y="1"/>
                  </a:moveTo>
                  <a:cubicBezTo>
                    <a:pt x="14969" y="1"/>
                    <a:pt x="14242" y="101"/>
                    <a:pt x="13611" y="247"/>
                  </a:cubicBezTo>
                  <a:cubicBezTo>
                    <a:pt x="11248" y="738"/>
                    <a:pt x="9212" y="2283"/>
                    <a:pt x="7532" y="4022"/>
                  </a:cubicBezTo>
                  <a:cubicBezTo>
                    <a:pt x="6180" y="5374"/>
                    <a:pt x="5006" y="6935"/>
                    <a:pt x="3951" y="8599"/>
                  </a:cubicBezTo>
                  <a:cubicBezTo>
                    <a:pt x="2465" y="10769"/>
                    <a:pt x="1097" y="13117"/>
                    <a:pt x="42" y="15539"/>
                  </a:cubicBezTo>
                  <a:cubicBezTo>
                    <a:pt x="0" y="15581"/>
                    <a:pt x="47" y="15623"/>
                    <a:pt x="79" y="15623"/>
                  </a:cubicBezTo>
                  <a:cubicBezTo>
                    <a:pt x="92" y="15623"/>
                    <a:pt x="102" y="15616"/>
                    <a:pt x="102" y="15599"/>
                  </a:cubicBezTo>
                  <a:cubicBezTo>
                    <a:pt x="2093" y="12002"/>
                    <a:pt x="3891" y="8421"/>
                    <a:pt x="6551" y="5315"/>
                  </a:cubicBezTo>
                  <a:cubicBezTo>
                    <a:pt x="8156" y="3398"/>
                    <a:pt x="10133" y="1600"/>
                    <a:pt x="12496" y="738"/>
                  </a:cubicBezTo>
                  <a:cubicBezTo>
                    <a:pt x="13413" y="394"/>
                    <a:pt x="14501" y="167"/>
                    <a:pt x="15565" y="167"/>
                  </a:cubicBezTo>
                  <a:cubicBezTo>
                    <a:pt x="16432" y="167"/>
                    <a:pt x="17282" y="318"/>
                    <a:pt x="18009" y="678"/>
                  </a:cubicBezTo>
                  <a:cubicBezTo>
                    <a:pt x="19867" y="1540"/>
                    <a:pt x="20164" y="3591"/>
                    <a:pt x="19793" y="5374"/>
                  </a:cubicBezTo>
                  <a:cubicBezTo>
                    <a:pt x="18990" y="9402"/>
                    <a:pt x="15959" y="12626"/>
                    <a:pt x="13239" y="15539"/>
                  </a:cubicBezTo>
                  <a:cubicBezTo>
                    <a:pt x="13197" y="15581"/>
                    <a:pt x="13244" y="15623"/>
                    <a:pt x="13296" y="15623"/>
                  </a:cubicBezTo>
                  <a:cubicBezTo>
                    <a:pt x="13318" y="15623"/>
                    <a:pt x="13340" y="15616"/>
                    <a:pt x="13358" y="15599"/>
                  </a:cubicBezTo>
                  <a:cubicBezTo>
                    <a:pt x="14963" y="14113"/>
                    <a:pt x="16449" y="12314"/>
                    <a:pt x="17697" y="10457"/>
                  </a:cubicBezTo>
                  <a:cubicBezTo>
                    <a:pt x="18559" y="9164"/>
                    <a:pt x="19362" y="7737"/>
                    <a:pt x="19793" y="6192"/>
                  </a:cubicBezTo>
                  <a:cubicBezTo>
                    <a:pt x="20298" y="4453"/>
                    <a:pt x="20357" y="2164"/>
                    <a:pt x="18812" y="916"/>
                  </a:cubicBezTo>
                  <a:cubicBezTo>
                    <a:pt x="17982" y="240"/>
                    <a:pt x="16835" y="1"/>
                    <a:pt x="1570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52">
              <a:extLst>
                <a:ext uri="{FF2B5EF4-FFF2-40B4-BE49-F238E27FC236}">
                  <a16:creationId xmlns:a16="http://schemas.microsoft.com/office/drawing/2014/main" id="{C5CD37FC-6C88-823B-FC51-EE4340A5FA2A}"/>
                </a:ext>
              </a:extLst>
            </p:cNvPr>
            <p:cNvSpPr/>
            <p:nvPr/>
          </p:nvSpPr>
          <p:spPr>
            <a:xfrm>
              <a:off x="8277850" y="4466425"/>
              <a:ext cx="243025" cy="379350"/>
            </a:xfrm>
            <a:custGeom>
              <a:avLst/>
              <a:gdLst/>
              <a:ahLst/>
              <a:cxnLst/>
              <a:rect l="l" t="t" r="r" b="b"/>
              <a:pathLst>
                <a:path w="9721" h="15174" fill="none" extrusionOk="0">
                  <a:moveTo>
                    <a:pt x="9720" y="0"/>
                  </a:moveTo>
                  <a:lnTo>
                    <a:pt x="1" y="15173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52">
              <a:extLst>
                <a:ext uri="{FF2B5EF4-FFF2-40B4-BE49-F238E27FC236}">
                  <a16:creationId xmlns:a16="http://schemas.microsoft.com/office/drawing/2014/main" id="{6EE2EAF8-4F25-54CA-ADE4-71318F90A9E9}"/>
                </a:ext>
              </a:extLst>
            </p:cNvPr>
            <p:cNvSpPr/>
            <p:nvPr/>
          </p:nvSpPr>
          <p:spPr>
            <a:xfrm>
              <a:off x="5210175" y="1966560"/>
              <a:ext cx="618582" cy="616040"/>
            </a:xfrm>
            <a:custGeom>
              <a:avLst/>
              <a:gdLst/>
              <a:ahLst/>
              <a:cxnLst/>
              <a:rect l="l" t="t" r="r" b="b"/>
              <a:pathLst>
                <a:path w="7056" h="7027" extrusionOk="0">
                  <a:moveTo>
                    <a:pt x="3517" y="2246"/>
                  </a:moveTo>
                  <a:cubicBezTo>
                    <a:pt x="3014" y="2246"/>
                    <a:pt x="2546" y="2543"/>
                    <a:pt x="2342" y="3022"/>
                  </a:cubicBezTo>
                  <a:cubicBezTo>
                    <a:pt x="2102" y="3683"/>
                    <a:pt x="2395" y="4415"/>
                    <a:pt x="3051" y="4684"/>
                  </a:cubicBezTo>
                  <a:cubicBezTo>
                    <a:pt x="3203" y="4747"/>
                    <a:pt x="3363" y="4777"/>
                    <a:pt x="3520" y="4777"/>
                  </a:cubicBezTo>
                  <a:cubicBezTo>
                    <a:pt x="4021" y="4777"/>
                    <a:pt x="4502" y="4475"/>
                    <a:pt x="4684" y="3976"/>
                  </a:cubicBezTo>
                  <a:cubicBezTo>
                    <a:pt x="4954" y="3338"/>
                    <a:pt x="4638" y="2606"/>
                    <a:pt x="4005" y="2342"/>
                  </a:cubicBezTo>
                  <a:cubicBezTo>
                    <a:pt x="3844" y="2277"/>
                    <a:pt x="3679" y="2246"/>
                    <a:pt x="3517" y="2246"/>
                  </a:cubicBezTo>
                  <a:close/>
                  <a:moveTo>
                    <a:pt x="3540" y="1723"/>
                  </a:moveTo>
                  <a:cubicBezTo>
                    <a:pt x="3760" y="1723"/>
                    <a:pt x="3984" y="1764"/>
                    <a:pt x="4198" y="1851"/>
                  </a:cubicBezTo>
                  <a:cubicBezTo>
                    <a:pt x="5100" y="2243"/>
                    <a:pt x="5539" y="3267"/>
                    <a:pt x="5176" y="4169"/>
                  </a:cubicBezTo>
                  <a:cubicBezTo>
                    <a:pt x="4898" y="4866"/>
                    <a:pt x="4235" y="5287"/>
                    <a:pt x="3539" y="5287"/>
                  </a:cubicBezTo>
                  <a:cubicBezTo>
                    <a:pt x="3311" y="5287"/>
                    <a:pt x="3080" y="5242"/>
                    <a:pt x="2858" y="5147"/>
                  </a:cubicBezTo>
                  <a:cubicBezTo>
                    <a:pt x="1956" y="4778"/>
                    <a:pt x="1517" y="3753"/>
                    <a:pt x="1880" y="2828"/>
                  </a:cubicBezTo>
                  <a:cubicBezTo>
                    <a:pt x="2161" y="2142"/>
                    <a:pt x="2836" y="1723"/>
                    <a:pt x="3540" y="1723"/>
                  </a:cubicBezTo>
                  <a:close/>
                  <a:moveTo>
                    <a:pt x="2957" y="0"/>
                  </a:moveTo>
                  <a:cubicBezTo>
                    <a:pt x="2395" y="94"/>
                    <a:pt x="1856" y="317"/>
                    <a:pt x="1417" y="633"/>
                  </a:cubicBezTo>
                  <a:lnTo>
                    <a:pt x="1809" y="1288"/>
                  </a:lnTo>
                  <a:cubicBezTo>
                    <a:pt x="1610" y="1435"/>
                    <a:pt x="1441" y="1610"/>
                    <a:pt x="1294" y="1827"/>
                  </a:cubicBezTo>
                  <a:lnTo>
                    <a:pt x="638" y="1435"/>
                  </a:lnTo>
                  <a:cubicBezTo>
                    <a:pt x="469" y="1657"/>
                    <a:pt x="346" y="1903"/>
                    <a:pt x="223" y="2167"/>
                  </a:cubicBezTo>
                  <a:cubicBezTo>
                    <a:pt x="123" y="2436"/>
                    <a:pt x="53" y="2705"/>
                    <a:pt x="0" y="2975"/>
                  </a:cubicBezTo>
                  <a:lnTo>
                    <a:pt x="732" y="3145"/>
                  </a:lnTo>
                  <a:cubicBezTo>
                    <a:pt x="709" y="3414"/>
                    <a:pt x="709" y="3660"/>
                    <a:pt x="761" y="3900"/>
                  </a:cubicBezTo>
                  <a:lnTo>
                    <a:pt x="29" y="4099"/>
                  </a:lnTo>
                  <a:cubicBezTo>
                    <a:pt x="100" y="4632"/>
                    <a:pt x="322" y="5170"/>
                    <a:pt x="662" y="5610"/>
                  </a:cubicBezTo>
                  <a:lnTo>
                    <a:pt x="1318" y="5217"/>
                  </a:lnTo>
                  <a:cubicBezTo>
                    <a:pt x="1464" y="5416"/>
                    <a:pt x="1640" y="5586"/>
                    <a:pt x="1833" y="5756"/>
                  </a:cubicBezTo>
                  <a:lnTo>
                    <a:pt x="1464" y="6388"/>
                  </a:lnTo>
                  <a:cubicBezTo>
                    <a:pt x="1687" y="6558"/>
                    <a:pt x="1932" y="6704"/>
                    <a:pt x="2172" y="6804"/>
                  </a:cubicBezTo>
                  <a:cubicBezTo>
                    <a:pt x="2442" y="6904"/>
                    <a:pt x="2711" y="6974"/>
                    <a:pt x="2981" y="7026"/>
                  </a:cubicBezTo>
                  <a:lnTo>
                    <a:pt x="3174" y="6295"/>
                  </a:lnTo>
                  <a:cubicBezTo>
                    <a:pt x="3297" y="6306"/>
                    <a:pt x="3418" y="6312"/>
                    <a:pt x="3540" y="6312"/>
                  </a:cubicBezTo>
                  <a:cubicBezTo>
                    <a:pt x="3661" y="6312"/>
                    <a:pt x="3783" y="6306"/>
                    <a:pt x="3906" y="6295"/>
                  </a:cubicBezTo>
                  <a:lnTo>
                    <a:pt x="4099" y="7026"/>
                  </a:lnTo>
                  <a:cubicBezTo>
                    <a:pt x="4661" y="6927"/>
                    <a:pt x="5176" y="6704"/>
                    <a:pt x="5639" y="6365"/>
                  </a:cubicBezTo>
                  <a:lnTo>
                    <a:pt x="5246" y="5732"/>
                  </a:lnTo>
                  <a:cubicBezTo>
                    <a:pt x="5446" y="5586"/>
                    <a:pt x="5615" y="5387"/>
                    <a:pt x="5762" y="5194"/>
                  </a:cubicBezTo>
                  <a:lnTo>
                    <a:pt x="6417" y="5586"/>
                  </a:lnTo>
                  <a:cubicBezTo>
                    <a:pt x="6587" y="5364"/>
                    <a:pt x="6710" y="5124"/>
                    <a:pt x="6833" y="4854"/>
                  </a:cubicBezTo>
                  <a:cubicBezTo>
                    <a:pt x="6933" y="4585"/>
                    <a:pt x="7003" y="4316"/>
                    <a:pt x="7056" y="4046"/>
                  </a:cubicBezTo>
                  <a:lnTo>
                    <a:pt x="6295" y="3853"/>
                  </a:lnTo>
                  <a:cubicBezTo>
                    <a:pt x="6347" y="3607"/>
                    <a:pt x="6347" y="3367"/>
                    <a:pt x="6295" y="3121"/>
                  </a:cubicBezTo>
                  <a:lnTo>
                    <a:pt x="7026" y="2928"/>
                  </a:lnTo>
                  <a:cubicBezTo>
                    <a:pt x="6956" y="2366"/>
                    <a:pt x="6710" y="1851"/>
                    <a:pt x="6394" y="1388"/>
                  </a:cubicBezTo>
                  <a:lnTo>
                    <a:pt x="5738" y="1804"/>
                  </a:lnTo>
                  <a:cubicBezTo>
                    <a:pt x="5592" y="1610"/>
                    <a:pt x="5416" y="1411"/>
                    <a:pt x="5223" y="1265"/>
                  </a:cubicBezTo>
                  <a:lnTo>
                    <a:pt x="5592" y="609"/>
                  </a:lnTo>
                  <a:cubicBezTo>
                    <a:pt x="5369" y="463"/>
                    <a:pt x="5124" y="317"/>
                    <a:pt x="4860" y="217"/>
                  </a:cubicBezTo>
                  <a:cubicBezTo>
                    <a:pt x="4614" y="94"/>
                    <a:pt x="4321" y="24"/>
                    <a:pt x="4052" y="0"/>
                  </a:cubicBezTo>
                  <a:lnTo>
                    <a:pt x="3882" y="732"/>
                  </a:lnTo>
                  <a:cubicBezTo>
                    <a:pt x="3759" y="718"/>
                    <a:pt x="3630" y="710"/>
                    <a:pt x="3502" y="710"/>
                  </a:cubicBezTo>
                  <a:cubicBezTo>
                    <a:pt x="3374" y="710"/>
                    <a:pt x="3247" y="718"/>
                    <a:pt x="3127" y="732"/>
                  </a:cubicBezTo>
                  <a:lnTo>
                    <a:pt x="29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52">
              <a:extLst>
                <a:ext uri="{FF2B5EF4-FFF2-40B4-BE49-F238E27FC236}">
                  <a16:creationId xmlns:a16="http://schemas.microsoft.com/office/drawing/2014/main" id="{27C07BD1-F6E5-9DBB-535E-C8943A9CCB52}"/>
                </a:ext>
              </a:extLst>
            </p:cNvPr>
            <p:cNvSpPr/>
            <p:nvPr/>
          </p:nvSpPr>
          <p:spPr>
            <a:xfrm>
              <a:off x="5646486" y="1500000"/>
              <a:ext cx="436409" cy="436321"/>
            </a:xfrm>
            <a:custGeom>
              <a:avLst/>
              <a:gdLst/>
              <a:ahLst/>
              <a:cxnLst/>
              <a:rect l="l" t="t" r="r" b="b"/>
              <a:pathLst>
                <a:path w="4978" h="4977" extrusionOk="0">
                  <a:moveTo>
                    <a:pt x="2498" y="1589"/>
                  </a:moveTo>
                  <a:cubicBezTo>
                    <a:pt x="2635" y="1589"/>
                    <a:pt x="2774" y="1620"/>
                    <a:pt x="2904" y="1686"/>
                  </a:cubicBezTo>
                  <a:cubicBezTo>
                    <a:pt x="3343" y="1926"/>
                    <a:pt x="3513" y="2465"/>
                    <a:pt x="3297" y="2904"/>
                  </a:cubicBezTo>
                  <a:cubicBezTo>
                    <a:pt x="3127" y="3208"/>
                    <a:pt x="2820" y="3382"/>
                    <a:pt x="2502" y="3382"/>
                  </a:cubicBezTo>
                  <a:cubicBezTo>
                    <a:pt x="2359" y="3382"/>
                    <a:pt x="2215" y="3347"/>
                    <a:pt x="2079" y="3273"/>
                  </a:cubicBezTo>
                  <a:cubicBezTo>
                    <a:pt x="1640" y="3051"/>
                    <a:pt x="1464" y="2512"/>
                    <a:pt x="1710" y="2073"/>
                  </a:cubicBezTo>
                  <a:cubicBezTo>
                    <a:pt x="1866" y="1764"/>
                    <a:pt x="2176" y="1589"/>
                    <a:pt x="2498" y="1589"/>
                  </a:cubicBezTo>
                  <a:close/>
                  <a:moveTo>
                    <a:pt x="2319" y="0"/>
                  </a:moveTo>
                  <a:cubicBezTo>
                    <a:pt x="1932" y="23"/>
                    <a:pt x="1563" y="146"/>
                    <a:pt x="1224" y="345"/>
                  </a:cubicBezTo>
                  <a:lnTo>
                    <a:pt x="1440" y="831"/>
                  </a:lnTo>
                  <a:cubicBezTo>
                    <a:pt x="1294" y="902"/>
                    <a:pt x="1171" y="1025"/>
                    <a:pt x="1054" y="1148"/>
                  </a:cubicBezTo>
                  <a:lnTo>
                    <a:pt x="615" y="855"/>
                  </a:lnTo>
                  <a:cubicBezTo>
                    <a:pt x="492" y="978"/>
                    <a:pt x="392" y="1148"/>
                    <a:pt x="293" y="1317"/>
                  </a:cubicBezTo>
                  <a:cubicBezTo>
                    <a:pt x="199" y="1487"/>
                    <a:pt x="123" y="1686"/>
                    <a:pt x="76" y="1880"/>
                  </a:cubicBezTo>
                  <a:lnTo>
                    <a:pt x="586" y="2049"/>
                  </a:lnTo>
                  <a:cubicBezTo>
                    <a:pt x="539" y="2219"/>
                    <a:pt x="515" y="2395"/>
                    <a:pt x="539" y="2565"/>
                  </a:cubicBezTo>
                  <a:lnTo>
                    <a:pt x="0" y="2658"/>
                  </a:lnTo>
                  <a:cubicBezTo>
                    <a:pt x="29" y="3051"/>
                    <a:pt x="147" y="3419"/>
                    <a:pt x="346" y="3759"/>
                  </a:cubicBezTo>
                  <a:lnTo>
                    <a:pt x="832" y="3537"/>
                  </a:lnTo>
                  <a:cubicBezTo>
                    <a:pt x="931" y="3683"/>
                    <a:pt x="1025" y="3806"/>
                    <a:pt x="1171" y="3929"/>
                  </a:cubicBezTo>
                  <a:lnTo>
                    <a:pt x="855" y="4368"/>
                  </a:lnTo>
                  <a:cubicBezTo>
                    <a:pt x="1001" y="4491"/>
                    <a:pt x="1148" y="4590"/>
                    <a:pt x="1318" y="4684"/>
                  </a:cubicBezTo>
                  <a:cubicBezTo>
                    <a:pt x="1517" y="4784"/>
                    <a:pt x="1686" y="4854"/>
                    <a:pt x="1880" y="4907"/>
                  </a:cubicBezTo>
                  <a:lnTo>
                    <a:pt x="2049" y="4391"/>
                  </a:lnTo>
                  <a:cubicBezTo>
                    <a:pt x="2179" y="4430"/>
                    <a:pt x="2305" y="4453"/>
                    <a:pt x="2431" y="4453"/>
                  </a:cubicBezTo>
                  <a:cubicBezTo>
                    <a:pt x="2475" y="4453"/>
                    <a:pt x="2520" y="4450"/>
                    <a:pt x="2565" y="4444"/>
                  </a:cubicBezTo>
                  <a:lnTo>
                    <a:pt x="2664" y="4977"/>
                  </a:lnTo>
                  <a:cubicBezTo>
                    <a:pt x="3051" y="4953"/>
                    <a:pt x="3420" y="4831"/>
                    <a:pt x="3759" y="4637"/>
                  </a:cubicBezTo>
                  <a:lnTo>
                    <a:pt x="3543" y="4151"/>
                  </a:lnTo>
                  <a:cubicBezTo>
                    <a:pt x="3689" y="4052"/>
                    <a:pt x="3806" y="3952"/>
                    <a:pt x="3929" y="3806"/>
                  </a:cubicBezTo>
                  <a:lnTo>
                    <a:pt x="4368" y="4122"/>
                  </a:lnTo>
                  <a:cubicBezTo>
                    <a:pt x="4491" y="3976"/>
                    <a:pt x="4614" y="3829"/>
                    <a:pt x="4684" y="3659"/>
                  </a:cubicBezTo>
                  <a:cubicBezTo>
                    <a:pt x="4784" y="3466"/>
                    <a:pt x="4860" y="3296"/>
                    <a:pt x="4907" y="3097"/>
                  </a:cubicBezTo>
                  <a:lnTo>
                    <a:pt x="4392" y="2928"/>
                  </a:lnTo>
                  <a:cubicBezTo>
                    <a:pt x="4444" y="2758"/>
                    <a:pt x="4468" y="2588"/>
                    <a:pt x="4444" y="2418"/>
                  </a:cubicBezTo>
                  <a:lnTo>
                    <a:pt x="4977" y="2319"/>
                  </a:lnTo>
                  <a:cubicBezTo>
                    <a:pt x="4954" y="1926"/>
                    <a:pt x="4831" y="1563"/>
                    <a:pt x="4637" y="1224"/>
                  </a:cubicBezTo>
                  <a:lnTo>
                    <a:pt x="4151" y="1440"/>
                  </a:lnTo>
                  <a:cubicBezTo>
                    <a:pt x="4075" y="1294"/>
                    <a:pt x="3952" y="1171"/>
                    <a:pt x="3835" y="1048"/>
                  </a:cubicBezTo>
                  <a:lnTo>
                    <a:pt x="4128" y="609"/>
                  </a:lnTo>
                  <a:cubicBezTo>
                    <a:pt x="4005" y="492"/>
                    <a:pt x="3835" y="369"/>
                    <a:pt x="3660" y="293"/>
                  </a:cubicBezTo>
                  <a:cubicBezTo>
                    <a:pt x="3490" y="199"/>
                    <a:pt x="3297" y="123"/>
                    <a:pt x="3103" y="76"/>
                  </a:cubicBezTo>
                  <a:lnTo>
                    <a:pt x="2928" y="586"/>
                  </a:lnTo>
                  <a:cubicBezTo>
                    <a:pt x="2803" y="551"/>
                    <a:pt x="2679" y="530"/>
                    <a:pt x="2555" y="530"/>
                  </a:cubicBezTo>
                  <a:cubicBezTo>
                    <a:pt x="2509" y="530"/>
                    <a:pt x="2464" y="532"/>
                    <a:pt x="2418" y="539"/>
                  </a:cubicBezTo>
                  <a:lnTo>
                    <a:pt x="23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52">
              <a:extLst>
                <a:ext uri="{FF2B5EF4-FFF2-40B4-BE49-F238E27FC236}">
                  <a16:creationId xmlns:a16="http://schemas.microsoft.com/office/drawing/2014/main" id="{9CF51659-EA1F-C594-8556-8A61A036F2B7}"/>
                </a:ext>
              </a:extLst>
            </p:cNvPr>
            <p:cNvSpPr/>
            <p:nvPr/>
          </p:nvSpPr>
          <p:spPr>
            <a:xfrm>
              <a:off x="6418995" y="1347724"/>
              <a:ext cx="761305" cy="276503"/>
            </a:xfrm>
            <a:custGeom>
              <a:avLst/>
              <a:gdLst/>
              <a:ahLst/>
              <a:cxnLst/>
              <a:rect l="l" t="t" r="r" b="b"/>
              <a:pathLst>
                <a:path w="8684" h="3154" extrusionOk="0">
                  <a:moveTo>
                    <a:pt x="3494" y="0"/>
                  </a:moveTo>
                  <a:cubicBezTo>
                    <a:pt x="3362" y="0"/>
                    <a:pt x="3235" y="25"/>
                    <a:pt x="3121" y="80"/>
                  </a:cubicBezTo>
                  <a:cubicBezTo>
                    <a:pt x="2266" y="496"/>
                    <a:pt x="2389" y="1175"/>
                    <a:pt x="2096" y="1397"/>
                  </a:cubicBezTo>
                  <a:cubicBezTo>
                    <a:pt x="2061" y="1426"/>
                    <a:pt x="2019" y="1437"/>
                    <a:pt x="1972" y="1437"/>
                  </a:cubicBezTo>
                  <a:cubicBezTo>
                    <a:pt x="1792" y="1437"/>
                    <a:pt x="1530" y="1273"/>
                    <a:pt x="1222" y="1273"/>
                  </a:cubicBezTo>
                  <a:cubicBezTo>
                    <a:pt x="996" y="1273"/>
                    <a:pt x="746" y="1361"/>
                    <a:pt x="486" y="1667"/>
                  </a:cubicBezTo>
                  <a:cubicBezTo>
                    <a:pt x="0" y="2229"/>
                    <a:pt x="486" y="3154"/>
                    <a:pt x="486" y="3154"/>
                  </a:cubicBezTo>
                  <a:lnTo>
                    <a:pt x="8683" y="3154"/>
                  </a:lnTo>
                  <a:cubicBezTo>
                    <a:pt x="8683" y="3154"/>
                    <a:pt x="8367" y="2762"/>
                    <a:pt x="7998" y="2639"/>
                  </a:cubicBezTo>
                  <a:cubicBezTo>
                    <a:pt x="7913" y="2609"/>
                    <a:pt x="7837" y="2599"/>
                    <a:pt x="7768" y="2599"/>
                  </a:cubicBezTo>
                  <a:cubicBezTo>
                    <a:pt x="7609" y="2599"/>
                    <a:pt x="7486" y="2654"/>
                    <a:pt x="7374" y="2654"/>
                  </a:cubicBezTo>
                  <a:cubicBezTo>
                    <a:pt x="7256" y="2654"/>
                    <a:pt x="7150" y="2593"/>
                    <a:pt x="7026" y="2346"/>
                  </a:cubicBezTo>
                  <a:cubicBezTo>
                    <a:pt x="6851" y="2006"/>
                    <a:pt x="6757" y="1567"/>
                    <a:pt x="6318" y="1444"/>
                  </a:cubicBezTo>
                  <a:cubicBezTo>
                    <a:pt x="6226" y="1422"/>
                    <a:pt x="6144" y="1412"/>
                    <a:pt x="6069" y="1412"/>
                  </a:cubicBezTo>
                  <a:cubicBezTo>
                    <a:pt x="5650" y="1412"/>
                    <a:pt x="5469" y="1715"/>
                    <a:pt x="5237" y="1715"/>
                  </a:cubicBezTo>
                  <a:cubicBezTo>
                    <a:pt x="5201" y="1715"/>
                    <a:pt x="5163" y="1707"/>
                    <a:pt x="5123" y="1690"/>
                  </a:cubicBezTo>
                  <a:cubicBezTo>
                    <a:pt x="4854" y="1544"/>
                    <a:pt x="4854" y="1005"/>
                    <a:pt x="4561" y="566"/>
                  </a:cubicBezTo>
                  <a:cubicBezTo>
                    <a:pt x="4341" y="235"/>
                    <a:pt x="3897" y="0"/>
                    <a:pt x="34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52">
              <a:extLst>
                <a:ext uri="{FF2B5EF4-FFF2-40B4-BE49-F238E27FC236}">
                  <a16:creationId xmlns:a16="http://schemas.microsoft.com/office/drawing/2014/main" id="{57905C20-77B0-6F8A-8579-59A288A3D390}"/>
                </a:ext>
              </a:extLst>
            </p:cNvPr>
            <p:cNvSpPr/>
            <p:nvPr/>
          </p:nvSpPr>
          <p:spPr>
            <a:xfrm>
              <a:off x="6437930" y="1343954"/>
              <a:ext cx="746489" cy="284393"/>
            </a:xfrm>
            <a:custGeom>
              <a:avLst/>
              <a:gdLst/>
              <a:ahLst/>
              <a:cxnLst/>
              <a:rect l="l" t="t" r="r" b="b"/>
              <a:pathLst>
                <a:path w="8515" h="3244" extrusionOk="0">
                  <a:moveTo>
                    <a:pt x="3297" y="100"/>
                  </a:moveTo>
                  <a:cubicBezTo>
                    <a:pt x="3684" y="100"/>
                    <a:pt x="4099" y="316"/>
                    <a:pt x="4293" y="632"/>
                  </a:cubicBezTo>
                  <a:cubicBezTo>
                    <a:pt x="4439" y="855"/>
                    <a:pt x="4515" y="1101"/>
                    <a:pt x="4585" y="1294"/>
                  </a:cubicBezTo>
                  <a:cubicBezTo>
                    <a:pt x="4615" y="1417"/>
                    <a:pt x="4662" y="1511"/>
                    <a:pt x="4708" y="1587"/>
                  </a:cubicBezTo>
                  <a:cubicBezTo>
                    <a:pt x="4732" y="1657"/>
                    <a:pt x="4808" y="1733"/>
                    <a:pt x="4878" y="1780"/>
                  </a:cubicBezTo>
                  <a:cubicBezTo>
                    <a:pt x="4931" y="1803"/>
                    <a:pt x="4978" y="1803"/>
                    <a:pt x="5025" y="1803"/>
                  </a:cubicBezTo>
                  <a:cubicBezTo>
                    <a:pt x="5101" y="1803"/>
                    <a:pt x="5147" y="1780"/>
                    <a:pt x="5200" y="1757"/>
                  </a:cubicBezTo>
                  <a:cubicBezTo>
                    <a:pt x="5393" y="1657"/>
                    <a:pt x="5540" y="1511"/>
                    <a:pt x="5833" y="1511"/>
                  </a:cubicBezTo>
                  <a:cubicBezTo>
                    <a:pt x="5903" y="1511"/>
                    <a:pt x="5979" y="1511"/>
                    <a:pt x="6078" y="1540"/>
                  </a:cubicBezTo>
                  <a:cubicBezTo>
                    <a:pt x="6295" y="1587"/>
                    <a:pt x="6418" y="1733"/>
                    <a:pt x="6518" y="1880"/>
                  </a:cubicBezTo>
                  <a:cubicBezTo>
                    <a:pt x="6611" y="2049"/>
                    <a:pt x="6687" y="2243"/>
                    <a:pt x="6758" y="2418"/>
                  </a:cubicBezTo>
                  <a:cubicBezTo>
                    <a:pt x="6834" y="2535"/>
                    <a:pt x="6904" y="2611"/>
                    <a:pt x="6957" y="2682"/>
                  </a:cubicBezTo>
                  <a:cubicBezTo>
                    <a:pt x="7027" y="2734"/>
                    <a:pt x="7103" y="2758"/>
                    <a:pt x="7173" y="2758"/>
                  </a:cubicBezTo>
                  <a:cubicBezTo>
                    <a:pt x="7296" y="2758"/>
                    <a:pt x="7419" y="2682"/>
                    <a:pt x="7566" y="2682"/>
                  </a:cubicBezTo>
                  <a:cubicBezTo>
                    <a:pt x="7613" y="2682"/>
                    <a:pt x="7689" y="2711"/>
                    <a:pt x="7759" y="2734"/>
                  </a:cubicBezTo>
                  <a:cubicBezTo>
                    <a:pt x="7929" y="2781"/>
                    <a:pt x="8099" y="2928"/>
                    <a:pt x="8221" y="3027"/>
                  </a:cubicBezTo>
                  <a:cubicBezTo>
                    <a:pt x="8286" y="3067"/>
                    <a:pt x="8330" y="3107"/>
                    <a:pt x="8370" y="3150"/>
                  </a:cubicBezTo>
                  <a:lnTo>
                    <a:pt x="283" y="3150"/>
                  </a:lnTo>
                  <a:cubicBezTo>
                    <a:pt x="239" y="3051"/>
                    <a:pt x="100" y="2718"/>
                    <a:pt x="100" y="2342"/>
                  </a:cubicBezTo>
                  <a:cubicBezTo>
                    <a:pt x="100" y="2125"/>
                    <a:pt x="147" y="1926"/>
                    <a:pt x="294" y="1733"/>
                  </a:cubicBezTo>
                  <a:cubicBezTo>
                    <a:pt x="563" y="1440"/>
                    <a:pt x="780" y="1364"/>
                    <a:pt x="1002" y="1364"/>
                  </a:cubicBezTo>
                  <a:cubicBezTo>
                    <a:pt x="1148" y="1364"/>
                    <a:pt x="1295" y="1394"/>
                    <a:pt x="1418" y="1440"/>
                  </a:cubicBezTo>
                  <a:cubicBezTo>
                    <a:pt x="1541" y="1487"/>
                    <a:pt x="1634" y="1511"/>
                    <a:pt x="1757" y="1511"/>
                  </a:cubicBezTo>
                  <a:cubicBezTo>
                    <a:pt x="1804" y="1511"/>
                    <a:pt x="1857" y="1511"/>
                    <a:pt x="1904" y="1464"/>
                  </a:cubicBezTo>
                  <a:cubicBezTo>
                    <a:pt x="2003" y="1417"/>
                    <a:pt x="2050" y="1317"/>
                    <a:pt x="2074" y="1218"/>
                  </a:cubicBezTo>
                  <a:cubicBezTo>
                    <a:pt x="2150" y="1048"/>
                    <a:pt x="2196" y="878"/>
                    <a:pt x="2319" y="685"/>
                  </a:cubicBezTo>
                  <a:cubicBezTo>
                    <a:pt x="2442" y="515"/>
                    <a:pt x="2612" y="316"/>
                    <a:pt x="2928" y="170"/>
                  </a:cubicBezTo>
                  <a:cubicBezTo>
                    <a:pt x="3028" y="123"/>
                    <a:pt x="3174" y="100"/>
                    <a:pt x="3297" y="100"/>
                  </a:cubicBezTo>
                  <a:close/>
                  <a:moveTo>
                    <a:pt x="3297" y="0"/>
                  </a:moveTo>
                  <a:cubicBezTo>
                    <a:pt x="3151" y="0"/>
                    <a:pt x="3005" y="24"/>
                    <a:pt x="2882" y="100"/>
                  </a:cubicBezTo>
                  <a:cubicBezTo>
                    <a:pt x="2442" y="293"/>
                    <a:pt x="2243" y="586"/>
                    <a:pt x="2126" y="832"/>
                  </a:cubicBezTo>
                  <a:cubicBezTo>
                    <a:pt x="2074" y="954"/>
                    <a:pt x="2027" y="1072"/>
                    <a:pt x="2003" y="1171"/>
                  </a:cubicBezTo>
                  <a:cubicBezTo>
                    <a:pt x="1951" y="1271"/>
                    <a:pt x="1904" y="1341"/>
                    <a:pt x="1857" y="1394"/>
                  </a:cubicBezTo>
                  <a:cubicBezTo>
                    <a:pt x="1833" y="1417"/>
                    <a:pt x="1781" y="1417"/>
                    <a:pt x="1757" y="1417"/>
                  </a:cubicBezTo>
                  <a:cubicBezTo>
                    <a:pt x="1687" y="1417"/>
                    <a:pt x="1564" y="1394"/>
                    <a:pt x="1441" y="1341"/>
                  </a:cubicBezTo>
                  <a:cubicBezTo>
                    <a:pt x="1318" y="1317"/>
                    <a:pt x="1172" y="1271"/>
                    <a:pt x="1002" y="1271"/>
                  </a:cubicBezTo>
                  <a:cubicBezTo>
                    <a:pt x="756" y="1271"/>
                    <a:pt x="487" y="1364"/>
                    <a:pt x="223" y="1686"/>
                  </a:cubicBezTo>
                  <a:cubicBezTo>
                    <a:pt x="48" y="1880"/>
                    <a:pt x="1" y="2125"/>
                    <a:pt x="1" y="2342"/>
                  </a:cubicBezTo>
                  <a:cubicBezTo>
                    <a:pt x="1" y="2805"/>
                    <a:pt x="223" y="3220"/>
                    <a:pt x="223" y="3220"/>
                  </a:cubicBezTo>
                  <a:cubicBezTo>
                    <a:pt x="223" y="3244"/>
                    <a:pt x="247" y="3244"/>
                    <a:pt x="270" y="3244"/>
                  </a:cubicBezTo>
                  <a:lnTo>
                    <a:pt x="8467" y="3244"/>
                  </a:lnTo>
                  <a:cubicBezTo>
                    <a:pt x="8491" y="3244"/>
                    <a:pt x="8514" y="3244"/>
                    <a:pt x="8514" y="3220"/>
                  </a:cubicBezTo>
                  <a:lnTo>
                    <a:pt x="8514" y="3174"/>
                  </a:lnTo>
                  <a:lnTo>
                    <a:pt x="8298" y="2951"/>
                  </a:lnTo>
                  <a:cubicBezTo>
                    <a:pt x="8175" y="2828"/>
                    <a:pt x="7981" y="2711"/>
                    <a:pt x="7782" y="2635"/>
                  </a:cubicBezTo>
                  <a:cubicBezTo>
                    <a:pt x="7712" y="2611"/>
                    <a:pt x="7636" y="2588"/>
                    <a:pt x="7566" y="2588"/>
                  </a:cubicBezTo>
                  <a:cubicBezTo>
                    <a:pt x="7396" y="2611"/>
                    <a:pt x="7273" y="2658"/>
                    <a:pt x="7173" y="2658"/>
                  </a:cubicBezTo>
                  <a:cubicBezTo>
                    <a:pt x="7127" y="2658"/>
                    <a:pt x="7074" y="2635"/>
                    <a:pt x="7027" y="2611"/>
                  </a:cubicBezTo>
                  <a:cubicBezTo>
                    <a:pt x="6980" y="2565"/>
                    <a:pt x="6904" y="2489"/>
                    <a:pt x="6857" y="2366"/>
                  </a:cubicBezTo>
                  <a:cubicBezTo>
                    <a:pt x="6781" y="2196"/>
                    <a:pt x="6711" y="2003"/>
                    <a:pt x="6588" y="1833"/>
                  </a:cubicBezTo>
                  <a:cubicBezTo>
                    <a:pt x="6488" y="1657"/>
                    <a:pt x="6342" y="1511"/>
                    <a:pt x="6102" y="1440"/>
                  </a:cubicBezTo>
                  <a:cubicBezTo>
                    <a:pt x="6002" y="1417"/>
                    <a:pt x="5903" y="1417"/>
                    <a:pt x="5833" y="1417"/>
                  </a:cubicBezTo>
                  <a:cubicBezTo>
                    <a:pt x="5610" y="1417"/>
                    <a:pt x="5464" y="1487"/>
                    <a:pt x="5347" y="1563"/>
                  </a:cubicBezTo>
                  <a:cubicBezTo>
                    <a:pt x="5270" y="1610"/>
                    <a:pt x="5224" y="1634"/>
                    <a:pt x="5171" y="1657"/>
                  </a:cubicBezTo>
                  <a:cubicBezTo>
                    <a:pt x="5124" y="1686"/>
                    <a:pt x="5077" y="1710"/>
                    <a:pt x="5025" y="1710"/>
                  </a:cubicBezTo>
                  <a:cubicBezTo>
                    <a:pt x="5001" y="1710"/>
                    <a:pt x="4954" y="1710"/>
                    <a:pt x="4931" y="1686"/>
                  </a:cubicBezTo>
                  <a:cubicBezTo>
                    <a:pt x="4878" y="1657"/>
                    <a:pt x="4831" y="1610"/>
                    <a:pt x="4784" y="1540"/>
                  </a:cubicBezTo>
                  <a:cubicBezTo>
                    <a:pt x="4732" y="1440"/>
                    <a:pt x="4685" y="1271"/>
                    <a:pt x="4615" y="1101"/>
                  </a:cubicBezTo>
                  <a:cubicBezTo>
                    <a:pt x="4562" y="954"/>
                    <a:pt x="4492" y="755"/>
                    <a:pt x="4392" y="586"/>
                  </a:cubicBezTo>
                  <a:cubicBezTo>
                    <a:pt x="4176" y="246"/>
                    <a:pt x="3707" y="0"/>
                    <a:pt x="32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52">
              <a:extLst>
                <a:ext uri="{FF2B5EF4-FFF2-40B4-BE49-F238E27FC236}">
                  <a16:creationId xmlns:a16="http://schemas.microsoft.com/office/drawing/2014/main" id="{9488496D-9E06-C7CD-1624-08CD6B3C751C}"/>
                </a:ext>
              </a:extLst>
            </p:cNvPr>
            <p:cNvSpPr/>
            <p:nvPr/>
          </p:nvSpPr>
          <p:spPr>
            <a:xfrm>
              <a:off x="7145829" y="1341850"/>
              <a:ext cx="70923" cy="70397"/>
            </a:xfrm>
            <a:custGeom>
              <a:avLst/>
              <a:gdLst/>
              <a:ahLst/>
              <a:cxnLst/>
              <a:rect l="l" t="t" r="r" b="b"/>
              <a:pathLst>
                <a:path w="809" h="803" extrusionOk="0">
                  <a:moveTo>
                    <a:pt x="392" y="100"/>
                  </a:moveTo>
                  <a:cubicBezTo>
                    <a:pt x="562" y="100"/>
                    <a:pt x="709" y="217"/>
                    <a:pt x="709" y="393"/>
                  </a:cubicBezTo>
                  <a:cubicBezTo>
                    <a:pt x="709" y="563"/>
                    <a:pt x="562" y="709"/>
                    <a:pt x="392" y="709"/>
                  </a:cubicBezTo>
                  <a:cubicBezTo>
                    <a:pt x="223" y="709"/>
                    <a:pt x="100" y="563"/>
                    <a:pt x="100" y="393"/>
                  </a:cubicBezTo>
                  <a:cubicBezTo>
                    <a:pt x="100" y="217"/>
                    <a:pt x="223" y="100"/>
                    <a:pt x="392" y="100"/>
                  </a:cubicBezTo>
                  <a:close/>
                  <a:moveTo>
                    <a:pt x="392" y="1"/>
                  </a:moveTo>
                  <a:cubicBezTo>
                    <a:pt x="170" y="1"/>
                    <a:pt x="0" y="170"/>
                    <a:pt x="0" y="393"/>
                  </a:cubicBezTo>
                  <a:cubicBezTo>
                    <a:pt x="0" y="633"/>
                    <a:pt x="170" y="803"/>
                    <a:pt x="392" y="803"/>
                  </a:cubicBezTo>
                  <a:cubicBezTo>
                    <a:pt x="638" y="803"/>
                    <a:pt x="808" y="633"/>
                    <a:pt x="808" y="393"/>
                  </a:cubicBezTo>
                  <a:cubicBezTo>
                    <a:pt x="808" y="170"/>
                    <a:pt x="638" y="1"/>
                    <a:pt x="3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52">
              <a:extLst>
                <a:ext uri="{FF2B5EF4-FFF2-40B4-BE49-F238E27FC236}">
                  <a16:creationId xmlns:a16="http://schemas.microsoft.com/office/drawing/2014/main" id="{F9D2F620-9C4A-E455-C1A6-8B96E35E7AFA}"/>
                </a:ext>
              </a:extLst>
            </p:cNvPr>
            <p:cNvSpPr/>
            <p:nvPr/>
          </p:nvSpPr>
          <p:spPr>
            <a:xfrm>
              <a:off x="7719162" y="2577857"/>
              <a:ext cx="70397" cy="73027"/>
            </a:xfrm>
            <a:custGeom>
              <a:avLst/>
              <a:gdLst/>
              <a:ahLst/>
              <a:cxnLst/>
              <a:rect l="l" t="t" r="r" b="b"/>
              <a:pathLst>
                <a:path w="803" h="833" extrusionOk="0">
                  <a:moveTo>
                    <a:pt x="393" y="100"/>
                  </a:moveTo>
                  <a:cubicBezTo>
                    <a:pt x="562" y="100"/>
                    <a:pt x="709" y="247"/>
                    <a:pt x="709" y="416"/>
                  </a:cubicBezTo>
                  <a:cubicBezTo>
                    <a:pt x="709" y="586"/>
                    <a:pt x="562" y="733"/>
                    <a:pt x="393" y="733"/>
                  </a:cubicBezTo>
                  <a:cubicBezTo>
                    <a:pt x="217" y="733"/>
                    <a:pt x="100" y="586"/>
                    <a:pt x="100" y="416"/>
                  </a:cubicBezTo>
                  <a:cubicBezTo>
                    <a:pt x="100" y="247"/>
                    <a:pt x="217" y="100"/>
                    <a:pt x="393" y="100"/>
                  </a:cubicBezTo>
                  <a:close/>
                  <a:moveTo>
                    <a:pt x="393" y="1"/>
                  </a:moveTo>
                  <a:cubicBezTo>
                    <a:pt x="170" y="1"/>
                    <a:pt x="0" y="200"/>
                    <a:pt x="0" y="416"/>
                  </a:cubicBezTo>
                  <a:cubicBezTo>
                    <a:pt x="0" y="639"/>
                    <a:pt x="170" y="832"/>
                    <a:pt x="393" y="832"/>
                  </a:cubicBezTo>
                  <a:cubicBezTo>
                    <a:pt x="633" y="832"/>
                    <a:pt x="802" y="639"/>
                    <a:pt x="802" y="416"/>
                  </a:cubicBezTo>
                  <a:cubicBezTo>
                    <a:pt x="802" y="200"/>
                    <a:pt x="633" y="1"/>
                    <a:pt x="3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52">
              <a:extLst>
                <a:ext uri="{FF2B5EF4-FFF2-40B4-BE49-F238E27FC236}">
                  <a16:creationId xmlns:a16="http://schemas.microsoft.com/office/drawing/2014/main" id="{87507D9E-0C33-9340-8DC6-4CADB6EF586B}"/>
                </a:ext>
              </a:extLst>
            </p:cNvPr>
            <p:cNvSpPr/>
            <p:nvPr/>
          </p:nvSpPr>
          <p:spPr>
            <a:xfrm>
              <a:off x="7451694" y="2445481"/>
              <a:ext cx="53477" cy="51373"/>
            </a:xfrm>
            <a:custGeom>
              <a:avLst/>
              <a:gdLst/>
              <a:ahLst/>
              <a:cxnLst/>
              <a:rect l="l" t="t" r="r" b="b"/>
              <a:pathLst>
                <a:path w="610" h="586" extrusionOk="0">
                  <a:moveTo>
                    <a:pt x="317" y="100"/>
                  </a:moveTo>
                  <a:cubicBezTo>
                    <a:pt x="416" y="100"/>
                    <a:pt x="516" y="170"/>
                    <a:pt x="516" y="293"/>
                  </a:cubicBezTo>
                  <a:cubicBezTo>
                    <a:pt x="516" y="392"/>
                    <a:pt x="416" y="486"/>
                    <a:pt x="317" y="486"/>
                  </a:cubicBezTo>
                  <a:cubicBezTo>
                    <a:pt x="194" y="486"/>
                    <a:pt x="100" y="392"/>
                    <a:pt x="100" y="293"/>
                  </a:cubicBezTo>
                  <a:cubicBezTo>
                    <a:pt x="100" y="170"/>
                    <a:pt x="194" y="100"/>
                    <a:pt x="317" y="100"/>
                  </a:cubicBezTo>
                  <a:close/>
                  <a:moveTo>
                    <a:pt x="317" y="0"/>
                  </a:moveTo>
                  <a:cubicBezTo>
                    <a:pt x="147" y="0"/>
                    <a:pt x="1" y="123"/>
                    <a:pt x="1" y="293"/>
                  </a:cubicBezTo>
                  <a:cubicBezTo>
                    <a:pt x="1" y="439"/>
                    <a:pt x="147" y="586"/>
                    <a:pt x="317" y="586"/>
                  </a:cubicBezTo>
                  <a:cubicBezTo>
                    <a:pt x="463" y="586"/>
                    <a:pt x="610" y="439"/>
                    <a:pt x="610" y="293"/>
                  </a:cubicBezTo>
                  <a:cubicBezTo>
                    <a:pt x="610" y="123"/>
                    <a:pt x="463" y="0"/>
                    <a:pt x="3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52">
              <a:extLst>
                <a:ext uri="{FF2B5EF4-FFF2-40B4-BE49-F238E27FC236}">
                  <a16:creationId xmlns:a16="http://schemas.microsoft.com/office/drawing/2014/main" id="{A065258B-7508-0FC6-729B-3913C04FC4E1}"/>
                </a:ext>
              </a:extLst>
            </p:cNvPr>
            <p:cNvSpPr/>
            <p:nvPr/>
          </p:nvSpPr>
          <p:spPr>
            <a:xfrm>
              <a:off x="7220696" y="2588903"/>
              <a:ext cx="594561" cy="220045"/>
            </a:xfrm>
            <a:custGeom>
              <a:avLst/>
              <a:gdLst/>
              <a:ahLst/>
              <a:cxnLst/>
              <a:rect l="l" t="t" r="r" b="b"/>
              <a:pathLst>
                <a:path w="6782" h="2510" extrusionOk="0">
                  <a:moveTo>
                    <a:pt x="4106" y="1"/>
                  </a:moveTo>
                  <a:cubicBezTo>
                    <a:pt x="3800" y="1"/>
                    <a:pt x="3470" y="179"/>
                    <a:pt x="3268" y="413"/>
                  </a:cubicBezTo>
                  <a:cubicBezTo>
                    <a:pt x="3046" y="681"/>
                    <a:pt x="2907" y="1507"/>
                    <a:pt x="2544" y="1507"/>
                  </a:cubicBezTo>
                  <a:cubicBezTo>
                    <a:pt x="2478" y="1507"/>
                    <a:pt x="2403" y="1479"/>
                    <a:pt x="2320" y="1415"/>
                  </a:cubicBezTo>
                  <a:cubicBezTo>
                    <a:pt x="2150" y="1292"/>
                    <a:pt x="1951" y="1169"/>
                    <a:pt x="1757" y="1169"/>
                  </a:cubicBezTo>
                  <a:cubicBezTo>
                    <a:pt x="1541" y="1169"/>
                    <a:pt x="1318" y="1315"/>
                    <a:pt x="1272" y="1508"/>
                  </a:cubicBezTo>
                  <a:cubicBezTo>
                    <a:pt x="1248" y="1608"/>
                    <a:pt x="1248" y="1707"/>
                    <a:pt x="1195" y="1801"/>
                  </a:cubicBezTo>
                  <a:cubicBezTo>
                    <a:pt x="1126" y="1949"/>
                    <a:pt x="958" y="1987"/>
                    <a:pt x="786" y="1987"/>
                  </a:cubicBezTo>
                  <a:cubicBezTo>
                    <a:pt x="727" y="1987"/>
                    <a:pt x="667" y="1983"/>
                    <a:pt x="610" y="1977"/>
                  </a:cubicBezTo>
                  <a:cubicBezTo>
                    <a:pt x="568" y="1977"/>
                    <a:pt x="521" y="1975"/>
                    <a:pt x="473" y="1975"/>
                  </a:cubicBezTo>
                  <a:cubicBezTo>
                    <a:pt x="271" y="1975"/>
                    <a:pt x="39" y="2009"/>
                    <a:pt x="1" y="2363"/>
                  </a:cubicBezTo>
                  <a:lnTo>
                    <a:pt x="1" y="2510"/>
                  </a:lnTo>
                  <a:lnTo>
                    <a:pt x="6758" y="2510"/>
                  </a:lnTo>
                  <a:cubicBezTo>
                    <a:pt x="6781" y="2316"/>
                    <a:pt x="6734" y="2000"/>
                    <a:pt x="6588" y="1877"/>
                  </a:cubicBezTo>
                  <a:cubicBezTo>
                    <a:pt x="6453" y="1763"/>
                    <a:pt x="6315" y="1729"/>
                    <a:pt x="6178" y="1729"/>
                  </a:cubicBezTo>
                  <a:cubicBezTo>
                    <a:pt x="5974" y="1729"/>
                    <a:pt x="5772" y="1806"/>
                    <a:pt x="5584" y="1806"/>
                  </a:cubicBezTo>
                  <a:cubicBezTo>
                    <a:pt x="5491" y="1806"/>
                    <a:pt x="5402" y="1787"/>
                    <a:pt x="5317" y="1731"/>
                  </a:cubicBezTo>
                  <a:cubicBezTo>
                    <a:pt x="5200" y="1655"/>
                    <a:pt x="5200" y="1462"/>
                    <a:pt x="5171" y="1315"/>
                  </a:cubicBezTo>
                  <a:cubicBezTo>
                    <a:pt x="5077" y="853"/>
                    <a:pt x="4855" y="390"/>
                    <a:pt x="4492" y="121"/>
                  </a:cubicBezTo>
                  <a:cubicBezTo>
                    <a:pt x="4377" y="37"/>
                    <a:pt x="4244" y="1"/>
                    <a:pt x="41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52">
              <a:extLst>
                <a:ext uri="{FF2B5EF4-FFF2-40B4-BE49-F238E27FC236}">
                  <a16:creationId xmlns:a16="http://schemas.microsoft.com/office/drawing/2014/main" id="{B8E7C9EC-2AAF-5FD3-632B-D353536A37D9}"/>
                </a:ext>
              </a:extLst>
            </p:cNvPr>
            <p:cNvSpPr/>
            <p:nvPr/>
          </p:nvSpPr>
          <p:spPr>
            <a:xfrm>
              <a:off x="7216663" y="2584519"/>
              <a:ext cx="601136" cy="229075"/>
            </a:xfrm>
            <a:custGeom>
              <a:avLst/>
              <a:gdLst/>
              <a:ahLst/>
              <a:cxnLst/>
              <a:rect l="l" t="t" r="r" b="b"/>
              <a:pathLst>
                <a:path w="6857" h="2613" extrusionOk="0">
                  <a:moveTo>
                    <a:pt x="4146" y="95"/>
                  </a:moveTo>
                  <a:cubicBezTo>
                    <a:pt x="4269" y="95"/>
                    <a:pt x="4391" y="147"/>
                    <a:pt x="4514" y="218"/>
                  </a:cubicBezTo>
                  <a:cubicBezTo>
                    <a:pt x="4854" y="463"/>
                    <a:pt x="5071" y="903"/>
                    <a:pt x="5170" y="1365"/>
                  </a:cubicBezTo>
                  <a:cubicBezTo>
                    <a:pt x="5170" y="1441"/>
                    <a:pt x="5194" y="1535"/>
                    <a:pt x="5217" y="1611"/>
                  </a:cubicBezTo>
                  <a:cubicBezTo>
                    <a:pt x="5246" y="1681"/>
                    <a:pt x="5270" y="1781"/>
                    <a:pt x="5340" y="1828"/>
                  </a:cubicBezTo>
                  <a:cubicBezTo>
                    <a:pt x="5440" y="1880"/>
                    <a:pt x="5539" y="1904"/>
                    <a:pt x="5633" y="1904"/>
                  </a:cubicBezTo>
                  <a:cubicBezTo>
                    <a:pt x="5832" y="1904"/>
                    <a:pt x="6048" y="1828"/>
                    <a:pt x="6242" y="1828"/>
                  </a:cubicBezTo>
                  <a:cubicBezTo>
                    <a:pt x="6365" y="1828"/>
                    <a:pt x="6488" y="1851"/>
                    <a:pt x="6611" y="1951"/>
                  </a:cubicBezTo>
                  <a:cubicBezTo>
                    <a:pt x="6657" y="1997"/>
                    <a:pt x="6681" y="2074"/>
                    <a:pt x="6710" y="2173"/>
                  </a:cubicBezTo>
                  <a:cubicBezTo>
                    <a:pt x="6757" y="2243"/>
                    <a:pt x="6757" y="2366"/>
                    <a:pt x="6757" y="2437"/>
                  </a:cubicBezTo>
                  <a:lnTo>
                    <a:pt x="6757" y="2513"/>
                  </a:lnTo>
                  <a:lnTo>
                    <a:pt x="94" y="2513"/>
                  </a:lnTo>
                  <a:lnTo>
                    <a:pt x="94" y="2413"/>
                  </a:lnTo>
                  <a:cubicBezTo>
                    <a:pt x="123" y="2267"/>
                    <a:pt x="170" y="2197"/>
                    <a:pt x="240" y="2144"/>
                  </a:cubicBezTo>
                  <a:cubicBezTo>
                    <a:pt x="316" y="2097"/>
                    <a:pt x="416" y="2074"/>
                    <a:pt x="509" y="2074"/>
                  </a:cubicBezTo>
                  <a:lnTo>
                    <a:pt x="656" y="2074"/>
                  </a:lnTo>
                  <a:cubicBezTo>
                    <a:pt x="709" y="2097"/>
                    <a:pt x="755" y="2097"/>
                    <a:pt x="802" y="2097"/>
                  </a:cubicBezTo>
                  <a:cubicBezTo>
                    <a:pt x="902" y="2097"/>
                    <a:pt x="1001" y="2074"/>
                    <a:pt x="1072" y="2050"/>
                  </a:cubicBezTo>
                  <a:cubicBezTo>
                    <a:pt x="1171" y="2027"/>
                    <a:pt x="1241" y="1974"/>
                    <a:pt x="1294" y="1880"/>
                  </a:cubicBezTo>
                  <a:cubicBezTo>
                    <a:pt x="1341" y="1781"/>
                    <a:pt x="1341" y="1658"/>
                    <a:pt x="1364" y="1588"/>
                  </a:cubicBezTo>
                  <a:cubicBezTo>
                    <a:pt x="1388" y="1488"/>
                    <a:pt x="1440" y="1412"/>
                    <a:pt x="1534" y="1365"/>
                  </a:cubicBezTo>
                  <a:cubicBezTo>
                    <a:pt x="1610" y="1318"/>
                    <a:pt x="1704" y="1266"/>
                    <a:pt x="1803" y="1266"/>
                  </a:cubicBezTo>
                  <a:cubicBezTo>
                    <a:pt x="1973" y="1266"/>
                    <a:pt x="2172" y="1365"/>
                    <a:pt x="2342" y="1488"/>
                  </a:cubicBezTo>
                  <a:cubicBezTo>
                    <a:pt x="2412" y="1558"/>
                    <a:pt x="2512" y="1588"/>
                    <a:pt x="2582" y="1611"/>
                  </a:cubicBezTo>
                  <a:cubicBezTo>
                    <a:pt x="2705" y="1611"/>
                    <a:pt x="2781" y="1535"/>
                    <a:pt x="2852" y="1441"/>
                  </a:cubicBezTo>
                  <a:cubicBezTo>
                    <a:pt x="2975" y="1318"/>
                    <a:pt x="3051" y="1119"/>
                    <a:pt x="3121" y="949"/>
                  </a:cubicBezTo>
                  <a:cubicBezTo>
                    <a:pt x="3220" y="756"/>
                    <a:pt x="3291" y="586"/>
                    <a:pt x="3367" y="487"/>
                  </a:cubicBezTo>
                  <a:cubicBezTo>
                    <a:pt x="3537" y="270"/>
                    <a:pt x="3853" y="95"/>
                    <a:pt x="4146" y="95"/>
                  </a:cubicBezTo>
                  <a:close/>
                  <a:moveTo>
                    <a:pt x="4146" y="1"/>
                  </a:moveTo>
                  <a:cubicBezTo>
                    <a:pt x="3829" y="1"/>
                    <a:pt x="3490" y="171"/>
                    <a:pt x="3291" y="440"/>
                  </a:cubicBezTo>
                  <a:cubicBezTo>
                    <a:pt x="3220" y="510"/>
                    <a:pt x="3168" y="610"/>
                    <a:pt x="3121" y="733"/>
                  </a:cubicBezTo>
                  <a:cubicBezTo>
                    <a:pt x="3051" y="903"/>
                    <a:pt x="2975" y="1096"/>
                    <a:pt x="2875" y="1242"/>
                  </a:cubicBezTo>
                  <a:cubicBezTo>
                    <a:pt x="2828" y="1318"/>
                    <a:pt x="2781" y="1389"/>
                    <a:pt x="2729" y="1441"/>
                  </a:cubicBezTo>
                  <a:cubicBezTo>
                    <a:pt x="2682" y="1488"/>
                    <a:pt x="2635" y="1488"/>
                    <a:pt x="2582" y="1512"/>
                  </a:cubicBezTo>
                  <a:cubicBezTo>
                    <a:pt x="2535" y="1512"/>
                    <a:pt x="2465" y="1488"/>
                    <a:pt x="2389" y="1412"/>
                  </a:cubicBezTo>
                  <a:cubicBezTo>
                    <a:pt x="2219" y="1295"/>
                    <a:pt x="2026" y="1172"/>
                    <a:pt x="1803" y="1172"/>
                  </a:cubicBezTo>
                  <a:cubicBezTo>
                    <a:pt x="1681" y="1172"/>
                    <a:pt x="1558" y="1219"/>
                    <a:pt x="1464" y="1266"/>
                  </a:cubicBezTo>
                  <a:cubicBezTo>
                    <a:pt x="1364" y="1342"/>
                    <a:pt x="1294" y="1441"/>
                    <a:pt x="1265" y="1558"/>
                  </a:cubicBezTo>
                  <a:cubicBezTo>
                    <a:pt x="1241" y="1658"/>
                    <a:pt x="1241" y="1757"/>
                    <a:pt x="1195" y="1828"/>
                  </a:cubicBezTo>
                  <a:cubicBezTo>
                    <a:pt x="1171" y="1904"/>
                    <a:pt x="1118" y="1927"/>
                    <a:pt x="1048" y="1951"/>
                  </a:cubicBezTo>
                  <a:cubicBezTo>
                    <a:pt x="972" y="1974"/>
                    <a:pt x="902" y="1997"/>
                    <a:pt x="802" y="1997"/>
                  </a:cubicBezTo>
                  <a:cubicBezTo>
                    <a:pt x="755" y="1997"/>
                    <a:pt x="709" y="1997"/>
                    <a:pt x="656" y="1974"/>
                  </a:cubicBezTo>
                  <a:lnTo>
                    <a:pt x="509" y="1974"/>
                  </a:lnTo>
                  <a:cubicBezTo>
                    <a:pt x="416" y="1974"/>
                    <a:pt x="293" y="1997"/>
                    <a:pt x="193" y="2050"/>
                  </a:cubicBezTo>
                  <a:cubicBezTo>
                    <a:pt x="94" y="2120"/>
                    <a:pt x="24" y="2243"/>
                    <a:pt x="0" y="2413"/>
                  </a:cubicBezTo>
                  <a:lnTo>
                    <a:pt x="0" y="2560"/>
                  </a:lnTo>
                  <a:lnTo>
                    <a:pt x="0" y="2612"/>
                  </a:lnTo>
                  <a:lnTo>
                    <a:pt x="6804" y="2612"/>
                  </a:lnTo>
                  <a:cubicBezTo>
                    <a:pt x="6827" y="2612"/>
                    <a:pt x="6857" y="2583"/>
                    <a:pt x="6857" y="2560"/>
                  </a:cubicBezTo>
                  <a:lnTo>
                    <a:pt x="6857" y="2437"/>
                  </a:lnTo>
                  <a:cubicBezTo>
                    <a:pt x="6857" y="2343"/>
                    <a:pt x="6827" y="2243"/>
                    <a:pt x="6804" y="2144"/>
                  </a:cubicBezTo>
                  <a:cubicBezTo>
                    <a:pt x="6780" y="2050"/>
                    <a:pt x="6734" y="1951"/>
                    <a:pt x="6657" y="1880"/>
                  </a:cubicBezTo>
                  <a:cubicBezTo>
                    <a:pt x="6534" y="1757"/>
                    <a:pt x="6365" y="1734"/>
                    <a:pt x="6242" y="1734"/>
                  </a:cubicBezTo>
                  <a:cubicBezTo>
                    <a:pt x="6025" y="1734"/>
                    <a:pt x="5803" y="1804"/>
                    <a:pt x="5633" y="1804"/>
                  </a:cubicBezTo>
                  <a:cubicBezTo>
                    <a:pt x="5563" y="1804"/>
                    <a:pt x="5486" y="1781"/>
                    <a:pt x="5416" y="1734"/>
                  </a:cubicBezTo>
                  <a:cubicBezTo>
                    <a:pt x="5363" y="1705"/>
                    <a:pt x="5317" y="1658"/>
                    <a:pt x="5317" y="1588"/>
                  </a:cubicBezTo>
                  <a:cubicBezTo>
                    <a:pt x="5293" y="1512"/>
                    <a:pt x="5270" y="1441"/>
                    <a:pt x="5270" y="1342"/>
                  </a:cubicBezTo>
                  <a:cubicBezTo>
                    <a:pt x="5170" y="879"/>
                    <a:pt x="4954" y="387"/>
                    <a:pt x="4561" y="124"/>
                  </a:cubicBezTo>
                  <a:cubicBezTo>
                    <a:pt x="4438" y="48"/>
                    <a:pt x="4292" y="1"/>
                    <a:pt x="41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52">
              <a:extLst>
                <a:ext uri="{FF2B5EF4-FFF2-40B4-BE49-F238E27FC236}">
                  <a16:creationId xmlns:a16="http://schemas.microsoft.com/office/drawing/2014/main" id="{B4E98085-3725-EBD1-D6F1-8FF350C74E6A}"/>
                </a:ext>
              </a:extLst>
            </p:cNvPr>
            <p:cNvSpPr/>
            <p:nvPr/>
          </p:nvSpPr>
          <p:spPr>
            <a:xfrm>
              <a:off x="7015383" y="3409547"/>
              <a:ext cx="844589" cy="1354551"/>
            </a:xfrm>
            <a:custGeom>
              <a:avLst/>
              <a:gdLst/>
              <a:ahLst/>
              <a:cxnLst/>
              <a:rect l="l" t="t" r="r" b="b"/>
              <a:pathLst>
                <a:path w="9634" h="15451" extrusionOk="0">
                  <a:moveTo>
                    <a:pt x="5093" y="1"/>
                  </a:moveTo>
                  <a:cubicBezTo>
                    <a:pt x="5044" y="1"/>
                    <a:pt x="4998" y="2"/>
                    <a:pt x="4954" y="5"/>
                  </a:cubicBezTo>
                  <a:cubicBezTo>
                    <a:pt x="2366" y="198"/>
                    <a:pt x="1" y="4273"/>
                    <a:pt x="979" y="15451"/>
                  </a:cubicBezTo>
                  <a:lnTo>
                    <a:pt x="5440" y="15451"/>
                  </a:lnTo>
                  <a:cubicBezTo>
                    <a:pt x="9633" y="1155"/>
                    <a:pt x="6437" y="1"/>
                    <a:pt x="50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52">
              <a:extLst>
                <a:ext uri="{FF2B5EF4-FFF2-40B4-BE49-F238E27FC236}">
                  <a16:creationId xmlns:a16="http://schemas.microsoft.com/office/drawing/2014/main" id="{BC6BF025-97C1-F4C4-ED60-76A8B7C8484B}"/>
                </a:ext>
              </a:extLst>
            </p:cNvPr>
            <p:cNvSpPr/>
            <p:nvPr/>
          </p:nvSpPr>
          <p:spPr>
            <a:xfrm>
              <a:off x="7057988" y="3407618"/>
              <a:ext cx="622790" cy="1358057"/>
            </a:xfrm>
            <a:custGeom>
              <a:avLst/>
              <a:gdLst/>
              <a:ahLst/>
              <a:cxnLst/>
              <a:rect l="l" t="t" r="r" b="b"/>
              <a:pathLst>
                <a:path w="7104" h="15491" extrusionOk="0">
                  <a:moveTo>
                    <a:pt x="4599" y="0"/>
                  </a:moveTo>
                  <a:cubicBezTo>
                    <a:pt x="4482" y="0"/>
                    <a:pt x="4364" y="9"/>
                    <a:pt x="4246" y="27"/>
                  </a:cubicBezTo>
                  <a:cubicBezTo>
                    <a:pt x="2612" y="296"/>
                    <a:pt x="1687" y="1953"/>
                    <a:pt x="1201" y="3370"/>
                  </a:cubicBezTo>
                  <a:cubicBezTo>
                    <a:pt x="733" y="4688"/>
                    <a:pt x="493" y="6105"/>
                    <a:pt x="370" y="7492"/>
                  </a:cubicBezTo>
                  <a:cubicBezTo>
                    <a:pt x="177" y="9518"/>
                    <a:pt x="200" y="11591"/>
                    <a:pt x="323" y="13640"/>
                  </a:cubicBezTo>
                  <a:cubicBezTo>
                    <a:pt x="346" y="14249"/>
                    <a:pt x="393" y="14858"/>
                    <a:pt x="469" y="15473"/>
                  </a:cubicBezTo>
                  <a:cubicBezTo>
                    <a:pt x="469" y="15484"/>
                    <a:pt x="475" y="15490"/>
                    <a:pt x="481" y="15490"/>
                  </a:cubicBezTo>
                  <a:cubicBezTo>
                    <a:pt x="487" y="15490"/>
                    <a:pt x="493" y="15484"/>
                    <a:pt x="493" y="15473"/>
                  </a:cubicBezTo>
                  <a:cubicBezTo>
                    <a:pt x="247" y="11784"/>
                    <a:pt x="1" y="7978"/>
                    <a:pt x="955" y="4371"/>
                  </a:cubicBezTo>
                  <a:cubicBezTo>
                    <a:pt x="1371" y="2808"/>
                    <a:pt x="2150" y="782"/>
                    <a:pt x="3836" y="197"/>
                  </a:cubicBezTo>
                  <a:cubicBezTo>
                    <a:pt x="4083" y="115"/>
                    <a:pt x="4344" y="71"/>
                    <a:pt x="4603" y="71"/>
                  </a:cubicBezTo>
                  <a:cubicBezTo>
                    <a:pt x="5033" y="71"/>
                    <a:pt x="5459" y="192"/>
                    <a:pt x="5809" y="466"/>
                  </a:cubicBezTo>
                  <a:cubicBezTo>
                    <a:pt x="6810" y="1274"/>
                    <a:pt x="6957" y="2808"/>
                    <a:pt x="7004" y="3979"/>
                  </a:cubicBezTo>
                  <a:cubicBezTo>
                    <a:pt x="7027" y="5297"/>
                    <a:pt x="6910" y="6614"/>
                    <a:pt x="6687" y="7908"/>
                  </a:cubicBezTo>
                  <a:cubicBezTo>
                    <a:pt x="6395" y="9858"/>
                    <a:pt x="5932" y="11784"/>
                    <a:pt x="5417" y="13687"/>
                  </a:cubicBezTo>
                  <a:cubicBezTo>
                    <a:pt x="5247" y="14272"/>
                    <a:pt x="5077" y="14858"/>
                    <a:pt x="4931" y="15443"/>
                  </a:cubicBezTo>
                  <a:cubicBezTo>
                    <a:pt x="4917" y="15475"/>
                    <a:pt x="4937" y="15488"/>
                    <a:pt x="4955" y="15488"/>
                  </a:cubicBezTo>
                  <a:cubicBezTo>
                    <a:pt x="4967" y="15488"/>
                    <a:pt x="4978" y="15482"/>
                    <a:pt x="4978" y="15473"/>
                  </a:cubicBezTo>
                  <a:cubicBezTo>
                    <a:pt x="5639" y="13347"/>
                    <a:pt x="6178" y="11175"/>
                    <a:pt x="6588" y="9003"/>
                  </a:cubicBezTo>
                  <a:cubicBezTo>
                    <a:pt x="6857" y="7568"/>
                    <a:pt x="7056" y="6105"/>
                    <a:pt x="7080" y="4641"/>
                  </a:cubicBezTo>
                  <a:cubicBezTo>
                    <a:pt x="7103" y="3762"/>
                    <a:pt x="7056" y="2832"/>
                    <a:pt x="6787" y="1977"/>
                  </a:cubicBezTo>
                  <a:cubicBezTo>
                    <a:pt x="6641" y="1467"/>
                    <a:pt x="6418" y="981"/>
                    <a:pt x="6055" y="589"/>
                  </a:cubicBezTo>
                  <a:cubicBezTo>
                    <a:pt x="5651" y="190"/>
                    <a:pt x="5137" y="0"/>
                    <a:pt x="4599" y="0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52">
              <a:extLst>
                <a:ext uri="{FF2B5EF4-FFF2-40B4-BE49-F238E27FC236}">
                  <a16:creationId xmlns:a16="http://schemas.microsoft.com/office/drawing/2014/main" id="{47E5A289-2600-BB09-C3D8-378568EAB252}"/>
                </a:ext>
              </a:extLst>
            </p:cNvPr>
            <p:cNvSpPr/>
            <p:nvPr/>
          </p:nvSpPr>
          <p:spPr>
            <a:xfrm>
              <a:off x="7293633" y="3412001"/>
              <a:ext cx="200759" cy="1352096"/>
            </a:xfrm>
            <a:custGeom>
              <a:avLst/>
              <a:gdLst/>
              <a:ahLst/>
              <a:cxnLst/>
              <a:rect l="l" t="t" r="r" b="b"/>
              <a:pathLst>
                <a:path w="2290" h="15423" extrusionOk="0">
                  <a:moveTo>
                    <a:pt x="2290" y="0"/>
                  </a:moveTo>
                  <a:lnTo>
                    <a:pt x="0" y="154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52">
              <a:extLst>
                <a:ext uri="{FF2B5EF4-FFF2-40B4-BE49-F238E27FC236}">
                  <a16:creationId xmlns:a16="http://schemas.microsoft.com/office/drawing/2014/main" id="{6A3CA7EF-1B2F-EFD9-72D9-FAFF4C6695FF}"/>
                </a:ext>
              </a:extLst>
            </p:cNvPr>
            <p:cNvSpPr/>
            <p:nvPr/>
          </p:nvSpPr>
          <p:spPr>
            <a:xfrm>
              <a:off x="7288987" y="3412001"/>
              <a:ext cx="210051" cy="1352096"/>
            </a:xfrm>
            <a:custGeom>
              <a:avLst/>
              <a:gdLst/>
              <a:ahLst/>
              <a:cxnLst/>
              <a:rect l="l" t="t" r="r" b="b"/>
              <a:pathLst>
                <a:path w="2396" h="15423" extrusionOk="0">
                  <a:moveTo>
                    <a:pt x="2296" y="0"/>
                  </a:moveTo>
                  <a:lnTo>
                    <a:pt x="1" y="15393"/>
                  </a:lnTo>
                  <a:lnTo>
                    <a:pt x="100" y="15423"/>
                  </a:lnTo>
                  <a:lnTo>
                    <a:pt x="2395" y="24"/>
                  </a:lnTo>
                  <a:lnTo>
                    <a:pt x="2296" y="0"/>
                  </a:ln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52">
              <a:extLst>
                <a:ext uri="{FF2B5EF4-FFF2-40B4-BE49-F238E27FC236}">
                  <a16:creationId xmlns:a16="http://schemas.microsoft.com/office/drawing/2014/main" id="{B50BFB39-8A96-15F6-C6B3-0B7F5CD038AE}"/>
                </a:ext>
              </a:extLst>
            </p:cNvPr>
            <p:cNvSpPr/>
            <p:nvPr/>
          </p:nvSpPr>
          <p:spPr>
            <a:xfrm>
              <a:off x="5713200" y="1776149"/>
              <a:ext cx="1659633" cy="2985429"/>
            </a:xfrm>
            <a:custGeom>
              <a:avLst/>
              <a:gdLst/>
              <a:ahLst/>
              <a:cxnLst/>
              <a:rect l="l" t="t" r="r" b="b"/>
              <a:pathLst>
                <a:path w="18931" h="34054" extrusionOk="0">
                  <a:moveTo>
                    <a:pt x="902" y="0"/>
                  </a:moveTo>
                  <a:cubicBezTo>
                    <a:pt x="387" y="0"/>
                    <a:pt x="0" y="387"/>
                    <a:pt x="0" y="902"/>
                  </a:cubicBezTo>
                  <a:lnTo>
                    <a:pt x="0" y="33152"/>
                  </a:lnTo>
                  <a:cubicBezTo>
                    <a:pt x="0" y="33644"/>
                    <a:pt x="387" y="34053"/>
                    <a:pt x="902" y="34053"/>
                  </a:cubicBezTo>
                  <a:lnTo>
                    <a:pt x="18028" y="34053"/>
                  </a:lnTo>
                  <a:cubicBezTo>
                    <a:pt x="18538" y="34053"/>
                    <a:pt x="18930" y="33644"/>
                    <a:pt x="18930" y="33152"/>
                  </a:cubicBezTo>
                  <a:lnTo>
                    <a:pt x="18930" y="902"/>
                  </a:lnTo>
                  <a:cubicBezTo>
                    <a:pt x="18930" y="387"/>
                    <a:pt x="18538" y="0"/>
                    <a:pt x="180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52">
              <a:extLst>
                <a:ext uri="{FF2B5EF4-FFF2-40B4-BE49-F238E27FC236}">
                  <a16:creationId xmlns:a16="http://schemas.microsoft.com/office/drawing/2014/main" id="{4A3127DA-C3B1-5C27-2B4B-16B50C31225A}"/>
                </a:ext>
              </a:extLst>
            </p:cNvPr>
            <p:cNvSpPr/>
            <p:nvPr/>
          </p:nvSpPr>
          <p:spPr>
            <a:xfrm>
              <a:off x="5708553" y="1771502"/>
              <a:ext cx="1668313" cy="2994722"/>
            </a:xfrm>
            <a:custGeom>
              <a:avLst/>
              <a:gdLst/>
              <a:ahLst/>
              <a:cxnLst/>
              <a:rect l="l" t="t" r="r" b="b"/>
              <a:pathLst>
                <a:path w="19030" h="34160" extrusionOk="0">
                  <a:moveTo>
                    <a:pt x="18081" y="100"/>
                  </a:moveTo>
                  <a:cubicBezTo>
                    <a:pt x="18544" y="100"/>
                    <a:pt x="18936" y="469"/>
                    <a:pt x="18936" y="955"/>
                  </a:cubicBezTo>
                  <a:lnTo>
                    <a:pt x="18936" y="33205"/>
                  </a:lnTo>
                  <a:cubicBezTo>
                    <a:pt x="18936" y="33667"/>
                    <a:pt x="18544" y="34060"/>
                    <a:pt x="18081" y="34060"/>
                  </a:cubicBezTo>
                  <a:lnTo>
                    <a:pt x="955" y="34060"/>
                  </a:lnTo>
                  <a:cubicBezTo>
                    <a:pt x="492" y="34060"/>
                    <a:pt x="100" y="33667"/>
                    <a:pt x="100" y="33205"/>
                  </a:cubicBezTo>
                  <a:lnTo>
                    <a:pt x="100" y="955"/>
                  </a:lnTo>
                  <a:cubicBezTo>
                    <a:pt x="100" y="469"/>
                    <a:pt x="492" y="100"/>
                    <a:pt x="955" y="100"/>
                  </a:cubicBezTo>
                  <a:close/>
                  <a:moveTo>
                    <a:pt x="955" y="0"/>
                  </a:moveTo>
                  <a:cubicBezTo>
                    <a:pt x="416" y="0"/>
                    <a:pt x="1" y="416"/>
                    <a:pt x="1" y="955"/>
                  </a:cubicBezTo>
                  <a:lnTo>
                    <a:pt x="1" y="33205"/>
                  </a:lnTo>
                  <a:cubicBezTo>
                    <a:pt x="1" y="33720"/>
                    <a:pt x="416" y="34159"/>
                    <a:pt x="955" y="34159"/>
                  </a:cubicBezTo>
                  <a:lnTo>
                    <a:pt x="18081" y="34159"/>
                  </a:lnTo>
                  <a:cubicBezTo>
                    <a:pt x="18614" y="34159"/>
                    <a:pt x="19030" y="33720"/>
                    <a:pt x="19030" y="33205"/>
                  </a:cubicBezTo>
                  <a:lnTo>
                    <a:pt x="19030" y="955"/>
                  </a:lnTo>
                  <a:cubicBezTo>
                    <a:pt x="19030" y="416"/>
                    <a:pt x="18614" y="0"/>
                    <a:pt x="18081" y="0"/>
                  </a:cubicBezTo>
                  <a:close/>
                </a:path>
              </a:pathLst>
            </a:custGeom>
            <a:solidFill>
              <a:srgbClr val="849C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52">
              <a:extLst>
                <a:ext uri="{FF2B5EF4-FFF2-40B4-BE49-F238E27FC236}">
                  <a16:creationId xmlns:a16="http://schemas.microsoft.com/office/drawing/2014/main" id="{4C98196D-6167-F9EE-A4E7-7941E200B14B}"/>
                </a:ext>
              </a:extLst>
            </p:cNvPr>
            <p:cNvSpPr/>
            <p:nvPr/>
          </p:nvSpPr>
          <p:spPr>
            <a:xfrm>
              <a:off x="6461600" y="4547893"/>
              <a:ext cx="162799" cy="160256"/>
            </a:xfrm>
            <a:custGeom>
              <a:avLst/>
              <a:gdLst/>
              <a:ahLst/>
              <a:cxnLst/>
              <a:rect l="l" t="t" r="r" b="b"/>
              <a:pathLst>
                <a:path w="1857" h="1828" extrusionOk="0">
                  <a:moveTo>
                    <a:pt x="925" y="94"/>
                  </a:moveTo>
                  <a:cubicBezTo>
                    <a:pt x="1148" y="94"/>
                    <a:pt x="1364" y="194"/>
                    <a:pt x="1511" y="340"/>
                  </a:cubicBezTo>
                  <a:cubicBezTo>
                    <a:pt x="1657" y="487"/>
                    <a:pt x="1757" y="709"/>
                    <a:pt x="1757" y="926"/>
                  </a:cubicBezTo>
                  <a:cubicBezTo>
                    <a:pt x="1757" y="1148"/>
                    <a:pt x="1657" y="1365"/>
                    <a:pt x="1511" y="1511"/>
                  </a:cubicBezTo>
                  <a:cubicBezTo>
                    <a:pt x="1364" y="1658"/>
                    <a:pt x="1148" y="1734"/>
                    <a:pt x="925" y="1734"/>
                  </a:cubicBezTo>
                  <a:cubicBezTo>
                    <a:pt x="709" y="1734"/>
                    <a:pt x="486" y="1658"/>
                    <a:pt x="340" y="1511"/>
                  </a:cubicBezTo>
                  <a:cubicBezTo>
                    <a:pt x="193" y="1365"/>
                    <a:pt x="100" y="1148"/>
                    <a:pt x="100" y="926"/>
                  </a:cubicBezTo>
                  <a:cubicBezTo>
                    <a:pt x="100" y="709"/>
                    <a:pt x="193" y="487"/>
                    <a:pt x="340" y="340"/>
                  </a:cubicBezTo>
                  <a:cubicBezTo>
                    <a:pt x="486" y="194"/>
                    <a:pt x="709" y="94"/>
                    <a:pt x="925" y="94"/>
                  </a:cubicBezTo>
                  <a:close/>
                  <a:moveTo>
                    <a:pt x="925" y="1"/>
                  </a:moveTo>
                  <a:cubicBezTo>
                    <a:pt x="416" y="1"/>
                    <a:pt x="0" y="416"/>
                    <a:pt x="0" y="926"/>
                  </a:cubicBezTo>
                  <a:cubicBezTo>
                    <a:pt x="0" y="1441"/>
                    <a:pt x="416" y="1827"/>
                    <a:pt x="925" y="1827"/>
                  </a:cubicBezTo>
                  <a:cubicBezTo>
                    <a:pt x="1441" y="1827"/>
                    <a:pt x="1856" y="1441"/>
                    <a:pt x="1856" y="926"/>
                  </a:cubicBezTo>
                  <a:cubicBezTo>
                    <a:pt x="1856" y="416"/>
                    <a:pt x="1441" y="1"/>
                    <a:pt x="9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52">
              <a:extLst>
                <a:ext uri="{FF2B5EF4-FFF2-40B4-BE49-F238E27FC236}">
                  <a16:creationId xmlns:a16="http://schemas.microsoft.com/office/drawing/2014/main" id="{00A253F6-63C8-4D71-C21D-BA6924380ED0}"/>
                </a:ext>
              </a:extLst>
            </p:cNvPr>
            <p:cNvSpPr/>
            <p:nvPr/>
          </p:nvSpPr>
          <p:spPr>
            <a:xfrm>
              <a:off x="5721353" y="2049667"/>
              <a:ext cx="1642714" cy="2438296"/>
            </a:xfrm>
            <a:custGeom>
              <a:avLst/>
              <a:gdLst/>
              <a:ahLst/>
              <a:cxnLst/>
              <a:rect l="l" t="t" r="r" b="b"/>
              <a:pathLst>
                <a:path w="18738" h="27813" extrusionOk="0">
                  <a:moveTo>
                    <a:pt x="1" y="1"/>
                  </a:moveTo>
                  <a:lnTo>
                    <a:pt x="1" y="27813"/>
                  </a:lnTo>
                  <a:lnTo>
                    <a:pt x="18738" y="27813"/>
                  </a:lnTo>
                  <a:lnTo>
                    <a:pt x="187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52">
              <a:extLst>
                <a:ext uri="{FF2B5EF4-FFF2-40B4-BE49-F238E27FC236}">
                  <a16:creationId xmlns:a16="http://schemas.microsoft.com/office/drawing/2014/main" id="{DC7DB2D7-DD7D-F4FA-B28D-0367E8425A71}"/>
                </a:ext>
              </a:extLst>
            </p:cNvPr>
            <p:cNvSpPr/>
            <p:nvPr/>
          </p:nvSpPr>
          <p:spPr>
            <a:xfrm>
              <a:off x="6435914" y="1891605"/>
              <a:ext cx="258794" cy="25774"/>
            </a:xfrm>
            <a:custGeom>
              <a:avLst/>
              <a:gdLst/>
              <a:ahLst/>
              <a:cxnLst/>
              <a:rect l="l" t="t" r="r" b="b"/>
              <a:pathLst>
                <a:path w="2952" h="294" extrusionOk="0">
                  <a:moveTo>
                    <a:pt x="2782" y="94"/>
                  </a:moveTo>
                  <a:cubicBezTo>
                    <a:pt x="2828" y="94"/>
                    <a:pt x="2852" y="123"/>
                    <a:pt x="2852" y="147"/>
                  </a:cubicBezTo>
                  <a:cubicBezTo>
                    <a:pt x="2852" y="170"/>
                    <a:pt x="2828" y="194"/>
                    <a:pt x="2782" y="194"/>
                  </a:cubicBezTo>
                  <a:lnTo>
                    <a:pt x="147" y="194"/>
                  </a:lnTo>
                  <a:cubicBezTo>
                    <a:pt x="123" y="194"/>
                    <a:pt x="100" y="170"/>
                    <a:pt x="100" y="147"/>
                  </a:cubicBezTo>
                  <a:cubicBezTo>
                    <a:pt x="100" y="123"/>
                    <a:pt x="123" y="94"/>
                    <a:pt x="147" y="94"/>
                  </a:cubicBezTo>
                  <a:close/>
                  <a:moveTo>
                    <a:pt x="147" y="0"/>
                  </a:moveTo>
                  <a:cubicBezTo>
                    <a:pt x="71" y="0"/>
                    <a:pt x="0" y="47"/>
                    <a:pt x="0" y="147"/>
                  </a:cubicBezTo>
                  <a:cubicBezTo>
                    <a:pt x="0" y="217"/>
                    <a:pt x="71" y="293"/>
                    <a:pt x="147" y="293"/>
                  </a:cubicBezTo>
                  <a:lnTo>
                    <a:pt x="2782" y="293"/>
                  </a:lnTo>
                  <a:cubicBezTo>
                    <a:pt x="2881" y="293"/>
                    <a:pt x="2951" y="217"/>
                    <a:pt x="2951" y="147"/>
                  </a:cubicBezTo>
                  <a:cubicBezTo>
                    <a:pt x="2951" y="47"/>
                    <a:pt x="2881" y="0"/>
                    <a:pt x="27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52">
              <a:extLst>
                <a:ext uri="{FF2B5EF4-FFF2-40B4-BE49-F238E27FC236}">
                  <a16:creationId xmlns:a16="http://schemas.microsoft.com/office/drawing/2014/main" id="{80E54D21-22A4-90E1-82E2-DB4253960D40}"/>
                </a:ext>
              </a:extLst>
            </p:cNvPr>
            <p:cNvSpPr/>
            <p:nvPr/>
          </p:nvSpPr>
          <p:spPr>
            <a:xfrm>
              <a:off x="6382526" y="1891605"/>
              <a:ext cx="27791" cy="25774"/>
            </a:xfrm>
            <a:custGeom>
              <a:avLst/>
              <a:gdLst/>
              <a:ahLst/>
              <a:cxnLst/>
              <a:rect l="l" t="t" r="r" b="b"/>
              <a:pathLst>
                <a:path w="317" h="294" extrusionOk="0">
                  <a:moveTo>
                    <a:pt x="170" y="94"/>
                  </a:moveTo>
                  <a:cubicBezTo>
                    <a:pt x="194" y="94"/>
                    <a:pt x="217" y="123"/>
                    <a:pt x="217" y="147"/>
                  </a:cubicBezTo>
                  <a:cubicBezTo>
                    <a:pt x="217" y="170"/>
                    <a:pt x="194" y="194"/>
                    <a:pt x="170" y="194"/>
                  </a:cubicBezTo>
                  <a:cubicBezTo>
                    <a:pt x="147" y="194"/>
                    <a:pt x="94" y="170"/>
                    <a:pt x="94" y="147"/>
                  </a:cubicBezTo>
                  <a:cubicBezTo>
                    <a:pt x="94" y="123"/>
                    <a:pt x="147" y="94"/>
                    <a:pt x="170" y="94"/>
                  </a:cubicBezTo>
                  <a:close/>
                  <a:moveTo>
                    <a:pt x="170" y="0"/>
                  </a:moveTo>
                  <a:cubicBezTo>
                    <a:pt x="71" y="0"/>
                    <a:pt x="0" y="47"/>
                    <a:pt x="0" y="147"/>
                  </a:cubicBezTo>
                  <a:cubicBezTo>
                    <a:pt x="0" y="241"/>
                    <a:pt x="71" y="293"/>
                    <a:pt x="170" y="293"/>
                  </a:cubicBezTo>
                  <a:cubicBezTo>
                    <a:pt x="241" y="293"/>
                    <a:pt x="317" y="241"/>
                    <a:pt x="317" y="147"/>
                  </a:cubicBezTo>
                  <a:cubicBezTo>
                    <a:pt x="317" y="47"/>
                    <a:pt x="241" y="0"/>
                    <a:pt x="1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52">
              <a:extLst>
                <a:ext uri="{FF2B5EF4-FFF2-40B4-BE49-F238E27FC236}">
                  <a16:creationId xmlns:a16="http://schemas.microsoft.com/office/drawing/2014/main" id="{99F94289-9D7A-5468-00C8-9267F2DA4DF9}"/>
                </a:ext>
              </a:extLst>
            </p:cNvPr>
            <p:cNvSpPr/>
            <p:nvPr/>
          </p:nvSpPr>
          <p:spPr>
            <a:xfrm>
              <a:off x="5832775" y="2993132"/>
              <a:ext cx="710019" cy="716156"/>
            </a:xfrm>
            <a:custGeom>
              <a:avLst/>
              <a:gdLst/>
              <a:ahLst/>
              <a:cxnLst/>
              <a:rect l="l" t="t" r="r" b="b"/>
              <a:pathLst>
                <a:path w="8099" h="8169" extrusionOk="0">
                  <a:moveTo>
                    <a:pt x="1" y="1"/>
                  </a:moveTo>
                  <a:lnTo>
                    <a:pt x="1" y="8168"/>
                  </a:lnTo>
                  <a:lnTo>
                    <a:pt x="8098" y="8168"/>
                  </a:lnTo>
                  <a:lnTo>
                    <a:pt x="80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52">
              <a:extLst>
                <a:ext uri="{FF2B5EF4-FFF2-40B4-BE49-F238E27FC236}">
                  <a16:creationId xmlns:a16="http://schemas.microsoft.com/office/drawing/2014/main" id="{66F25BBE-52A0-16F5-ADF8-DCF5479B4F74}"/>
                </a:ext>
              </a:extLst>
            </p:cNvPr>
            <p:cNvSpPr/>
            <p:nvPr/>
          </p:nvSpPr>
          <p:spPr>
            <a:xfrm>
              <a:off x="6038088" y="3097893"/>
              <a:ext cx="301401" cy="301313"/>
            </a:xfrm>
            <a:custGeom>
              <a:avLst/>
              <a:gdLst/>
              <a:ahLst/>
              <a:cxnLst/>
              <a:rect l="l" t="t" r="r" b="b"/>
              <a:pathLst>
                <a:path w="3438" h="3437" extrusionOk="0">
                  <a:moveTo>
                    <a:pt x="1710" y="94"/>
                  </a:moveTo>
                  <a:cubicBezTo>
                    <a:pt x="2173" y="94"/>
                    <a:pt x="2559" y="293"/>
                    <a:pt x="2852" y="586"/>
                  </a:cubicBezTo>
                  <a:cubicBezTo>
                    <a:pt x="3145" y="878"/>
                    <a:pt x="3344" y="1265"/>
                    <a:pt x="3344" y="1733"/>
                  </a:cubicBezTo>
                  <a:cubicBezTo>
                    <a:pt x="3344" y="2172"/>
                    <a:pt x="3145" y="2582"/>
                    <a:pt x="2852" y="2875"/>
                  </a:cubicBezTo>
                  <a:cubicBezTo>
                    <a:pt x="2559" y="3168"/>
                    <a:pt x="2173" y="3343"/>
                    <a:pt x="1710" y="3343"/>
                  </a:cubicBezTo>
                  <a:cubicBezTo>
                    <a:pt x="1271" y="3343"/>
                    <a:pt x="855" y="3168"/>
                    <a:pt x="563" y="2875"/>
                  </a:cubicBezTo>
                  <a:cubicBezTo>
                    <a:pt x="270" y="2582"/>
                    <a:pt x="100" y="2172"/>
                    <a:pt x="100" y="1733"/>
                  </a:cubicBezTo>
                  <a:cubicBezTo>
                    <a:pt x="100" y="1265"/>
                    <a:pt x="270" y="878"/>
                    <a:pt x="563" y="586"/>
                  </a:cubicBezTo>
                  <a:cubicBezTo>
                    <a:pt x="855" y="293"/>
                    <a:pt x="1271" y="94"/>
                    <a:pt x="1710" y="94"/>
                  </a:cubicBezTo>
                  <a:close/>
                  <a:moveTo>
                    <a:pt x="1710" y="0"/>
                  </a:moveTo>
                  <a:cubicBezTo>
                    <a:pt x="756" y="0"/>
                    <a:pt x="1" y="779"/>
                    <a:pt x="1" y="1733"/>
                  </a:cubicBezTo>
                  <a:cubicBezTo>
                    <a:pt x="1" y="2682"/>
                    <a:pt x="756" y="3437"/>
                    <a:pt x="1710" y="3437"/>
                  </a:cubicBezTo>
                  <a:cubicBezTo>
                    <a:pt x="2659" y="3437"/>
                    <a:pt x="3438" y="2682"/>
                    <a:pt x="3438" y="1733"/>
                  </a:cubicBezTo>
                  <a:cubicBezTo>
                    <a:pt x="3438" y="779"/>
                    <a:pt x="2659" y="0"/>
                    <a:pt x="17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52">
              <a:extLst>
                <a:ext uri="{FF2B5EF4-FFF2-40B4-BE49-F238E27FC236}">
                  <a16:creationId xmlns:a16="http://schemas.microsoft.com/office/drawing/2014/main" id="{61F692B5-884C-AA2C-49AD-3D9EB7014155}"/>
                </a:ext>
              </a:extLst>
            </p:cNvPr>
            <p:cNvSpPr/>
            <p:nvPr/>
          </p:nvSpPr>
          <p:spPr>
            <a:xfrm>
              <a:off x="6082797" y="3097893"/>
              <a:ext cx="209964" cy="301313"/>
            </a:xfrm>
            <a:custGeom>
              <a:avLst/>
              <a:gdLst/>
              <a:ahLst/>
              <a:cxnLst/>
              <a:rect l="l" t="t" r="r" b="b"/>
              <a:pathLst>
                <a:path w="2395" h="3437" extrusionOk="0">
                  <a:moveTo>
                    <a:pt x="1200" y="94"/>
                  </a:moveTo>
                  <a:cubicBezTo>
                    <a:pt x="1493" y="94"/>
                    <a:pt x="1786" y="269"/>
                    <a:pt x="1979" y="562"/>
                  </a:cubicBezTo>
                  <a:cubicBezTo>
                    <a:pt x="2172" y="855"/>
                    <a:pt x="2295" y="1265"/>
                    <a:pt x="2295" y="1733"/>
                  </a:cubicBezTo>
                  <a:cubicBezTo>
                    <a:pt x="2295" y="2172"/>
                    <a:pt x="2172" y="2582"/>
                    <a:pt x="1979" y="2875"/>
                  </a:cubicBezTo>
                  <a:cubicBezTo>
                    <a:pt x="1786" y="3168"/>
                    <a:pt x="1493" y="3343"/>
                    <a:pt x="1200" y="3343"/>
                  </a:cubicBezTo>
                  <a:cubicBezTo>
                    <a:pt x="908" y="3343"/>
                    <a:pt x="638" y="3168"/>
                    <a:pt x="416" y="2875"/>
                  </a:cubicBezTo>
                  <a:cubicBezTo>
                    <a:pt x="223" y="2582"/>
                    <a:pt x="100" y="2172"/>
                    <a:pt x="100" y="1733"/>
                  </a:cubicBezTo>
                  <a:cubicBezTo>
                    <a:pt x="100" y="1265"/>
                    <a:pt x="223" y="855"/>
                    <a:pt x="416" y="562"/>
                  </a:cubicBezTo>
                  <a:cubicBezTo>
                    <a:pt x="638" y="269"/>
                    <a:pt x="908" y="94"/>
                    <a:pt x="1200" y="94"/>
                  </a:cubicBezTo>
                  <a:close/>
                  <a:moveTo>
                    <a:pt x="1200" y="0"/>
                  </a:moveTo>
                  <a:cubicBezTo>
                    <a:pt x="855" y="0"/>
                    <a:pt x="562" y="193"/>
                    <a:pt x="345" y="509"/>
                  </a:cubicBezTo>
                  <a:cubicBezTo>
                    <a:pt x="123" y="826"/>
                    <a:pt x="0" y="1241"/>
                    <a:pt x="0" y="1733"/>
                  </a:cubicBezTo>
                  <a:cubicBezTo>
                    <a:pt x="0" y="2196"/>
                    <a:pt x="123" y="2635"/>
                    <a:pt x="345" y="2928"/>
                  </a:cubicBezTo>
                  <a:cubicBezTo>
                    <a:pt x="562" y="3244"/>
                    <a:pt x="855" y="3437"/>
                    <a:pt x="1200" y="3437"/>
                  </a:cubicBezTo>
                  <a:cubicBezTo>
                    <a:pt x="1540" y="3437"/>
                    <a:pt x="1833" y="3244"/>
                    <a:pt x="2049" y="2928"/>
                  </a:cubicBezTo>
                  <a:cubicBezTo>
                    <a:pt x="2272" y="2635"/>
                    <a:pt x="2395" y="2196"/>
                    <a:pt x="2395" y="1733"/>
                  </a:cubicBezTo>
                  <a:cubicBezTo>
                    <a:pt x="2395" y="1241"/>
                    <a:pt x="2272" y="826"/>
                    <a:pt x="2049" y="509"/>
                  </a:cubicBezTo>
                  <a:cubicBezTo>
                    <a:pt x="1833" y="193"/>
                    <a:pt x="1540" y="0"/>
                    <a:pt x="1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52">
              <a:extLst>
                <a:ext uri="{FF2B5EF4-FFF2-40B4-BE49-F238E27FC236}">
                  <a16:creationId xmlns:a16="http://schemas.microsoft.com/office/drawing/2014/main" id="{BE1F5AE2-08F2-A35B-47AA-EA016F9ADBF2}"/>
                </a:ext>
              </a:extLst>
            </p:cNvPr>
            <p:cNvSpPr/>
            <p:nvPr/>
          </p:nvSpPr>
          <p:spPr>
            <a:xfrm>
              <a:off x="6144865" y="3097893"/>
              <a:ext cx="87843" cy="301313"/>
            </a:xfrm>
            <a:custGeom>
              <a:avLst/>
              <a:gdLst/>
              <a:ahLst/>
              <a:cxnLst/>
              <a:rect l="l" t="t" r="r" b="b"/>
              <a:pathLst>
                <a:path w="1002" h="3437" extrusionOk="0">
                  <a:moveTo>
                    <a:pt x="492" y="94"/>
                  </a:moveTo>
                  <a:cubicBezTo>
                    <a:pt x="516" y="94"/>
                    <a:pt x="539" y="94"/>
                    <a:pt x="563" y="123"/>
                  </a:cubicBezTo>
                  <a:cubicBezTo>
                    <a:pt x="586" y="146"/>
                    <a:pt x="639" y="217"/>
                    <a:pt x="686" y="316"/>
                  </a:cubicBezTo>
                  <a:cubicBezTo>
                    <a:pt x="809" y="586"/>
                    <a:pt x="902" y="1118"/>
                    <a:pt x="902" y="1733"/>
                  </a:cubicBezTo>
                  <a:cubicBezTo>
                    <a:pt x="902" y="2196"/>
                    <a:pt x="855" y="2611"/>
                    <a:pt x="756" y="2904"/>
                  </a:cubicBezTo>
                  <a:cubicBezTo>
                    <a:pt x="732" y="3051"/>
                    <a:pt x="686" y="3168"/>
                    <a:pt x="639" y="3244"/>
                  </a:cubicBezTo>
                  <a:cubicBezTo>
                    <a:pt x="609" y="3291"/>
                    <a:pt x="586" y="3314"/>
                    <a:pt x="563" y="3314"/>
                  </a:cubicBezTo>
                  <a:cubicBezTo>
                    <a:pt x="539" y="3343"/>
                    <a:pt x="516" y="3343"/>
                    <a:pt x="492" y="3343"/>
                  </a:cubicBezTo>
                  <a:cubicBezTo>
                    <a:pt x="463" y="3343"/>
                    <a:pt x="463" y="3343"/>
                    <a:pt x="440" y="3314"/>
                  </a:cubicBezTo>
                  <a:cubicBezTo>
                    <a:pt x="393" y="3291"/>
                    <a:pt x="346" y="3220"/>
                    <a:pt x="293" y="3144"/>
                  </a:cubicBezTo>
                  <a:cubicBezTo>
                    <a:pt x="170" y="2851"/>
                    <a:pt x="100" y="2319"/>
                    <a:pt x="100" y="1733"/>
                  </a:cubicBezTo>
                  <a:cubicBezTo>
                    <a:pt x="100" y="1265"/>
                    <a:pt x="147" y="855"/>
                    <a:pt x="223" y="562"/>
                  </a:cubicBezTo>
                  <a:cubicBezTo>
                    <a:pt x="270" y="416"/>
                    <a:pt x="317" y="293"/>
                    <a:pt x="369" y="217"/>
                  </a:cubicBezTo>
                  <a:cubicBezTo>
                    <a:pt x="393" y="170"/>
                    <a:pt x="416" y="146"/>
                    <a:pt x="440" y="123"/>
                  </a:cubicBezTo>
                  <a:cubicBezTo>
                    <a:pt x="463" y="94"/>
                    <a:pt x="463" y="94"/>
                    <a:pt x="492" y="94"/>
                  </a:cubicBezTo>
                  <a:close/>
                  <a:moveTo>
                    <a:pt x="492" y="0"/>
                  </a:moveTo>
                  <a:cubicBezTo>
                    <a:pt x="440" y="0"/>
                    <a:pt x="416" y="23"/>
                    <a:pt x="369" y="47"/>
                  </a:cubicBezTo>
                  <a:cubicBezTo>
                    <a:pt x="317" y="94"/>
                    <a:pt x="270" y="170"/>
                    <a:pt x="223" y="269"/>
                  </a:cubicBezTo>
                  <a:cubicBezTo>
                    <a:pt x="77" y="586"/>
                    <a:pt x="0" y="1118"/>
                    <a:pt x="0" y="1733"/>
                  </a:cubicBezTo>
                  <a:cubicBezTo>
                    <a:pt x="0" y="2196"/>
                    <a:pt x="53" y="2611"/>
                    <a:pt x="123" y="2928"/>
                  </a:cubicBezTo>
                  <a:cubicBezTo>
                    <a:pt x="170" y="3074"/>
                    <a:pt x="223" y="3197"/>
                    <a:pt x="270" y="3291"/>
                  </a:cubicBezTo>
                  <a:cubicBezTo>
                    <a:pt x="317" y="3343"/>
                    <a:pt x="346" y="3367"/>
                    <a:pt x="369" y="3414"/>
                  </a:cubicBezTo>
                  <a:cubicBezTo>
                    <a:pt x="416" y="3437"/>
                    <a:pt x="440" y="3437"/>
                    <a:pt x="492" y="3437"/>
                  </a:cubicBezTo>
                  <a:cubicBezTo>
                    <a:pt x="539" y="3437"/>
                    <a:pt x="586" y="3437"/>
                    <a:pt x="609" y="3414"/>
                  </a:cubicBezTo>
                  <a:cubicBezTo>
                    <a:pt x="686" y="3367"/>
                    <a:pt x="732" y="3267"/>
                    <a:pt x="785" y="3168"/>
                  </a:cubicBezTo>
                  <a:cubicBezTo>
                    <a:pt x="902" y="2875"/>
                    <a:pt x="1002" y="2342"/>
                    <a:pt x="1002" y="1733"/>
                  </a:cubicBezTo>
                  <a:cubicBezTo>
                    <a:pt x="1002" y="1265"/>
                    <a:pt x="955" y="826"/>
                    <a:pt x="855" y="533"/>
                  </a:cubicBezTo>
                  <a:cubicBezTo>
                    <a:pt x="809" y="363"/>
                    <a:pt x="756" y="240"/>
                    <a:pt x="709" y="146"/>
                  </a:cubicBezTo>
                  <a:cubicBezTo>
                    <a:pt x="686" y="123"/>
                    <a:pt x="662" y="70"/>
                    <a:pt x="609" y="47"/>
                  </a:cubicBezTo>
                  <a:cubicBezTo>
                    <a:pt x="586" y="23"/>
                    <a:pt x="539" y="0"/>
                    <a:pt x="4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52">
              <a:extLst>
                <a:ext uri="{FF2B5EF4-FFF2-40B4-BE49-F238E27FC236}">
                  <a16:creationId xmlns:a16="http://schemas.microsoft.com/office/drawing/2014/main" id="{2418D70B-F0D7-F590-DE3D-5A5408901211}"/>
                </a:ext>
              </a:extLst>
            </p:cNvPr>
            <p:cNvSpPr/>
            <p:nvPr/>
          </p:nvSpPr>
          <p:spPr>
            <a:xfrm>
              <a:off x="6042208" y="3245172"/>
              <a:ext cx="293160" cy="8767"/>
            </a:xfrm>
            <a:custGeom>
              <a:avLst/>
              <a:gdLst/>
              <a:ahLst/>
              <a:cxnLst/>
              <a:rect l="l" t="t" r="r" b="b"/>
              <a:pathLst>
                <a:path w="3344" h="100" extrusionOk="0">
                  <a:moveTo>
                    <a:pt x="0" y="0"/>
                  </a:moveTo>
                  <a:lnTo>
                    <a:pt x="0" y="100"/>
                  </a:lnTo>
                  <a:lnTo>
                    <a:pt x="3344" y="100"/>
                  </a:lnTo>
                  <a:lnTo>
                    <a:pt x="33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52">
              <a:extLst>
                <a:ext uri="{FF2B5EF4-FFF2-40B4-BE49-F238E27FC236}">
                  <a16:creationId xmlns:a16="http://schemas.microsoft.com/office/drawing/2014/main" id="{4A2A3328-5A80-2DD0-8C99-0D118667B189}"/>
                </a:ext>
              </a:extLst>
            </p:cNvPr>
            <p:cNvSpPr/>
            <p:nvPr/>
          </p:nvSpPr>
          <p:spPr>
            <a:xfrm>
              <a:off x="6055007" y="3294441"/>
              <a:ext cx="265457" cy="23670"/>
            </a:xfrm>
            <a:custGeom>
              <a:avLst/>
              <a:gdLst/>
              <a:ahLst/>
              <a:cxnLst/>
              <a:rect l="l" t="t" r="r" b="b"/>
              <a:pathLst>
                <a:path w="3028" h="270" extrusionOk="0">
                  <a:moveTo>
                    <a:pt x="1517" y="1"/>
                  </a:moveTo>
                  <a:cubicBezTo>
                    <a:pt x="879" y="1"/>
                    <a:pt x="346" y="77"/>
                    <a:pt x="1" y="170"/>
                  </a:cubicBezTo>
                  <a:lnTo>
                    <a:pt x="24" y="270"/>
                  </a:lnTo>
                  <a:cubicBezTo>
                    <a:pt x="346" y="170"/>
                    <a:pt x="903" y="100"/>
                    <a:pt x="1517" y="100"/>
                  </a:cubicBezTo>
                  <a:cubicBezTo>
                    <a:pt x="2150" y="100"/>
                    <a:pt x="2688" y="170"/>
                    <a:pt x="3005" y="270"/>
                  </a:cubicBezTo>
                  <a:lnTo>
                    <a:pt x="3028" y="170"/>
                  </a:lnTo>
                  <a:cubicBezTo>
                    <a:pt x="2712" y="77"/>
                    <a:pt x="2150" y="1"/>
                    <a:pt x="15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52">
              <a:extLst>
                <a:ext uri="{FF2B5EF4-FFF2-40B4-BE49-F238E27FC236}">
                  <a16:creationId xmlns:a16="http://schemas.microsoft.com/office/drawing/2014/main" id="{E4CC2BA6-135B-BE36-C3F6-8938F5FEA138}"/>
                </a:ext>
              </a:extLst>
            </p:cNvPr>
            <p:cNvSpPr/>
            <p:nvPr/>
          </p:nvSpPr>
          <p:spPr>
            <a:xfrm>
              <a:off x="6098139" y="3345813"/>
              <a:ext cx="179718" cy="23670"/>
            </a:xfrm>
            <a:custGeom>
              <a:avLst/>
              <a:gdLst/>
              <a:ahLst/>
              <a:cxnLst/>
              <a:rect l="l" t="t" r="r" b="b"/>
              <a:pathLst>
                <a:path w="2050" h="270" extrusionOk="0">
                  <a:moveTo>
                    <a:pt x="1025" y="0"/>
                  </a:moveTo>
                  <a:cubicBezTo>
                    <a:pt x="656" y="0"/>
                    <a:pt x="293" y="76"/>
                    <a:pt x="1" y="193"/>
                  </a:cubicBezTo>
                  <a:lnTo>
                    <a:pt x="24" y="269"/>
                  </a:lnTo>
                  <a:cubicBezTo>
                    <a:pt x="317" y="170"/>
                    <a:pt x="656" y="100"/>
                    <a:pt x="1025" y="100"/>
                  </a:cubicBezTo>
                  <a:cubicBezTo>
                    <a:pt x="1388" y="100"/>
                    <a:pt x="1728" y="170"/>
                    <a:pt x="2021" y="269"/>
                  </a:cubicBezTo>
                  <a:lnTo>
                    <a:pt x="2050" y="170"/>
                  </a:lnTo>
                  <a:cubicBezTo>
                    <a:pt x="1757" y="76"/>
                    <a:pt x="1412" y="0"/>
                    <a:pt x="1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52">
              <a:extLst>
                <a:ext uri="{FF2B5EF4-FFF2-40B4-BE49-F238E27FC236}">
                  <a16:creationId xmlns:a16="http://schemas.microsoft.com/office/drawing/2014/main" id="{04D15B75-E11E-4F1A-328E-01610B8ADCF7}"/>
                </a:ext>
              </a:extLst>
            </p:cNvPr>
            <p:cNvSpPr/>
            <p:nvPr/>
          </p:nvSpPr>
          <p:spPr>
            <a:xfrm>
              <a:off x="6055007" y="3181001"/>
              <a:ext cx="265457" cy="23670"/>
            </a:xfrm>
            <a:custGeom>
              <a:avLst/>
              <a:gdLst/>
              <a:ahLst/>
              <a:cxnLst/>
              <a:rect l="l" t="t" r="r" b="b"/>
              <a:pathLst>
                <a:path w="3028" h="270" extrusionOk="0">
                  <a:moveTo>
                    <a:pt x="24" y="1"/>
                  </a:moveTo>
                  <a:lnTo>
                    <a:pt x="1" y="77"/>
                  </a:lnTo>
                  <a:cubicBezTo>
                    <a:pt x="346" y="200"/>
                    <a:pt x="879" y="270"/>
                    <a:pt x="1517" y="270"/>
                  </a:cubicBezTo>
                  <a:cubicBezTo>
                    <a:pt x="2150" y="270"/>
                    <a:pt x="2712" y="200"/>
                    <a:pt x="3028" y="77"/>
                  </a:cubicBezTo>
                  <a:lnTo>
                    <a:pt x="3005" y="1"/>
                  </a:lnTo>
                  <a:cubicBezTo>
                    <a:pt x="2688" y="100"/>
                    <a:pt x="2150" y="170"/>
                    <a:pt x="1517" y="170"/>
                  </a:cubicBezTo>
                  <a:cubicBezTo>
                    <a:pt x="903" y="170"/>
                    <a:pt x="346" y="100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52">
              <a:extLst>
                <a:ext uri="{FF2B5EF4-FFF2-40B4-BE49-F238E27FC236}">
                  <a16:creationId xmlns:a16="http://schemas.microsoft.com/office/drawing/2014/main" id="{5C662F49-7882-C855-F9D0-0C45BD186A91}"/>
                </a:ext>
              </a:extLst>
            </p:cNvPr>
            <p:cNvSpPr/>
            <p:nvPr/>
          </p:nvSpPr>
          <p:spPr>
            <a:xfrm>
              <a:off x="6098139" y="3129716"/>
              <a:ext cx="179718" cy="23670"/>
            </a:xfrm>
            <a:custGeom>
              <a:avLst/>
              <a:gdLst/>
              <a:ahLst/>
              <a:cxnLst/>
              <a:rect l="l" t="t" r="r" b="b"/>
              <a:pathLst>
                <a:path w="2050" h="270" extrusionOk="0">
                  <a:moveTo>
                    <a:pt x="24" y="0"/>
                  </a:moveTo>
                  <a:lnTo>
                    <a:pt x="1" y="76"/>
                  </a:lnTo>
                  <a:cubicBezTo>
                    <a:pt x="293" y="199"/>
                    <a:pt x="656" y="269"/>
                    <a:pt x="1025" y="269"/>
                  </a:cubicBezTo>
                  <a:cubicBezTo>
                    <a:pt x="1412" y="269"/>
                    <a:pt x="1757" y="199"/>
                    <a:pt x="2050" y="76"/>
                  </a:cubicBezTo>
                  <a:lnTo>
                    <a:pt x="2021" y="0"/>
                  </a:lnTo>
                  <a:cubicBezTo>
                    <a:pt x="1728" y="100"/>
                    <a:pt x="1388" y="170"/>
                    <a:pt x="1025" y="170"/>
                  </a:cubicBezTo>
                  <a:cubicBezTo>
                    <a:pt x="656" y="170"/>
                    <a:pt x="317" y="10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52">
              <a:extLst>
                <a:ext uri="{FF2B5EF4-FFF2-40B4-BE49-F238E27FC236}">
                  <a16:creationId xmlns:a16="http://schemas.microsoft.com/office/drawing/2014/main" id="{26BAAC5A-0801-58E9-7403-930C3377C043}"/>
                </a:ext>
              </a:extLst>
            </p:cNvPr>
            <p:cNvSpPr/>
            <p:nvPr/>
          </p:nvSpPr>
          <p:spPr>
            <a:xfrm>
              <a:off x="5894930" y="3544903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52">
              <a:extLst>
                <a:ext uri="{FF2B5EF4-FFF2-40B4-BE49-F238E27FC236}">
                  <a16:creationId xmlns:a16="http://schemas.microsoft.com/office/drawing/2014/main" id="{FC2B8B66-D186-86BD-A858-89D2CD68ABE1}"/>
                </a:ext>
              </a:extLst>
            </p:cNvPr>
            <p:cNvSpPr/>
            <p:nvPr/>
          </p:nvSpPr>
          <p:spPr>
            <a:xfrm>
              <a:off x="6129961" y="3474069"/>
              <a:ext cx="353300" cy="38574"/>
            </a:xfrm>
            <a:custGeom>
              <a:avLst/>
              <a:gdLst/>
              <a:ahLst/>
              <a:cxnLst/>
              <a:rect l="l" t="t" r="r" b="b"/>
              <a:pathLst>
                <a:path w="4030" h="440" extrusionOk="0">
                  <a:moveTo>
                    <a:pt x="1" y="1"/>
                  </a:moveTo>
                  <a:lnTo>
                    <a:pt x="1" y="440"/>
                  </a:lnTo>
                  <a:lnTo>
                    <a:pt x="4029" y="440"/>
                  </a:lnTo>
                  <a:lnTo>
                    <a:pt x="40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52">
              <a:extLst>
                <a:ext uri="{FF2B5EF4-FFF2-40B4-BE49-F238E27FC236}">
                  <a16:creationId xmlns:a16="http://schemas.microsoft.com/office/drawing/2014/main" id="{F1193C8F-2D55-9E68-FDC8-6A5BBCBE3FD7}"/>
                </a:ext>
              </a:extLst>
            </p:cNvPr>
            <p:cNvSpPr/>
            <p:nvPr/>
          </p:nvSpPr>
          <p:spPr>
            <a:xfrm>
              <a:off x="5894930" y="3474069"/>
              <a:ext cx="196638" cy="38574"/>
            </a:xfrm>
            <a:custGeom>
              <a:avLst/>
              <a:gdLst/>
              <a:ahLst/>
              <a:cxnLst/>
              <a:rect l="l" t="t" r="r" b="b"/>
              <a:pathLst>
                <a:path w="2243" h="440" extrusionOk="0">
                  <a:moveTo>
                    <a:pt x="0" y="1"/>
                  </a:moveTo>
                  <a:lnTo>
                    <a:pt x="0" y="440"/>
                  </a:lnTo>
                  <a:lnTo>
                    <a:pt x="2243" y="440"/>
                  </a:lnTo>
                  <a:lnTo>
                    <a:pt x="22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52">
              <a:extLst>
                <a:ext uri="{FF2B5EF4-FFF2-40B4-BE49-F238E27FC236}">
                  <a16:creationId xmlns:a16="http://schemas.microsoft.com/office/drawing/2014/main" id="{7B03F8C9-35C0-A3D7-45D1-7429127EE8DD}"/>
                </a:ext>
              </a:extLst>
            </p:cNvPr>
            <p:cNvSpPr/>
            <p:nvPr/>
          </p:nvSpPr>
          <p:spPr>
            <a:xfrm>
              <a:off x="5894930" y="3615212"/>
              <a:ext cx="588337" cy="36557"/>
            </a:xfrm>
            <a:custGeom>
              <a:avLst/>
              <a:gdLst/>
              <a:ahLst/>
              <a:cxnLst/>
              <a:rect l="l" t="t" r="r" b="b"/>
              <a:pathLst>
                <a:path w="6711" h="417" extrusionOk="0">
                  <a:moveTo>
                    <a:pt x="0" y="1"/>
                  </a:moveTo>
                  <a:lnTo>
                    <a:pt x="0" y="417"/>
                  </a:lnTo>
                  <a:lnTo>
                    <a:pt x="6710" y="417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52">
              <a:extLst>
                <a:ext uri="{FF2B5EF4-FFF2-40B4-BE49-F238E27FC236}">
                  <a16:creationId xmlns:a16="http://schemas.microsoft.com/office/drawing/2014/main" id="{96BFBE51-02B5-3139-7389-3BC2E2BBD243}"/>
                </a:ext>
              </a:extLst>
            </p:cNvPr>
            <p:cNvSpPr/>
            <p:nvPr/>
          </p:nvSpPr>
          <p:spPr>
            <a:xfrm>
              <a:off x="6542691" y="2993132"/>
              <a:ext cx="707915" cy="716156"/>
            </a:xfrm>
            <a:custGeom>
              <a:avLst/>
              <a:gdLst/>
              <a:ahLst/>
              <a:cxnLst/>
              <a:rect l="l" t="t" r="r" b="b"/>
              <a:pathLst>
                <a:path w="8075" h="8169" extrusionOk="0">
                  <a:moveTo>
                    <a:pt x="0" y="1"/>
                  </a:moveTo>
                  <a:lnTo>
                    <a:pt x="0" y="8168"/>
                  </a:lnTo>
                  <a:lnTo>
                    <a:pt x="8075" y="8168"/>
                  </a:lnTo>
                  <a:lnTo>
                    <a:pt x="80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52">
              <a:extLst>
                <a:ext uri="{FF2B5EF4-FFF2-40B4-BE49-F238E27FC236}">
                  <a16:creationId xmlns:a16="http://schemas.microsoft.com/office/drawing/2014/main" id="{67ADBFE0-9C4B-04DA-49FF-7FE2682B8B25}"/>
                </a:ext>
              </a:extLst>
            </p:cNvPr>
            <p:cNvSpPr/>
            <p:nvPr/>
          </p:nvSpPr>
          <p:spPr>
            <a:xfrm>
              <a:off x="6602741" y="3121475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39"/>
                  </a:lnTo>
                  <a:lnTo>
                    <a:pt x="6710" y="439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52">
              <a:extLst>
                <a:ext uri="{FF2B5EF4-FFF2-40B4-BE49-F238E27FC236}">
                  <a16:creationId xmlns:a16="http://schemas.microsoft.com/office/drawing/2014/main" id="{AD1D30B9-9E3A-855B-07FF-DE7C90818193}"/>
                </a:ext>
              </a:extLst>
            </p:cNvPr>
            <p:cNvSpPr/>
            <p:nvPr/>
          </p:nvSpPr>
          <p:spPr>
            <a:xfrm>
              <a:off x="6602741" y="3191784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52">
              <a:extLst>
                <a:ext uri="{FF2B5EF4-FFF2-40B4-BE49-F238E27FC236}">
                  <a16:creationId xmlns:a16="http://schemas.microsoft.com/office/drawing/2014/main" id="{B59B13A9-440B-C380-875A-030DD1A466AF}"/>
                </a:ext>
              </a:extLst>
            </p:cNvPr>
            <p:cNvSpPr/>
            <p:nvPr/>
          </p:nvSpPr>
          <p:spPr>
            <a:xfrm>
              <a:off x="6602741" y="3262618"/>
              <a:ext cx="183839" cy="38574"/>
            </a:xfrm>
            <a:custGeom>
              <a:avLst/>
              <a:gdLst/>
              <a:ahLst/>
              <a:cxnLst/>
              <a:rect l="l" t="t" r="r" b="b"/>
              <a:pathLst>
                <a:path w="2097" h="440" extrusionOk="0">
                  <a:moveTo>
                    <a:pt x="0" y="1"/>
                  </a:moveTo>
                  <a:lnTo>
                    <a:pt x="0" y="440"/>
                  </a:lnTo>
                  <a:lnTo>
                    <a:pt x="2096" y="440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52">
              <a:extLst>
                <a:ext uri="{FF2B5EF4-FFF2-40B4-BE49-F238E27FC236}">
                  <a16:creationId xmlns:a16="http://schemas.microsoft.com/office/drawing/2014/main" id="{7E250818-E7B8-D777-BE2F-C2290A8FAC6B}"/>
                </a:ext>
              </a:extLst>
            </p:cNvPr>
            <p:cNvSpPr/>
            <p:nvPr/>
          </p:nvSpPr>
          <p:spPr>
            <a:xfrm>
              <a:off x="6833740" y="3262618"/>
              <a:ext cx="357333" cy="38574"/>
            </a:xfrm>
            <a:custGeom>
              <a:avLst/>
              <a:gdLst/>
              <a:ahLst/>
              <a:cxnLst/>
              <a:rect l="l" t="t" r="r" b="b"/>
              <a:pathLst>
                <a:path w="4076" h="440" extrusionOk="0">
                  <a:moveTo>
                    <a:pt x="0" y="1"/>
                  </a:moveTo>
                  <a:lnTo>
                    <a:pt x="0" y="440"/>
                  </a:lnTo>
                  <a:lnTo>
                    <a:pt x="4075" y="440"/>
                  </a:lnTo>
                  <a:lnTo>
                    <a:pt x="40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52">
              <a:extLst>
                <a:ext uri="{FF2B5EF4-FFF2-40B4-BE49-F238E27FC236}">
                  <a16:creationId xmlns:a16="http://schemas.microsoft.com/office/drawing/2014/main" id="{3F872876-3EEB-A964-69FC-46DD5E9CBF66}"/>
                </a:ext>
              </a:extLst>
            </p:cNvPr>
            <p:cNvSpPr/>
            <p:nvPr/>
          </p:nvSpPr>
          <p:spPr>
            <a:xfrm>
              <a:off x="6602741" y="3332926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52">
              <a:extLst>
                <a:ext uri="{FF2B5EF4-FFF2-40B4-BE49-F238E27FC236}">
                  <a16:creationId xmlns:a16="http://schemas.microsoft.com/office/drawing/2014/main" id="{1BDD06A8-8033-26E6-AF4E-E4C23878B9FA}"/>
                </a:ext>
              </a:extLst>
            </p:cNvPr>
            <p:cNvSpPr/>
            <p:nvPr/>
          </p:nvSpPr>
          <p:spPr>
            <a:xfrm>
              <a:off x="6602741" y="3403761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52">
              <a:extLst>
                <a:ext uri="{FF2B5EF4-FFF2-40B4-BE49-F238E27FC236}">
                  <a16:creationId xmlns:a16="http://schemas.microsoft.com/office/drawing/2014/main" id="{090BBD1B-3FBF-3F78-7EBF-710E72313BAF}"/>
                </a:ext>
              </a:extLst>
            </p:cNvPr>
            <p:cNvSpPr/>
            <p:nvPr/>
          </p:nvSpPr>
          <p:spPr>
            <a:xfrm>
              <a:off x="6602741" y="3474069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52">
              <a:extLst>
                <a:ext uri="{FF2B5EF4-FFF2-40B4-BE49-F238E27FC236}">
                  <a16:creationId xmlns:a16="http://schemas.microsoft.com/office/drawing/2014/main" id="{EEE9EA49-9E97-A502-B3E3-95149C47B1D1}"/>
                </a:ext>
              </a:extLst>
            </p:cNvPr>
            <p:cNvSpPr/>
            <p:nvPr/>
          </p:nvSpPr>
          <p:spPr>
            <a:xfrm>
              <a:off x="7022046" y="3544903"/>
              <a:ext cx="169023" cy="38574"/>
            </a:xfrm>
            <a:custGeom>
              <a:avLst/>
              <a:gdLst/>
              <a:ahLst/>
              <a:cxnLst/>
              <a:rect l="l" t="t" r="r" b="b"/>
              <a:pathLst>
                <a:path w="1928" h="440" extrusionOk="0">
                  <a:moveTo>
                    <a:pt x="1" y="1"/>
                  </a:moveTo>
                  <a:lnTo>
                    <a:pt x="1" y="440"/>
                  </a:lnTo>
                  <a:lnTo>
                    <a:pt x="1927" y="440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52">
              <a:extLst>
                <a:ext uri="{FF2B5EF4-FFF2-40B4-BE49-F238E27FC236}">
                  <a16:creationId xmlns:a16="http://schemas.microsoft.com/office/drawing/2014/main" id="{387D5363-9B8B-6E3A-9249-EC99D104C8D1}"/>
                </a:ext>
              </a:extLst>
            </p:cNvPr>
            <p:cNvSpPr/>
            <p:nvPr/>
          </p:nvSpPr>
          <p:spPr>
            <a:xfrm>
              <a:off x="6602741" y="3544903"/>
              <a:ext cx="378373" cy="38574"/>
            </a:xfrm>
            <a:custGeom>
              <a:avLst/>
              <a:gdLst/>
              <a:ahLst/>
              <a:cxnLst/>
              <a:rect l="l" t="t" r="r" b="b"/>
              <a:pathLst>
                <a:path w="4316" h="440" extrusionOk="0">
                  <a:moveTo>
                    <a:pt x="0" y="1"/>
                  </a:moveTo>
                  <a:lnTo>
                    <a:pt x="0" y="440"/>
                  </a:lnTo>
                  <a:lnTo>
                    <a:pt x="4316" y="440"/>
                  </a:lnTo>
                  <a:lnTo>
                    <a:pt x="43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52">
              <a:extLst>
                <a:ext uri="{FF2B5EF4-FFF2-40B4-BE49-F238E27FC236}">
                  <a16:creationId xmlns:a16="http://schemas.microsoft.com/office/drawing/2014/main" id="{4B017A54-4B90-36F2-626F-72048EC61435}"/>
                </a:ext>
              </a:extLst>
            </p:cNvPr>
            <p:cNvSpPr/>
            <p:nvPr/>
          </p:nvSpPr>
          <p:spPr>
            <a:xfrm>
              <a:off x="6602741" y="3615212"/>
              <a:ext cx="588337" cy="36557"/>
            </a:xfrm>
            <a:custGeom>
              <a:avLst/>
              <a:gdLst/>
              <a:ahLst/>
              <a:cxnLst/>
              <a:rect l="l" t="t" r="r" b="b"/>
              <a:pathLst>
                <a:path w="6711" h="417" extrusionOk="0">
                  <a:moveTo>
                    <a:pt x="0" y="1"/>
                  </a:moveTo>
                  <a:lnTo>
                    <a:pt x="0" y="417"/>
                  </a:lnTo>
                  <a:lnTo>
                    <a:pt x="6710" y="417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52">
              <a:extLst>
                <a:ext uri="{FF2B5EF4-FFF2-40B4-BE49-F238E27FC236}">
                  <a16:creationId xmlns:a16="http://schemas.microsoft.com/office/drawing/2014/main" id="{3365AD34-A925-7300-012E-1DBB102E05F0}"/>
                </a:ext>
              </a:extLst>
            </p:cNvPr>
            <p:cNvSpPr/>
            <p:nvPr/>
          </p:nvSpPr>
          <p:spPr>
            <a:xfrm>
              <a:off x="7034932" y="3050641"/>
              <a:ext cx="156136" cy="38574"/>
            </a:xfrm>
            <a:custGeom>
              <a:avLst/>
              <a:gdLst/>
              <a:ahLst/>
              <a:cxnLst/>
              <a:rect l="l" t="t" r="r" b="b"/>
              <a:pathLst>
                <a:path w="1781" h="440" extrusionOk="0">
                  <a:moveTo>
                    <a:pt x="0" y="0"/>
                  </a:moveTo>
                  <a:lnTo>
                    <a:pt x="0" y="439"/>
                  </a:lnTo>
                  <a:lnTo>
                    <a:pt x="1780" y="439"/>
                  </a:lnTo>
                  <a:lnTo>
                    <a:pt x="17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52">
              <a:extLst>
                <a:ext uri="{FF2B5EF4-FFF2-40B4-BE49-F238E27FC236}">
                  <a16:creationId xmlns:a16="http://schemas.microsoft.com/office/drawing/2014/main" id="{AA846961-97DE-D8C6-2BF3-09AC65A17B7A}"/>
                </a:ext>
              </a:extLst>
            </p:cNvPr>
            <p:cNvSpPr/>
            <p:nvPr/>
          </p:nvSpPr>
          <p:spPr>
            <a:xfrm>
              <a:off x="6602741" y="3050641"/>
              <a:ext cx="391172" cy="38574"/>
            </a:xfrm>
            <a:custGeom>
              <a:avLst/>
              <a:gdLst/>
              <a:ahLst/>
              <a:cxnLst/>
              <a:rect l="l" t="t" r="r" b="b"/>
              <a:pathLst>
                <a:path w="4462" h="440" extrusionOk="0">
                  <a:moveTo>
                    <a:pt x="0" y="0"/>
                  </a:moveTo>
                  <a:lnTo>
                    <a:pt x="0" y="439"/>
                  </a:lnTo>
                  <a:lnTo>
                    <a:pt x="4462" y="439"/>
                  </a:lnTo>
                  <a:lnTo>
                    <a:pt x="4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52">
              <a:extLst>
                <a:ext uri="{FF2B5EF4-FFF2-40B4-BE49-F238E27FC236}">
                  <a16:creationId xmlns:a16="http://schemas.microsoft.com/office/drawing/2014/main" id="{8CD66F02-B3E8-1B1A-6F62-814A30C23FBF}"/>
                </a:ext>
              </a:extLst>
            </p:cNvPr>
            <p:cNvSpPr/>
            <p:nvPr/>
          </p:nvSpPr>
          <p:spPr>
            <a:xfrm>
              <a:off x="5832775" y="3709190"/>
              <a:ext cx="710019" cy="718698"/>
            </a:xfrm>
            <a:custGeom>
              <a:avLst/>
              <a:gdLst/>
              <a:ahLst/>
              <a:cxnLst/>
              <a:rect l="l" t="t" r="r" b="b"/>
              <a:pathLst>
                <a:path w="8099" h="8198" extrusionOk="0">
                  <a:moveTo>
                    <a:pt x="1" y="0"/>
                  </a:moveTo>
                  <a:lnTo>
                    <a:pt x="1" y="8198"/>
                  </a:lnTo>
                  <a:lnTo>
                    <a:pt x="8098" y="8198"/>
                  </a:lnTo>
                  <a:lnTo>
                    <a:pt x="809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52">
              <a:extLst>
                <a:ext uri="{FF2B5EF4-FFF2-40B4-BE49-F238E27FC236}">
                  <a16:creationId xmlns:a16="http://schemas.microsoft.com/office/drawing/2014/main" id="{0AB6D9C4-B066-D144-AA3F-5B0E2949EFFE}"/>
                </a:ext>
              </a:extLst>
            </p:cNvPr>
            <p:cNvSpPr/>
            <p:nvPr/>
          </p:nvSpPr>
          <p:spPr>
            <a:xfrm>
              <a:off x="5894930" y="4260961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52">
              <a:extLst>
                <a:ext uri="{FF2B5EF4-FFF2-40B4-BE49-F238E27FC236}">
                  <a16:creationId xmlns:a16="http://schemas.microsoft.com/office/drawing/2014/main" id="{6F50B0F0-99DA-CC6A-39B1-A963C4639F63}"/>
                </a:ext>
              </a:extLst>
            </p:cNvPr>
            <p:cNvSpPr/>
            <p:nvPr/>
          </p:nvSpPr>
          <p:spPr>
            <a:xfrm>
              <a:off x="5894930" y="4190653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52">
              <a:extLst>
                <a:ext uri="{FF2B5EF4-FFF2-40B4-BE49-F238E27FC236}">
                  <a16:creationId xmlns:a16="http://schemas.microsoft.com/office/drawing/2014/main" id="{4D586827-AE40-200D-E773-42DD1E6D878C}"/>
                </a:ext>
              </a:extLst>
            </p:cNvPr>
            <p:cNvSpPr/>
            <p:nvPr/>
          </p:nvSpPr>
          <p:spPr>
            <a:xfrm>
              <a:off x="6331154" y="4119819"/>
              <a:ext cx="152103" cy="38574"/>
            </a:xfrm>
            <a:custGeom>
              <a:avLst/>
              <a:gdLst/>
              <a:ahLst/>
              <a:cxnLst/>
              <a:rect l="l" t="t" r="r" b="b"/>
              <a:pathLst>
                <a:path w="1735" h="440" extrusionOk="0">
                  <a:moveTo>
                    <a:pt x="1" y="1"/>
                  </a:moveTo>
                  <a:lnTo>
                    <a:pt x="1" y="440"/>
                  </a:lnTo>
                  <a:lnTo>
                    <a:pt x="1734" y="440"/>
                  </a:lnTo>
                  <a:lnTo>
                    <a:pt x="17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52">
              <a:extLst>
                <a:ext uri="{FF2B5EF4-FFF2-40B4-BE49-F238E27FC236}">
                  <a16:creationId xmlns:a16="http://schemas.microsoft.com/office/drawing/2014/main" id="{FBC29BE5-EC95-02A4-BBEA-DCF684B0E3B1}"/>
                </a:ext>
              </a:extLst>
            </p:cNvPr>
            <p:cNvSpPr/>
            <p:nvPr/>
          </p:nvSpPr>
          <p:spPr>
            <a:xfrm>
              <a:off x="5894930" y="4119819"/>
              <a:ext cx="387052" cy="38574"/>
            </a:xfrm>
            <a:custGeom>
              <a:avLst/>
              <a:gdLst/>
              <a:ahLst/>
              <a:cxnLst/>
              <a:rect l="l" t="t" r="r" b="b"/>
              <a:pathLst>
                <a:path w="4415" h="440" extrusionOk="0">
                  <a:moveTo>
                    <a:pt x="0" y="1"/>
                  </a:moveTo>
                  <a:lnTo>
                    <a:pt x="0" y="440"/>
                  </a:lnTo>
                  <a:lnTo>
                    <a:pt x="4415" y="440"/>
                  </a:lnTo>
                  <a:lnTo>
                    <a:pt x="44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52">
              <a:extLst>
                <a:ext uri="{FF2B5EF4-FFF2-40B4-BE49-F238E27FC236}">
                  <a16:creationId xmlns:a16="http://schemas.microsoft.com/office/drawing/2014/main" id="{CF7C4539-D862-01D3-1243-527BB2757B06}"/>
                </a:ext>
              </a:extLst>
            </p:cNvPr>
            <p:cNvSpPr/>
            <p:nvPr/>
          </p:nvSpPr>
          <p:spPr>
            <a:xfrm>
              <a:off x="5894930" y="4049510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52">
              <a:extLst>
                <a:ext uri="{FF2B5EF4-FFF2-40B4-BE49-F238E27FC236}">
                  <a16:creationId xmlns:a16="http://schemas.microsoft.com/office/drawing/2014/main" id="{2E4F6C39-E5CB-66DC-0DE9-F67080670C31}"/>
                </a:ext>
              </a:extLst>
            </p:cNvPr>
            <p:cNvSpPr/>
            <p:nvPr/>
          </p:nvSpPr>
          <p:spPr>
            <a:xfrm>
              <a:off x="5894930" y="3978676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52">
              <a:extLst>
                <a:ext uri="{FF2B5EF4-FFF2-40B4-BE49-F238E27FC236}">
                  <a16:creationId xmlns:a16="http://schemas.microsoft.com/office/drawing/2014/main" id="{2C2844D3-FD49-8D72-E96C-F0FD3B20BC41}"/>
                </a:ext>
              </a:extLst>
            </p:cNvPr>
            <p:cNvSpPr/>
            <p:nvPr/>
          </p:nvSpPr>
          <p:spPr>
            <a:xfrm>
              <a:off x="5894930" y="3908368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39"/>
                  </a:lnTo>
                  <a:lnTo>
                    <a:pt x="6710" y="439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52">
              <a:extLst>
                <a:ext uri="{FF2B5EF4-FFF2-40B4-BE49-F238E27FC236}">
                  <a16:creationId xmlns:a16="http://schemas.microsoft.com/office/drawing/2014/main" id="{EE5007E1-EF5C-FD80-0C68-3116C5454CFD}"/>
                </a:ext>
              </a:extLst>
            </p:cNvPr>
            <p:cNvSpPr/>
            <p:nvPr/>
          </p:nvSpPr>
          <p:spPr>
            <a:xfrm>
              <a:off x="5894930" y="3837533"/>
              <a:ext cx="271594" cy="38574"/>
            </a:xfrm>
            <a:custGeom>
              <a:avLst/>
              <a:gdLst/>
              <a:ahLst/>
              <a:cxnLst/>
              <a:rect l="l" t="t" r="r" b="b"/>
              <a:pathLst>
                <a:path w="3098" h="440" extrusionOk="0">
                  <a:moveTo>
                    <a:pt x="0" y="0"/>
                  </a:moveTo>
                  <a:lnTo>
                    <a:pt x="0" y="439"/>
                  </a:lnTo>
                  <a:lnTo>
                    <a:pt x="3097" y="439"/>
                  </a:lnTo>
                  <a:lnTo>
                    <a:pt x="30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2">
              <a:extLst>
                <a:ext uri="{FF2B5EF4-FFF2-40B4-BE49-F238E27FC236}">
                  <a16:creationId xmlns:a16="http://schemas.microsoft.com/office/drawing/2014/main" id="{8400C093-BB1D-0CC9-5C05-0B48AA0D41E5}"/>
                </a:ext>
              </a:extLst>
            </p:cNvPr>
            <p:cNvSpPr/>
            <p:nvPr/>
          </p:nvSpPr>
          <p:spPr>
            <a:xfrm>
              <a:off x="6206932" y="3837533"/>
              <a:ext cx="276328" cy="38574"/>
            </a:xfrm>
            <a:custGeom>
              <a:avLst/>
              <a:gdLst/>
              <a:ahLst/>
              <a:cxnLst/>
              <a:rect l="l" t="t" r="r" b="b"/>
              <a:pathLst>
                <a:path w="3152" h="440" extrusionOk="0">
                  <a:moveTo>
                    <a:pt x="1" y="0"/>
                  </a:moveTo>
                  <a:lnTo>
                    <a:pt x="1" y="439"/>
                  </a:lnTo>
                  <a:lnTo>
                    <a:pt x="3151" y="439"/>
                  </a:lnTo>
                  <a:lnTo>
                    <a:pt x="31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2">
              <a:extLst>
                <a:ext uri="{FF2B5EF4-FFF2-40B4-BE49-F238E27FC236}">
                  <a16:creationId xmlns:a16="http://schemas.microsoft.com/office/drawing/2014/main" id="{BB0CFE46-B5B3-2BB4-F754-E7154FCD14EE}"/>
                </a:ext>
              </a:extLst>
            </p:cNvPr>
            <p:cNvSpPr/>
            <p:nvPr/>
          </p:nvSpPr>
          <p:spPr>
            <a:xfrm>
              <a:off x="5894930" y="3767225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39"/>
                  </a:lnTo>
                  <a:lnTo>
                    <a:pt x="6710" y="439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2">
              <a:extLst>
                <a:ext uri="{FF2B5EF4-FFF2-40B4-BE49-F238E27FC236}">
                  <a16:creationId xmlns:a16="http://schemas.microsoft.com/office/drawing/2014/main" id="{9C794CE5-E7A7-85D7-E133-E679D5573BE2}"/>
                </a:ext>
              </a:extLst>
            </p:cNvPr>
            <p:cNvSpPr/>
            <p:nvPr/>
          </p:nvSpPr>
          <p:spPr>
            <a:xfrm>
              <a:off x="5894930" y="4331796"/>
              <a:ext cx="273610" cy="38574"/>
            </a:xfrm>
            <a:custGeom>
              <a:avLst/>
              <a:gdLst/>
              <a:ahLst/>
              <a:cxnLst/>
              <a:rect l="l" t="t" r="r" b="b"/>
              <a:pathLst>
                <a:path w="312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3121" y="440"/>
                  </a:lnTo>
                  <a:lnTo>
                    <a:pt x="31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2">
              <a:extLst>
                <a:ext uri="{FF2B5EF4-FFF2-40B4-BE49-F238E27FC236}">
                  <a16:creationId xmlns:a16="http://schemas.microsoft.com/office/drawing/2014/main" id="{DB9269A4-0C7B-9D68-D322-A90F3235A137}"/>
                </a:ext>
              </a:extLst>
            </p:cNvPr>
            <p:cNvSpPr/>
            <p:nvPr/>
          </p:nvSpPr>
          <p:spPr>
            <a:xfrm>
              <a:off x="6209036" y="4331796"/>
              <a:ext cx="274224" cy="38574"/>
            </a:xfrm>
            <a:custGeom>
              <a:avLst/>
              <a:gdLst/>
              <a:ahLst/>
              <a:cxnLst/>
              <a:rect l="l" t="t" r="r" b="b"/>
              <a:pathLst>
                <a:path w="3128" h="440" extrusionOk="0">
                  <a:moveTo>
                    <a:pt x="0" y="1"/>
                  </a:moveTo>
                  <a:lnTo>
                    <a:pt x="0" y="440"/>
                  </a:lnTo>
                  <a:lnTo>
                    <a:pt x="3127" y="440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2">
              <a:extLst>
                <a:ext uri="{FF2B5EF4-FFF2-40B4-BE49-F238E27FC236}">
                  <a16:creationId xmlns:a16="http://schemas.microsoft.com/office/drawing/2014/main" id="{00CFD517-3EB2-4F7B-3399-76CBCAA7D0DD}"/>
                </a:ext>
              </a:extLst>
            </p:cNvPr>
            <p:cNvSpPr/>
            <p:nvPr/>
          </p:nvSpPr>
          <p:spPr>
            <a:xfrm>
              <a:off x="6542691" y="3709190"/>
              <a:ext cx="707915" cy="718698"/>
            </a:xfrm>
            <a:custGeom>
              <a:avLst/>
              <a:gdLst/>
              <a:ahLst/>
              <a:cxnLst/>
              <a:rect l="l" t="t" r="r" b="b"/>
              <a:pathLst>
                <a:path w="8075" h="8198" extrusionOk="0">
                  <a:moveTo>
                    <a:pt x="0" y="0"/>
                  </a:moveTo>
                  <a:lnTo>
                    <a:pt x="0" y="8198"/>
                  </a:lnTo>
                  <a:lnTo>
                    <a:pt x="8075" y="8198"/>
                  </a:lnTo>
                  <a:lnTo>
                    <a:pt x="80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2">
              <a:extLst>
                <a:ext uri="{FF2B5EF4-FFF2-40B4-BE49-F238E27FC236}">
                  <a16:creationId xmlns:a16="http://schemas.microsoft.com/office/drawing/2014/main" id="{909333DC-D27A-A64E-F01A-222BC0EBCBA0}"/>
                </a:ext>
              </a:extLst>
            </p:cNvPr>
            <p:cNvSpPr/>
            <p:nvPr/>
          </p:nvSpPr>
          <p:spPr>
            <a:xfrm>
              <a:off x="6724333" y="3996122"/>
              <a:ext cx="344533" cy="207421"/>
            </a:xfrm>
            <a:custGeom>
              <a:avLst/>
              <a:gdLst/>
              <a:ahLst/>
              <a:cxnLst/>
              <a:rect l="l" t="t" r="r" b="b"/>
              <a:pathLst>
                <a:path w="3930" h="2366" extrusionOk="0">
                  <a:moveTo>
                    <a:pt x="1" y="0"/>
                  </a:moveTo>
                  <a:lnTo>
                    <a:pt x="370" y="2319"/>
                  </a:lnTo>
                  <a:lnTo>
                    <a:pt x="3614" y="2366"/>
                  </a:lnTo>
                  <a:lnTo>
                    <a:pt x="3930" y="0"/>
                  </a:lnTo>
                  <a:close/>
                </a:path>
              </a:pathLst>
            </a:custGeom>
            <a:solidFill>
              <a:srgbClr val="C2C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2">
              <a:extLst>
                <a:ext uri="{FF2B5EF4-FFF2-40B4-BE49-F238E27FC236}">
                  <a16:creationId xmlns:a16="http://schemas.microsoft.com/office/drawing/2014/main" id="{621EA259-472A-22BB-BE74-9B29B7FDB8E8}"/>
                </a:ext>
              </a:extLst>
            </p:cNvPr>
            <p:cNvSpPr/>
            <p:nvPr/>
          </p:nvSpPr>
          <p:spPr>
            <a:xfrm>
              <a:off x="6724333" y="3854979"/>
              <a:ext cx="344533" cy="141232"/>
            </a:xfrm>
            <a:custGeom>
              <a:avLst/>
              <a:gdLst/>
              <a:ahLst/>
              <a:cxnLst/>
              <a:rect l="l" t="t" r="r" b="b"/>
              <a:pathLst>
                <a:path w="3930" h="1611" extrusionOk="0">
                  <a:moveTo>
                    <a:pt x="1957" y="0"/>
                  </a:moveTo>
                  <a:lnTo>
                    <a:pt x="1" y="1610"/>
                  </a:lnTo>
                  <a:lnTo>
                    <a:pt x="3930" y="1610"/>
                  </a:lnTo>
                  <a:lnTo>
                    <a:pt x="19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2">
              <a:extLst>
                <a:ext uri="{FF2B5EF4-FFF2-40B4-BE49-F238E27FC236}">
                  <a16:creationId xmlns:a16="http://schemas.microsoft.com/office/drawing/2014/main" id="{A9346B6F-5D17-3CA0-07EE-8DB240D99A87}"/>
                </a:ext>
              </a:extLst>
            </p:cNvPr>
            <p:cNvSpPr/>
            <p:nvPr/>
          </p:nvSpPr>
          <p:spPr>
            <a:xfrm>
              <a:off x="6775705" y="3974556"/>
              <a:ext cx="235738" cy="199268"/>
            </a:xfrm>
            <a:custGeom>
              <a:avLst/>
              <a:gdLst/>
              <a:ahLst/>
              <a:cxnLst/>
              <a:rect l="l" t="t" r="r" b="b"/>
              <a:pathLst>
                <a:path w="2689" h="2273" extrusionOk="0">
                  <a:moveTo>
                    <a:pt x="1" y="1"/>
                  </a:moveTo>
                  <a:lnTo>
                    <a:pt x="1" y="2272"/>
                  </a:lnTo>
                  <a:lnTo>
                    <a:pt x="2688" y="2272"/>
                  </a:lnTo>
                  <a:lnTo>
                    <a:pt x="26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2">
              <a:extLst>
                <a:ext uri="{FF2B5EF4-FFF2-40B4-BE49-F238E27FC236}">
                  <a16:creationId xmlns:a16="http://schemas.microsoft.com/office/drawing/2014/main" id="{356B9D59-5F37-A8DF-5B80-7CDB5119D459}"/>
                </a:ext>
              </a:extLst>
            </p:cNvPr>
            <p:cNvSpPr/>
            <p:nvPr/>
          </p:nvSpPr>
          <p:spPr>
            <a:xfrm>
              <a:off x="6724333" y="3996122"/>
              <a:ext cx="171565" cy="222325"/>
            </a:xfrm>
            <a:custGeom>
              <a:avLst/>
              <a:gdLst/>
              <a:ahLst/>
              <a:cxnLst/>
              <a:rect l="l" t="t" r="r" b="b"/>
              <a:pathLst>
                <a:path w="1957" h="2536" extrusionOk="0">
                  <a:moveTo>
                    <a:pt x="1" y="0"/>
                  </a:moveTo>
                  <a:lnTo>
                    <a:pt x="1" y="2536"/>
                  </a:lnTo>
                  <a:lnTo>
                    <a:pt x="1957" y="13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2">
              <a:extLst>
                <a:ext uri="{FF2B5EF4-FFF2-40B4-BE49-F238E27FC236}">
                  <a16:creationId xmlns:a16="http://schemas.microsoft.com/office/drawing/2014/main" id="{DB17A14E-9CD2-6341-A4AC-C6F69706BAD7}"/>
                </a:ext>
              </a:extLst>
            </p:cNvPr>
            <p:cNvSpPr/>
            <p:nvPr/>
          </p:nvSpPr>
          <p:spPr>
            <a:xfrm>
              <a:off x="6895807" y="3996122"/>
              <a:ext cx="173056" cy="222325"/>
            </a:xfrm>
            <a:custGeom>
              <a:avLst/>
              <a:gdLst/>
              <a:ahLst/>
              <a:cxnLst/>
              <a:rect l="l" t="t" r="r" b="b"/>
              <a:pathLst>
                <a:path w="1974" h="2536" extrusionOk="0">
                  <a:moveTo>
                    <a:pt x="1974" y="0"/>
                  </a:moveTo>
                  <a:lnTo>
                    <a:pt x="1" y="1365"/>
                  </a:lnTo>
                  <a:lnTo>
                    <a:pt x="1974" y="2536"/>
                  </a:lnTo>
                  <a:lnTo>
                    <a:pt x="19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2">
              <a:extLst>
                <a:ext uri="{FF2B5EF4-FFF2-40B4-BE49-F238E27FC236}">
                  <a16:creationId xmlns:a16="http://schemas.microsoft.com/office/drawing/2014/main" id="{E75646B0-7CA5-0397-6BAC-F305649877B0}"/>
                </a:ext>
              </a:extLst>
            </p:cNvPr>
            <p:cNvSpPr/>
            <p:nvPr/>
          </p:nvSpPr>
          <p:spPr>
            <a:xfrm>
              <a:off x="6724333" y="4077213"/>
              <a:ext cx="344533" cy="141232"/>
            </a:xfrm>
            <a:custGeom>
              <a:avLst/>
              <a:gdLst/>
              <a:ahLst/>
              <a:cxnLst/>
              <a:rect l="l" t="t" r="r" b="b"/>
              <a:pathLst>
                <a:path w="3930" h="1611" extrusionOk="0">
                  <a:moveTo>
                    <a:pt x="1957" y="1"/>
                  </a:moveTo>
                  <a:lnTo>
                    <a:pt x="1" y="1611"/>
                  </a:lnTo>
                  <a:lnTo>
                    <a:pt x="3930" y="1611"/>
                  </a:lnTo>
                  <a:lnTo>
                    <a:pt x="19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52">
              <a:extLst>
                <a:ext uri="{FF2B5EF4-FFF2-40B4-BE49-F238E27FC236}">
                  <a16:creationId xmlns:a16="http://schemas.microsoft.com/office/drawing/2014/main" id="{3E19AD53-4AC4-F35C-9F61-BCC57FE982CF}"/>
                </a:ext>
              </a:extLst>
            </p:cNvPr>
            <p:cNvSpPr/>
            <p:nvPr/>
          </p:nvSpPr>
          <p:spPr>
            <a:xfrm>
              <a:off x="6722317" y="4073093"/>
              <a:ext cx="348654" cy="149473"/>
            </a:xfrm>
            <a:custGeom>
              <a:avLst/>
              <a:gdLst/>
              <a:ahLst/>
              <a:cxnLst/>
              <a:rect l="l" t="t" r="r" b="b"/>
              <a:pathLst>
                <a:path w="3977" h="1705" extrusionOk="0">
                  <a:moveTo>
                    <a:pt x="1980" y="1"/>
                  </a:moveTo>
                  <a:lnTo>
                    <a:pt x="1" y="1634"/>
                  </a:lnTo>
                  <a:lnTo>
                    <a:pt x="53" y="1705"/>
                  </a:lnTo>
                  <a:lnTo>
                    <a:pt x="1980" y="124"/>
                  </a:lnTo>
                  <a:lnTo>
                    <a:pt x="3929" y="1705"/>
                  </a:lnTo>
                  <a:lnTo>
                    <a:pt x="3976" y="1634"/>
                  </a:lnTo>
                  <a:lnTo>
                    <a:pt x="1980" y="1"/>
                  </a:lnTo>
                  <a:close/>
                </a:path>
              </a:pathLst>
            </a:custGeom>
            <a:solidFill>
              <a:srgbClr val="D3DB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52">
              <a:extLst>
                <a:ext uri="{FF2B5EF4-FFF2-40B4-BE49-F238E27FC236}">
                  <a16:creationId xmlns:a16="http://schemas.microsoft.com/office/drawing/2014/main" id="{419C0CBB-D81C-EED6-42BA-DE0E118381F4}"/>
                </a:ext>
              </a:extLst>
            </p:cNvPr>
            <p:cNvSpPr/>
            <p:nvPr/>
          </p:nvSpPr>
          <p:spPr>
            <a:xfrm>
              <a:off x="6919389" y="3991475"/>
              <a:ext cx="151577" cy="109409"/>
            </a:xfrm>
            <a:custGeom>
              <a:avLst/>
              <a:gdLst/>
              <a:ahLst/>
              <a:cxnLst/>
              <a:rect l="l" t="t" r="r" b="b"/>
              <a:pathLst>
                <a:path w="1729" h="1248" extrusionOk="0">
                  <a:moveTo>
                    <a:pt x="1681" y="1"/>
                  </a:moveTo>
                  <a:lnTo>
                    <a:pt x="1" y="1172"/>
                  </a:lnTo>
                  <a:lnTo>
                    <a:pt x="48" y="1248"/>
                  </a:lnTo>
                  <a:lnTo>
                    <a:pt x="1728" y="77"/>
                  </a:lnTo>
                  <a:lnTo>
                    <a:pt x="1681" y="1"/>
                  </a:lnTo>
                  <a:close/>
                </a:path>
              </a:pathLst>
            </a:custGeom>
            <a:solidFill>
              <a:srgbClr val="D3DB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52">
              <a:extLst>
                <a:ext uri="{FF2B5EF4-FFF2-40B4-BE49-F238E27FC236}">
                  <a16:creationId xmlns:a16="http://schemas.microsoft.com/office/drawing/2014/main" id="{332DD89B-FB8F-0E9E-0AB0-A08C8BEB868F}"/>
                </a:ext>
              </a:extLst>
            </p:cNvPr>
            <p:cNvSpPr/>
            <p:nvPr/>
          </p:nvSpPr>
          <p:spPr>
            <a:xfrm>
              <a:off x="6722317" y="3991475"/>
              <a:ext cx="152015" cy="109409"/>
            </a:xfrm>
            <a:custGeom>
              <a:avLst/>
              <a:gdLst/>
              <a:ahLst/>
              <a:cxnLst/>
              <a:rect l="l" t="t" r="r" b="b"/>
              <a:pathLst>
                <a:path w="1734" h="1248" extrusionOk="0">
                  <a:moveTo>
                    <a:pt x="53" y="1"/>
                  </a:moveTo>
                  <a:lnTo>
                    <a:pt x="1" y="100"/>
                  </a:lnTo>
                  <a:lnTo>
                    <a:pt x="1687" y="1248"/>
                  </a:lnTo>
                  <a:lnTo>
                    <a:pt x="1734" y="1172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D3DB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52">
              <a:extLst>
                <a:ext uri="{FF2B5EF4-FFF2-40B4-BE49-F238E27FC236}">
                  <a16:creationId xmlns:a16="http://schemas.microsoft.com/office/drawing/2014/main" id="{44EA50F8-7A03-C876-66B3-19E06C7AA3E8}"/>
                </a:ext>
              </a:extLst>
            </p:cNvPr>
            <p:cNvSpPr/>
            <p:nvPr/>
          </p:nvSpPr>
          <p:spPr>
            <a:xfrm>
              <a:off x="6758786" y="4304093"/>
              <a:ext cx="276240" cy="38574"/>
            </a:xfrm>
            <a:custGeom>
              <a:avLst/>
              <a:gdLst/>
              <a:ahLst/>
              <a:cxnLst/>
              <a:rect l="l" t="t" r="r" b="b"/>
              <a:pathLst>
                <a:path w="315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3150" y="440"/>
                  </a:lnTo>
                  <a:lnTo>
                    <a:pt x="3150" y="1"/>
                  </a:lnTo>
                  <a:close/>
                </a:path>
              </a:pathLst>
            </a:custGeom>
            <a:solidFill>
              <a:srgbClr val="E3EA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52">
              <a:extLst>
                <a:ext uri="{FF2B5EF4-FFF2-40B4-BE49-F238E27FC236}">
                  <a16:creationId xmlns:a16="http://schemas.microsoft.com/office/drawing/2014/main" id="{E65E8BB1-3E43-BF27-201B-B34726B22075}"/>
                </a:ext>
              </a:extLst>
            </p:cNvPr>
            <p:cNvSpPr/>
            <p:nvPr/>
          </p:nvSpPr>
          <p:spPr>
            <a:xfrm>
              <a:off x="5832775" y="2214480"/>
              <a:ext cx="1420389" cy="716682"/>
            </a:xfrm>
            <a:custGeom>
              <a:avLst/>
              <a:gdLst/>
              <a:ahLst/>
              <a:cxnLst/>
              <a:rect l="l" t="t" r="r" b="b"/>
              <a:pathLst>
                <a:path w="16202" h="8175" extrusionOk="0">
                  <a:moveTo>
                    <a:pt x="1" y="0"/>
                  </a:moveTo>
                  <a:lnTo>
                    <a:pt x="1" y="8174"/>
                  </a:lnTo>
                  <a:lnTo>
                    <a:pt x="16202" y="8174"/>
                  </a:lnTo>
                  <a:lnTo>
                    <a:pt x="162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52">
              <a:extLst>
                <a:ext uri="{FF2B5EF4-FFF2-40B4-BE49-F238E27FC236}">
                  <a16:creationId xmlns:a16="http://schemas.microsoft.com/office/drawing/2014/main" id="{03C5E3D5-DCA7-BD1E-B1C0-90A0F777B0EE}"/>
                </a:ext>
              </a:extLst>
            </p:cNvPr>
            <p:cNvSpPr/>
            <p:nvPr/>
          </p:nvSpPr>
          <p:spPr>
            <a:xfrm>
              <a:off x="6523667" y="2317137"/>
              <a:ext cx="667413" cy="49357"/>
            </a:xfrm>
            <a:custGeom>
              <a:avLst/>
              <a:gdLst/>
              <a:ahLst/>
              <a:cxnLst/>
              <a:rect l="l" t="t" r="r" b="b"/>
              <a:pathLst>
                <a:path w="7613" h="563" extrusionOk="0">
                  <a:moveTo>
                    <a:pt x="1" y="0"/>
                  </a:moveTo>
                  <a:lnTo>
                    <a:pt x="1" y="562"/>
                  </a:lnTo>
                  <a:lnTo>
                    <a:pt x="7612" y="562"/>
                  </a:lnTo>
                  <a:lnTo>
                    <a:pt x="76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52">
              <a:extLst>
                <a:ext uri="{FF2B5EF4-FFF2-40B4-BE49-F238E27FC236}">
                  <a16:creationId xmlns:a16="http://schemas.microsoft.com/office/drawing/2014/main" id="{9E57DBC9-7412-BF83-C7C9-78203D13E9D7}"/>
                </a:ext>
              </a:extLst>
            </p:cNvPr>
            <p:cNvSpPr/>
            <p:nvPr/>
          </p:nvSpPr>
          <p:spPr>
            <a:xfrm>
              <a:off x="6523667" y="2409011"/>
              <a:ext cx="667413" cy="49357"/>
            </a:xfrm>
            <a:custGeom>
              <a:avLst/>
              <a:gdLst/>
              <a:ahLst/>
              <a:cxnLst/>
              <a:rect l="l" t="t" r="r" b="b"/>
              <a:pathLst>
                <a:path w="7613" h="563" extrusionOk="0">
                  <a:moveTo>
                    <a:pt x="1" y="0"/>
                  </a:moveTo>
                  <a:lnTo>
                    <a:pt x="1" y="563"/>
                  </a:lnTo>
                  <a:lnTo>
                    <a:pt x="7612" y="563"/>
                  </a:lnTo>
                  <a:lnTo>
                    <a:pt x="76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52">
              <a:extLst>
                <a:ext uri="{FF2B5EF4-FFF2-40B4-BE49-F238E27FC236}">
                  <a16:creationId xmlns:a16="http://schemas.microsoft.com/office/drawing/2014/main" id="{6719F352-4873-FCC5-FCA9-431C5B421940}"/>
                </a:ext>
              </a:extLst>
            </p:cNvPr>
            <p:cNvSpPr/>
            <p:nvPr/>
          </p:nvSpPr>
          <p:spPr>
            <a:xfrm>
              <a:off x="6523667" y="2500886"/>
              <a:ext cx="667413" cy="49357"/>
            </a:xfrm>
            <a:custGeom>
              <a:avLst/>
              <a:gdLst/>
              <a:ahLst/>
              <a:cxnLst/>
              <a:rect l="l" t="t" r="r" b="b"/>
              <a:pathLst>
                <a:path w="7613" h="563" extrusionOk="0">
                  <a:moveTo>
                    <a:pt x="1" y="1"/>
                  </a:moveTo>
                  <a:lnTo>
                    <a:pt x="1" y="563"/>
                  </a:lnTo>
                  <a:lnTo>
                    <a:pt x="7612" y="563"/>
                  </a:lnTo>
                  <a:lnTo>
                    <a:pt x="76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52">
              <a:extLst>
                <a:ext uri="{FF2B5EF4-FFF2-40B4-BE49-F238E27FC236}">
                  <a16:creationId xmlns:a16="http://schemas.microsoft.com/office/drawing/2014/main" id="{368EA067-DF6F-1F4A-C145-D9AF97E6016B}"/>
                </a:ext>
              </a:extLst>
            </p:cNvPr>
            <p:cNvSpPr/>
            <p:nvPr/>
          </p:nvSpPr>
          <p:spPr>
            <a:xfrm>
              <a:off x="6523667" y="2592760"/>
              <a:ext cx="667413" cy="49357"/>
            </a:xfrm>
            <a:custGeom>
              <a:avLst/>
              <a:gdLst/>
              <a:ahLst/>
              <a:cxnLst/>
              <a:rect l="l" t="t" r="r" b="b"/>
              <a:pathLst>
                <a:path w="7613" h="563" extrusionOk="0">
                  <a:moveTo>
                    <a:pt x="1" y="1"/>
                  </a:moveTo>
                  <a:lnTo>
                    <a:pt x="1" y="563"/>
                  </a:lnTo>
                  <a:lnTo>
                    <a:pt x="7612" y="563"/>
                  </a:lnTo>
                  <a:lnTo>
                    <a:pt x="76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52">
              <a:extLst>
                <a:ext uri="{FF2B5EF4-FFF2-40B4-BE49-F238E27FC236}">
                  <a16:creationId xmlns:a16="http://schemas.microsoft.com/office/drawing/2014/main" id="{D82C9B2F-7D18-2398-98EA-07F6F37B2A54}"/>
                </a:ext>
              </a:extLst>
            </p:cNvPr>
            <p:cNvSpPr/>
            <p:nvPr/>
          </p:nvSpPr>
          <p:spPr>
            <a:xfrm>
              <a:off x="6523667" y="2777034"/>
              <a:ext cx="667413" cy="51461"/>
            </a:xfrm>
            <a:custGeom>
              <a:avLst/>
              <a:gdLst/>
              <a:ahLst/>
              <a:cxnLst/>
              <a:rect l="l" t="t" r="r" b="b"/>
              <a:pathLst>
                <a:path w="7613" h="587" extrusionOk="0">
                  <a:moveTo>
                    <a:pt x="1" y="1"/>
                  </a:moveTo>
                  <a:lnTo>
                    <a:pt x="1" y="586"/>
                  </a:lnTo>
                  <a:lnTo>
                    <a:pt x="7612" y="586"/>
                  </a:lnTo>
                  <a:lnTo>
                    <a:pt x="76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52">
              <a:extLst>
                <a:ext uri="{FF2B5EF4-FFF2-40B4-BE49-F238E27FC236}">
                  <a16:creationId xmlns:a16="http://schemas.microsoft.com/office/drawing/2014/main" id="{75C17E8C-6448-289B-67BD-C8D2483BB556}"/>
                </a:ext>
              </a:extLst>
            </p:cNvPr>
            <p:cNvSpPr/>
            <p:nvPr/>
          </p:nvSpPr>
          <p:spPr>
            <a:xfrm>
              <a:off x="6791135" y="2685160"/>
              <a:ext cx="399939" cy="51461"/>
            </a:xfrm>
            <a:custGeom>
              <a:avLst/>
              <a:gdLst/>
              <a:ahLst/>
              <a:cxnLst/>
              <a:rect l="l" t="t" r="r" b="b"/>
              <a:pathLst>
                <a:path w="4562" h="587" extrusionOk="0">
                  <a:moveTo>
                    <a:pt x="0" y="1"/>
                  </a:moveTo>
                  <a:lnTo>
                    <a:pt x="0" y="586"/>
                  </a:lnTo>
                  <a:lnTo>
                    <a:pt x="4561" y="586"/>
                  </a:lnTo>
                  <a:lnTo>
                    <a:pt x="45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52">
              <a:extLst>
                <a:ext uri="{FF2B5EF4-FFF2-40B4-BE49-F238E27FC236}">
                  <a16:creationId xmlns:a16="http://schemas.microsoft.com/office/drawing/2014/main" id="{3229AF09-66F8-C161-6140-6D4638863F69}"/>
                </a:ext>
              </a:extLst>
            </p:cNvPr>
            <p:cNvSpPr/>
            <p:nvPr/>
          </p:nvSpPr>
          <p:spPr>
            <a:xfrm>
              <a:off x="6523667" y="2685160"/>
              <a:ext cx="222325" cy="51461"/>
            </a:xfrm>
            <a:custGeom>
              <a:avLst/>
              <a:gdLst/>
              <a:ahLst/>
              <a:cxnLst/>
              <a:rect l="l" t="t" r="r" b="b"/>
              <a:pathLst>
                <a:path w="2536" h="587" extrusionOk="0">
                  <a:moveTo>
                    <a:pt x="1" y="1"/>
                  </a:moveTo>
                  <a:lnTo>
                    <a:pt x="1" y="586"/>
                  </a:lnTo>
                  <a:lnTo>
                    <a:pt x="2536" y="586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52">
              <a:extLst>
                <a:ext uri="{FF2B5EF4-FFF2-40B4-BE49-F238E27FC236}">
                  <a16:creationId xmlns:a16="http://schemas.microsoft.com/office/drawing/2014/main" id="{8DAA959D-5517-50AD-51D0-9320A3721247}"/>
                </a:ext>
              </a:extLst>
            </p:cNvPr>
            <p:cNvSpPr/>
            <p:nvPr/>
          </p:nvSpPr>
          <p:spPr>
            <a:xfrm>
              <a:off x="5913866" y="2319154"/>
              <a:ext cx="507244" cy="507244"/>
            </a:xfrm>
            <a:custGeom>
              <a:avLst/>
              <a:gdLst/>
              <a:ahLst/>
              <a:cxnLst/>
              <a:rect l="l" t="t" r="r" b="b"/>
              <a:pathLst>
                <a:path w="5786" h="5786" extrusionOk="0">
                  <a:moveTo>
                    <a:pt x="1" y="1"/>
                  </a:moveTo>
                  <a:lnTo>
                    <a:pt x="1" y="5786"/>
                  </a:lnTo>
                  <a:lnTo>
                    <a:pt x="5786" y="5786"/>
                  </a:lnTo>
                  <a:lnTo>
                    <a:pt x="57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52">
              <a:extLst>
                <a:ext uri="{FF2B5EF4-FFF2-40B4-BE49-F238E27FC236}">
                  <a16:creationId xmlns:a16="http://schemas.microsoft.com/office/drawing/2014/main" id="{F2A21807-2B7B-D575-C8EE-E303FD8A291E}"/>
                </a:ext>
              </a:extLst>
            </p:cNvPr>
            <p:cNvSpPr/>
            <p:nvPr/>
          </p:nvSpPr>
          <p:spPr>
            <a:xfrm>
              <a:off x="6061670" y="2477304"/>
              <a:ext cx="306047" cy="263353"/>
            </a:xfrm>
            <a:custGeom>
              <a:avLst/>
              <a:gdLst/>
              <a:ahLst/>
              <a:cxnLst/>
              <a:rect l="l" t="t" r="r" b="b"/>
              <a:pathLst>
                <a:path w="3491" h="3004" extrusionOk="0">
                  <a:moveTo>
                    <a:pt x="1734" y="0"/>
                  </a:moveTo>
                  <a:lnTo>
                    <a:pt x="1" y="3004"/>
                  </a:lnTo>
                  <a:lnTo>
                    <a:pt x="3491" y="3004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52">
              <a:extLst>
                <a:ext uri="{FF2B5EF4-FFF2-40B4-BE49-F238E27FC236}">
                  <a16:creationId xmlns:a16="http://schemas.microsoft.com/office/drawing/2014/main" id="{AE7CBC87-8469-F6A3-3B84-5162DC8B3CD5}"/>
                </a:ext>
              </a:extLst>
            </p:cNvPr>
            <p:cNvSpPr/>
            <p:nvPr/>
          </p:nvSpPr>
          <p:spPr>
            <a:xfrm>
              <a:off x="5967254" y="2565057"/>
              <a:ext cx="124313" cy="175598"/>
            </a:xfrm>
            <a:custGeom>
              <a:avLst/>
              <a:gdLst/>
              <a:ahLst/>
              <a:cxnLst/>
              <a:rect l="l" t="t" r="r" b="b"/>
              <a:pathLst>
                <a:path w="1418" h="2003" extrusionOk="0">
                  <a:moveTo>
                    <a:pt x="1055" y="0"/>
                  </a:moveTo>
                  <a:lnTo>
                    <a:pt x="1" y="2003"/>
                  </a:lnTo>
                  <a:lnTo>
                    <a:pt x="733" y="2003"/>
                  </a:lnTo>
                  <a:lnTo>
                    <a:pt x="1418" y="709"/>
                  </a:lnTo>
                  <a:lnTo>
                    <a:pt x="10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52">
              <a:extLst>
                <a:ext uri="{FF2B5EF4-FFF2-40B4-BE49-F238E27FC236}">
                  <a16:creationId xmlns:a16="http://schemas.microsoft.com/office/drawing/2014/main" id="{ED250D21-5C90-9A6E-21A9-FEB96BE30D11}"/>
                </a:ext>
              </a:extLst>
            </p:cNvPr>
            <p:cNvSpPr/>
            <p:nvPr/>
          </p:nvSpPr>
          <p:spPr>
            <a:xfrm>
              <a:off x="5980053" y="2434698"/>
              <a:ext cx="56107" cy="55494"/>
            </a:xfrm>
            <a:custGeom>
              <a:avLst/>
              <a:gdLst/>
              <a:ahLst/>
              <a:cxnLst/>
              <a:rect l="l" t="t" r="r" b="b"/>
              <a:pathLst>
                <a:path w="640" h="633" extrusionOk="0">
                  <a:moveTo>
                    <a:pt x="323" y="0"/>
                  </a:moveTo>
                  <a:cubicBezTo>
                    <a:pt x="147" y="0"/>
                    <a:pt x="1" y="147"/>
                    <a:pt x="1" y="316"/>
                  </a:cubicBezTo>
                  <a:cubicBezTo>
                    <a:pt x="1" y="486"/>
                    <a:pt x="147" y="633"/>
                    <a:pt x="323" y="633"/>
                  </a:cubicBezTo>
                  <a:cubicBezTo>
                    <a:pt x="493" y="633"/>
                    <a:pt x="639" y="486"/>
                    <a:pt x="639" y="316"/>
                  </a:cubicBezTo>
                  <a:cubicBezTo>
                    <a:pt x="639" y="147"/>
                    <a:pt x="493" y="0"/>
                    <a:pt x="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52">
              <a:extLst>
                <a:ext uri="{FF2B5EF4-FFF2-40B4-BE49-F238E27FC236}">
                  <a16:creationId xmlns:a16="http://schemas.microsoft.com/office/drawing/2014/main" id="{1B77E9C7-8618-6E4B-E9D3-F5EBE75DE05E}"/>
                </a:ext>
              </a:extLst>
            </p:cNvPr>
            <p:cNvSpPr/>
            <p:nvPr/>
          </p:nvSpPr>
          <p:spPr>
            <a:xfrm>
              <a:off x="6119179" y="2111823"/>
              <a:ext cx="847043" cy="44710"/>
            </a:xfrm>
            <a:custGeom>
              <a:avLst/>
              <a:gdLst/>
              <a:ahLst/>
              <a:cxnLst/>
              <a:rect l="l" t="t" r="r" b="b"/>
              <a:pathLst>
                <a:path w="9662" h="510" extrusionOk="0">
                  <a:moveTo>
                    <a:pt x="270" y="0"/>
                  </a:moveTo>
                  <a:cubicBezTo>
                    <a:pt x="124" y="0"/>
                    <a:pt x="1" y="100"/>
                    <a:pt x="1" y="246"/>
                  </a:cubicBezTo>
                  <a:cubicBezTo>
                    <a:pt x="1" y="393"/>
                    <a:pt x="124" y="510"/>
                    <a:pt x="270" y="510"/>
                  </a:cubicBezTo>
                  <a:lnTo>
                    <a:pt x="9392" y="510"/>
                  </a:lnTo>
                  <a:cubicBezTo>
                    <a:pt x="9539" y="510"/>
                    <a:pt x="9662" y="393"/>
                    <a:pt x="9662" y="246"/>
                  </a:cubicBezTo>
                  <a:cubicBezTo>
                    <a:pt x="9662" y="100"/>
                    <a:pt x="9539" y="0"/>
                    <a:pt x="93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52">
              <a:extLst>
                <a:ext uri="{FF2B5EF4-FFF2-40B4-BE49-F238E27FC236}">
                  <a16:creationId xmlns:a16="http://schemas.microsoft.com/office/drawing/2014/main" id="{53A68066-2BC3-392C-6FC5-09DA26ECEB1A}"/>
                </a:ext>
              </a:extLst>
            </p:cNvPr>
            <p:cNvSpPr/>
            <p:nvPr/>
          </p:nvSpPr>
          <p:spPr>
            <a:xfrm>
              <a:off x="6538570" y="2993132"/>
              <a:ext cx="8767" cy="1434766"/>
            </a:xfrm>
            <a:custGeom>
              <a:avLst/>
              <a:gdLst/>
              <a:ahLst/>
              <a:cxnLst/>
              <a:rect l="l" t="t" r="r" b="b"/>
              <a:pathLst>
                <a:path w="100" h="16366" extrusionOk="0">
                  <a:moveTo>
                    <a:pt x="0" y="1"/>
                  </a:moveTo>
                  <a:lnTo>
                    <a:pt x="0" y="16366"/>
                  </a:lnTo>
                  <a:lnTo>
                    <a:pt x="100" y="16366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2">
              <a:extLst>
                <a:ext uri="{FF2B5EF4-FFF2-40B4-BE49-F238E27FC236}">
                  <a16:creationId xmlns:a16="http://schemas.microsoft.com/office/drawing/2014/main" id="{9802541B-5F6F-9587-E097-640BA26E3CDC}"/>
                </a:ext>
              </a:extLst>
            </p:cNvPr>
            <p:cNvSpPr/>
            <p:nvPr/>
          </p:nvSpPr>
          <p:spPr>
            <a:xfrm>
              <a:off x="5832775" y="3705070"/>
              <a:ext cx="1420389" cy="8854"/>
            </a:xfrm>
            <a:custGeom>
              <a:avLst/>
              <a:gdLst/>
              <a:ahLst/>
              <a:cxnLst/>
              <a:rect l="l" t="t" r="r" b="b"/>
              <a:pathLst>
                <a:path w="16202" h="101" extrusionOk="0">
                  <a:moveTo>
                    <a:pt x="1" y="1"/>
                  </a:moveTo>
                  <a:lnTo>
                    <a:pt x="1" y="100"/>
                  </a:lnTo>
                  <a:lnTo>
                    <a:pt x="16202" y="100"/>
                  </a:lnTo>
                  <a:lnTo>
                    <a:pt x="16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2">
              <a:extLst>
                <a:ext uri="{FF2B5EF4-FFF2-40B4-BE49-F238E27FC236}">
                  <a16:creationId xmlns:a16="http://schemas.microsoft.com/office/drawing/2014/main" id="{8FC60ADE-116F-D103-2370-8B3DBAD5D462}"/>
                </a:ext>
              </a:extLst>
            </p:cNvPr>
            <p:cNvSpPr/>
            <p:nvPr/>
          </p:nvSpPr>
          <p:spPr>
            <a:xfrm>
              <a:off x="7481500" y="4494504"/>
              <a:ext cx="325509" cy="352774"/>
            </a:xfrm>
            <a:custGeom>
              <a:avLst/>
              <a:gdLst/>
              <a:ahLst/>
              <a:cxnLst/>
              <a:rect l="l" t="t" r="r" b="b"/>
              <a:pathLst>
                <a:path w="3713" h="4024" extrusionOk="0">
                  <a:moveTo>
                    <a:pt x="1417" y="1"/>
                  </a:moveTo>
                  <a:lnTo>
                    <a:pt x="1663" y="2999"/>
                  </a:lnTo>
                  <a:lnTo>
                    <a:pt x="123" y="3707"/>
                  </a:lnTo>
                  <a:cubicBezTo>
                    <a:pt x="53" y="3730"/>
                    <a:pt x="0" y="3777"/>
                    <a:pt x="0" y="3853"/>
                  </a:cubicBezTo>
                  <a:cubicBezTo>
                    <a:pt x="0" y="3953"/>
                    <a:pt x="76" y="4023"/>
                    <a:pt x="176" y="4023"/>
                  </a:cubicBezTo>
                  <a:lnTo>
                    <a:pt x="3613" y="4023"/>
                  </a:lnTo>
                  <a:lnTo>
                    <a:pt x="3713" y="3122"/>
                  </a:lnTo>
                  <a:lnTo>
                    <a:pt x="3613" y="241"/>
                  </a:lnTo>
                  <a:lnTo>
                    <a:pt x="14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2">
              <a:extLst>
                <a:ext uri="{FF2B5EF4-FFF2-40B4-BE49-F238E27FC236}">
                  <a16:creationId xmlns:a16="http://schemas.microsoft.com/office/drawing/2014/main" id="{22313047-403D-92D2-E4CA-FACD5FB12D0C}"/>
                </a:ext>
              </a:extLst>
            </p:cNvPr>
            <p:cNvSpPr/>
            <p:nvPr/>
          </p:nvSpPr>
          <p:spPr>
            <a:xfrm>
              <a:off x="7464581" y="4757328"/>
              <a:ext cx="350670" cy="122296"/>
            </a:xfrm>
            <a:custGeom>
              <a:avLst/>
              <a:gdLst/>
              <a:ahLst/>
              <a:cxnLst/>
              <a:rect l="l" t="t" r="r" b="b"/>
              <a:pathLst>
                <a:path w="4000" h="1395" extrusionOk="0">
                  <a:moveTo>
                    <a:pt x="1856" y="1"/>
                  </a:moveTo>
                  <a:lnTo>
                    <a:pt x="223" y="709"/>
                  </a:lnTo>
                  <a:cubicBezTo>
                    <a:pt x="147" y="732"/>
                    <a:pt x="100" y="855"/>
                    <a:pt x="47" y="978"/>
                  </a:cubicBezTo>
                  <a:cubicBezTo>
                    <a:pt x="47" y="978"/>
                    <a:pt x="0" y="1365"/>
                    <a:pt x="76" y="1365"/>
                  </a:cubicBezTo>
                  <a:lnTo>
                    <a:pt x="3929" y="1394"/>
                  </a:lnTo>
                  <a:cubicBezTo>
                    <a:pt x="3976" y="1394"/>
                    <a:pt x="3999" y="1365"/>
                    <a:pt x="3999" y="1318"/>
                  </a:cubicBezTo>
                  <a:lnTo>
                    <a:pt x="3906" y="100"/>
                  </a:lnTo>
                  <a:cubicBezTo>
                    <a:pt x="3906" y="100"/>
                    <a:pt x="3501" y="195"/>
                    <a:pt x="2984" y="195"/>
                  </a:cubicBezTo>
                  <a:cubicBezTo>
                    <a:pt x="2630" y="195"/>
                    <a:pt x="2223" y="151"/>
                    <a:pt x="18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2">
              <a:extLst>
                <a:ext uri="{FF2B5EF4-FFF2-40B4-BE49-F238E27FC236}">
                  <a16:creationId xmlns:a16="http://schemas.microsoft.com/office/drawing/2014/main" id="{1A4A281F-E89B-772A-3A3C-8AEAEBF58937}"/>
                </a:ext>
              </a:extLst>
            </p:cNvPr>
            <p:cNvSpPr/>
            <p:nvPr/>
          </p:nvSpPr>
          <p:spPr>
            <a:xfrm>
              <a:off x="7592836" y="4761448"/>
              <a:ext cx="25774" cy="36557"/>
            </a:xfrm>
            <a:custGeom>
              <a:avLst/>
              <a:gdLst/>
              <a:ahLst/>
              <a:cxnLst/>
              <a:rect l="l" t="t" r="r" b="b"/>
              <a:pathLst>
                <a:path w="294" h="417" extrusionOk="0">
                  <a:moveTo>
                    <a:pt x="77" y="0"/>
                  </a:moveTo>
                  <a:lnTo>
                    <a:pt x="1" y="53"/>
                  </a:lnTo>
                  <a:cubicBezTo>
                    <a:pt x="100" y="176"/>
                    <a:pt x="171" y="293"/>
                    <a:pt x="223" y="416"/>
                  </a:cubicBezTo>
                  <a:lnTo>
                    <a:pt x="294" y="393"/>
                  </a:lnTo>
                  <a:cubicBezTo>
                    <a:pt x="247" y="246"/>
                    <a:pt x="147" y="123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2">
              <a:extLst>
                <a:ext uri="{FF2B5EF4-FFF2-40B4-BE49-F238E27FC236}">
                  <a16:creationId xmlns:a16="http://schemas.microsoft.com/office/drawing/2014/main" id="{DDFC23C9-AE9D-AE88-045C-8A359B2E7F3A}"/>
                </a:ext>
              </a:extLst>
            </p:cNvPr>
            <p:cNvSpPr/>
            <p:nvPr/>
          </p:nvSpPr>
          <p:spPr>
            <a:xfrm>
              <a:off x="7575916" y="4772231"/>
              <a:ext cx="21128" cy="32437"/>
            </a:xfrm>
            <a:custGeom>
              <a:avLst/>
              <a:gdLst/>
              <a:ahLst/>
              <a:cxnLst/>
              <a:rect l="l" t="t" r="r" b="b"/>
              <a:pathLst>
                <a:path w="241" h="370" extrusionOk="0">
                  <a:moveTo>
                    <a:pt x="48" y="0"/>
                  </a:moveTo>
                  <a:lnTo>
                    <a:pt x="1" y="53"/>
                  </a:lnTo>
                  <a:cubicBezTo>
                    <a:pt x="94" y="170"/>
                    <a:pt x="124" y="246"/>
                    <a:pt x="171" y="369"/>
                  </a:cubicBezTo>
                  <a:lnTo>
                    <a:pt x="241" y="346"/>
                  </a:lnTo>
                  <a:cubicBezTo>
                    <a:pt x="194" y="223"/>
                    <a:pt x="147" y="147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2">
              <a:extLst>
                <a:ext uri="{FF2B5EF4-FFF2-40B4-BE49-F238E27FC236}">
                  <a16:creationId xmlns:a16="http://schemas.microsoft.com/office/drawing/2014/main" id="{37614C4F-9611-7F97-A705-E344E80125E0}"/>
                </a:ext>
              </a:extLst>
            </p:cNvPr>
            <p:cNvSpPr/>
            <p:nvPr/>
          </p:nvSpPr>
          <p:spPr>
            <a:xfrm>
              <a:off x="7561013" y="4780910"/>
              <a:ext cx="19112" cy="29895"/>
            </a:xfrm>
            <a:custGeom>
              <a:avLst/>
              <a:gdLst/>
              <a:ahLst/>
              <a:cxnLst/>
              <a:rect l="l" t="t" r="r" b="b"/>
              <a:pathLst>
                <a:path w="218" h="341" extrusionOk="0">
                  <a:moveTo>
                    <a:pt x="48" y="1"/>
                  </a:moveTo>
                  <a:lnTo>
                    <a:pt x="1" y="48"/>
                  </a:lnTo>
                  <a:cubicBezTo>
                    <a:pt x="48" y="124"/>
                    <a:pt x="118" y="247"/>
                    <a:pt x="171" y="341"/>
                  </a:cubicBezTo>
                  <a:lnTo>
                    <a:pt x="218" y="294"/>
                  </a:lnTo>
                  <a:cubicBezTo>
                    <a:pt x="171" y="194"/>
                    <a:pt x="118" y="7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2">
              <a:extLst>
                <a:ext uri="{FF2B5EF4-FFF2-40B4-BE49-F238E27FC236}">
                  <a16:creationId xmlns:a16="http://schemas.microsoft.com/office/drawing/2014/main" id="{ADC78CD9-EBDF-24FA-1521-314600D4CDD3}"/>
                </a:ext>
              </a:extLst>
            </p:cNvPr>
            <p:cNvSpPr/>
            <p:nvPr/>
          </p:nvSpPr>
          <p:spPr>
            <a:xfrm>
              <a:off x="7466597" y="4851306"/>
              <a:ext cx="346550" cy="8767"/>
            </a:xfrm>
            <a:custGeom>
              <a:avLst/>
              <a:gdLst/>
              <a:ahLst/>
              <a:cxnLst/>
              <a:rect l="l" t="t" r="r" b="b"/>
              <a:pathLst>
                <a:path w="3953" h="100" extrusionOk="0">
                  <a:moveTo>
                    <a:pt x="1" y="0"/>
                  </a:moveTo>
                  <a:lnTo>
                    <a:pt x="1" y="76"/>
                  </a:lnTo>
                  <a:lnTo>
                    <a:pt x="3953" y="100"/>
                  </a:lnTo>
                  <a:lnTo>
                    <a:pt x="3953" y="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2">
              <a:extLst>
                <a:ext uri="{FF2B5EF4-FFF2-40B4-BE49-F238E27FC236}">
                  <a16:creationId xmlns:a16="http://schemas.microsoft.com/office/drawing/2014/main" id="{38E330D9-4C8A-92AE-5C43-7EB052D983CB}"/>
                </a:ext>
              </a:extLst>
            </p:cNvPr>
            <p:cNvSpPr/>
            <p:nvPr/>
          </p:nvSpPr>
          <p:spPr>
            <a:xfrm>
              <a:off x="7719162" y="4799934"/>
              <a:ext cx="91963" cy="56020"/>
            </a:xfrm>
            <a:custGeom>
              <a:avLst/>
              <a:gdLst/>
              <a:ahLst/>
              <a:cxnLst/>
              <a:rect l="l" t="t" r="r" b="b"/>
              <a:pathLst>
                <a:path w="1049" h="639" extrusionOk="0">
                  <a:moveTo>
                    <a:pt x="1048" y="1"/>
                  </a:moveTo>
                  <a:cubicBezTo>
                    <a:pt x="1048" y="1"/>
                    <a:pt x="802" y="30"/>
                    <a:pt x="562" y="100"/>
                  </a:cubicBezTo>
                  <a:cubicBezTo>
                    <a:pt x="439" y="124"/>
                    <a:pt x="316" y="176"/>
                    <a:pt x="217" y="270"/>
                  </a:cubicBezTo>
                  <a:cubicBezTo>
                    <a:pt x="100" y="346"/>
                    <a:pt x="24" y="469"/>
                    <a:pt x="0" y="639"/>
                  </a:cubicBezTo>
                  <a:lnTo>
                    <a:pt x="71" y="639"/>
                  </a:lnTo>
                  <a:cubicBezTo>
                    <a:pt x="100" y="516"/>
                    <a:pt x="170" y="393"/>
                    <a:pt x="270" y="323"/>
                  </a:cubicBezTo>
                  <a:cubicBezTo>
                    <a:pt x="393" y="223"/>
                    <a:pt x="586" y="147"/>
                    <a:pt x="756" y="124"/>
                  </a:cubicBezTo>
                  <a:cubicBezTo>
                    <a:pt x="832" y="100"/>
                    <a:pt x="902" y="100"/>
                    <a:pt x="949" y="100"/>
                  </a:cubicBezTo>
                  <a:cubicBezTo>
                    <a:pt x="978" y="100"/>
                    <a:pt x="1002" y="77"/>
                    <a:pt x="1025" y="77"/>
                  </a:cubicBezTo>
                  <a:lnTo>
                    <a:pt x="1048" y="77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2">
              <a:extLst>
                <a:ext uri="{FF2B5EF4-FFF2-40B4-BE49-F238E27FC236}">
                  <a16:creationId xmlns:a16="http://schemas.microsoft.com/office/drawing/2014/main" id="{5CC53F38-840F-09C8-3161-2809A56BECC8}"/>
                </a:ext>
              </a:extLst>
            </p:cNvPr>
            <p:cNvSpPr/>
            <p:nvPr/>
          </p:nvSpPr>
          <p:spPr>
            <a:xfrm>
              <a:off x="7509729" y="4804580"/>
              <a:ext cx="33927" cy="51373"/>
            </a:xfrm>
            <a:custGeom>
              <a:avLst/>
              <a:gdLst/>
              <a:ahLst/>
              <a:cxnLst/>
              <a:rect l="l" t="t" r="r" b="b"/>
              <a:pathLst>
                <a:path w="387" h="586" extrusionOk="0">
                  <a:moveTo>
                    <a:pt x="71" y="0"/>
                  </a:moveTo>
                  <a:lnTo>
                    <a:pt x="0" y="47"/>
                  </a:lnTo>
                  <a:lnTo>
                    <a:pt x="47" y="94"/>
                  </a:lnTo>
                  <a:cubicBezTo>
                    <a:pt x="94" y="170"/>
                    <a:pt x="147" y="240"/>
                    <a:pt x="194" y="340"/>
                  </a:cubicBezTo>
                  <a:cubicBezTo>
                    <a:pt x="264" y="439"/>
                    <a:pt x="293" y="510"/>
                    <a:pt x="317" y="586"/>
                  </a:cubicBezTo>
                  <a:lnTo>
                    <a:pt x="387" y="562"/>
                  </a:lnTo>
                  <a:cubicBezTo>
                    <a:pt x="363" y="463"/>
                    <a:pt x="293" y="316"/>
                    <a:pt x="217" y="217"/>
                  </a:cubicBezTo>
                  <a:cubicBezTo>
                    <a:pt x="147" y="94"/>
                    <a:pt x="71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52">
              <a:extLst>
                <a:ext uri="{FF2B5EF4-FFF2-40B4-BE49-F238E27FC236}">
                  <a16:creationId xmlns:a16="http://schemas.microsoft.com/office/drawing/2014/main" id="{37638907-E476-67E4-A351-693ECCE3D763}"/>
                </a:ext>
              </a:extLst>
            </p:cNvPr>
            <p:cNvSpPr/>
            <p:nvPr/>
          </p:nvSpPr>
          <p:spPr>
            <a:xfrm>
              <a:off x="7535415" y="3508522"/>
              <a:ext cx="292634" cy="1152915"/>
            </a:xfrm>
            <a:custGeom>
              <a:avLst/>
              <a:gdLst/>
              <a:ahLst/>
              <a:cxnLst/>
              <a:rect l="l" t="t" r="r" b="b"/>
              <a:pathLst>
                <a:path w="3338" h="13151" extrusionOk="0">
                  <a:moveTo>
                    <a:pt x="264" y="0"/>
                  </a:moveTo>
                  <a:lnTo>
                    <a:pt x="264" y="0"/>
                  </a:lnTo>
                  <a:cubicBezTo>
                    <a:pt x="0" y="1511"/>
                    <a:pt x="586" y="13151"/>
                    <a:pt x="586" y="13151"/>
                  </a:cubicBezTo>
                  <a:lnTo>
                    <a:pt x="3144" y="13151"/>
                  </a:lnTo>
                  <a:lnTo>
                    <a:pt x="3144" y="3051"/>
                  </a:lnTo>
                  <a:cubicBezTo>
                    <a:pt x="3144" y="3051"/>
                    <a:pt x="3338" y="2196"/>
                    <a:pt x="3144" y="1364"/>
                  </a:cubicBezTo>
                  <a:cubicBezTo>
                    <a:pt x="3021" y="826"/>
                    <a:pt x="2606" y="123"/>
                    <a:pt x="2606" y="123"/>
                  </a:cubicBez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52">
              <a:extLst>
                <a:ext uri="{FF2B5EF4-FFF2-40B4-BE49-F238E27FC236}">
                  <a16:creationId xmlns:a16="http://schemas.microsoft.com/office/drawing/2014/main" id="{93917C5A-9CCF-EB29-3DED-632FC2E4C01A}"/>
                </a:ext>
              </a:extLst>
            </p:cNvPr>
            <p:cNvSpPr/>
            <p:nvPr/>
          </p:nvSpPr>
          <p:spPr>
            <a:xfrm>
              <a:off x="7584157" y="3508522"/>
              <a:ext cx="38574" cy="1152915"/>
            </a:xfrm>
            <a:custGeom>
              <a:avLst/>
              <a:gdLst/>
              <a:ahLst/>
              <a:cxnLst/>
              <a:rect l="l" t="t" r="r" b="b"/>
              <a:pathLst>
                <a:path w="440" h="13151" extrusionOk="0">
                  <a:moveTo>
                    <a:pt x="53" y="0"/>
                  </a:moveTo>
                  <a:cubicBezTo>
                    <a:pt x="0" y="269"/>
                    <a:pt x="0" y="878"/>
                    <a:pt x="0" y="1704"/>
                  </a:cubicBezTo>
                  <a:cubicBezTo>
                    <a:pt x="0" y="5363"/>
                    <a:pt x="369" y="13151"/>
                    <a:pt x="369" y="13151"/>
                  </a:cubicBezTo>
                  <a:lnTo>
                    <a:pt x="440" y="13151"/>
                  </a:lnTo>
                  <a:lnTo>
                    <a:pt x="440" y="12805"/>
                  </a:lnTo>
                  <a:cubicBezTo>
                    <a:pt x="369" y="11271"/>
                    <a:pt x="77" y="4901"/>
                    <a:pt x="77" y="1704"/>
                  </a:cubicBezTo>
                  <a:cubicBezTo>
                    <a:pt x="77" y="878"/>
                    <a:pt x="77" y="269"/>
                    <a:pt x="123" y="0"/>
                  </a:cubicBez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2">
              <a:extLst>
                <a:ext uri="{FF2B5EF4-FFF2-40B4-BE49-F238E27FC236}">
                  <a16:creationId xmlns:a16="http://schemas.microsoft.com/office/drawing/2014/main" id="{5FA9D67D-71CA-9CC3-9B34-43A595923FB2}"/>
                </a:ext>
              </a:extLst>
            </p:cNvPr>
            <p:cNvSpPr/>
            <p:nvPr/>
          </p:nvSpPr>
          <p:spPr>
            <a:xfrm>
              <a:off x="7363941" y="4414991"/>
              <a:ext cx="310168" cy="421067"/>
            </a:xfrm>
            <a:custGeom>
              <a:avLst/>
              <a:gdLst/>
              <a:ahLst/>
              <a:cxnLst/>
              <a:rect l="l" t="t" r="r" b="b"/>
              <a:pathLst>
                <a:path w="3538" h="4803" extrusionOk="0">
                  <a:moveTo>
                    <a:pt x="2126" y="0"/>
                  </a:moveTo>
                  <a:lnTo>
                    <a:pt x="1" y="586"/>
                  </a:lnTo>
                  <a:lnTo>
                    <a:pt x="1341" y="3297"/>
                  </a:lnTo>
                  <a:lnTo>
                    <a:pt x="170" y="4538"/>
                  </a:lnTo>
                  <a:cubicBezTo>
                    <a:pt x="123" y="4567"/>
                    <a:pt x="123" y="4637"/>
                    <a:pt x="147" y="4714"/>
                  </a:cubicBezTo>
                  <a:cubicBezTo>
                    <a:pt x="164" y="4764"/>
                    <a:pt x="220" y="4803"/>
                    <a:pt x="279" y="4803"/>
                  </a:cubicBezTo>
                  <a:cubicBezTo>
                    <a:pt x="302" y="4803"/>
                    <a:pt x="325" y="4797"/>
                    <a:pt x="346" y="4784"/>
                  </a:cubicBezTo>
                  <a:lnTo>
                    <a:pt x="3537" y="3513"/>
                  </a:lnTo>
                  <a:lnTo>
                    <a:pt x="3297" y="2635"/>
                  </a:lnTo>
                  <a:lnTo>
                    <a:pt x="21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2">
              <a:extLst>
                <a:ext uri="{FF2B5EF4-FFF2-40B4-BE49-F238E27FC236}">
                  <a16:creationId xmlns:a16="http://schemas.microsoft.com/office/drawing/2014/main" id="{BBD0597A-BCD4-487A-47C9-E431FBAEB419}"/>
                </a:ext>
              </a:extLst>
            </p:cNvPr>
            <p:cNvSpPr/>
            <p:nvPr/>
          </p:nvSpPr>
          <p:spPr>
            <a:xfrm>
              <a:off x="7365957" y="4643888"/>
              <a:ext cx="336380" cy="229163"/>
            </a:xfrm>
            <a:custGeom>
              <a:avLst/>
              <a:gdLst/>
              <a:ahLst/>
              <a:cxnLst/>
              <a:rect l="l" t="t" r="r" b="b"/>
              <a:pathLst>
                <a:path w="3837" h="2614" extrusionOk="0">
                  <a:moveTo>
                    <a:pt x="3274" y="1"/>
                  </a:moveTo>
                  <a:cubicBezTo>
                    <a:pt x="3274" y="1"/>
                    <a:pt x="2296" y="686"/>
                    <a:pt x="1318" y="686"/>
                  </a:cubicBezTo>
                  <a:lnTo>
                    <a:pt x="77" y="1956"/>
                  </a:lnTo>
                  <a:cubicBezTo>
                    <a:pt x="30" y="2003"/>
                    <a:pt x="1" y="2149"/>
                    <a:pt x="30" y="2272"/>
                  </a:cubicBezTo>
                  <a:cubicBezTo>
                    <a:pt x="30" y="2272"/>
                    <a:pt x="118" y="2613"/>
                    <a:pt x="193" y="2613"/>
                  </a:cubicBezTo>
                  <a:cubicBezTo>
                    <a:pt x="195" y="2613"/>
                    <a:pt x="198" y="2613"/>
                    <a:pt x="200" y="2612"/>
                  </a:cubicBezTo>
                  <a:lnTo>
                    <a:pt x="3760" y="1195"/>
                  </a:lnTo>
                  <a:cubicBezTo>
                    <a:pt x="3807" y="1195"/>
                    <a:pt x="3836" y="1148"/>
                    <a:pt x="3807" y="1101"/>
                  </a:cubicBezTo>
                  <a:lnTo>
                    <a:pt x="32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2">
              <a:extLst>
                <a:ext uri="{FF2B5EF4-FFF2-40B4-BE49-F238E27FC236}">
                  <a16:creationId xmlns:a16="http://schemas.microsoft.com/office/drawing/2014/main" id="{16DB96B0-D6F9-679D-D2F3-971EA5E96E39}"/>
                </a:ext>
              </a:extLst>
            </p:cNvPr>
            <p:cNvSpPr/>
            <p:nvPr/>
          </p:nvSpPr>
          <p:spPr>
            <a:xfrm>
              <a:off x="7453798" y="4718842"/>
              <a:ext cx="34453" cy="27791"/>
            </a:xfrm>
            <a:custGeom>
              <a:avLst/>
              <a:gdLst/>
              <a:ahLst/>
              <a:cxnLst/>
              <a:rect l="l" t="t" r="r" b="b"/>
              <a:pathLst>
                <a:path w="393" h="317" extrusionOk="0">
                  <a:moveTo>
                    <a:pt x="53" y="0"/>
                  </a:moveTo>
                  <a:lnTo>
                    <a:pt x="0" y="77"/>
                  </a:lnTo>
                  <a:cubicBezTo>
                    <a:pt x="123" y="147"/>
                    <a:pt x="246" y="223"/>
                    <a:pt x="346" y="317"/>
                  </a:cubicBezTo>
                  <a:lnTo>
                    <a:pt x="392" y="270"/>
                  </a:lnTo>
                  <a:cubicBezTo>
                    <a:pt x="293" y="170"/>
                    <a:pt x="170" y="77"/>
                    <a:pt x="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2">
              <a:extLst>
                <a:ext uri="{FF2B5EF4-FFF2-40B4-BE49-F238E27FC236}">
                  <a16:creationId xmlns:a16="http://schemas.microsoft.com/office/drawing/2014/main" id="{E21956AA-631E-184F-175B-C4152BEB0B5A}"/>
                </a:ext>
              </a:extLst>
            </p:cNvPr>
            <p:cNvSpPr/>
            <p:nvPr/>
          </p:nvSpPr>
          <p:spPr>
            <a:xfrm>
              <a:off x="7440911" y="4735762"/>
              <a:ext cx="30421" cy="25774"/>
            </a:xfrm>
            <a:custGeom>
              <a:avLst/>
              <a:gdLst/>
              <a:ahLst/>
              <a:cxnLst/>
              <a:rect l="l" t="t" r="r" b="b"/>
              <a:pathLst>
                <a:path w="347" h="294" extrusionOk="0">
                  <a:moveTo>
                    <a:pt x="54" y="1"/>
                  </a:moveTo>
                  <a:lnTo>
                    <a:pt x="1" y="53"/>
                  </a:lnTo>
                  <a:cubicBezTo>
                    <a:pt x="147" y="147"/>
                    <a:pt x="200" y="200"/>
                    <a:pt x="294" y="293"/>
                  </a:cubicBezTo>
                  <a:lnTo>
                    <a:pt x="346" y="247"/>
                  </a:lnTo>
                  <a:cubicBezTo>
                    <a:pt x="247" y="147"/>
                    <a:pt x="171" y="77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2">
              <a:extLst>
                <a:ext uri="{FF2B5EF4-FFF2-40B4-BE49-F238E27FC236}">
                  <a16:creationId xmlns:a16="http://schemas.microsoft.com/office/drawing/2014/main" id="{57CE2580-3A40-B849-FC25-3F7183B46D47}"/>
                </a:ext>
              </a:extLst>
            </p:cNvPr>
            <p:cNvSpPr/>
            <p:nvPr/>
          </p:nvSpPr>
          <p:spPr>
            <a:xfrm>
              <a:off x="7430128" y="4748649"/>
              <a:ext cx="28317" cy="23670"/>
            </a:xfrm>
            <a:custGeom>
              <a:avLst/>
              <a:gdLst/>
              <a:ahLst/>
              <a:cxnLst/>
              <a:rect l="l" t="t" r="r" b="b"/>
              <a:pathLst>
                <a:path w="323" h="270" extrusionOk="0">
                  <a:moveTo>
                    <a:pt x="30" y="0"/>
                  </a:moveTo>
                  <a:lnTo>
                    <a:pt x="1" y="53"/>
                  </a:lnTo>
                  <a:cubicBezTo>
                    <a:pt x="77" y="123"/>
                    <a:pt x="200" y="199"/>
                    <a:pt x="270" y="269"/>
                  </a:cubicBezTo>
                  <a:lnTo>
                    <a:pt x="323" y="223"/>
                  </a:lnTo>
                  <a:cubicBezTo>
                    <a:pt x="247" y="146"/>
                    <a:pt x="124" y="53"/>
                    <a:pt x="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2">
              <a:extLst>
                <a:ext uri="{FF2B5EF4-FFF2-40B4-BE49-F238E27FC236}">
                  <a16:creationId xmlns:a16="http://schemas.microsoft.com/office/drawing/2014/main" id="{88DF3976-10EB-F95E-D2F9-F8914887DBAA}"/>
                </a:ext>
              </a:extLst>
            </p:cNvPr>
            <p:cNvSpPr/>
            <p:nvPr/>
          </p:nvSpPr>
          <p:spPr>
            <a:xfrm>
              <a:off x="7368587" y="4722963"/>
              <a:ext cx="324983" cy="132992"/>
            </a:xfrm>
            <a:custGeom>
              <a:avLst/>
              <a:gdLst/>
              <a:ahLst/>
              <a:cxnLst/>
              <a:rect l="l" t="t" r="r" b="b"/>
              <a:pathLst>
                <a:path w="3707" h="1517" extrusionOk="0">
                  <a:moveTo>
                    <a:pt x="3683" y="0"/>
                  </a:moveTo>
                  <a:lnTo>
                    <a:pt x="0" y="1441"/>
                  </a:lnTo>
                  <a:lnTo>
                    <a:pt x="24" y="1517"/>
                  </a:lnTo>
                  <a:lnTo>
                    <a:pt x="3707" y="76"/>
                  </a:lnTo>
                  <a:lnTo>
                    <a:pt x="3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2">
              <a:extLst>
                <a:ext uri="{FF2B5EF4-FFF2-40B4-BE49-F238E27FC236}">
                  <a16:creationId xmlns:a16="http://schemas.microsoft.com/office/drawing/2014/main" id="{A75941E6-883A-7CB1-D7F9-395FD4F82F83}"/>
                </a:ext>
              </a:extLst>
            </p:cNvPr>
            <p:cNvSpPr/>
            <p:nvPr/>
          </p:nvSpPr>
          <p:spPr>
            <a:xfrm>
              <a:off x="7603618" y="4676236"/>
              <a:ext cx="66364" cy="83196"/>
            </a:xfrm>
            <a:custGeom>
              <a:avLst/>
              <a:gdLst/>
              <a:ahLst/>
              <a:cxnLst/>
              <a:rect l="l" t="t" r="r" b="b"/>
              <a:pathLst>
                <a:path w="757" h="949" extrusionOk="0">
                  <a:moveTo>
                    <a:pt x="733" y="0"/>
                  </a:moveTo>
                  <a:cubicBezTo>
                    <a:pt x="733" y="0"/>
                    <a:pt x="563" y="71"/>
                    <a:pt x="364" y="217"/>
                  </a:cubicBezTo>
                  <a:cubicBezTo>
                    <a:pt x="270" y="293"/>
                    <a:pt x="194" y="363"/>
                    <a:pt x="124" y="463"/>
                  </a:cubicBezTo>
                  <a:cubicBezTo>
                    <a:pt x="48" y="586"/>
                    <a:pt x="1" y="680"/>
                    <a:pt x="1" y="826"/>
                  </a:cubicBezTo>
                  <a:lnTo>
                    <a:pt x="1" y="949"/>
                  </a:lnTo>
                  <a:lnTo>
                    <a:pt x="71" y="926"/>
                  </a:lnTo>
                  <a:lnTo>
                    <a:pt x="71" y="826"/>
                  </a:lnTo>
                  <a:cubicBezTo>
                    <a:pt x="71" y="709"/>
                    <a:pt x="124" y="609"/>
                    <a:pt x="171" y="510"/>
                  </a:cubicBezTo>
                  <a:cubicBezTo>
                    <a:pt x="270" y="363"/>
                    <a:pt x="417" y="270"/>
                    <a:pt x="540" y="194"/>
                  </a:cubicBezTo>
                  <a:cubicBezTo>
                    <a:pt x="610" y="147"/>
                    <a:pt x="657" y="123"/>
                    <a:pt x="709" y="94"/>
                  </a:cubicBezTo>
                  <a:cubicBezTo>
                    <a:pt x="733" y="94"/>
                    <a:pt x="733" y="71"/>
                    <a:pt x="756" y="71"/>
                  </a:cubicBezTo>
                  <a:lnTo>
                    <a:pt x="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2">
              <a:extLst>
                <a:ext uri="{FF2B5EF4-FFF2-40B4-BE49-F238E27FC236}">
                  <a16:creationId xmlns:a16="http://schemas.microsoft.com/office/drawing/2014/main" id="{BDB72C67-D37F-9BE6-9E37-1EEC990B973E}"/>
                </a:ext>
              </a:extLst>
            </p:cNvPr>
            <p:cNvSpPr/>
            <p:nvPr/>
          </p:nvSpPr>
          <p:spPr>
            <a:xfrm>
              <a:off x="7394186" y="4789677"/>
              <a:ext cx="46814" cy="38574"/>
            </a:xfrm>
            <a:custGeom>
              <a:avLst/>
              <a:gdLst/>
              <a:ahLst/>
              <a:cxnLst/>
              <a:rect l="l" t="t" r="r" b="b"/>
              <a:pathLst>
                <a:path w="534" h="440" extrusionOk="0">
                  <a:moveTo>
                    <a:pt x="24" y="0"/>
                  </a:moveTo>
                  <a:lnTo>
                    <a:pt x="1" y="47"/>
                  </a:lnTo>
                  <a:cubicBezTo>
                    <a:pt x="1" y="47"/>
                    <a:pt x="24" y="71"/>
                    <a:pt x="48" y="94"/>
                  </a:cubicBezTo>
                  <a:cubicBezTo>
                    <a:pt x="95" y="147"/>
                    <a:pt x="194" y="194"/>
                    <a:pt x="264" y="264"/>
                  </a:cubicBezTo>
                  <a:cubicBezTo>
                    <a:pt x="364" y="317"/>
                    <a:pt x="440" y="387"/>
                    <a:pt x="487" y="440"/>
                  </a:cubicBezTo>
                  <a:lnTo>
                    <a:pt x="534" y="387"/>
                  </a:lnTo>
                  <a:cubicBezTo>
                    <a:pt x="464" y="317"/>
                    <a:pt x="341" y="217"/>
                    <a:pt x="241" y="147"/>
                  </a:cubicBezTo>
                  <a:cubicBezTo>
                    <a:pt x="118" y="71"/>
                    <a:pt x="24" y="0"/>
                    <a:pt x="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2">
              <a:extLst>
                <a:ext uri="{FF2B5EF4-FFF2-40B4-BE49-F238E27FC236}">
                  <a16:creationId xmlns:a16="http://schemas.microsoft.com/office/drawing/2014/main" id="{1AF3D035-5E37-3CBC-8092-E250031BFF08}"/>
                </a:ext>
              </a:extLst>
            </p:cNvPr>
            <p:cNvSpPr/>
            <p:nvPr/>
          </p:nvSpPr>
          <p:spPr>
            <a:xfrm>
              <a:off x="7220696" y="3544903"/>
              <a:ext cx="541171" cy="1129420"/>
            </a:xfrm>
            <a:custGeom>
              <a:avLst/>
              <a:gdLst/>
              <a:ahLst/>
              <a:cxnLst/>
              <a:rect l="l" t="t" r="r" b="b"/>
              <a:pathLst>
                <a:path w="6173" h="12883" extrusionOk="0">
                  <a:moveTo>
                    <a:pt x="5833" y="1"/>
                  </a:moveTo>
                  <a:lnTo>
                    <a:pt x="1781" y="1365"/>
                  </a:lnTo>
                  <a:cubicBezTo>
                    <a:pt x="463" y="4585"/>
                    <a:pt x="440" y="4925"/>
                    <a:pt x="223" y="6512"/>
                  </a:cubicBezTo>
                  <a:cubicBezTo>
                    <a:pt x="1" y="8122"/>
                    <a:pt x="2443" y="12882"/>
                    <a:pt x="2443" y="12882"/>
                  </a:cubicBezTo>
                  <a:lnTo>
                    <a:pt x="4761" y="11857"/>
                  </a:lnTo>
                  <a:cubicBezTo>
                    <a:pt x="4761" y="11857"/>
                    <a:pt x="3221" y="7490"/>
                    <a:pt x="3321" y="6758"/>
                  </a:cubicBezTo>
                  <a:cubicBezTo>
                    <a:pt x="3514" y="5364"/>
                    <a:pt x="5101" y="3022"/>
                    <a:pt x="5101" y="3022"/>
                  </a:cubicBezTo>
                  <a:cubicBezTo>
                    <a:pt x="5101" y="3022"/>
                    <a:pt x="5856" y="2413"/>
                    <a:pt x="6026" y="1634"/>
                  </a:cubicBezTo>
                  <a:cubicBezTo>
                    <a:pt x="6172" y="826"/>
                    <a:pt x="5833" y="1"/>
                    <a:pt x="5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2">
              <a:extLst>
                <a:ext uri="{FF2B5EF4-FFF2-40B4-BE49-F238E27FC236}">
                  <a16:creationId xmlns:a16="http://schemas.microsoft.com/office/drawing/2014/main" id="{D059B4D1-1492-76C6-A1B3-985F75243260}"/>
                </a:ext>
              </a:extLst>
            </p:cNvPr>
            <p:cNvSpPr/>
            <p:nvPr/>
          </p:nvSpPr>
          <p:spPr>
            <a:xfrm>
              <a:off x="7586699" y="3664568"/>
              <a:ext cx="94067" cy="36470"/>
            </a:xfrm>
            <a:custGeom>
              <a:avLst/>
              <a:gdLst/>
              <a:ahLst/>
              <a:cxnLst/>
              <a:rect l="l" t="t" r="r" b="b"/>
              <a:pathLst>
                <a:path w="1073" h="416" extrusionOk="0">
                  <a:moveTo>
                    <a:pt x="1049" y="0"/>
                  </a:moveTo>
                  <a:cubicBezTo>
                    <a:pt x="1049" y="0"/>
                    <a:pt x="24" y="316"/>
                    <a:pt x="1" y="340"/>
                  </a:cubicBezTo>
                  <a:lnTo>
                    <a:pt x="24" y="416"/>
                  </a:lnTo>
                  <a:cubicBezTo>
                    <a:pt x="24" y="392"/>
                    <a:pt x="293" y="316"/>
                    <a:pt x="557" y="246"/>
                  </a:cubicBezTo>
                  <a:cubicBezTo>
                    <a:pt x="680" y="193"/>
                    <a:pt x="803" y="146"/>
                    <a:pt x="902" y="123"/>
                  </a:cubicBezTo>
                  <a:cubicBezTo>
                    <a:pt x="996" y="100"/>
                    <a:pt x="1072" y="70"/>
                    <a:pt x="1072" y="70"/>
                  </a:cubicBezTo>
                  <a:lnTo>
                    <a:pt x="1049" y="0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2">
              <a:extLst>
                <a:ext uri="{FF2B5EF4-FFF2-40B4-BE49-F238E27FC236}">
                  <a16:creationId xmlns:a16="http://schemas.microsoft.com/office/drawing/2014/main" id="{397172B7-1A0F-96BD-F352-67E92212DF62}"/>
                </a:ext>
              </a:extLst>
            </p:cNvPr>
            <p:cNvSpPr/>
            <p:nvPr/>
          </p:nvSpPr>
          <p:spPr>
            <a:xfrm>
              <a:off x="7781229" y="3630115"/>
              <a:ext cx="31911" cy="14991"/>
            </a:xfrm>
            <a:custGeom>
              <a:avLst/>
              <a:gdLst/>
              <a:ahLst/>
              <a:cxnLst/>
              <a:rect l="l" t="t" r="r" b="b"/>
              <a:pathLst>
                <a:path w="364" h="171" extrusionOk="0">
                  <a:moveTo>
                    <a:pt x="340" y="1"/>
                  </a:moveTo>
                  <a:lnTo>
                    <a:pt x="1" y="100"/>
                  </a:lnTo>
                  <a:lnTo>
                    <a:pt x="24" y="171"/>
                  </a:lnTo>
                  <a:lnTo>
                    <a:pt x="364" y="77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52">
              <a:extLst>
                <a:ext uri="{FF2B5EF4-FFF2-40B4-BE49-F238E27FC236}">
                  <a16:creationId xmlns:a16="http://schemas.microsoft.com/office/drawing/2014/main" id="{82B49A4E-E987-AACB-B4EC-8AB0C60900D9}"/>
                </a:ext>
              </a:extLst>
            </p:cNvPr>
            <p:cNvSpPr/>
            <p:nvPr/>
          </p:nvSpPr>
          <p:spPr>
            <a:xfrm>
              <a:off x="7278730" y="3653785"/>
              <a:ext cx="194622" cy="1000988"/>
            </a:xfrm>
            <a:custGeom>
              <a:avLst/>
              <a:gdLst/>
              <a:ahLst/>
              <a:cxnLst/>
              <a:rect l="l" t="t" r="r" b="b"/>
              <a:pathLst>
                <a:path w="2220" h="11418" extrusionOk="0">
                  <a:moveTo>
                    <a:pt x="1874" y="0"/>
                  </a:moveTo>
                  <a:cubicBezTo>
                    <a:pt x="1874" y="0"/>
                    <a:pt x="1464" y="878"/>
                    <a:pt x="1025" y="1979"/>
                  </a:cubicBezTo>
                  <a:cubicBezTo>
                    <a:pt x="586" y="3051"/>
                    <a:pt x="118" y="4345"/>
                    <a:pt x="24" y="5147"/>
                  </a:cubicBezTo>
                  <a:cubicBezTo>
                    <a:pt x="1" y="5223"/>
                    <a:pt x="1" y="5317"/>
                    <a:pt x="1" y="5393"/>
                  </a:cubicBezTo>
                  <a:cubicBezTo>
                    <a:pt x="1" y="5855"/>
                    <a:pt x="147" y="6441"/>
                    <a:pt x="340" y="7102"/>
                  </a:cubicBezTo>
                  <a:cubicBezTo>
                    <a:pt x="949" y="9052"/>
                    <a:pt x="2167" y="11418"/>
                    <a:pt x="2167" y="11418"/>
                  </a:cubicBezTo>
                  <a:lnTo>
                    <a:pt x="2220" y="11394"/>
                  </a:lnTo>
                  <a:cubicBezTo>
                    <a:pt x="2220" y="11394"/>
                    <a:pt x="2196" y="11318"/>
                    <a:pt x="2144" y="11201"/>
                  </a:cubicBezTo>
                  <a:cubicBezTo>
                    <a:pt x="1927" y="10785"/>
                    <a:pt x="1412" y="9737"/>
                    <a:pt x="949" y="8566"/>
                  </a:cubicBezTo>
                  <a:cubicBezTo>
                    <a:pt x="487" y="7419"/>
                    <a:pt x="71" y="6171"/>
                    <a:pt x="71" y="5393"/>
                  </a:cubicBezTo>
                  <a:cubicBezTo>
                    <a:pt x="71" y="5317"/>
                    <a:pt x="71" y="5246"/>
                    <a:pt x="94" y="5170"/>
                  </a:cubicBezTo>
                  <a:cubicBezTo>
                    <a:pt x="194" y="4368"/>
                    <a:pt x="656" y="3074"/>
                    <a:pt x="1095" y="2003"/>
                  </a:cubicBezTo>
                  <a:cubicBezTo>
                    <a:pt x="1318" y="1464"/>
                    <a:pt x="1511" y="954"/>
                    <a:pt x="1681" y="609"/>
                  </a:cubicBezTo>
                  <a:cubicBezTo>
                    <a:pt x="1757" y="416"/>
                    <a:pt x="1827" y="293"/>
                    <a:pt x="1874" y="170"/>
                  </a:cubicBezTo>
                  <a:cubicBezTo>
                    <a:pt x="1904" y="76"/>
                    <a:pt x="1927" y="24"/>
                    <a:pt x="1927" y="24"/>
                  </a:cubicBezTo>
                  <a:lnTo>
                    <a:pt x="1874" y="0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52">
              <a:extLst>
                <a:ext uri="{FF2B5EF4-FFF2-40B4-BE49-F238E27FC236}">
                  <a16:creationId xmlns:a16="http://schemas.microsoft.com/office/drawing/2014/main" id="{ABD4471C-CC18-8AD3-2B64-70593CAA3BC1}"/>
                </a:ext>
              </a:extLst>
            </p:cNvPr>
            <p:cNvSpPr/>
            <p:nvPr/>
          </p:nvSpPr>
          <p:spPr>
            <a:xfrm>
              <a:off x="7556454" y="3686046"/>
              <a:ext cx="194622" cy="316304"/>
            </a:xfrm>
            <a:custGeom>
              <a:avLst/>
              <a:gdLst/>
              <a:ahLst/>
              <a:cxnLst/>
              <a:rect l="l" t="t" r="r" b="b"/>
              <a:pathLst>
                <a:path w="2220" h="3608" extrusionOk="0">
                  <a:moveTo>
                    <a:pt x="2149" y="1"/>
                  </a:moveTo>
                  <a:cubicBezTo>
                    <a:pt x="2073" y="387"/>
                    <a:pt x="1856" y="733"/>
                    <a:pt x="1634" y="973"/>
                  </a:cubicBezTo>
                  <a:cubicBezTo>
                    <a:pt x="1540" y="1096"/>
                    <a:pt x="1441" y="1195"/>
                    <a:pt x="1370" y="1266"/>
                  </a:cubicBezTo>
                  <a:cubicBezTo>
                    <a:pt x="1318" y="1318"/>
                    <a:pt x="1294" y="1342"/>
                    <a:pt x="1271" y="1342"/>
                  </a:cubicBezTo>
                  <a:cubicBezTo>
                    <a:pt x="1271" y="1365"/>
                    <a:pt x="1271" y="1365"/>
                    <a:pt x="1247" y="1365"/>
                  </a:cubicBezTo>
                  <a:lnTo>
                    <a:pt x="1247" y="1389"/>
                  </a:lnTo>
                  <a:cubicBezTo>
                    <a:pt x="1247" y="1389"/>
                    <a:pt x="515" y="2460"/>
                    <a:pt x="0" y="3561"/>
                  </a:cubicBezTo>
                  <a:lnTo>
                    <a:pt x="76" y="3608"/>
                  </a:lnTo>
                  <a:cubicBezTo>
                    <a:pt x="316" y="3046"/>
                    <a:pt x="638" y="2513"/>
                    <a:pt x="878" y="2097"/>
                  </a:cubicBezTo>
                  <a:cubicBezTo>
                    <a:pt x="1001" y="1904"/>
                    <a:pt x="1101" y="1728"/>
                    <a:pt x="1171" y="1611"/>
                  </a:cubicBezTo>
                  <a:cubicBezTo>
                    <a:pt x="1224" y="1558"/>
                    <a:pt x="1247" y="1512"/>
                    <a:pt x="1271" y="1465"/>
                  </a:cubicBezTo>
                  <a:cubicBezTo>
                    <a:pt x="1281" y="1452"/>
                    <a:pt x="1287" y="1440"/>
                    <a:pt x="1290" y="1431"/>
                  </a:cubicBezTo>
                  <a:lnTo>
                    <a:pt x="1290" y="1431"/>
                  </a:lnTo>
                  <a:lnTo>
                    <a:pt x="1294" y="1435"/>
                  </a:lnTo>
                  <a:cubicBezTo>
                    <a:pt x="1294" y="1435"/>
                    <a:pt x="1487" y="1289"/>
                    <a:pt x="1687" y="1026"/>
                  </a:cubicBezTo>
                  <a:cubicBezTo>
                    <a:pt x="1903" y="780"/>
                    <a:pt x="2149" y="411"/>
                    <a:pt x="2219" y="24"/>
                  </a:cubicBezTo>
                  <a:lnTo>
                    <a:pt x="2149" y="1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52">
              <a:extLst>
                <a:ext uri="{FF2B5EF4-FFF2-40B4-BE49-F238E27FC236}">
                  <a16:creationId xmlns:a16="http://schemas.microsoft.com/office/drawing/2014/main" id="{FEB6C7A1-1C04-5B7C-C253-FE60BBDBFECA}"/>
                </a:ext>
              </a:extLst>
            </p:cNvPr>
            <p:cNvSpPr/>
            <p:nvPr/>
          </p:nvSpPr>
          <p:spPr>
            <a:xfrm>
              <a:off x="7261285" y="2962887"/>
              <a:ext cx="154119" cy="150963"/>
            </a:xfrm>
            <a:custGeom>
              <a:avLst/>
              <a:gdLst/>
              <a:ahLst/>
              <a:cxnLst/>
              <a:rect l="l" t="t" r="r" b="b"/>
              <a:pathLst>
                <a:path w="1758" h="1722" extrusionOk="0">
                  <a:moveTo>
                    <a:pt x="1101" y="0"/>
                  </a:moveTo>
                  <a:lnTo>
                    <a:pt x="0" y="1001"/>
                  </a:lnTo>
                  <a:lnTo>
                    <a:pt x="293" y="1610"/>
                  </a:lnTo>
                  <a:cubicBezTo>
                    <a:pt x="499" y="1690"/>
                    <a:pt x="680" y="1722"/>
                    <a:pt x="838" y="1722"/>
                  </a:cubicBezTo>
                  <a:cubicBezTo>
                    <a:pt x="1504" y="1722"/>
                    <a:pt x="1757" y="1148"/>
                    <a:pt x="1757" y="1148"/>
                  </a:cubicBezTo>
                  <a:lnTo>
                    <a:pt x="110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52">
              <a:extLst>
                <a:ext uri="{FF2B5EF4-FFF2-40B4-BE49-F238E27FC236}">
                  <a16:creationId xmlns:a16="http://schemas.microsoft.com/office/drawing/2014/main" id="{A7DAE8E0-5926-57C0-96BC-5543084A332C}"/>
                </a:ext>
              </a:extLst>
            </p:cNvPr>
            <p:cNvSpPr/>
            <p:nvPr/>
          </p:nvSpPr>
          <p:spPr>
            <a:xfrm>
              <a:off x="7173531" y="2878289"/>
              <a:ext cx="179718" cy="180858"/>
            </a:xfrm>
            <a:custGeom>
              <a:avLst/>
              <a:gdLst/>
              <a:ahLst/>
              <a:cxnLst/>
              <a:rect l="l" t="t" r="r" b="b"/>
              <a:pathLst>
                <a:path w="2050" h="2063" extrusionOk="0">
                  <a:moveTo>
                    <a:pt x="1056" y="0"/>
                  </a:moveTo>
                  <a:cubicBezTo>
                    <a:pt x="645" y="0"/>
                    <a:pt x="322" y="186"/>
                    <a:pt x="322" y="186"/>
                  </a:cubicBezTo>
                  <a:cubicBezTo>
                    <a:pt x="322" y="186"/>
                    <a:pt x="0" y="1720"/>
                    <a:pt x="562" y="1990"/>
                  </a:cubicBezTo>
                  <a:cubicBezTo>
                    <a:pt x="659" y="2038"/>
                    <a:pt x="815" y="2063"/>
                    <a:pt x="987" y="2063"/>
                  </a:cubicBezTo>
                  <a:cubicBezTo>
                    <a:pt x="1337" y="2063"/>
                    <a:pt x="1758" y="1961"/>
                    <a:pt x="1903" y="1750"/>
                  </a:cubicBezTo>
                  <a:cubicBezTo>
                    <a:pt x="2050" y="1504"/>
                    <a:pt x="1979" y="380"/>
                    <a:pt x="1810" y="257"/>
                  </a:cubicBezTo>
                  <a:cubicBezTo>
                    <a:pt x="1559" y="62"/>
                    <a:pt x="1293" y="0"/>
                    <a:pt x="10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52">
              <a:extLst>
                <a:ext uri="{FF2B5EF4-FFF2-40B4-BE49-F238E27FC236}">
                  <a16:creationId xmlns:a16="http://schemas.microsoft.com/office/drawing/2014/main" id="{ADC765D3-352A-CFFD-5E55-83010BA47AD0}"/>
                </a:ext>
              </a:extLst>
            </p:cNvPr>
            <p:cNvSpPr/>
            <p:nvPr/>
          </p:nvSpPr>
          <p:spPr>
            <a:xfrm>
              <a:off x="7158628" y="2828495"/>
              <a:ext cx="243891" cy="201197"/>
            </a:xfrm>
            <a:custGeom>
              <a:avLst/>
              <a:gdLst/>
              <a:ahLst/>
              <a:cxnLst/>
              <a:rect l="l" t="t" r="r" b="b"/>
              <a:pathLst>
                <a:path w="2782" h="2295" extrusionOk="0">
                  <a:moveTo>
                    <a:pt x="1440" y="0"/>
                  </a:moveTo>
                  <a:cubicBezTo>
                    <a:pt x="1162" y="0"/>
                    <a:pt x="801" y="143"/>
                    <a:pt x="346" y="415"/>
                  </a:cubicBezTo>
                  <a:cubicBezTo>
                    <a:pt x="246" y="462"/>
                    <a:pt x="0" y="485"/>
                    <a:pt x="0" y="608"/>
                  </a:cubicBezTo>
                  <a:cubicBezTo>
                    <a:pt x="0" y="778"/>
                    <a:pt x="123" y="1071"/>
                    <a:pt x="317" y="1117"/>
                  </a:cubicBezTo>
                  <a:cubicBezTo>
                    <a:pt x="378" y="1132"/>
                    <a:pt x="428" y="1139"/>
                    <a:pt x="478" y="1139"/>
                  </a:cubicBezTo>
                  <a:cubicBezTo>
                    <a:pt x="527" y="1139"/>
                    <a:pt x="577" y="1132"/>
                    <a:pt x="639" y="1117"/>
                  </a:cubicBezTo>
                  <a:cubicBezTo>
                    <a:pt x="671" y="1108"/>
                    <a:pt x="706" y="1104"/>
                    <a:pt x="742" y="1104"/>
                  </a:cubicBezTo>
                  <a:cubicBezTo>
                    <a:pt x="892" y="1104"/>
                    <a:pt x="1049" y="1184"/>
                    <a:pt x="1049" y="1340"/>
                  </a:cubicBezTo>
                  <a:cubicBezTo>
                    <a:pt x="1049" y="1387"/>
                    <a:pt x="1025" y="1486"/>
                    <a:pt x="1078" y="1510"/>
                  </a:cubicBezTo>
                  <a:cubicBezTo>
                    <a:pt x="1086" y="1518"/>
                    <a:pt x="1099" y="1520"/>
                    <a:pt x="1113" y="1520"/>
                  </a:cubicBezTo>
                  <a:cubicBezTo>
                    <a:pt x="1143" y="1520"/>
                    <a:pt x="1179" y="1510"/>
                    <a:pt x="1195" y="1510"/>
                  </a:cubicBezTo>
                  <a:cubicBezTo>
                    <a:pt x="1271" y="1510"/>
                    <a:pt x="1318" y="1609"/>
                    <a:pt x="1294" y="1679"/>
                  </a:cubicBezTo>
                  <a:cubicBezTo>
                    <a:pt x="1294" y="1779"/>
                    <a:pt x="1341" y="1826"/>
                    <a:pt x="1318" y="1902"/>
                  </a:cubicBezTo>
                  <a:cubicBezTo>
                    <a:pt x="1294" y="2095"/>
                    <a:pt x="1540" y="2288"/>
                    <a:pt x="1734" y="2288"/>
                  </a:cubicBezTo>
                  <a:cubicBezTo>
                    <a:pt x="1752" y="2292"/>
                    <a:pt x="1777" y="2294"/>
                    <a:pt x="1805" y="2294"/>
                  </a:cubicBezTo>
                  <a:cubicBezTo>
                    <a:pt x="2000" y="2294"/>
                    <a:pt x="2395" y="2201"/>
                    <a:pt x="2588" y="1925"/>
                  </a:cubicBezTo>
                  <a:cubicBezTo>
                    <a:pt x="2782" y="1656"/>
                    <a:pt x="2758" y="1217"/>
                    <a:pt x="2419" y="561"/>
                  </a:cubicBezTo>
                  <a:cubicBezTo>
                    <a:pt x="2325" y="357"/>
                    <a:pt x="2148" y="264"/>
                    <a:pt x="2037" y="264"/>
                  </a:cubicBezTo>
                  <a:cubicBezTo>
                    <a:pt x="2002" y="264"/>
                    <a:pt x="1973" y="273"/>
                    <a:pt x="1956" y="292"/>
                  </a:cubicBezTo>
                  <a:cubicBezTo>
                    <a:pt x="1835" y="95"/>
                    <a:pt x="1665" y="0"/>
                    <a:pt x="1440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2">
              <a:extLst>
                <a:ext uri="{FF2B5EF4-FFF2-40B4-BE49-F238E27FC236}">
                  <a16:creationId xmlns:a16="http://schemas.microsoft.com/office/drawing/2014/main" id="{BA65B6A7-59EC-D396-B915-353FD03C4C98}"/>
                </a:ext>
              </a:extLst>
            </p:cNvPr>
            <p:cNvSpPr/>
            <p:nvPr/>
          </p:nvSpPr>
          <p:spPr>
            <a:xfrm>
              <a:off x="7248485" y="2946230"/>
              <a:ext cx="38574" cy="63296"/>
            </a:xfrm>
            <a:custGeom>
              <a:avLst/>
              <a:gdLst/>
              <a:ahLst/>
              <a:cxnLst/>
              <a:rect l="l" t="t" r="r" b="b"/>
              <a:pathLst>
                <a:path w="440" h="722" extrusionOk="0">
                  <a:moveTo>
                    <a:pt x="199" y="1"/>
                  </a:moveTo>
                  <a:cubicBezTo>
                    <a:pt x="113" y="1"/>
                    <a:pt x="39" y="61"/>
                    <a:pt x="0" y="243"/>
                  </a:cubicBezTo>
                  <a:lnTo>
                    <a:pt x="24" y="653"/>
                  </a:lnTo>
                  <a:cubicBezTo>
                    <a:pt x="53" y="700"/>
                    <a:pt x="92" y="722"/>
                    <a:pt x="135" y="722"/>
                  </a:cubicBezTo>
                  <a:cubicBezTo>
                    <a:pt x="205" y="722"/>
                    <a:pt x="284" y="664"/>
                    <a:pt x="346" y="559"/>
                  </a:cubicBezTo>
                  <a:cubicBezTo>
                    <a:pt x="416" y="483"/>
                    <a:pt x="439" y="120"/>
                    <a:pt x="293" y="20"/>
                  </a:cubicBezTo>
                  <a:cubicBezTo>
                    <a:pt x="261" y="8"/>
                    <a:pt x="229" y="1"/>
                    <a:pt x="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2">
              <a:extLst>
                <a:ext uri="{FF2B5EF4-FFF2-40B4-BE49-F238E27FC236}">
                  <a16:creationId xmlns:a16="http://schemas.microsoft.com/office/drawing/2014/main" id="{B49E8DC9-B10A-C3DC-B5B2-81F43E0BFD41}"/>
                </a:ext>
              </a:extLst>
            </p:cNvPr>
            <p:cNvSpPr/>
            <p:nvPr/>
          </p:nvSpPr>
          <p:spPr>
            <a:xfrm>
              <a:off x="7265931" y="3022938"/>
              <a:ext cx="14903" cy="38574"/>
            </a:xfrm>
            <a:custGeom>
              <a:avLst/>
              <a:gdLst/>
              <a:ahLst/>
              <a:cxnLst/>
              <a:rect l="l" t="t" r="r" b="b"/>
              <a:pathLst>
                <a:path w="170" h="440" extrusionOk="0">
                  <a:moveTo>
                    <a:pt x="117" y="0"/>
                  </a:moveTo>
                  <a:lnTo>
                    <a:pt x="117" y="47"/>
                  </a:lnTo>
                  <a:cubicBezTo>
                    <a:pt x="117" y="123"/>
                    <a:pt x="117" y="293"/>
                    <a:pt x="0" y="392"/>
                  </a:cubicBezTo>
                  <a:lnTo>
                    <a:pt x="24" y="439"/>
                  </a:lnTo>
                  <a:cubicBezTo>
                    <a:pt x="170" y="316"/>
                    <a:pt x="170" y="123"/>
                    <a:pt x="170" y="47"/>
                  </a:cubicBezTo>
                  <a:lnTo>
                    <a:pt x="170" y="0"/>
                  </a:lnTo>
                  <a:close/>
                </a:path>
              </a:pathLst>
            </a:custGeom>
            <a:solidFill>
              <a:srgbClr val="E888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2">
              <a:extLst>
                <a:ext uri="{FF2B5EF4-FFF2-40B4-BE49-F238E27FC236}">
                  <a16:creationId xmlns:a16="http://schemas.microsoft.com/office/drawing/2014/main" id="{8F4C5159-3099-5AA8-7946-4F4C31400839}"/>
                </a:ext>
              </a:extLst>
            </p:cNvPr>
            <p:cNvSpPr/>
            <p:nvPr/>
          </p:nvSpPr>
          <p:spPr>
            <a:xfrm>
              <a:off x="7203776" y="2955786"/>
              <a:ext cx="13238" cy="17972"/>
            </a:xfrm>
            <a:custGeom>
              <a:avLst/>
              <a:gdLst/>
              <a:ahLst/>
              <a:cxnLst/>
              <a:rect l="l" t="t" r="r" b="b"/>
              <a:pathLst>
                <a:path w="151" h="205" extrusionOk="0">
                  <a:moveTo>
                    <a:pt x="56" y="0"/>
                  </a:moveTo>
                  <a:cubicBezTo>
                    <a:pt x="45" y="0"/>
                    <a:pt x="33" y="10"/>
                    <a:pt x="24" y="34"/>
                  </a:cubicBezTo>
                  <a:cubicBezTo>
                    <a:pt x="1" y="81"/>
                    <a:pt x="1" y="157"/>
                    <a:pt x="48" y="204"/>
                  </a:cubicBezTo>
                  <a:lnTo>
                    <a:pt x="71" y="204"/>
                  </a:lnTo>
                  <a:cubicBezTo>
                    <a:pt x="151" y="166"/>
                    <a:pt x="102" y="0"/>
                    <a:pt x="56" y="0"/>
                  </a:cubicBezTo>
                  <a:close/>
                </a:path>
              </a:pathLst>
            </a:custGeom>
            <a:solidFill>
              <a:srgbClr val="2836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52">
              <a:extLst>
                <a:ext uri="{FF2B5EF4-FFF2-40B4-BE49-F238E27FC236}">
                  <a16:creationId xmlns:a16="http://schemas.microsoft.com/office/drawing/2014/main" id="{0EE0FAB2-89EF-DF0C-2A74-1AA6615E84E9}"/>
                </a:ext>
              </a:extLst>
            </p:cNvPr>
            <p:cNvSpPr/>
            <p:nvPr/>
          </p:nvSpPr>
          <p:spPr>
            <a:xfrm>
              <a:off x="7199217" y="2939217"/>
              <a:ext cx="25687" cy="10871"/>
            </a:xfrm>
            <a:custGeom>
              <a:avLst/>
              <a:gdLst/>
              <a:ahLst/>
              <a:cxnLst/>
              <a:rect l="l" t="t" r="r" b="b"/>
              <a:pathLst>
                <a:path w="293" h="124" extrusionOk="0">
                  <a:moveTo>
                    <a:pt x="0" y="1"/>
                  </a:moveTo>
                  <a:lnTo>
                    <a:pt x="0" y="77"/>
                  </a:lnTo>
                  <a:lnTo>
                    <a:pt x="53" y="77"/>
                  </a:lnTo>
                  <a:cubicBezTo>
                    <a:pt x="123" y="77"/>
                    <a:pt x="199" y="100"/>
                    <a:pt x="246" y="124"/>
                  </a:cubicBezTo>
                  <a:lnTo>
                    <a:pt x="293" y="77"/>
                  </a:lnTo>
                  <a:cubicBezTo>
                    <a:pt x="223" y="30"/>
                    <a:pt x="123" y="1"/>
                    <a:pt x="53" y="1"/>
                  </a:cubicBezTo>
                  <a:close/>
                </a:path>
              </a:pathLst>
            </a:custGeom>
            <a:solidFill>
              <a:srgbClr val="2836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52">
              <a:extLst>
                <a:ext uri="{FF2B5EF4-FFF2-40B4-BE49-F238E27FC236}">
                  <a16:creationId xmlns:a16="http://schemas.microsoft.com/office/drawing/2014/main" id="{46C29C09-9BCC-D713-196F-CB59CA8B7E6F}"/>
                </a:ext>
              </a:extLst>
            </p:cNvPr>
            <p:cNvSpPr/>
            <p:nvPr/>
          </p:nvSpPr>
          <p:spPr>
            <a:xfrm>
              <a:off x="7201760" y="3008035"/>
              <a:ext cx="23144" cy="27791"/>
            </a:xfrm>
            <a:custGeom>
              <a:avLst/>
              <a:gdLst/>
              <a:ahLst/>
              <a:cxnLst/>
              <a:rect l="l" t="t" r="r" b="b"/>
              <a:pathLst>
                <a:path w="264" h="317" extrusionOk="0">
                  <a:moveTo>
                    <a:pt x="24" y="0"/>
                  </a:moveTo>
                  <a:cubicBezTo>
                    <a:pt x="24" y="0"/>
                    <a:pt x="0" y="293"/>
                    <a:pt x="117" y="317"/>
                  </a:cubicBezTo>
                  <a:cubicBezTo>
                    <a:pt x="240" y="317"/>
                    <a:pt x="264" y="0"/>
                    <a:pt x="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52">
              <a:extLst>
                <a:ext uri="{FF2B5EF4-FFF2-40B4-BE49-F238E27FC236}">
                  <a16:creationId xmlns:a16="http://schemas.microsoft.com/office/drawing/2014/main" id="{F567A6F2-E8F7-9597-A1D1-AC55917C445C}"/>
                </a:ext>
              </a:extLst>
            </p:cNvPr>
            <p:cNvSpPr/>
            <p:nvPr/>
          </p:nvSpPr>
          <p:spPr>
            <a:xfrm>
              <a:off x="7402426" y="3036088"/>
              <a:ext cx="421505" cy="513030"/>
            </a:xfrm>
            <a:custGeom>
              <a:avLst/>
              <a:gdLst/>
              <a:ahLst/>
              <a:cxnLst/>
              <a:rect l="l" t="t" r="r" b="b"/>
              <a:pathLst>
                <a:path w="4808" h="5852" extrusionOk="0">
                  <a:moveTo>
                    <a:pt x="465" y="0"/>
                  </a:moveTo>
                  <a:cubicBezTo>
                    <a:pt x="174" y="0"/>
                    <a:pt x="1" y="43"/>
                    <a:pt x="1" y="43"/>
                  </a:cubicBezTo>
                  <a:lnTo>
                    <a:pt x="346" y="2093"/>
                  </a:lnTo>
                  <a:cubicBezTo>
                    <a:pt x="346" y="2093"/>
                    <a:pt x="1441" y="2262"/>
                    <a:pt x="2220" y="3047"/>
                  </a:cubicBezTo>
                  <a:cubicBezTo>
                    <a:pt x="3004" y="3849"/>
                    <a:pt x="2782" y="5805"/>
                    <a:pt x="2782" y="5805"/>
                  </a:cubicBezTo>
                  <a:lnTo>
                    <a:pt x="4269" y="5852"/>
                  </a:lnTo>
                  <a:cubicBezTo>
                    <a:pt x="4269" y="5852"/>
                    <a:pt x="4808" y="2801"/>
                    <a:pt x="3660" y="1583"/>
                  </a:cubicBezTo>
                  <a:cubicBezTo>
                    <a:pt x="3004" y="875"/>
                    <a:pt x="2103" y="360"/>
                    <a:pt x="1418" y="143"/>
                  </a:cubicBezTo>
                  <a:cubicBezTo>
                    <a:pt x="1038" y="31"/>
                    <a:pt x="710" y="0"/>
                    <a:pt x="4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52">
              <a:extLst>
                <a:ext uri="{FF2B5EF4-FFF2-40B4-BE49-F238E27FC236}">
                  <a16:creationId xmlns:a16="http://schemas.microsoft.com/office/drawing/2014/main" id="{220953E7-1D44-5BD8-388A-69C7C0B861EA}"/>
                </a:ext>
              </a:extLst>
            </p:cNvPr>
            <p:cNvSpPr/>
            <p:nvPr/>
          </p:nvSpPr>
          <p:spPr>
            <a:xfrm>
              <a:off x="6645347" y="3416648"/>
              <a:ext cx="231092" cy="129397"/>
            </a:xfrm>
            <a:custGeom>
              <a:avLst/>
              <a:gdLst/>
              <a:ahLst/>
              <a:cxnLst/>
              <a:rect l="l" t="t" r="r" b="b"/>
              <a:pathLst>
                <a:path w="2636" h="1476" extrusionOk="0">
                  <a:moveTo>
                    <a:pt x="2272" y="0"/>
                  </a:moveTo>
                  <a:cubicBezTo>
                    <a:pt x="1810" y="117"/>
                    <a:pt x="393" y="293"/>
                    <a:pt x="369" y="386"/>
                  </a:cubicBezTo>
                  <a:cubicBezTo>
                    <a:pt x="346" y="486"/>
                    <a:pt x="832" y="439"/>
                    <a:pt x="808" y="509"/>
                  </a:cubicBezTo>
                  <a:cubicBezTo>
                    <a:pt x="756" y="586"/>
                    <a:pt x="0" y="703"/>
                    <a:pt x="0" y="802"/>
                  </a:cubicBezTo>
                  <a:cubicBezTo>
                    <a:pt x="0" y="846"/>
                    <a:pt x="71" y="862"/>
                    <a:pt x="171" y="862"/>
                  </a:cubicBezTo>
                  <a:cubicBezTo>
                    <a:pt x="337" y="862"/>
                    <a:pt x="583" y="819"/>
                    <a:pt x="707" y="794"/>
                  </a:cubicBezTo>
                  <a:lnTo>
                    <a:pt x="707" y="794"/>
                  </a:lnTo>
                  <a:cubicBezTo>
                    <a:pt x="616" y="817"/>
                    <a:pt x="480" y="865"/>
                    <a:pt x="516" y="949"/>
                  </a:cubicBezTo>
                  <a:cubicBezTo>
                    <a:pt x="534" y="1025"/>
                    <a:pt x="610" y="1056"/>
                    <a:pt x="766" y="1056"/>
                  </a:cubicBezTo>
                  <a:cubicBezTo>
                    <a:pt x="814" y="1056"/>
                    <a:pt x="868" y="1054"/>
                    <a:pt x="931" y="1048"/>
                  </a:cubicBezTo>
                  <a:lnTo>
                    <a:pt x="931" y="1048"/>
                  </a:lnTo>
                  <a:cubicBezTo>
                    <a:pt x="785" y="1072"/>
                    <a:pt x="732" y="1142"/>
                    <a:pt x="756" y="1241"/>
                  </a:cubicBezTo>
                  <a:cubicBezTo>
                    <a:pt x="774" y="1288"/>
                    <a:pt x="836" y="1306"/>
                    <a:pt x="909" y="1306"/>
                  </a:cubicBezTo>
                  <a:cubicBezTo>
                    <a:pt x="954" y="1306"/>
                    <a:pt x="1004" y="1299"/>
                    <a:pt x="1048" y="1288"/>
                  </a:cubicBezTo>
                  <a:lnTo>
                    <a:pt x="1048" y="1288"/>
                  </a:lnTo>
                  <a:cubicBezTo>
                    <a:pt x="955" y="1317"/>
                    <a:pt x="879" y="1388"/>
                    <a:pt x="955" y="1435"/>
                  </a:cubicBezTo>
                  <a:cubicBezTo>
                    <a:pt x="979" y="1461"/>
                    <a:pt x="1069" y="1476"/>
                    <a:pt x="1218" y="1476"/>
                  </a:cubicBezTo>
                  <a:cubicBezTo>
                    <a:pt x="1493" y="1476"/>
                    <a:pt x="1972" y="1427"/>
                    <a:pt x="2635" y="1317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2">
              <a:extLst>
                <a:ext uri="{FF2B5EF4-FFF2-40B4-BE49-F238E27FC236}">
                  <a16:creationId xmlns:a16="http://schemas.microsoft.com/office/drawing/2014/main" id="{1A261CCD-36BB-EAD1-41E3-775760A2B333}"/>
                </a:ext>
              </a:extLst>
            </p:cNvPr>
            <p:cNvSpPr/>
            <p:nvPr/>
          </p:nvSpPr>
          <p:spPr>
            <a:xfrm>
              <a:off x="7209913" y="3039858"/>
              <a:ext cx="582200" cy="669429"/>
            </a:xfrm>
            <a:custGeom>
              <a:avLst/>
              <a:gdLst/>
              <a:ahLst/>
              <a:cxnLst/>
              <a:rect l="l" t="t" r="r" b="b"/>
              <a:pathLst>
                <a:path w="6641" h="7636" extrusionOk="0">
                  <a:moveTo>
                    <a:pt x="2212" y="0"/>
                  </a:moveTo>
                  <a:cubicBezTo>
                    <a:pt x="2202" y="0"/>
                    <a:pt x="2197" y="0"/>
                    <a:pt x="2197" y="0"/>
                  </a:cubicBezTo>
                  <a:cubicBezTo>
                    <a:pt x="2197" y="0"/>
                    <a:pt x="2003" y="223"/>
                    <a:pt x="1564" y="393"/>
                  </a:cubicBezTo>
                  <a:cubicBezTo>
                    <a:pt x="1418" y="457"/>
                    <a:pt x="1274" y="479"/>
                    <a:pt x="1148" y="479"/>
                  </a:cubicBezTo>
                  <a:cubicBezTo>
                    <a:pt x="894" y="479"/>
                    <a:pt x="709" y="393"/>
                    <a:pt x="709" y="393"/>
                  </a:cubicBezTo>
                  <a:cubicBezTo>
                    <a:pt x="709" y="393"/>
                    <a:pt x="1" y="1757"/>
                    <a:pt x="346" y="3150"/>
                  </a:cubicBezTo>
                  <a:cubicBezTo>
                    <a:pt x="686" y="4562"/>
                    <a:pt x="1564" y="7635"/>
                    <a:pt x="1564" y="7635"/>
                  </a:cubicBezTo>
                  <a:lnTo>
                    <a:pt x="6641" y="5932"/>
                  </a:lnTo>
                  <a:cubicBezTo>
                    <a:pt x="6641" y="5932"/>
                    <a:pt x="5663" y="2419"/>
                    <a:pt x="4445" y="1171"/>
                  </a:cubicBezTo>
                  <a:cubicBezTo>
                    <a:pt x="3287" y="41"/>
                    <a:pt x="2341" y="0"/>
                    <a:pt x="22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2">
              <a:extLst>
                <a:ext uri="{FF2B5EF4-FFF2-40B4-BE49-F238E27FC236}">
                  <a16:creationId xmlns:a16="http://schemas.microsoft.com/office/drawing/2014/main" id="{1D352A5F-05DF-BE5A-CC1E-DBE6135FD4F3}"/>
                </a:ext>
              </a:extLst>
            </p:cNvPr>
            <p:cNvSpPr/>
            <p:nvPr/>
          </p:nvSpPr>
          <p:spPr>
            <a:xfrm>
              <a:off x="7590819" y="3112709"/>
              <a:ext cx="203389" cy="447192"/>
            </a:xfrm>
            <a:custGeom>
              <a:avLst/>
              <a:gdLst/>
              <a:ahLst/>
              <a:cxnLst/>
              <a:rect l="l" t="t" r="r" b="b"/>
              <a:pathLst>
                <a:path w="2320" h="5101" extrusionOk="0">
                  <a:moveTo>
                    <a:pt x="47" y="1"/>
                  </a:moveTo>
                  <a:lnTo>
                    <a:pt x="1" y="48"/>
                  </a:lnTo>
                  <a:cubicBezTo>
                    <a:pt x="486" y="633"/>
                    <a:pt x="1072" y="1904"/>
                    <a:pt x="1511" y="3028"/>
                  </a:cubicBezTo>
                  <a:cubicBezTo>
                    <a:pt x="1734" y="3584"/>
                    <a:pt x="1903" y="4099"/>
                    <a:pt x="2050" y="4492"/>
                  </a:cubicBezTo>
                  <a:cubicBezTo>
                    <a:pt x="2120" y="4685"/>
                    <a:pt x="2173" y="4831"/>
                    <a:pt x="2196" y="4931"/>
                  </a:cubicBezTo>
                  <a:cubicBezTo>
                    <a:pt x="2243" y="5048"/>
                    <a:pt x="2266" y="5101"/>
                    <a:pt x="2266" y="5101"/>
                  </a:cubicBezTo>
                  <a:lnTo>
                    <a:pt x="2319" y="5077"/>
                  </a:lnTo>
                  <a:cubicBezTo>
                    <a:pt x="2319" y="5077"/>
                    <a:pt x="2026" y="4099"/>
                    <a:pt x="1564" y="2975"/>
                  </a:cubicBezTo>
                  <a:cubicBezTo>
                    <a:pt x="1125" y="1857"/>
                    <a:pt x="563" y="586"/>
                    <a:pt x="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2">
              <a:extLst>
                <a:ext uri="{FF2B5EF4-FFF2-40B4-BE49-F238E27FC236}">
                  <a16:creationId xmlns:a16="http://schemas.microsoft.com/office/drawing/2014/main" id="{66E20385-E058-45C9-DD6F-279F76B67E79}"/>
                </a:ext>
              </a:extLst>
            </p:cNvPr>
            <p:cNvSpPr/>
            <p:nvPr/>
          </p:nvSpPr>
          <p:spPr>
            <a:xfrm>
              <a:off x="6795167" y="3074223"/>
              <a:ext cx="498565" cy="479015"/>
            </a:xfrm>
            <a:custGeom>
              <a:avLst/>
              <a:gdLst/>
              <a:ahLst/>
              <a:cxnLst/>
              <a:rect l="l" t="t" r="r" b="b"/>
              <a:pathLst>
                <a:path w="5687" h="5464" extrusionOk="0">
                  <a:moveTo>
                    <a:pt x="5440" y="1"/>
                  </a:moveTo>
                  <a:cubicBezTo>
                    <a:pt x="4785" y="270"/>
                    <a:pt x="4199" y="926"/>
                    <a:pt x="3854" y="1587"/>
                  </a:cubicBezTo>
                  <a:cubicBezTo>
                    <a:pt x="3268" y="2682"/>
                    <a:pt x="2929" y="3467"/>
                    <a:pt x="2929" y="3467"/>
                  </a:cubicBezTo>
                  <a:lnTo>
                    <a:pt x="1" y="3906"/>
                  </a:lnTo>
                  <a:lnTo>
                    <a:pt x="147" y="5463"/>
                  </a:lnTo>
                  <a:cubicBezTo>
                    <a:pt x="147" y="5463"/>
                    <a:pt x="2121" y="5417"/>
                    <a:pt x="3707" y="5171"/>
                  </a:cubicBezTo>
                  <a:cubicBezTo>
                    <a:pt x="4832" y="5001"/>
                    <a:pt x="5686" y="2682"/>
                    <a:pt x="5686" y="2682"/>
                  </a:cubicBezTo>
                  <a:lnTo>
                    <a:pt x="54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2">
              <a:extLst>
                <a:ext uri="{FF2B5EF4-FFF2-40B4-BE49-F238E27FC236}">
                  <a16:creationId xmlns:a16="http://schemas.microsoft.com/office/drawing/2014/main" id="{5CB46FCA-3620-4EDD-AA7B-0596D2FD7AA4}"/>
                </a:ext>
              </a:extLst>
            </p:cNvPr>
            <p:cNvSpPr/>
            <p:nvPr/>
          </p:nvSpPr>
          <p:spPr>
            <a:xfrm>
              <a:off x="7253044" y="3037754"/>
              <a:ext cx="171039" cy="68381"/>
            </a:xfrm>
            <a:custGeom>
              <a:avLst/>
              <a:gdLst/>
              <a:ahLst/>
              <a:cxnLst/>
              <a:rect l="l" t="t" r="r" b="b"/>
              <a:pathLst>
                <a:path w="1951" h="780" extrusionOk="0">
                  <a:moveTo>
                    <a:pt x="1874" y="1"/>
                  </a:moveTo>
                  <a:cubicBezTo>
                    <a:pt x="1874" y="1"/>
                    <a:pt x="1874" y="100"/>
                    <a:pt x="1781" y="223"/>
                  </a:cubicBezTo>
                  <a:cubicBezTo>
                    <a:pt x="1681" y="317"/>
                    <a:pt x="1488" y="487"/>
                    <a:pt x="1119" y="610"/>
                  </a:cubicBezTo>
                  <a:cubicBezTo>
                    <a:pt x="926" y="686"/>
                    <a:pt x="756" y="709"/>
                    <a:pt x="633" y="709"/>
                  </a:cubicBezTo>
                  <a:cubicBezTo>
                    <a:pt x="411" y="709"/>
                    <a:pt x="294" y="663"/>
                    <a:pt x="194" y="610"/>
                  </a:cubicBezTo>
                  <a:cubicBezTo>
                    <a:pt x="147" y="586"/>
                    <a:pt x="118" y="540"/>
                    <a:pt x="94" y="540"/>
                  </a:cubicBezTo>
                  <a:cubicBezTo>
                    <a:pt x="71" y="516"/>
                    <a:pt x="71" y="516"/>
                    <a:pt x="71" y="487"/>
                  </a:cubicBezTo>
                  <a:lnTo>
                    <a:pt x="48" y="487"/>
                  </a:lnTo>
                  <a:lnTo>
                    <a:pt x="1" y="540"/>
                  </a:lnTo>
                  <a:cubicBezTo>
                    <a:pt x="1" y="540"/>
                    <a:pt x="194" y="780"/>
                    <a:pt x="633" y="780"/>
                  </a:cubicBezTo>
                  <a:cubicBezTo>
                    <a:pt x="780" y="780"/>
                    <a:pt x="949" y="756"/>
                    <a:pt x="1143" y="686"/>
                  </a:cubicBezTo>
                  <a:cubicBezTo>
                    <a:pt x="1535" y="540"/>
                    <a:pt x="1728" y="370"/>
                    <a:pt x="1851" y="247"/>
                  </a:cubicBezTo>
                  <a:cubicBezTo>
                    <a:pt x="1951" y="124"/>
                    <a:pt x="1951" y="24"/>
                    <a:pt x="19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2">
              <a:extLst>
                <a:ext uri="{FF2B5EF4-FFF2-40B4-BE49-F238E27FC236}">
                  <a16:creationId xmlns:a16="http://schemas.microsoft.com/office/drawing/2014/main" id="{B158CF39-8999-B6E7-900C-50A69429BD23}"/>
                </a:ext>
              </a:extLst>
            </p:cNvPr>
            <p:cNvSpPr/>
            <p:nvPr/>
          </p:nvSpPr>
          <p:spPr>
            <a:xfrm>
              <a:off x="7259268" y="3320127"/>
              <a:ext cx="32349" cy="60140"/>
            </a:xfrm>
            <a:custGeom>
              <a:avLst/>
              <a:gdLst/>
              <a:ahLst/>
              <a:cxnLst/>
              <a:rect l="l" t="t" r="r" b="b"/>
              <a:pathLst>
                <a:path w="369" h="686" extrusionOk="0">
                  <a:moveTo>
                    <a:pt x="316" y="0"/>
                  </a:moveTo>
                  <a:lnTo>
                    <a:pt x="0" y="662"/>
                  </a:lnTo>
                  <a:lnTo>
                    <a:pt x="47" y="685"/>
                  </a:lnTo>
                  <a:lnTo>
                    <a:pt x="369" y="24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2">
              <a:extLst>
                <a:ext uri="{FF2B5EF4-FFF2-40B4-BE49-F238E27FC236}">
                  <a16:creationId xmlns:a16="http://schemas.microsoft.com/office/drawing/2014/main" id="{4CCDD10D-B8BD-88A9-EECA-817F44EECBA3}"/>
                </a:ext>
              </a:extLst>
            </p:cNvPr>
            <p:cNvSpPr/>
            <p:nvPr/>
          </p:nvSpPr>
          <p:spPr>
            <a:xfrm>
              <a:off x="6833740" y="3409897"/>
              <a:ext cx="14903" cy="141320"/>
            </a:xfrm>
            <a:custGeom>
              <a:avLst/>
              <a:gdLst/>
              <a:ahLst/>
              <a:cxnLst/>
              <a:rect l="l" t="t" r="r" b="b"/>
              <a:pathLst>
                <a:path w="170" h="1612" extrusionOk="0">
                  <a:moveTo>
                    <a:pt x="47" y="1"/>
                  </a:moveTo>
                  <a:lnTo>
                    <a:pt x="0" y="24"/>
                  </a:lnTo>
                  <a:lnTo>
                    <a:pt x="100" y="1611"/>
                  </a:lnTo>
                  <a:lnTo>
                    <a:pt x="170" y="1611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2">
              <a:extLst>
                <a:ext uri="{FF2B5EF4-FFF2-40B4-BE49-F238E27FC236}">
                  <a16:creationId xmlns:a16="http://schemas.microsoft.com/office/drawing/2014/main" id="{A4726740-1C10-1467-9239-4AA360DAD53F}"/>
                </a:ext>
              </a:extLst>
            </p:cNvPr>
            <p:cNvSpPr/>
            <p:nvPr/>
          </p:nvSpPr>
          <p:spPr>
            <a:xfrm>
              <a:off x="7336239" y="3529562"/>
              <a:ext cx="447192" cy="154032"/>
            </a:xfrm>
            <a:custGeom>
              <a:avLst/>
              <a:gdLst/>
              <a:ahLst/>
              <a:cxnLst/>
              <a:rect l="l" t="t" r="r" b="b"/>
              <a:pathLst>
                <a:path w="5101" h="1757" extrusionOk="0">
                  <a:moveTo>
                    <a:pt x="5077" y="0"/>
                  </a:moveTo>
                  <a:lnTo>
                    <a:pt x="0" y="1686"/>
                  </a:lnTo>
                  <a:lnTo>
                    <a:pt x="24" y="1757"/>
                  </a:lnTo>
                  <a:lnTo>
                    <a:pt x="5100" y="76"/>
                  </a:lnTo>
                  <a:lnTo>
                    <a:pt x="50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2">
              <a:extLst>
                <a:ext uri="{FF2B5EF4-FFF2-40B4-BE49-F238E27FC236}">
                  <a16:creationId xmlns:a16="http://schemas.microsoft.com/office/drawing/2014/main" id="{2EC0249D-A20A-1EDE-3147-69E39766702A}"/>
                </a:ext>
              </a:extLst>
            </p:cNvPr>
            <p:cNvSpPr/>
            <p:nvPr/>
          </p:nvSpPr>
          <p:spPr>
            <a:xfrm>
              <a:off x="5252325" y="2483200"/>
              <a:ext cx="18600" cy="14150"/>
            </a:xfrm>
            <a:custGeom>
              <a:avLst/>
              <a:gdLst/>
              <a:ahLst/>
              <a:cxnLst/>
              <a:rect l="l" t="t" r="r" b="b"/>
              <a:pathLst>
                <a:path w="744" h="566" fill="none" extrusionOk="0">
                  <a:moveTo>
                    <a:pt x="744" y="0"/>
                  </a:moveTo>
                  <a:cubicBezTo>
                    <a:pt x="372" y="0"/>
                    <a:pt x="119" y="312"/>
                    <a:pt x="1" y="565"/>
                  </a:cubicBezTo>
                </a:path>
              </a:pathLst>
            </a:custGeom>
            <a:noFill/>
            <a:ln w="2975" cap="rnd" cmpd="sng">
              <a:solidFill>
                <a:srgbClr val="28364C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2">
              <a:extLst>
                <a:ext uri="{FF2B5EF4-FFF2-40B4-BE49-F238E27FC236}">
                  <a16:creationId xmlns:a16="http://schemas.microsoft.com/office/drawing/2014/main" id="{8E46A4DE-4F89-E0AD-9B10-6A9526F5F683}"/>
                </a:ext>
              </a:extLst>
            </p:cNvPr>
            <p:cNvSpPr/>
            <p:nvPr/>
          </p:nvSpPr>
          <p:spPr>
            <a:xfrm>
              <a:off x="5123775" y="2384225"/>
              <a:ext cx="57250" cy="50150"/>
            </a:xfrm>
            <a:custGeom>
              <a:avLst/>
              <a:gdLst/>
              <a:ahLst/>
              <a:cxnLst/>
              <a:rect l="l" t="t" r="r" b="b"/>
              <a:pathLst>
                <a:path w="2290" h="2006" extrusionOk="0">
                  <a:moveTo>
                    <a:pt x="1121" y="1"/>
                  </a:moveTo>
                  <a:cubicBezTo>
                    <a:pt x="991" y="1"/>
                    <a:pt x="863" y="20"/>
                    <a:pt x="744" y="66"/>
                  </a:cubicBezTo>
                  <a:cubicBezTo>
                    <a:pt x="625" y="66"/>
                    <a:pt x="506" y="125"/>
                    <a:pt x="432" y="185"/>
                  </a:cubicBezTo>
                  <a:cubicBezTo>
                    <a:pt x="1" y="497"/>
                    <a:pt x="1" y="1180"/>
                    <a:pt x="313" y="1611"/>
                  </a:cubicBezTo>
                  <a:cubicBezTo>
                    <a:pt x="432" y="1805"/>
                    <a:pt x="625" y="1923"/>
                    <a:pt x="803" y="1983"/>
                  </a:cubicBezTo>
                  <a:cubicBezTo>
                    <a:pt x="851" y="1998"/>
                    <a:pt x="915" y="2005"/>
                    <a:pt x="986" y="2005"/>
                  </a:cubicBezTo>
                  <a:cubicBezTo>
                    <a:pt x="1201" y="2005"/>
                    <a:pt x="1490" y="1938"/>
                    <a:pt x="1680" y="1805"/>
                  </a:cubicBezTo>
                  <a:lnTo>
                    <a:pt x="1739" y="1671"/>
                  </a:lnTo>
                  <a:cubicBezTo>
                    <a:pt x="2051" y="1611"/>
                    <a:pt x="2289" y="1299"/>
                    <a:pt x="2289" y="928"/>
                  </a:cubicBezTo>
                  <a:cubicBezTo>
                    <a:pt x="2230" y="616"/>
                    <a:pt x="2051" y="318"/>
                    <a:pt x="1739" y="125"/>
                  </a:cubicBezTo>
                  <a:cubicBezTo>
                    <a:pt x="1547" y="52"/>
                    <a:pt x="1331" y="1"/>
                    <a:pt x="1121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52">
              <a:extLst>
                <a:ext uri="{FF2B5EF4-FFF2-40B4-BE49-F238E27FC236}">
                  <a16:creationId xmlns:a16="http://schemas.microsoft.com/office/drawing/2014/main" id="{57356F91-46DF-561C-948A-82430408A2D5}"/>
                </a:ext>
              </a:extLst>
            </p:cNvPr>
            <p:cNvSpPr/>
            <p:nvPr/>
          </p:nvSpPr>
          <p:spPr>
            <a:xfrm>
              <a:off x="5473750" y="3158275"/>
              <a:ext cx="170200" cy="79725"/>
            </a:xfrm>
            <a:custGeom>
              <a:avLst/>
              <a:gdLst/>
              <a:ahLst/>
              <a:cxnLst/>
              <a:rect l="l" t="t" r="r" b="b"/>
              <a:pathLst>
                <a:path w="6808" h="3189" extrusionOk="0">
                  <a:moveTo>
                    <a:pt x="1" y="0"/>
                  </a:moveTo>
                  <a:cubicBezTo>
                    <a:pt x="120" y="59"/>
                    <a:pt x="179" y="59"/>
                    <a:pt x="253" y="119"/>
                  </a:cubicBezTo>
                  <a:cubicBezTo>
                    <a:pt x="1115" y="684"/>
                    <a:pt x="1977" y="1234"/>
                    <a:pt x="2914" y="1486"/>
                  </a:cubicBezTo>
                  <a:cubicBezTo>
                    <a:pt x="3463" y="1679"/>
                    <a:pt x="4088" y="1739"/>
                    <a:pt x="4519" y="2110"/>
                  </a:cubicBezTo>
                  <a:cubicBezTo>
                    <a:pt x="4712" y="2229"/>
                    <a:pt x="4890" y="2422"/>
                    <a:pt x="5083" y="2541"/>
                  </a:cubicBezTo>
                  <a:cubicBezTo>
                    <a:pt x="5135" y="2541"/>
                    <a:pt x="5560" y="2733"/>
                    <a:pt x="5628" y="2733"/>
                  </a:cubicBezTo>
                  <a:cubicBezTo>
                    <a:pt x="5636" y="2733"/>
                    <a:pt x="5639" y="2731"/>
                    <a:pt x="5637" y="2726"/>
                  </a:cubicBezTo>
                  <a:lnTo>
                    <a:pt x="5637" y="2726"/>
                  </a:lnTo>
                  <a:cubicBezTo>
                    <a:pt x="5756" y="2914"/>
                    <a:pt x="5947" y="2973"/>
                    <a:pt x="6124" y="3032"/>
                  </a:cubicBezTo>
                  <a:cubicBezTo>
                    <a:pt x="6124" y="3091"/>
                    <a:pt x="6198" y="3091"/>
                    <a:pt x="6198" y="3091"/>
                  </a:cubicBezTo>
                  <a:cubicBezTo>
                    <a:pt x="6257" y="3091"/>
                    <a:pt x="6257" y="3032"/>
                    <a:pt x="6257" y="3032"/>
                  </a:cubicBezTo>
                  <a:cubicBezTo>
                    <a:pt x="6301" y="3130"/>
                    <a:pt x="6450" y="3189"/>
                    <a:pt x="6549" y="3189"/>
                  </a:cubicBezTo>
                  <a:cubicBezTo>
                    <a:pt x="6584" y="3189"/>
                    <a:pt x="6613" y="3181"/>
                    <a:pt x="6629" y="3165"/>
                  </a:cubicBezTo>
                  <a:cubicBezTo>
                    <a:pt x="6688" y="3091"/>
                    <a:pt x="6495" y="2720"/>
                    <a:pt x="6495" y="2720"/>
                  </a:cubicBezTo>
                  <a:lnTo>
                    <a:pt x="6688" y="2720"/>
                  </a:lnTo>
                  <a:cubicBezTo>
                    <a:pt x="6748" y="2601"/>
                    <a:pt x="6748" y="2541"/>
                    <a:pt x="6748" y="2422"/>
                  </a:cubicBezTo>
                  <a:cubicBezTo>
                    <a:pt x="6807" y="1546"/>
                    <a:pt x="6495" y="684"/>
                    <a:pt x="5826" y="5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52">
              <a:extLst>
                <a:ext uri="{FF2B5EF4-FFF2-40B4-BE49-F238E27FC236}">
                  <a16:creationId xmlns:a16="http://schemas.microsoft.com/office/drawing/2014/main" id="{F48F0B0C-FDF6-AE0C-BA0B-9C03DFA03CCF}"/>
                </a:ext>
              </a:extLst>
            </p:cNvPr>
            <p:cNvSpPr/>
            <p:nvPr/>
          </p:nvSpPr>
          <p:spPr>
            <a:xfrm>
              <a:off x="5623850" y="3201725"/>
              <a:ext cx="12300" cy="23075"/>
            </a:xfrm>
            <a:custGeom>
              <a:avLst/>
              <a:gdLst/>
              <a:ahLst/>
              <a:cxnLst/>
              <a:rect l="l" t="t" r="r" b="b"/>
              <a:pathLst>
                <a:path w="492" h="923" extrusionOk="0">
                  <a:moveTo>
                    <a:pt x="60" y="1"/>
                  </a:moveTo>
                  <a:lnTo>
                    <a:pt x="1" y="60"/>
                  </a:lnTo>
                  <a:cubicBezTo>
                    <a:pt x="60" y="179"/>
                    <a:pt x="120" y="313"/>
                    <a:pt x="194" y="432"/>
                  </a:cubicBezTo>
                  <a:cubicBezTo>
                    <a:pt x="253" y="610"/>
                    <a:pt x="313" y="744"/>
                    <a:pt x="372" y="922"/>
                  </a:cubicBezTo>
                  <a:cubicBezTo>
                    <a:pt x="432" y="922"/>
                    <a:pt x="491" y="922"/>
                    <a:pt x="432" y="863"/>
                  </a:cubicBezTo>
                  <a:cubicBezTo>
                    <a:pt x="372" y="610"/>
                    <a:pt x="253" y="239"/>
                    <a:pt x="60" y="1"/>
                  </a:cubicBezTo>
                  <a:close/>
                </a:path>
              </a:pathLst>
            </a:custGeom>
            <a:solidFill>
              <a:srgbClr val="B87F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52">
              <a:extLst>
                <a:ext uri="{FF2B5EF4-FFF2-40B4-BE49-F238E27FC236}">
                  <a16:creationId xmlns:a16="http://schemas.microsoft.com/office/drawing/2014/main" id="{C85EE9EA-5914-AB19-7C33-3D01A1D4FC06}"/>
                </a:ext>
              </a:extLst>
            </p:cNvPr>
            <p:cNvSpPr/>
            <p:nvPr/>
          </p:nvSpPr>
          <p:spPr>
            <a:xfrm>
              <a:off x="5600825" y="3201725"/>
              <a:ext cx="26025" cy="29000"/>
            </a:xfrm>
            <a:custGeom>
              <a:avLst/>
              <a:gdLst/>
              <a:ahLst/>
              <a:cxnLst/>
              <a:rect l="l" t="t" r="r" b="b"/>
              <a:pathLst>
                <a:path w="1041" h="1160" extrusionOk="0">
                  <a:moveTo>
                    <a:pt x="60" y="1"/>
                  </a:moveTo>
                  <a:cubicBezTo>
                    <a:pt x="60" y="1"/>
                    <a:pt x="0" y="60"/>
                    <a:pt x="60" y="60"/>
                  </a:cubicBezTo>
                  <a:cubicBezTo>
                    <a:pt x="372" y="432"/>
                    <a:pt x="743" y="744"/>
                    <a:pt x="981" y="1115"/>
                  </a:cubicBezTo>
                  <a:cubicBezTo>
                    <a:pt x="981" y="1145"/>
                    <a:pt x="996" y="1160"/>
                    <a:pt x="1011" y="1160"/>
                  </a:cubicBezTo>
                  <a:cubicBezTo>
                    <a:pt x="1026" y="1160"/>
                    <a:pt x="1041" y="1145"/>
                    <a:pt x="1041" y="1115"/>
                  </a:cubicBezTo>
                  <a:cubicBezTo>
                    <a:pt x="862" y="610"/>
                    <a:pt x="431" y="372"/>
                    <a:pt x="60" y="1"/>
                  </a:cubicBezTo>
                  <a:close/>
                </a:path>
              </a:pathLst>
            </a:custGeom>
            <a:solidFill>
              <a:srgbClr val="B87F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52">
              <a:extLst>
                <a:ext uri="{FF2B5EF4-FFF2-40B4-BE49-F238E27FC236}">
                  <a16:creationId xmlns:a16="http://schemas.microsoft.com/office/drawing/2014/main" id="{86BFB32C-D3F7-CBB2-CD44-B013CAF5BEF7}"/>
                </a:ext>
              </a:extLst>
            </p:cNvPr>
            <p:cNvSpPr/>
            <p:nvPr/>
          </p:nvSpPr>
          <p:spPr>
            <a:xfrm>
              <a:off x="5295800" y="3198850"/>
              <a:ext cx="159400" cy="1639600"/>
            </a:xfrm>
            <a:custGeom>
              <a:avLst/>
              <a:gdLst/>
              <a:ahLst/>
              <a:cxnLst/>
              <a:rect l="l" t="t" r="r" b="b"/>
              <a:pathLst>
                <a:path w="6376" h="65584" fill="none" extrusionOk="0">
                  <a:moveTo>
                    <a:pt x="6376" y="65583"/>
                  </a:moveTo>
                  <a:lnTo>
                    <a:pt x="0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52">
              <a:extLst>
                <a:ext uri="{FF2B5EF4-FFF2-40B4-BE49-F238E27FC236}">
                  <a16:creationId xmlns:a16="http://schemas.microsoft.com/office/drawing/2014/main" id="{C26DF792-77A8-F56F-8276-8FBF45027B2E}"/>
                </a:ext>
              </a:extLst>
            </p:cNvPr>
            <p:cNvSpPr/>
            <p:nvPr/>
          </p:nvSpPr>
          <p:spPr>
            <a:xfrm>
              <a:off x="5295800" y="3198850"/>
              <a:ext cx="786175" cy="1639600"/>
            </a:xfrm>
            <a:custGeom>
              <a:avLst/>
              <a:gdLst/>
              <a:ahLst/>
              <a:cxnLst/>
              <a:rect l="l" t="t" r="r" b="b"/>
              <a:pathLst>
                <a:path w="31447" h="65584" fill="none" extrusionOk="0">
                  <a:moveTo>
                    <a:pt x="31447" y="65583"/>
                  </a:moveTo>
                  <a:lnTo>
                    <a:pt x="25012" y="1"/>
                  </a:lnTo>
                  <a:lnTo>
                    <a:pt x="0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52">
              <a:extLst>
                <a:ext uri="{FF2B5EF4-FFF2-40B4-BE49-F238E27FC236}">
                  <a16:creationId xmlns:a16="http://schemas.microsoft.com/office/drawing/2014/main" id="{5134D651-9671-D3E0-1A6C-4EA9F7EA40A3}"/>
                </a:ext>
              </a:extLst>
            </p:cNvPr>
            <p:cNvSpPr/>
            <p:nvPr/>
          </p:nvSpPr>
          <p:spPr>
            <a:xfrm>
              <a:off x="5760200" y="3198850"/>
              <a:ext cx="160900" cy="1639600"/>
            </a:xfrm>
            <a:custGeom>
              <a:avLst/>
              <a:gdLst/>
              <a:ahLst/>
              <a:cxnLst/>
              <a:rect l="l" t="t" r="r" b="b"/>
              <a:pathLst>
                <a:path w="6436" h="65584" fill="none" extrusionOk="0">
                  <a:moveTo>
                    <a:pt x="1" y="65583"/>
                  </a:moveTo>
                  <a:lnTo>
                    <a:pt x="6436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52">
              <a:extLst>
                <a:ext uri="{FF2B5EF4-FFF2-40B4-BE49-F238E27FC236}">
                  <a16:creationId xmlns:a16="http://schemas.microsoft.com/office/drawing/2014/main" id="{42F995B1-9410-DADC-BF7C-6B74EF73E8A1}"/>
                </a:ext>
              </a:extLst>
            </p:cNvPr>
            <p:cNvSpPr/>
            <p:nvPr/>
          </p:nvSpPr>
          <p:spPr>
            <a:xfrm>
              <a:off x="5134550" y="3198850"/>
              <a:ext cx="786550" cy="1639600"/>
            </a:xfrm>
            <a:custGeom>
              <a:avLst/>
              <a:gdLst/>
              <a:ahLst/>
              <a:cxnLst/>
              <a:rect l="l" t="t" r="r" b="b"/>
              <a:pathLst>
                <a:path w="31462" h="65584" fill="none" extrusionOk="0">
                  <a:moveTo>
                    <a:pt x="1" y="65583"/>
                  </a:moveTo>
                  <a:lnTo>
                    <a:pt x="6450" y="1"/>
                  </a:lnTo>
                  <a:lnTo>
                    <a:pt x="31462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52">
              <a:extLst>
                <a:ext uri="{FF2B5EF4-FFF2-40B4-BE49-F238E27FC236}">
                  <a16:creationId xmlns:a16="http://schemas.microsoft.com/office/drawing/2014/main" id="{A78965F1-CA33-1F2A-7000-40D7F8D39D52}"/>
                </a:ext>
              </a:extLst>
            </p:cNvPr>
            <p:cNvSpPr/>
            <p:nvPr/>
          </p:nvSpPr>
          <p:spPr>
            <a:xfrm>
              <a:off x="5156475" y="4606200"/>
              <a:ext cx="899500" cy="25"/>
            </a:xfrm>
            <a:custGeom>
              <a:avLst/>
              <a:gdLst/>
              <a:ahLst/>
              <a:cxnLst/>
              <a:rect l="l" t="t" r="r" b="b"/>
              <a:pathLst>
                <a:path w="35980" h="1" fill="none" extrusionOk="0">
                  <a:moveTo>
                    <a:pt x="35979" y="1"/>
                  </a:moveTo>
                  <a:lnTo>
                    <a:pt x="0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52">
              <a:extLst>
                <a:ext uri="{FF2B5EF4-FFF2-40B4-BE49-F238E27FC236}">
                  <a16:creationId xmlns:a16="http://schemas.microsoft.com/office/drawing/2014/main" id="{E3B592DC-AD34-790A-0E07-1E2E8E0EFC44}"/>
                </a:ext>
              </a:extLst>
            </p:cNvPr>
            <p:cNvSpPr/>
            <p:nvPr/>
          </p:nvSpPr>
          <p:spPr>
            <a:xfrm>
              <a:off x="5176525" y="4406325"/>
              <a:ext cx="859000" cy="25"/>
            </a:xfrm>
            <a:custGeom>
              <a:avLst/>
              <a:gdLst/>
              <a:ahLst/>
              <a:cxnLst/>
              <a:rect l="l" t="t" r="r" b="b"/>
              <a:pathLst>
                <a:path w="34360" h="1" fill="none" extrusionOk="0">
                  <a:moveTo>
                    <a:pt x="34360" y="1"/>
                  </a:moveTo>
                  <a:lnTo>
                    <a:pt x="1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52">
              <a:extLst>
                <a:ext uri="{FF2B5EF4-FFF2-40B4-BE49-F238E27FC236}">
                  <a16:creationId xmlns:a16="http://schemas.microsoft.com/office/drawing/2014/main" id="{5CF696E1-A6B2-7A2E-F02E-CD447611FCD0}"/>
                </a:ext>
              </a:extLst>
            </p:cNvPr>
            <p:cNvSpPr/>
            <p:nvPr/>
          </p:nvSpPr>
          <p:spPr>
            <a:xfrm>
              <a:off x="5196600" y="4199025"/>
              <a:ext cx="822225" cy="25"/>
            </a:xfrm>
            <a:custGeom>
              <a:avLst/>
              <a:gdLst/>
              <a:ahLst/>
              <a:cxnLst/>
              <a:rect l="l" t="t" r="r" b="b"/>
              <a:pathLst>
                <a:path w="32889" h="1" fill="none" extrusionOk="0">
                  <a:moveTo>
                    <a:pt x="32888" y="0"/>
                  </a:moveTo>
                  <a:lnTo>
                    <a:pt x="0" y="0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52">
              <a:extLst>
                <a:ext uri="{FF2B5EF4-FFF2-40B4-BE49-F238E27FC236}">
                  <a16:creationId xmlns:a16="http://schemas.microsoft.com/office/drawing/2014/main" id="{84D4E729-F7D2-3C50-2161-BF0928DF299B}"/>
                </a:ext>
              </a:extLst>
            </p:cNvPr>
            <p:cNvSpPr/>
            <p:nvPr/>
          </p:nvSpPr>
          <p:spPr>
            <a:xfrm>
              <a:off x="5216650" y="4002475"/>
              <a:ext cx="781725" cy="25"/>
            </a:xfrm>
            <a:custGeom>
              <a:avLst/>
              <a:gdLst/>
              <a:ahLst/>
              <a:cxnLst/>
              <a:rect l="l" t="t" r="r" b="b"/>
              <a:pathLst>
                <a:path w="31269" h="1" fill="none" extrusionOk="0">
                  <a:moveTo>
                    <a:pt x="31269" y="1"/>
                  </a:moveTo>
                  <a:lnTo>
                    <a:pt x="1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52">
              <a:extLst>
                <a:ext uri="{FF2B5EF4-FFF2-40B4-BE49-F238E27FC236}">
                  <a16:creationId xmlns:a16="http://schemas.microsoft.com/office/drawing/2014/main" id="{13DE7069-C457-7476-6986-CA11E4C745EB}"/>
                </a:ext>
              </a:extLst>
            </p:cNvPr>
            <p:cNvSpPr/>
            <p:nvPr/>
          </p:nvSpPr>
          <p:spPr>
            <a:xfrm>
              <a:off x="5235225" y="3796650"/>
              <a:ext cx="744575" cy="25"/>
            </a:xfrm>
            <a:custGeom>
              <a:avLst/>
              <a:gdLst/>
              <a:ahLst/>
              <a:cxnLst/>
              <a:rect l="l" t="t" r="r" b="b"/>
              <a:pathLst>
                <a:path w="29783" h="1" fill="none" extrusionOk="0">
                  <a:moveTo>
                    <a:pt x="29783" y="1"/>
                  </a:moveTo>
                  <a:lnTo>
                    <a:pt x="1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2">
              <a:extLst>
                <a:ext uri="{FF2B5EF4-FFF2-40B4-BE49-F238E27FC236}">
                  <a16:creationId xmlns:a16="http://schemas.microsoft.com/office/drawing/2014/main" id="{E5C47C75-856C-926E-7079-B746EB3B22AA}"/>
                </a:ext>
              </a:extLst>
            </p:cNvPr>
            <p:cNvSpPr/>
            <p:nvPr/>
          </p:nvSpPr>
          <p:spPr>
            <a:xfrm>
              <a:off x="5255300" y="3593800"/>
              <a:ext cx="704450" cy="25"/>
            </a:xfrm>
            <a:custGeom>
              <a:avLst/>
              <a:gdLst/>
              <a:ahLst/>
              <a:cxnLst/>
              <a:rect l="l" t="t" r="r" b="b"/>
              <a:pathLst>
                <a:path w="28178" h="1" fill="none" extrusionOk="0">
                  <a:moveTo>
                    <a:pt x="28177" y="0"/>
                  </a:moveTo>
                  <a:lnTo>
                    <a:pt x="0" y="0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2">
              <a:extLst>
                <a:ext uri="{FF2B5EF4-FFF2-40B4-BE49-F238E27FC236}">
                  <a16:creationId xmlns:a16="http://schemas.microsoft.com/office/drawing/2014/main" id="{3114FC0B-F9A5-8232-3F18-187800ED559E}"/>
                </a:ext>
              </a:extLst>
            </p:cNvPr>
            <p:cNvSpPr/>
            <p:nvPr/>
          </p:nvSpPr>
          <p:spPr>
            <a:xfrm>
              <a:off x="5275725" y="3400225"/>
              <a:ext cx="660975" cy="25"/>
            </a:xfrm>
            <a:custGeom>
              <a:avLst/>
              <a:gdLst/>
              <a:ahLst/>
              <a:cxnLst/>
              <a:rect l="l" t="t" r="r" b="b"/>
              <a:pathLst>
                <a:path w="26439" h="1" fill="none" extrusionOk="0">
                  <a:moveTo>
                    <a:pt x="26439" y="1"/>
                  </a:moveTo>
                  <a:lnTo>
                    <a:pt x="1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2">
              <a:extLst>
                <a:ext uri="{FF2B5EF4-FFF2-40B4-BE49-F238E27FC236}">
                  <a16:creationId xmlns:a16="http://schemas.microsoft.com/office/drawing/2014/main" id="{06E74D26-0BCB-DCEE-E1A7-E076721E0297}"/>
                </a:ext>
              </a:extLst>
            </p:cNvPr>
            <p:cNvSpPr/>
            <p:nvPr/>
          </p:nvSpPr>
          <p:spPr>
            <a:xfrm>
              <a:off x="5439575" y="3108850"/>
              <a:ext cx="192100" cy="66525"/>
            </a:xfrm>
            <a:custGeom>
              <a:avLst/>
              <a:gdLst/>
              <a:ahLst/>
              <a:cxnLst/>
              <a:rect l="l" t="t" r="r" b="b"/>
              <a:pathLst>
                <a:path w="7684" h="2661" extrusionOk="0">
                  <a:moveTo>
                    <a:pt x="2170" y="1"/>
                  </a:moveTo>
                  <a:lnTo>
                    <a:pt x="1" y="2661"/>
                  </a:lnTo>
                  <a:lnTo>
                    <a:pt x="7684" y="2661"/>
                  </a:lnTo>
                  <a:cubicBezTo>
                    <a:pt x="7431" y="2230"/>
                    <a:pt x="7312" y="1918"/>
                    <a:pt x="7000" y="1665"/>
                  </a:cubicBezTo>
                  <a:cubicBezTo>
                    <a:pt x="6688" y="1293"/>
                    <a:pt x="6450" y="1115"/>
                    <a:pt x="6079" y="922"/>
                  </a:cubicBezTo>
                  <a:cubicBezTo>
                    <a:pt x="4830" y="313"/>
                    <a:pt x="3538" y="1"/>
                    <a:pt x="2170" y="1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2">
              <a:extLst>
                <a:ext uri="{FF2B5EF4-FFF2-40B4-BE49-F238E27FC236}">
                  <a16:creationId xmlns:a16="http://schemas.microsoft.com/office/drawing/2014/main" id="{CE12527E-3AF3-4464-AD1A-8B03E3E098B4}"/>
                </a:ext>
              </a:extLst>
            </p:cNvPr>
            <p:cNvSpPr/>
            <p:nvPr/>
          </p:nvSpPr>
          <p:spPr>
            <a:xfrm>
              <a:off x="5041675" y="2732500"/>
              <a:ext cx="514225" cy="506400"/>
            </a:xfrm>
            <a:custGeom>
              <a:avLst/>
              <a:gdLst/>
              <a:ahLst/>
              <a:cxnLst/>
              <a:rect l="l" t="t" r="r" b="b"/>
              <a:pathLst>
                <a:path w="20569" h="20256" extrusionOk="0">
                  <a:moveTo>
                    <a:pt x="6940" y="0"/>
                  </a:moveTo>
                  <a:lnTo>
                    <a:pt x="0" y="2541"/>
                  </a:lnTo>
                  <a:cubicBezTo>
                    <a:pt x="446" y="7995"/>
                    <a:pt x="5023" y="13435"/>
                    <a:pt x="6510" y="14861"/>
                  </a:cubicBezTo>
                  <a:cubicBezTo>
                    <a:pt x="7936" y="16288"/>
                    <a:pt x="18027" y="20256"/>
                    <a:pt x="18027" y="20256"/>
                  </a:cubicBezTo>
                  <a:lnTo>
                    <a:pt x="20568" y="14861"/>
                  </a:lnTo>
                  <a:cubicBezTo>
                    <a:pt x="20568" y="14861"/>
                    <a:pt x="12201" y="10715"/>
                    <a:pt x="11339" y="9913"/>
                  </a:cubicBezTo>
                  <a:cubicBezTo>
                    <a:pt x="10477" y="9170"/>
                    <a:pt x="6940" y="0"/>
                    <a:pt x="6940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52">
              <a:extLst>
                <a:ext uri="{FF2B5EF4-FFF2-40B4-BE49-F238E27FC236}">
                  <a16:creationId xmlns:a16="http://schemas.microsoft.com/office/drawing/2014/main" id="{67F9BA40-ACD5-CF00-6A00-BEEDB5261A62}"/>
                </a:ext>
              </a:extLst>
            </p:cNvPr>
            <p:cNvSpPr/>
            <p:nvPr/>
          </p:nvSpPr>
          <p:spPr>
            <a:xfrm>
              <a:off x="5038700" y="4209325"/>
              <a:ext cx="314325" cy="343675"/>
            </a:xfrm>
            <a:custGeom>
              <a:avLst/>
              <a:gdLst/>
              <a:ahLst/>
              <a:cxnLst/>
              <a:rect l="l" t="t" r="r" b="b"/>
              <a:pathLst>
                <a:path w="12573" h="13747" extrusionOk="0">
                  <a:moveTo>
                    <a:pt x="7862" y="0"/>
                  </a:moveTo>
                  <a:lnTo>
                    <a:pt x="313" y="803"/>
                  </a:lnTo>
                  <a:lnTo>
                    <a:pt x="0" y="10656"/>
                  </a:lnTo>
                  <a:lnTo>
                    <a:pt x="313" y="13747"/>
                  </a:lnTo>
                  <a:lnTo>
                    <a:pt x="12008" y="13747"/>
                  </a:lnTo>
                  <a:cubicBezTo>
                    <a:pt x="12320" y="13747"/>
                    <a:pt x="12573" y="13509"/>
                    <a:pt x="12573" y="13197"/>
                  </a:cubicBezTo>
                  <a:cubicBezTo>
                    <a:pt x="12573" y="13004"/>
                    <a:pt x="12454" y="12766"/>
                    <a:pt x="12201" y="12692"/>
                  </a:cubicBezTo>
                  <a:lnTo>
                    <a:pt x="7000" y="10284"/>
                  </a:lnTo>
                  <a:lnTo>
                    <a:pt x="7862" y="0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52">
              <a:extLst>
                <a:ext uri="{FF2B5EF4-FFF2-40B4-BE49-F238E27FC236}">
                  <a16:creationId xmlns:a16="http://schemas.microsoft.com/office/drawing/2014/main" id="{2F7F6507-E30B-674B-6719-0EA628F50C05}"/>
                </a:ext>
              </a:extLst>
            </p:cNvPr>
            <p:cNvSpPr/>
            <p:nvPr/>
          </p:nvSpPr>
          <p:spPr>
            <a:xfrm>
              <a:off x="5029400" y="4466425"/>
              <a:ext cx="340725" cy="115925"/>
            </a:xfrm>
            <a:custGeom>
              <a:avLst/>
              <a:gdLst/>
              <a:ahLst/>
              <a:cxnLst/>
              <a:rect l="l" t="t" r="r" b="b"/>
              <a:pathLst>
                <a:path w="13629" h="4637" extrusionOk="0">
                  <a:moveTo>
                    <a:pt x="7372" y="0"/>
                  </a:moveTo>
                  <a:cubicBezTo>
                    <a:pt x="6179" y="476"/>
                    <a:pt x="4855" y="622"/>
                    <a:pt x="3679" y="622"/>
                  </a:cubicBezTo>
                  <a:cubicBezTo>
                    <a:pt x="1809" y="622"/>
                    <a:pt x="313" y="253"/>
                    <a:pt x="313" y="253"/>
                  </a:cubicBezTo>
                  <a:lnTo>
                    <a:pt x="1" y="4399"/>
                  </a:lnTo>
                  <a:cubicBezTo>
                    <a:pt x="1" y="4577"/>
                    <a:pt x="120" y="4637"/>
                    <a:pt x="254" y="4637"/>
                  </a:cubicBezTo>
                  <a:lnTo>
                    <a:pt x="13376" y="4637"/>
                  </a:lnTo>
                  <a:cubicBezTo>
                    <a:pt x="13629" y="4637"/>
                    <a:pt x="13495" y="3344"/>
                    <a:pt x="13495" y="3344"/>
                  </a:cubicBezTo>
                  <a:cubicBezTo>
                    <a:pt x="13376" y="2972"/>
                    <a:pt x="13123" y="2482"/>
                    <a:pt x="12886" y="2408"/>
                  </a:cubicBezTo>
                  <a:lnTo>
                    <a:pt x="7372" y="0"/>
                  </a:ln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52">
              <a:extLst>
                <a:ext uri="{FF2B5EF4-FFF2-40B4-BE49-F238E27FC236}">
                  <a16:creationId xmlns:a16="http://schemas.microsoft.com/office/drawing/2014/main" id="{ED219A66-7A83-CAF0-84CD-9CE48D52D599}"/>
                </a:ext>
              </a:extLst>
            </p:cNvPr>
            <p:cNvSpPr/>
            <p:nvPr/>
          </p:nvSpPr>
          <p:spPr>
            <a:xfrm>
              <a:off x="5222975" y="4472725"/>
              <a:ext cx="20100" cy="32350"/>
            </a:xfrm>
            <a:custGeom>
              <a:avLst/>
              <a:gdLst/>
              <a:ahLst/>
              <a:cxnLst/>
              <a:rect l="l" t="t" r="r" b="b"/>
              <a:pathLst>
                <a:path w="804" h="1294" fill="none" extrusionOk="0">
                  <a:moveTo>
                    <a:pt x="803" y="1"/>
                  </a:moveTo>
                  <a:cubicBezTo>
                    <a:pt x="491" y="372"/>
                    <a:pt x="253" y="803"/>
                    <a:pt x="1" y="1294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52">
              <a:extLst>
                <a:ext uri="{FF2B5EF4-FFF2-40B4-BE49-F238E27FC236}">
                  <a16:creationId xmlns:a16="http://schemas.microsoft.com/office/drawing/2014/main" id="{AA77B755-92A3-630A-2F3E-9A2EE3E2B966}"/>
                </a:ext>
              </a:extLst>
            </p:cNvPr>
            <p:cNvSpPr/>
            <p:nvPr/>
          </p:nvSpPr>
          <p:spPr>
            <a:xfrm>
              <a:off x="5244525" y="4482025"/>
              <a:ext cx="15625" cy="29375"/>
            </a:xfrm>
            <a:custGeom>
              <a:avLst/>
              <a:gdLst/>
              <a:ahLst/>
              <a:cxnLst/>
              <a:rect l="l" t="t" r="r" b="b"/>
              <a:pathLst>
                <a:path w="625" h="1175" fill="none" extrusionOk="0">
                  <a:moveTo>
                    <a:pt x="625" y="0"/>
                  </a:moveTo>
                  <a:cubicBezTo>
                    <a:pt x="313" y="491"/>
                    <a:pt x="194" y="743"/>
                    <a:pt x="1" y="1174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52">
              <a:extLst>
                <a:ext uri="{FF2B5EF4-FFF2-40B4-BE49-F238E27FC236}">
                  <a16:creationId xmlns:a16="http://schemas.microsoft.com/office/drawing/2014/main" id="{B88872F0-C306-0911-8556-DCF5A9698311}"/>
                </a:ext>
              </a:extLst>
            </p:cNvPr>
            <p:cNvSpPr/>
            <p:nvPr/>
          </p:nvSpPr>
          <p:spPr>
            <a:xfrm>
              <a:off x="5260125" y="4489450"/>
              <a:ext cx="15625" cy="26400"/>
            </a:xfrm>
            <a:custGeom>
              <a:avLst/>
              <a:gdLst/>
              <a:ahLst/>
              <a:cxnLst/>
              <a:rect l="l" t="t" r="r" b="b"/>
              <a:pathLst>
                <a:path w="625" h="1056" fill="none" extrusionOk="0">
                  <a:moveTo>
                    <a:pt x="625" y="0"/>
                  </a:moveTo>
                  <a:cubicBezTo>
                    <a:pt x="372" y="313"/>
                    <a:pt x="179" y="743"/>
                    <a:pt x="1" y="1056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52">
              <a:extLst>
                <a:ext uri="{FF2B5EF4-FFF2-40B4-BE49-F238E27FC236}">
                  <a16:creationId xmlns:a16="http://schemas.microsoft.com/office/drawing/2014/main" id="{0C4E5B45-4A36-5391-B75E-7F27D487E65B}"/>
                </a:ext>
              </a:extLst>
            </p:cNvPr>
            <p:cNvSpPr/>
            <p:nvPr/>
          </p:nvSpPr>
          <p:spPr>
            <a:xfrm>
              <a:off x="5030900" y="4560775"/>
              <a:ext cx="335875" cy="25"/>
            </a:xfrm>
            <a:custGeom>
              <a:avLst/>
              <a:gdLst/>
              <a:ahLst/>
              <a:cxnLst/>
              <a:rect l="l" t="t" r="r" b="b"/>
              <a:pathLst>
                <a:path w="13435" h="1" fill="none" extrusionOk="0">
                  <a:moveTo>
                    <a:pt x="0" y="1"/>
                  </a:moveTo>
                  <a:lnTo>
                    <a:pt x="13435" y="1"/>
                  </a:ln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2">
              <a:extLst>
                <a:ext uri="{FF2B5EF4-FFF2-40B4-BE49-F238E27FC236}">
                  <a16:creationId xmlns:a16="http://schemas.microsoft.com/office/drawing/2014/main" id="{3C4CC7A6-F9F3-8B51-EFB5-2F01B6DB33CF}"/>
                </a:ext>
              </a:extLst>
            </p:cNvPr>
            <p:cNvSpPr/>
            <p:nvPr/>
          </p:nvSpPr>
          <p:spPr>
            <a:xfrm>
              <a:off x="5034250" y="4511375"/>
              <a:ext cx="85100" cy="49425"/>
            </a:xfrm>
            <a:custGeom>
              <a:avLst/>
              <a:gdLst/>
              <a:ahLst/>
              <a:cxnLst/>
              <a:rect l="l" t="t" r="r" b="b"/>
              <a:pathLst>
                <a:path w="3404" h="1977" fill="none" extrusionOk="0">
                  <a:moveTo>
                    <a:pt x="0" y="0"/>
                  </a:moveTo>
                  <a:cubicBezTo>
                    <a:pt x="0" y="0"/>
                    <a:pt x="3151" y="0"/>
                    <a:pt x="3403" y="1977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2">
              <a:extLst>
                <a:ext uri="{FF2B5EF4-FFF2-40B4-BE49-F238E27FC236}">
                  <a16:creationId xmlns:a16="http://schemas.microsoft.com/office/drawing/2014/main" id="{ED120FA0-1E71-53E1-B80D-C6E2EF6F6F11}"/>
                </a:ext>
              </a:extLst>
            </p:cNvPr>
            <p:cNvSpPr/>
            <p:nvPr/>
          </p:nvSpPr>
          <p:spPr>
            <a:xfrm>
              <a:off x="5295800" y="4514350"/>
              <a:ext cx="27875" cy="46450"/>
            </a:xfrm>
            <a:custGeom>
              <a:avLst/>
              <a:gdLst/>
              <a:ahLst/>
              <a:cxnLst/>
              <a:rect l="l" t="t" r="r" b="b"/>
              <a:pathLst>
                <a:path w="1115" h="1858" fill="none" extrusionOk="0">
                  <a:moveTo>
                    <a:pt x="1115" y="0"/>
                  </a:moveTo>
                  <a:cubicBezTo>
                    <a:pt x="1115" y="0"/>
                    <a:pt x="179" y="1234"/>
                    <a:pt x="0" y="1858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2">
              <a:extLst>
                <a:ext uri="{FF2B5EF4-FFF2-40B4-BE49-F238E27FC236}">
                  <a16:creationId xmlns:a16="http://schemas.microsoft.com/office/drawing/2014/main" id="{34C48546-8172-D4E8-C4F5-539057AF4CB3}"/>
                </a:ext>
              </a:extLst>
            </p:cNvPr>
            <p:cNvSpPr/>
            <p:nvPr/>
          </p:nvSpPr>
          <p:spPr>
            <a:xfrm>
              <a:off x="4953625" y="3240375"/>
              <a:ext cx="348150" cy="1190400"/>
            </a:xfrm>
            <a:custGeom>
              <a:avLst/>
              <a:gdLst/>
              <a:ahLst/>
              <a:cxnLst/>
              <a:rect l="l" t="t" r="r" b="b"/>
              <a:pathLst>
                <a:path w="13926" h="47616" extrusionOk="0">
                  <a:moveTo>
                    <a:pt x="12944" y="0"/>
                  </a:moveTo>
                  <a:lnTo>
                    <a:pt x="1174" y="2482"/>
                  </a:lnTo>
                  <a:cubicBezTo>
                    <a:pt x="1174" y="2482"/>
                    <a:pt x="0" y="7490"/>
                    <a:pt x="2482" y="13628"/>
                  </a:cubicBezTo>
                  <a:cubicBezTo>
                    <a:pt x="2482" y="13628"/>
                    <a:pt x="3656" y="19944"/>
                    <a:pt x="3716" y="27241"/>
                  </a:cubicBezTo>
                  <a:cubicBezTo>
                    <a:pt x="3834" y="34671"/>
                    <a:pt x="2854" y="44093"/>
                    <a:pt x="2854" y="47615"/>
                  </a:cubicBezTo>
                  <a:lnTo>
                    <a:pt x="12513" y="47615"/>
                  </a:lnTo>
                  <a:cubicBezTo>
                    <a:pt x="12513" y="47615"/>
                    <a:pt x="13687" y="37584"/>
                    <a:pt x="13806" y="27434"/>
                  </a:cubicBezTo>
                  <a:cubicBezTo>
                    <a:pt x="13925" y="16095"/>
                    <a:pt x="12944" y="3285"/>
                    <a:pt x="12944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2">
              <a:extLst>
                <a:ext uri="{FF2B5EF4-FFF2-40B4-BE49-F238E27FC236}">
                  <a16:creationId xmlns:a16="http://schemas.microsoft.com/office/drawing/2014/main" id="{1233B087-EF62-1359-0408-BB0B5CAC6ED7}"/>
                </a:ext>
              </a:extLst>
            </p:cNvPr>
            <p:cNvSpPr/>
            <p:nvPr/>
          </p:nvSpPr>
          <p:spPr>
            <a:xfrm>
              <a:off x="5230775" y="3240375"/>
              <a:ext cx="33825" cy="1190400"/>
            </a:xfrm>
            <a:custGeom>
              <a:avLst/>
              <a:gdLst/>
              <a:ahLst/>
              <a:cxnLst/>
              <a:rect l="l" t="t" r="r" b="b"/>
              <a:pathLst>
                <a:path w="1353" h="47616" fill="none" extrusionOk="0">
                  <a:moveTo>
                    <a:pt x="1" y="47615"/>
                  </a:moveTo>
                  <a:cubicBezTo>
                    <a:pt x="1" y="47615"/>
                    <a:pt x="1175" y="37406"/>
                    <a:pt x="1234" y="27122"/>
                  </a:cubicBezTo>
                  <a:cubicBezTo>
                    <a:pt x="1353" y="15857"/>
                    <a:pt x="432" y="3285"/>
                    <a:pt x="432" y="0"/>
                  </a:cubicBezTo>
                </a:path>
              </a:pathLst>
            </a:custGeom>
            <a:noFill/>
            <a:ln w="48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2">
              <a:extLst>
                <a:ext uri="{FF2B5EF4-FFF2-40B4-BE49-F238E27FC236}">
                  <a16:creationId xmlns:a16="http://schemas.microsoft.com/office/drawing/2014/main" id="{C52DF4F4-0A59-7A5B-1D4D-4923093ABAAF}"/>
                </a:ext>
              </a:extLst>
            </p:cNvPr>
            <p:cNvSpPr/>
            <p:nvPr/>
          </p:nvSpPr>
          <p:spPr>
            <a:xfrm>
              <a:off x="5447375" y="4009800"/>
              <a:ext cx="314350" cy="342200"/>
            </a:xfrm>
            <a:custGeom>
              <a:avLst/>
              <a:gdLst/>
              <a:ahLst/>
              <a:cxnLst/>
              <a:rect l="l" t="t" r="r" b="b"/>
              <a:pathLst>
                <a:path w="12574" h="13688" extrusionOk="0">
                  <a:moveTo>
                    <a:pt x="7862" y="1"/>
                  </a:moveTo>
                  <a:lnTo>
                    <a:pt x="313" y="744"/>
                  </a:lnTo>
                  <a:lnTo>
                    <a:pt x="1" y="10582"/>
                  </a:lnTo>
                  <a:lnTo>
                    <a:pt x="313" y="13688"/>
                  </a:lnTo>
                  <a:lnTo>
                    <a:pt x="12008" y="13688"/>
                  </a:lnTo>
                  <a:cubicBezTo>
                    <a:pt x="12321" y="13688"/>
                    <a:pt x="12573" y="13435"/>
                    <a:pt x="12573" y="13183"/>
                  </a:cubicBezTo>
                  <a:cubicBezTo>
                    <a:pt x="12573" y="12945"/>
                    <a:pt x="12454" y="12752"/>
                    <a:pt x="12202" y="12692"/>
                  </a:cubicBezTo>
                  <a:lnTo>
                    <a:pt x="7000" y="10210"/>
                  </a:lnTo>
                  <a:lnTo>
                    <a:pt x="7862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2">
              <a:extLst>
                <a:ext uri="{FF2B5EF4-FFF2-40B4-BE49-F238E27FC236}">
                  <a16:creationId xmlns:a16="http://schemas.microsoft.com/office/drawing/2014/main" id="{27EF049F-104B-6390-7F7F-8719F427B196}"/>
                </a:ext>
              </a:extLst>
            </p:cNvPr>
            <p:cNvSpPr/>
            <p:nvPr/>
          </p:nvSpPr>
          <p:spPr>
            <a:xfrm>
              <a:off x="5438100" y="4265050"/>
              <a:ext cx="340700" cy="117800"/>
            </a:xfrm>
            <a:custGeom>
              <a:avLst/>
              <a:gdLst/>
              <a:ahLst/>
              <a:cxnLst/>
              <a:rect l="l" t="t" r="r" b="b"/>
              <a:pathLst>
                <a:path w="13628" h="4712" extrusionOk="0">
                  <a:moveTo>
                    <a:pt x="7371" y="0"/>
                  </a:moveTo>
                  <a:cubicBezTo>
                    <a:pt x="6180" y="481"/>
                    <a:pt x="4859" y="629"/>
                    <a:pt x="3685" y="629"/>
                  </a:cubicBezTo>
                  <a:cubicBezTo>
                    <a:pt x="1811" y="629"/>
                    <a:pt x="312" y="253"/>
                    <a:pt x="312" y="253"/>
                  </a:cubicBezTo>
                  <a:lnTo>
                    <a:pt x="0" y="4459"/>
                  </a:lnTo>
                  <a:cubicBezTo>
                    <a:pt x="0" y="4592"/>
                    <a:pt x="119" y="4711"/>
                    <a:pt x="253" y="4711"/>
                  </a:cubicBezTo>
                  <a:lnTo>
                    <a:pt x="13375" y="4711"/>
                  </a:lnTo>
                  <a:cubicBezTo>
                    <a:pt x="13628" y="4711"/>
                    <a:pt x="13494" y="3344"/>
                    <a:pt x="13494" y="3344"/>
                  </a:cubicBezTo>
                  <a:cubicBezTo>
                    <a:pt x="13375" y="2973"/>
                    <a:pt x="13123" y="2542"/>
                    <a:pt x="12885" y="2423"/>
                  </a:cubicBezTo>
                  <a:lnTo>
                    <a:pt x="7371" y="0"/>
                  </a:ln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2">
              <a:extLst>
                <a:ext uri="{FF2B5EF4-FFF2-40B4-BE49-F238E27FC236}">
                  <a16:creationId xmlns:a16="http://schemas.microsoft.com/office/drawing/2014/main" id="{8BAF74DE-DF76-689A-D4E9-F7E8603D4583}"/>
                </a:ext>
              </a:extLst>
            </p:cNvPr>
            <p:cNvSpPr/>
            <p:nvPr/>
          </p:nvSpPr>
          <p:spPr>
            <a:xfrm>
              <a:off x="5631650" y="4271350"/>
              <a:ext cx="20100" cy="32350"/>
            </a:xfrm>
            <a:custGeom>
              <a:avLst/>
              <a:gdLst/>
              <a:ahLst/>
              <a:cxnLst/>
              <a:rect l="l" t="t" r="r" b="b"/>
              <a:pathLst>
                <a:path w="804" h="1294" fill="none" extrusionOk="0">
                  <a:moveTo>
                    <a:pt x="803" y="1"/>
                  </a:moveTo>
                  <a:cubicBezTo>
                    <a:pt x="491" y="432"/>
                    <a:pt x="253" y="863"/>
                    <a:pt x="1" y="1294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2">
              <a:extLst>
                <a:ext uri="{FF2B5EF4-FFF2-40B4-BE49-F238E27FC236}">
                  <a16:creationId xmlns:a16="http://schemas.microsoft.com/office/drawing/2014/main" id="{05983939-C344-246D-E0E6-774FAA546543}"/>
                </a:ext>
              </a:extLst>
            </p:cNvPr>
            <p:cNvSpPr/>
            <p:nvPr/>
          </p:nvSpPr>
          <p:spPr>
            <a:xfrm>
              <a:off x="5653200" y="4282125"/>
              <a:ext cx="15625" cy="27900"/>
            </a:xfrm>
            <a:custGeom>
              <a:avLst/>
              <a:gdLst/>
              <a:ahLst/>
              <a:cxnLst/>
              <a:rect l="l" t="t" r="r" b="b"/>
              <a:pathLst>
                <a:path w="625" h="1116" fill="none" extrusionOk="0">
                  <a:moveTo>
                    <a:pt x="625" y="1"/>
                  </a:moveTo>
                  <a:cubicBezTo>
                    <a:pt x="313" y="432"/>
                    <a:pt x="194" y="685"/>
                    <a:pt x="1" y="1116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2">
              <a:extLst>
                <a:ext uri="{FF2B5EF4-FFF2-40B4-BE49-F238E27FC236}">
                  <a16:creationId xmlns:a16="http://schemas.microsoft.com/office/drawing/2014/main" id="{97EF3811-AC85-0124-698B-9AE0DC63ED80}"/>
                </a:ext>
              </a:extLst>
            </p:cNvPr>
            <p:cNvSpPr/>
            <p:nvPr/>
          </p:nvSpPr>
          <p:spPr>
            <a:xfrm>
              <a:off x="5668800" y="4289950"/>
              <a:ext cx="15650" cy="24900"/>
            </a:xfrm>
            <a:custGeom>
              <a:avLst/>
              <a:gdLst/>
              <a:ahLst/>
              <a:cxnLst/>
              <a:rect l="l" t="t" r="r" b="b"/>
              <a:pathLst>
                <a:path w="626" h="996" fill="none" extrusionOk="0">
                  <a:moveTo>
                    <a:pt x="625" y="0"/>
                  </a:moveTo>
                  <a:cubicBezTo>
                    <a:pt x="372" y="312"/>
                    <a:pt x="179" y="684"/>
                    <a:pt x="1" y="996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2">
              <a:extLst>
                <a:ext uri="{FF2B5EF4-FFF2-40B4-BE49-F238E27FC236}">
                  <a16:creationId xmlns:a16="http://schemas.microsoft.com/office/drawing/2014/main" id="{C6F376DA-ABFA-30C2-9608-7553B5395646}"/>
                </a:ext>
              </a:extLst>
            </p:cNvPr>
            <p:cNvSpPr/>
            <p:nvPr/>
          </p:nvSpPr>
          <p:spPr>
            <a:xfrm>
              <a:off x="5439575" y="4359425"/>
              <a:ext cx="335900" cy="25"/>
            </a:xfrm>
            <a:custGeom>
              <a:avLst/>
              <a:gdLst/>
              <a:ahLst/>
              <a:cxnLst/>
              <a:rect l="l" t="t" r="r" b="b"/>
              <a:pathLst>
                <a:path w="13436" h="1" fill="none" extrusionOk="0">
                  <a:moveTo>
                    <a:pt x="1" y="0"/>
                  </a:moveTo>
                  <a:lnTo>
                    <a:pt x="13435" y="0"/>
                  </a:ln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2">
              <a:extLst>
                <a:ext uri="{FF2B5EF4-FFF2-40B4-BE49-F238E27FC236}">
                  <a16:creationId xmlns:a16="http://schemas.microsoft.com/office/drawing/2014/main" id="{E27B8DFA-5F73-F649-7509-196CE1473F85}"/>
                </a:ext>
              </a:extLst>
            </p:cNvPr>
            <p:cNvSpPr/>
            <p:nvPr/>
          </p:nvSpPr>
          <p:spPr>
            <a:xfrm>
              <a:off x="5442925" y="4310000"/>
              <a:ext cx="85100" cy="49450"/>
            </a:xfrm>
            <a:custGeom>
              <a:avLst/>
              <a:gdLst/>
              <a:ahLst/>
              <a:cxnLst/>
              <a:rect l="l" t="t" r="r" b="b"/>
              <a:pathLst>
                <a:path w="3404" h="1978" fill="none" extrusionOk="0">
                  <a:moveTo>
                    <a:pt x="0" y="1"/>
                  </a:moveTo>
                  <a:cubicBezTo>
                    <a:pt x="0" y="1"/>
                    <a:pt x="3151" y="60"/>
                    <a:pt x="3404" y="1977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2">
              <a:extLst>
                <a:ext uri="{FF2B5EF4-FFF2-40B4-BE49-F238E27FC236}">
                  <a16:creationId xmlns:a16="http://schemas.microsoft.com/office/drawing/2014/main" id="{31E39D96-79D0-C02A-E086-33068B1B18A3}"/>
                </a:ext>
              </a:extLst>
            </p:cNvPr>
            <p:cNvSpPr/>
            <p:nvPr/>
          </p:nvSpPr>
          <p:spPr>
            <a:xfrm>
              <a:off x="5704475" y="4312975"/>
              <a:ext cx="27900" cy="46475"/>
            </a:xfrm>
            <a:custGeom>
              <a:avLst/>
              <a:gdLst/>
              <a:ahLst/>
              <a:cxnLst/>
              <a:rect l="l" t="t" r="r" b="b"/>
              <a:pathLst>
                <a:path w="1116" h="1859" fill="none" extrusionOk="0">
                  <a:moveTo>
                    <a:pt x="1115" y="0"/>
                  </a:moveTo>
                  <a:cubicBezTo>
                    <a:pt x="1115" y="0"/>
                    <a:pt x="179" y="1308"/>
                    <a:pt x="1" y="1858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2">
              <a:extLst>
                <a:ext uri="{FF2B5EF4-FFF2-40B4-BE49-F238E27FC236}">
                  <a16:creationId xmlns:a16="http://schemas.microsoft.com/office/drawing/2014/main" id="{5A741802-032B-2FD5-1C28-E36B12B29851}"/>
                </a:ext>
              </a:extLst>
            </p:cNvPr>
            <p:cNvSpPr/>
            <p:nvPr/>
          </p:nvSpPr>
          <p:spPr>
            <a:xfrm>
              <a:off x="5062100" y="3266750"/>
              <a:ext cx="648350" cy="968975"/>
            </a:xfrm>
            <a:custGeom>
              <a:avLst/>
              <a:gdLst/>
              <a:ahLst/>
              <a:cxnLst/>
              <a:rect l="l" t="t" r="r" b="b"/>
              <a:pathLst>
                <a:path w="25934" h="38759" extrusionOk="0">
                  <a:moveTo>
                    <a:pt x="669" y="0"/>
                  </a:moveTo>
                  <a:lnTo>
                    <a:pt x="669" y="0"/>
                  </a:lnTo>
                  <a:cubicBezTo>
                    <a:pt x="669" y="1"/>
                    <a:pt x="1" y="3954"/>
                    <a:pt x="1487" y="7178"/>
                  </a:cubicBezTo>
                  <a:cubicBezTo>
                    <a:pt x="3032" y="10775"/>
                    <a:pt x="6436" y="11577"/>
                    <a:pt x="6436" y="11577"/>
                  </a:cubicBezTo>
                  <a:cubicBezTo>
                    <a:pt x="6436" y="11577"/>
                    <a:pt x="14416" y="18443"/>
                    <a:pt x="15100" y="20435"/>
                  </a:cubicBezTo>
                  <a:cubicBezTo>
                    <a:pt x="15664" y="22158"/>
                    <a:pt x="14550" y="38758"/>
                    <a:pt x="14550" y="38758"/>
                  </a:cubicBezTo>
                  <a:lnTo>
                    <a:pt x="23838" y="38758"/>
                  </a:lnTo>
                  <a:cubicBezTo>
                    <a:pt x="23838" y="38758"/>
                    <a:pt x="25933" y="20553"/>
                    <a:pt x="24447" y="16526"/>
                  </a:cubicBezTo>
                  <a:cubicBezTo>
                    <a:pt x="22411" y="10775"/>
                    <a:pt x="13123" y="1977"/>
                    <a:pt x="13123" y="1977"/>
                  </a:cubicBezTo>
                  <a:lnTo>
                    <a:pt x="669" y="0"/>
                  </a:ln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52">
              <a:extLst>
                <a:ext uri="{FF2B5EF4-FFF2-40B4-BE49-F238E27FC236}">
                  <a16:creationId xmlns:a16="http://schemas.microsoft.com/office/drawing/2014/main" id="{53430073-8EEA-73AF-F8FC-3D3E8E0D6D4E}"/>
                </a:ext>
              </a:extLst>
            </p:cNvPr>
            <p:cNvSpPr/>
            <p:nvPr/>
          </p:nvSpPr>
          <p:spPr>
            <a:xfrm>
              <a:off x="5334425" y="3316175"/>
              <a:ext cx="318800" cy="919550"/>
            </a:xfrm>
            <a:custGeom>
              <a:avLst/>
              <a:gdLst/>
              <a:ahLst/>
              <a:cxnLst/>
              <a:rect l="l" t="t" r="r" b="b"/>
              <a:pathLst>
                <a:path w="12752" h="36782" fill="none" extrusionOk="0">
                  <a:moveTo>
                    <a:pt x="1" y="0"/>
                  </a:moveTo>
                  <a:cubicBezTo>
                    <a:pt x="1" y="0"/>
                    <a:pt x="9661" y="10224"/>
                    <a:pt x="11399" y="14549"/>
                  </a:cubicBezTo>
                  <a:cubicBezTo>
                    <a:pt x="12752" y="17833"/>
                    <a:pt x="10775" y="36781"/>
                    <a:pt x="10775" y="36781"/>
                  </a:cubicBezTo>
                </a:path>
              </a:pathLst>
            </a:custGeom>
            <a:noFill/>
            <a:ln w="48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52">
              <a:extLst>
                <a:ext uri="{FF2B5EF4-FFF2-40B4-BE49-F238E27FC236}">
                  <a16:creationId xmlns:a16="http://schemas.microsoft.com/office/drawing/2014/main" id="{AA1A3CA8-1009-E4FD-660F-4929A87669E7}"/>
                </a:ext>
              </a:extLst>
            </p:cNvPr>
            <p:cNvSpPr/>
            <p:nvPr/>
          </p:nvSpPr>
          <p:spPr>
            <a:xfrm>
              <a:off x="5099250" y="3446200"/>
              <a:ext cx="195075" cy="172050"/>
            </a:xfrm>
            <a:custGeom>
              <a:avLst/>
              <a:gdLst/>
              <a:ahLst/>
              <a:cxnLst/>
              <a:rect l="l" t="t" r="r" b="b"/>
              <a:pathLst>
                <a:path w="7803" h="6882" fill="none" extrusionOk="0">
                  <a:moveTo>
                    <a:pt x="7803" y="6881"/>
                  </a:moveTo>
                  <a:cubicBezTo>
                    <a:pt x="7060" y="6257"/>
                    <a:pt x="5752" y="5083"/>
                    <a:pt x="5381" y="4771"/>
                  </a:cubicBezTo>
                  <a:cubicBezTo>
                    <a:pt x="5128" y="4518"/>
                    <a:pt x="4890" y="4340"/>
                    <a:pt x="4578" y="4280"/>
                  </a:cubicBezTo>
                  <a:cubicBezTo>
                    <a:pt x="3582" y="3909"/>
                    <a:pt x="1234" y="2854"/>
                    <a:pt x="1" y="0"/>
                  </a:cubicBezTo>
                </a:path>
              </a:pathLst>
            </a:custGeom>
            <a:noFill/>
            <a:ln w="48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2">
              <a:extLst>
                <a:ext uri="{FF2B5EF4-FFF2-40B4-BE49-F238E27FC236}">
                  <a16:creationId xmlns:a16="http://schemas.microsoft.com/office/drawing/2014/main" id="{508E6AFD-791B-BBA4-04E9-B49CCA59AA6B}"/>
                </a:ext>
              </a:extLst>
            </p:cNvPr>
            <p:cNvSpPr/>
            <p:nvPr/>
          </p:nvSpPr>
          <p:spPr>
            <a:xfrm>
              <a:off x="5162425" y="3395300"/>
              <a:ext cx="97725" cy="3000"/>
            </a:xfrm>
            <a:custGeom>
              <a:avLst/>
              <a:gdLst/>
              <a:ahLst/>
              <a:cxnLst/>
              <a:rect l="l" t="t" r="r" b="b"/>
              <a:pathLst>
                <a:path w="3909" h="120" fill="none" extrusionOk="0">
                  <a:moveTo>
                    <a:pt x="0" y="0"/>
                  </a:moveTo>
                  <a:cubicBezTo>
                    <a:pt x="0" y="0"/>
                    <a:pt x="2794" y="119"/>
                    <a:pt x="3909" y="0"/>
                  </a:cubicBezTo>
                </a:path>
              </a:pathLst>
            </a:custGeom>
            <a:noFill/>
            <a:ln w="48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2">
              <a:extLst>
                <a:ext uri="{FF2B5EF4-FFF2-40B4-BE49-F238E27FC236}">
                  <a16:creationId xmlns:a16="http://schemas.microsoft.com/office/drawing/2014/main" id="{951ED5C1-405E-ADF4-2FA0-627AC67FC993}"/>
                </a:ext>
              </a:extLst>
            </p:cNvPr>
            <p:cNvSpPr/>
            <p:nvPr/>
          </p:nvSpPr>
          <p:spPr>
            <a:xfrm>
              <a:off x="4975175" y="3395300"/>
              <a:ext cx="55750" cy="25"/>
            </a:xfrm>
            <a:custGeom>
              <a:avLst/>
              <a:gdLst/>
              <a:ahLst/>
              <a:cxnLst/>
              <a:rect l="l" t="t" r="r" b="b"/>
              <a:pathLst>
                <a:path w="2230" h="1" fill="none" extrusionOk="0">
                  <a:moveTo>
                    <a:pt x="0" y="0"/>
                  </a:moveTo>
                  <a:lnTo>
                    <a:pt x="2229" y="0"/>
                  </a:lnTo>
                </a:path>
              </a:pathLst>
            </a:custGeom>
            <a:noFill/>
            <a:ln w="48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2">
              <a:extLst>
                <a:ext uri="{FF2B5EF4-FFF2-40B4-BE49-F238E27FC236}">
                  <a16:creationId xmlns:a16="http://schemas.microsoft.com/office/drawing/2014/main" id="{64C46A11-2812-70B4-7A3A-9EA7D826E022}"/>
                </a:ext>
              </a:extLst>
            </p:cNvPr>
            <p:cNvSpPr/>
            <p:nvPr/>
          </p:nvSpPr>
          <p:spPr>
            <a:xfrm>
              <a:off x="5805150" y="2705600"/>
              <a:ext cx="205875" cy="167725"/>
            </a:xfrm>
            <a:custGeom>
              <a:avLst/>
              <a:gdLst/>
              <a:ahLst/>
              <a:cxnLst/>
              <a:rect l="l" t="t" r="r" b="b"/>
              <a:pathLst>
                <a:path w="8235" h="6709" extrusionOk="0">
                  <a:moveTo>
                    <a:pt x="5387" y="1"/>
                  </a:moveTo>
                  <a:cubicBezTo>
                    <a:pt x="4875" y="1"/>
                    <a:pt x="869" y="1725"/>
                    <a:pt x="1" y="2131"/>
                  </a:cubicBezTo>
                  <a:lnTo>
                    <a:pt x="1725" y="6709"/>
                  </a:lnTo>
                  <a:cubicBezTo>
                    <a:pt x="1725" y="6709"/>
                    <a:pt x="6376" y="5104"/>
                    <a:pt x="6243" y="4361"/>
                  </a:cubicBezTo>
                  <a:cubicBezTo>
                    <a:pt x="6212" y="4112"/>
                    <a:pt x="6056" y="4050"/>
                    <a:pt x="5909" y="4050"/>
                  </a:cubicBezTo>
                  <a:cubicBezTo>
                    <a:pt x="5767" y="4050"/>
                    <a:pt x="5633" y="4108"/>
                    <a:pt x="5633" y="4108"/>
                  </a:cubicBezTo>
                  <a:cubicBezTo>
                    <a:pt x="5633" y="4108"/>
                    <a:pt x="6317" y="3811"/>
                    <a:pt x="6183" y="3365"/>
                  </a:cubicBezTo>
                  <a:cubicBezTo>
                    <a:pt x="6101" y="3166"/>
                    <a:pt x="5950" y="3113"/>
                    <a:pt x="5810" y="3113"/>
                  </a:cubicBezTo>
                  <a:cubicBezTo>
                    <a:pt x="5651" y="3113"/>
                    <a:pt x="5508" y="3182"/>
                    <a:pt x="5500" y="3186"/>
                  </a:cubicBezTo>
                  <a:lnTo>
                    <a:pt x="5500" y="3186"/>
                  </a:lnTo>
                  <a:cubicBezTo>
                    <a:pt x="5520" y="3176"/>
                    <a:pt x="6371" y="2750"/>
                    <a:pt x="5945" y="2250"/>
                  </a:cubicBezTo>
                  <a:cubicBezTo>
                    <a:pt x="5838" y="2093"/>
                    <a:pt x="5675" y="2047"/>
                    <a:pt x="5523" y="2047"/>
                  </a:cubicBezTo>
                  <a:cubicBezTo>
                    <a:pt x="5316" y="2047"/>
                    <a:pt x="5128" y="2131"/>
                    <a:pt x="5128" y="2131"/>
                  </a:cubicBezTo>
                  <a:cubicBezTo>
                    <a:pt x="5128" y="2131"/>
                    <a:pt x="8234" y="705"/>
                    <a:pt x="7922" y="274"/>
                  </a:cubicBezTo>
                  <a:cubicBezTo>
                    <a:pt x="7894" y="214"/>
                    <a:pt x="7821" y="189"/>
                    <a:pt x="7718" y="189"/>
                  </a:cubicBezTo>
                  <a:cubicBezTo>
                    <a:pt x="7384" y="189"/>
                    <a:pt x="6737" y="452"/>
                    <a:pt x="6317" y="645"/>
                  </a:cubicBezTo>
                  <a:cubicBezTo>
                    <a:pt x="5693" y="957"/>
                    <a:pt x="4385" y="1269"/>
                    <a:pt x="4326" y="1269"/>
                  </a:cubicBezTo>
                  <a:cubicBezTo>
                    <a:pt x="4207" y="1210"/>
                    <a:pt x="5574" y="274"/>
                    <a:pt x="5440" y="21"/>
                  </a:cubicBezTo>
                  <a:cubicBezTo>
                    <a:pt x="5437" y="7"/>
                    <a:pt x="5418" y="1"/>
                    <a:pt x="5387" y="1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2">
              <a:extLst>
                <a:ext uri="{FF2B5EF4-FFF2-40B4-BE49-F238E27FC236}">
                  <a16:creationId xmlns:a16="http://schemas.microsoft.com/office/drawing/2014/main" id="{AFD9C9AA-5673-9DCA-983F-AAA721B8EF07}"/>
                </a:ext>
              </a:extLst>
            </p:cNvPr>
            <p:cNvSpPr/>
            <p:nvPr/>
          </p:nvSpPr>
          <p:spPr>
            <a:xfrm>
              <a:off x="4959925" y="2635150"/>
              <a:ext cx="471875" cy="701100"/>
            </a:xfrm>
            <a:custGeom>
              <a:avLst/>
              <a:gdLst/>
              <a:ahLst/>
              <a:cxnLst/>
              <a:rect l="l" t="t" r="r" b="b"/>
              <a:pathLst>
                <a:path w="18875" h="28044" extrusionOk="0">
                  <a:moveTo>
                    <a:pt x="7119" y="1"/>
                  </a:moveTo>
                  <a:cubicBezTo>
                    <a:pt x="7119" y="1"/>
                    <a:pt x="3211" y="550"/>
                    <a:pt x="1353" y="12633"/>
                  </a:cubicBezTo>
                  <a:cubicBezTo>
                    <a:pt x="1" y="21178"/>
                    <a:pt x="432" y="28044"/>
                    <a:pt x="432" y="28044"/>
                  </a:cubicBezTo>
                  <a:lnTo>
                    <a:pt x="18325" y="28044"/>
                  </a:lnTo>
                  <a:cubicBezTo>
                    <a:pt x="18325" y="28044"/>
                    <a:pt x="18875" y="9601"/>
                    <a:pt x="17953" y="6123"/>
                  </a:cubicBezTo>
                  <a:lnTo>
                    <a:pt x="11385" y="491"/>
                  </a:lnTo>
                  <a:cubicBezTo>
                    <a:pt x="11385" y="491"/>
                    <a:pt x="10711" y="1034"/>
                    <a:pt x="9588" y="1034"/>
                  </a:cubicBezTo>
                  <a:cubicBezTo>
                    <a:pt x="9397" y="1034"/>
                    <a:pt x="9193" y="1018"/>
                    <a:pt x="8977" y="981"/>
                  </a:cubicBezTo>
                  <a:cubicBezTo>
                    <a:pt x="7491" y="744"/>
                    <a:pt x="7119" y="1"/>
                    <a:pt x="7119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2">
              <a:extLst>
                <a:ext uri="{FF2B5EF4-FFF2-40B4-BE49-F238E27FC236}">
                  <a16:creationId xmlns:a16="http://schemas.microsoft.com/office/drawing/2014/main" id="{5C0F6237-4212-D6D6-BD26-6EBEA808BA0B}"/>
                </a:ext>
              </a:extLst>
            </p:cNvPr>
            <p:cNvSpPr/>
            <p:nvPr/>
          </p:nvSpPr>
          <p:spPr>
            <a:xfrm>
              <a:off x="5244525" y="2647425"/>
              <a:ext cx="647225" cy="368575"/>
            </a:xfrm>
            <a:custGeom>
              <a:avLst/>
              <a:gdLst/>
              <a:ahLst/>
              <a:cxnLst/>
              <a:rect l="l" t="t" r="r" b="b"/>
              <a:pathLst>
                <a:path w="25889" h="14743" extrusionOk="0">
                  <a:moveTo>
                    <a:pt x="1" y="0"/>
                  </a:moveTo>
                  <a:lnTo>
                    <a:pt x="1427" y="8857"/>
                  </a:lnTo>
                  <a:cubicBezTo>
                    <a:pt x="1427" y="8857"/>
                    <a:pt x="6688" y="14742"/>
                    <a:pt x="11652" y="14742"/>
                  </a:cubicBezTo>
                  <a:cubicBezTo>
                    <a:pt x="16600" y="14742"/>
                    <a:pt x="25889" y="9481"/>
                    <a:pt x="25889" y="9481"/>
                  </a:cubicBezTo>
                  <a:lnTo>
                    <a:pt x="23659" y="3403"/>
                  </a:lnTo>
                  <a:lnTo>
                    <a:pt x="12885" y="7252"/>
                  </a:lnTo>
                  <a:cubicBezTo>
                    <a:pt x="12885" y="7252"/>
                    <a:pt x="7193" y="1917"/>
                    <a:pt x="4518" y="996"/>
                  </a:cubicBezTo>
                  <a:cubicBezTo>
                    <a:pt x="1918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52">
              <a:extLst>
                <a:ext uri="{FF2B5EF4-FFF2-40B4-BE49-F238E27FC236}">
                  <a16:creationId xmlns:a16="http://schemas.microsoft.com/office/drawing/2014/main" id="{082E6B96-528E-746E-681A-FA2F9FC25D78}"/>
                </a:ext>
              </a:extLst>
            </p:cNvPr>
            <p:cNvSpPr/>
            <p:nvPr/>
          </p:nvSpPr>
          <p:spPr>
            <a:xfrm>
              <a:off x="5298775" y="2888900"/>
              <a:ext cx="123725" cy="92925"/>
            </a:xfrm>
            <a:custGeom>
              <a:avLst/>
              <a:gdLst/>
              <a:ahLst/>
              <a:cxnLst/>
              <a:rect l="l" t="t" r="r" b="b"/>
              <a:pathLst>
                <a:path w="4949" h="3717" fill="none" extrusionOk="0">
                  <a:moveTo>
                    <a:pt x="4949" y="3716"/>
                  </a:moveTo>
                  <a:cubicBezTo>
                    <a:pt x="4949" y="3716"/>
                    <a:pt x="1605" y="1175"/>
                    <a:pt x="0" y="1"/>
                  </a:cubicBezTo>
                </a:path>
              </a:pathLst>
            </a:custGeom>
            <a:noFill/>
            <a:ln w="6325" cap="flat" cmpd="sng">
              <a:solidFill>
                <a:srgbClr val="212237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52">
              <a:extLst>
                <a:ext uri="{FF2B5EF4-FFF2-40B4-BE49-F238E27FC236}">
                  <a16:creationId xmlns:a16="http://schemas.microsoft.com/office/drawing/2014/main" id="{AE7D05E8-DAE4-437A-B025-FC15F1078A38}"/>
                </a:ext>
              </a:extLst>
            </p:cNvPr>
            <p:cNvSpPr/>
            <p:nvPr/>
          </p:nvSpPr>
          <p:spPr>
            <a:xfrm>
              <a:off x="5811100" y="2741775"/>
              <a:ext cx="51300" cy="159425"/>
            </a:xfrm>
            <a:custGeom>
              <a:avLst/>
              <a:gdLst/>
              <a:ahLst/>
              <a:cxnLst/>
              <a:rect l="l" t="t" r="r" b="b"/>
              <a:pathLst>
                <a:path w="2052" h="6377" fill="none" extrusionOk="0">
                  <a:moveTo>
                    <a:pt x="1" y="1"/>
                  </a:moveTo>
                  <a:lnTo>
                    <a:pt x="2052" y="6376"/>
                  </a:lnTo>
                </a:path>
              </a:pathLst>
            </a:custGeom>
            <a:noFill/>
            <a:ln w="6325" cap="flat" cmpd="sng">
              <a:solidFill>
                <a:srgbClr val="212237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52">
              <a:extLst>
                <a:ext uri="{FF2B5EF4-FFF2-40B4-BE49-F238E27FC236}">
                  <a16:creationId xmlns:a16="http://schemas.microsoft.com/office/drawing/2014/main" id="{28D1B830-3947-9E53-9285-8AA6184E5DE7}"/>
                </a:ext>
              </a:extLst>
            </p:cNvPr>
            <p:cNvSpPr/>
            <p:nvPr/>
          </p:nvSpPr>
          <p:spPr>
            <a:xfrm>
              <a:off x="4969225" y="3299075"/>
              <a:ext cx="450325" cy="25"/>
            </a:xfrm>
            <a:custGeom>
              <a:avLst/>
              <a:gdLst/>
              <a:ahLst/>
              <a:cxnLst/>
              <a:rect l="l" t="t" r="r" b="b"/>
              <a:pathLst>
                <a:path w="18013" h="1" fill="none" extrusionOk="0">
                  <a:moveTo>
                    <a:pt x="0" y="0"/>
                  </a:moveTo>
                  <a:lnTo>
                    <a:pt x="18012" y="0"/>
                  </a:lnTo>
                </a:path>
              </a:pathLst>
            </a:custGeom>
            <a:noFill/>
            <a:ln w="6325" cap="flat" cmpd="sng">
              <a:solidFill>
                <a:srgbClr val="212237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52">
              <a:extLst>
                <a:ext uri="{FF2B5EF4-FFF2-40B4-BE49-F238E27FC236}">
                  <a16:creationId xmlns:a16="http://schemas.microsoft.com/office/drawing/2014/main" id="{CBCC0773-5927-9CB2-C3E0-4844E3367746}"/>
                </a:ext>
              </a:extLst>
            </p:cNvPr>
            <p:cNvSpPr/>
            <p:nvPr/>
          </p:nvSpPr>
          <p:spPr>
            <a:xfrm>
              <a:off x="5343725" y="2923075"/>
              <a:ext cx="3000" cy="413175"/>
            </a:xfrm>
            <a:custGeom>
              <a:avLst/>
              <a:gdLst/>
              <a:ahLst/>
              <a:cxnLst/>
              <a:rect l="l" t="t" r="r" b="b"/>
              <a:pathLst>
                <a:path w="120" h="16527" fill="none" extrusionOk="0">
                  <a:moveTo>
                    <a:pt x="0" y="1"/>
                  </a:moveTo>
                  <a:cubicBezTo>
                    <a:pt x="119" y="5143"/>
                    <a:pt x="0" y="16527"/>
                    <a:pt x="0" y="16527"/>
                  </a:cubicBezTo>
                </a:path>
              </a:pathLst>
            </a:custGeom>
            <a:noFill/>
            <a:ln w="6325" cap="flat" cmpd="sng">
              <a:solidFill>
                <a:srgbClr val="212237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52">
              <a:extLst>
                <a:ext uri="{FF2B5EF4-FFF2-40B4-BE49-F238E27FC236}">
                  <a16:creationId xmlns:a16="http://schemas.microsoft.com/office/drawing/2014/main" id="{53DE6132-98B7-0918-C7D8-0D08A09928CB}"/>
                </a:ext>
              </a:extLst>
            </p:cNvPr>
            <p:cNvSpPr/>
            <p:nvPr/>
          </p:nvSpPr>
          <p:spPr>
            <a:xfrm>
              <a:off x="5130100" y="2568650"/>
              <a:ext cx="131550" cy="99575"/>
            </a:xfrm>
            <a:custGeom>
              <a:avLst/>
              <a:gdLst/>
              <a:ahLst/>
              <a:cxnLst/>
              <a:rect l="l" t="t" r="r" b="b"/>
              <a:pathLst>
                <a:path w="5262" h="3983" extrusionOk="0">
                  <a:moveTo>
                    <a:pt x="431" y="0"/>
                  </a:moveTo>
                  <a:lnTo>
                    <a:pt x="0" y="3270"/>
                  </a:lnTo>
                  <a:cubicBezTo>
                    <a:pt x="0" y="3270"/>
                    <a:pt x="1337" y="3982"/>
                    <a:pt x="2852" y="3982"/>
                  </a:cubicBezTo>
                  <a:cubicBezTo>
                    <a:pt x="3663" y="3982"/>
                    <a:pt x="4525" y="3778"/>
                    <a:pt x="5261" y="3151"/>
                  </a:cubicBezTo>
                  <a:lnTo>
                    <a:pt x="5261" y="1293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52">
              <a:extLst>
                <a:ext uri="{FF2B5EF4-FFF2-40B4-BE49-F238E27FC236}">
                  <a16:creationId xmlns:a16="http://schemas.microsoft.com/office/drawing/2014/main" id="{191F9A08-3285-B23D-51E8-7C1ED3C5B043}"/>
                </a:ext>
              </a:extLst>
            </p:cNvPr>
            <p:cNvSpPr/>
            <p:nvPr/>
          </p:nvSpPr>
          <p:spPr>
            <a:xfrm>
              <a:off x="5127125" y="2441500"/>
              <a:ext cx="211800" cy="173150"/>
            </a:xfrm>
            <a:custGeom>
              <a:avLst/>
              <a:gdLst/>
              <a:ahLst/>
              <a:cxnLst/>
              <a:rect l="l" t="t" r="r" b="b"/>
              <a:pathLst>
                <a:path w="8472" h="6926" extrusionOk="0">
                  <a:moveTo>
                    <a:pt x="4689" y="1"/>
                  </a:moveTo>
                  <a:cubicBezTo>
                    <a:pt x="4061" y="1"/>
                    <a:pt x="1502" y="148"/>
                    <a:pt x="372" y="2486"/>
                  </a:cubicBezTo>
                  <a:cubicBezTo>
                    <a:pt x="0" y="3155"/>
                    <a:pt x="2289" y="5830"/>
                    <a:pt x="3092" y="6320"/>
                  </a:cubicBezTo>
                  <a:cubicBezTo>
                    <a:pt x="3658" y="6687"/>
                    <a:pt x="4579" y="6925"/>
                    <a:pt x="5416" y="6925"/>
                  </a:cubicBezTo>
                  <a:cubicBezTo>
                    <a:pt x="6140" y="6925"/>
                    <a:pt x="6802" y="6747"/>
                    <a:pt x="7119" y="6320"/>
                  </a:cubicBezTo>
                  <a:cubicBezTo>
                    <a:pt x="8471" y="4641"/>
                    <a:pt x="4830" y="4"/>
                    <a:pt x="4830" y="4"/>
                  </a:cubicBezTo>
                  <a:cubicBezTo>
                    <a:pt x="4830" y="4"/>
                    <a:pt x="4780" y="1"/>
                    <a:pt x="4689" y="1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52">
              <a:extLst>
                <a:ext uri="{FF2B5EF4-FFF2-40B4-BE49-F238E27FC236}">
                  <a16:creationId xmlns:a16="http://schemas.microsoft.com/office/drawing/2014/main" id="{4B32ECE4-A8E6-1249-FBCC-71FEC8102F0C}"/>
                </a:ext>
              </a:extLst>
            </p:cNvPr>
            <p:cNvSpPr/>
            <p:nvPr/>
          </p:nvSpPr>
          <p:spPr>
            <a:xfrm>
              <a:off x="5024950" y="2418650"/>
              <a:ext cx="247475" cy="287275"/>
            </a:xfrm>
            <a:custGeom>
              <a:avLst/>
              <a:gdLst/>
              <a:ahLst/>
              <a:cxnLst/>
              <a:rect l="l" t="t" r="r" b="b"/>
              <a:pathLst>
                <a:path w="9899" h="11491" extrusionOk="0">
                  <a:moveTo>
                    <a:pt x="7104" y="0"/>
                  </a:moveTo>
                  <a:cubicBezTo>
                    <a:pt x="5874" y="0"/>
                    <a:pt x="4524" y="426"/>
                    <a:pt x="3344" y="1408"/>
                  </a:cubicBezTo>
                  <a:cubicBezTo>
                    <a:pt x="1041" y="3325"/>
                    <a:pt x="1" y="9775"/>
                    <a:pt x="1" y="9775"/>
                  </a:cubicBezTo>
                  <a:cubicBezTo>
                    <a:pt x="2109" y="11255"/>
                    <a:pt x="5055" y="11491"/>
                    <a:pt x="6715" y="11491"/>
                  </a:cubicBezTo>
                  <a:cubicBezTo>
                    <a:pt x="7487" y="11491"/>
                    <a:pt x="7981" y="11440"/>
                    <a:pt x="7981" y="11440"/>
                  </a:cubicBezTo>
                  <a:lnTo>
                    <a:pt x="8234" y="5317"/>
                  </a:lnTo>
                  <a:cubicBezTo>
                    <a:pt x="8234" y="5317"/>
                    <a:pt x="8471" y="3638"/>
                    <a:pt x="8412" y="1720"/>
                  </a:cubicBezTo>
                  <a:cubicBezTo>
                    <a:pt x="8412" y="1720"/>
                    <a:pt x="9096" y="1720"/>
                    <a:pt x="9408" y="1602"/>
                  </a:cubicBezTo>
                  <a:cubicBezTo>
                    <a:pt x="9660" y="1468"/>
                    <a:pt x="9898" y="918"/>
                    <a:pt x="9898" y="918"/>
                  </a:cubicBezTo>
                  <a:cubicBezTo>
                    <a:pt x="9198" y="337"/>
                    <a:pt x="8199" y="0"/>
                    <a:pt x="7104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52">
              <a:extLst>
                <a:ext uri="{FF2B5EF4-FFF2-40B4-BE49-F238E27FC236}">
                  <a16:creationId xmlns:a16="http://schemas.microsoft.com/office/drawing/2014/main" id="{AE369C68-BCDD-1737-F57C-BC76720C99B9}"/>
                </a:ext>
              </a:extLst>
            </p:cNvPr>
            <p:cNvSpPr/>
            <p:nvPr/>
          </p:nvSpPr>
          <p:spPr>
            <a:xfrm>
              <a:off x="5210725" y="2525600"/>
              <a:ext cx="43125" cy="46750"/>
            </a:xfrm>
            <a:custGeom>
              <a:avLst/>
              <a:gdLst/>
              <a:ahLst/>
              <a:cxnLst/>
              <a:rect l="l" t="t" r="r" b="b"/>
              <a:pathLst>
                <a:path w="1725" h="1870" extrusionOk="0">
                  <a:moveTo>
                    <a:pt x="671" y="1"/>
                  </a:moveTo>
                  <a:cubicBezTo>
                    <a:pt x="516" y="1"/>
                    <a:pt x="387" y="91"/>
                    <a:pt x="297" y="236"/>
                  </a:cubicBezTo>
                  <a:cubicBezTo>
                    <a:pt x="0" y="667"/>
                    <a:pt x="550" y="1529"/>
                    <a:pt x="803" y="1648"/>
                  </a:cubicBezTo>
                  <a:cubicBezTo>
                    <a:pt x="1028" y="1792"/>
                    <a:pt x="1241" y="1869"/>
                    <a:pt x="1405" y="1869"/>
                  </a:cubicBezTo>
                  <a:cubicBezTo>
                    <a:pt x="1598" y="1869"/>
                    <a:pt x="1724" y="1762"/>
                    <a:pt x="1724" y="1529"/>
                  </a:cubicBezTo>
                  <a:lnTo>
                    <a:pt x="1293" y="415"/>
                  </a:lnTo>
                  <a:cubicBezTo>
                    <a:pt x="1062" y="121"/>
                    <a:pt x="849" y="1"/>
                    <a:pt x="671" y="1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52">
              <a:extLst>
                <a:ext uri="{FF2B5EF4-FFF2-40B4-BE49-F238E27FC236}">
                  <a16:creationId xmlns:a16="http://schemas.microsoft.com/office/drawing/2014/main" id="{1EA29A65-3453-2C15-A38E-0F3FC7FB0DDE}"/>
                </a:ext>
              </a:extLst>
            </p:cNvPr>
            <p:cNvSpPr/>
            <p:nvPr/>
          </p:nvSpPr>
          <p:spPr>
            <a:xfrm>
              <a:off x="5244525" y="2602450"/>
              <a:ext cx="17125" cy="12675"/>
            </a:xfrm>
            <a:custGeom>
              <a:avLst/>
              <a:gdLst/>
              <a:ahLst/>
              <a:cxnLst/>
              <a:rect l="l" t="t" r="r" b="b"/>
              <a:pathLst>
                <a:path w="685" h="507" fill="none" extrusionOk="0">
                  <a:moveTo>
                    <a:pt x="684" y="506"/>
                  </a:moveTo>
                  <a:cubicBezTo>
                    <a:pt x="194" y="506"/>
                    <a:pt x="1" y="1"/>
                    <a:pt x="1" y="1"/>
                  </a:cubicBezTo>
                </a:path>
              </a:pathLst>
            </a:custGeom>
            <a:noFill/>
            <a:ln w="2975" cap="flat" cmpd="sng">
              <a:solidFill>
                <a:srgbClr val="B87F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52">
              <a:extLst>
                <a:ext uri="{FF2B5EF4-FFF2-40B4-BE49-F238E27FC236}">
                  <a16:creationId xmlns:a16="http://schemas.microsoft.com/office/drawing/2014/main" id="{FEC4133D-2451-0746-CDFB-1408F47D4256}"/>
                </a:ext>
              </a:extLst>
            </p:cNvPr>
            <p:cNvSpPr/>
            <p:nvPr/>
          </p:nvSpPr>
          <p:spPr>
            <a:xfrm>
              <a:off x="5263725" y="2498600"/>
              <a:ext cx="15000" cy="15825"/>
            </a:xfrm>
            <a:custGeom>
              <a:avLst/>
              <a:gdLst/>
              <a:ahLst/>
              <a:cxnLst/>
              <a:rect l="l" t="t" r="r" b="b"/>
              <a:pathLst>
                <a:path w="600" h="633" extrusionOk="0">
                  <a:moveTo>
                    <a:pt x="171" y="1"/>
                  </a:moveTo>
                  <a:cubicBezTo>
                    <a:pt x="1" y="1"/>
                    <a:pt x="91" y="633"/>
                    <a:pt x="407" y="633"/>
                  </a:cubicBezTo>
                  <a:cubicBezTo>
                    <a:pt x="481" y="633"/>
                    <a:pt x="481" y="633"/>
                    <a:pt x="540" y="573"/>
                  </a:cubicBezTo>
                  <a:cubicBezTo>
                    <a:pt x="600" y="440"/>
                    <a:pt x="481" y="202"/>
                    <a:pt x="288" y="68"/>
                  </a:cubicBezTo>
                  <a:cubicBezTo>
                    <a:pt x="240" y="21"/>
                    <a:pt x="202" y="1"/>
                    <a:pt x="171" y="1"/>
                  </a:cubicBezTo>
                  <a:close/>
                </a:path>
              </a:pathLst>
            </a:custGeom>
            <a:solidFill>
              <a:srgbClr val="2836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52">
              <a:extLst>
                <a:ext uri="{FF2B5EF4-FFF2-40B4-BE49-F238E27FC236}">
                  <a16:creationId xmlns:a16="http://schemas.microsoft.com/office/drawing/2014/main" id="{BFC6A5D4-EDF8-1587-6666-D72B7468CC6E}"/>
                </a:ext>
              </a:extLst>
            </p:cNvPr>
            <p:cNvSpPr/>
            <p:nvPr/>
          </p:nvSpPr>
          <p:spPr>
            <a:xfrm>
              <a:off x="5278700" y="2553050"/>
              <a:ext cx="27900" cy="29600"/>
            </a:xfrm>
            <a:custGeom>
              <a:avLst/>
              <a:gdLst/>
              <a:ahLst/>
              <a:cxnLst/>
              <a:rect l="l" t="t" r="r" b="b"/>
              <a:pathLst>
                <a:path w="1116" h="1184" extrusionOk="0">
                  <a:moveTo>
                    <a:pt x="803" y="0"/>
                  </a:moveTo>
                  <a:lnTo>
                    <a:pt x="1" y="253"/>
                  </a:lnTo>
                  <a:cubicBezTo>
                    <a:pt x="1" y="253"/>
                    <a:pt x="280" y="1184"/>
                    <a:pt x="675" y="1184"/>
                  </a:cubicBezTo>
                  <a:cubicBezTo>
                    <a:pt x="698" y="1184"/>
                    <a:pt x="720" y="1181"/>
                    <a:pt x="744" y="1174"/>
                  </a:cubicBezTo>
                  <a:cubicBezTo>
                    <a:pt x="1115" y="996"/>
                    <a:pt x="803" y="0"/>
                    <a:pt x="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52">
              <a:extLst>
                <a:ext uri="{FF2B5EF4-FFF2-40B4-BE49-F238E27FC236}">
                  <a16:creationId xmlns:a16="http://schemas.microsoft.com/office/drawing/2014/main" id="{BB1CE670-7342-01D4-0608-11F863958C87}"/>
                </a:ext>
              </a:extLst>
            </p:cNvPr>
            <p:cNvSpPr/>
            <p:nvPr/>
          </p:nvSpPr>
          <p:spPr>
            <a:xfrm>
              <a:off x="5281675" y="2498800"/>
              <a:ext cx="26400" cy="32725"/>
            </a:xfrm>
            <a:custGeom>
              <a:avLst/>
              <a:gdLst/>
              <a:ahLst/>
              <a:cxnLst/>
              <a:rect l="l" t="t" r="r" b="b"/>
              <a:pathLst>
                <a:path w="1056" h="1309" extrusionOk="0">
                  <a:moveTo>
                    <a:pt x="1" y="1"/>
                  </a:moveTo>
                  <a:lnTo>
                    <a:pt x="506" y="1308"/>
                  </a:lnTo>
                  <a:cubicBezTo>
                    <a:pt x="506" y="1308"/>
                    <a:pt x="1056" y="1056"/>
                    <a:pt x="1056" y="863"/>
                  </a:cubicBezTo>
                  <a:cubicBezTo>
                    <a:pt x="1056" y="432"/>
                    <a:pt x="60" y="60"/>
                    <a:pt x="1" y="1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52">
              <a:extLst>
                <a:ext uri="{FF2B5EF4-FFF2-40B4-BE49-F238E27FC236}">
                  <a16:creationId xmlns:a16="http://schemas.microsoft.com/office/drawing/2014/main" id="{54B8E87E-A570-40B4-A367-440737BF8DBE}"/>
                </a:ext>
              </a:extLst>
            </p:cNvPr>
            <p:cNvSpPr/>
            <p:nvPr/>
          </p:nvSpPr>
          <p:spPr>
            <a:xfrm>
              <a:off x="5533950" y="3156775"/>
              <a:ext cx="91425" cy="47450"/>
            </a:xfrm>
            <a:custGeom>
              <a:avLst/>
              <a:gdLst/>
              <a:ahLst/>
              <a:cxnLst/>
              <a:rect l="l" t="t" r="r" b="b"/>
              <a:pathLst>
                <a:path w="3657" h="1898" extrusionOk="0">
                  <a:moveTo>
                    <a:pt x="0" y="1"/>
                  </a:moveTo>
                  <a:cubicBezTo>
                    <a:pt x="372" y="684"/>
                    <a:pt x="1115" y="1056"/>
                    <a:pt x="1932" y="1115"/>
                  </a:cubicBezTo>
                  <a:cubicBezTo>
                    <a:pt x="2111" y="1175"/>
                    <a:pt x="2304" y="1175"/>
                    <a:pt x="2482" y="1294"/>
                  </a:cubicBezTo>
                  <a:cubicBezTo>
                    <a:pt x="2542" y="1294"/>
                    <a:pt x="2675" y="1427"/>
                    <a:pt x="2735" y="1487"/>
                  </a:cubicBezTo>
                  <a:cubicBezTo>
                    <a:pt x="2913" y="1606"/>
                    <a:pt x="3166" y="1799"/>
                    <a:pt x="3418" y="1858"/>
                  </a:cubicBezTo>
                  <a:cubicBezTo>
                    <a:pt x="3468" y="1883"/>
                    <a:pt x="3517" y="1897"/>
                    <a:pt x="3558" y="1897"/>
                  </a:cubicBezTo>
                  <a:cubicBezTo>
                    <a:pt x="3615" y="1897"/>
                    <a:pt x="3656" y="1868"/>
                    <a:pt x="3656" y="1799"/>
                  </a:cubicBezTo>
                  <a:lnTo>
                    <a:pt x="3656" y="1739"/>
                  </a:lnTo>
                  <a:cubicBezTo>
                    <a:pt x="3418" y="1234"/>
                    <a:pt x="3225" y="625"/>
                    <a:pt x="2675" y="1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52">
              <a:extLst>
                <a:ext uri="{FF2B5EF4-FFF2-40B4-BE49-F238E27FC236}">
                  <a16:creationId xmlns:a16="http://schemas.microsoft.com/office/drawing/2014/main" id="{B225E5B4-45B7-8604-BC72-5352C97E4CF8}"/>
                </a:ext>
              </a:extLst>
            </p:cNvPr>
            <p:cNvSpPr/>
            <p:nvPr/>
          </p:nvSpPr>
          <p:spPr>
            <a:xfrm>
              <a:off x="5533950" y="3156775"/>
              <a:ext cx="92900" cy="48625"/>
            </a:xfrm>
            <a:custGeom>
              <a:avLst/>
              <a:gdLst/>
              <a:ahLst/>
              <a:cxnLst/>
              <a:rect l="l" t="t" r="r" b="b"/>
              <a:pathLst>
                <a:path w="3716" h="1945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58"/>
                    <a:pt x="72" y="113"/>
                    <a:pt x="114" y="167"/>
                  </a:cubicBezTo>
                  <a:lnTo>
                    <a:pt x="114" y="167"/>
                  </a:lnTo>
                  <a:cubicBezTo>
                    <a:pt x="75" y="107"/>
                    <a:pt x="38" y="51"/>
                    <a:pt x="0" y="1"/>
                  </a:cubicBezTo>
                  <a:close/>
                  <a:moveTo>
                    <a:pt x="2675" y="1"/>
                  </a:moveTo>
                  <a:lnTo>
                    <a:pt x="2675" y="1"/>
                  </a:lnTo>
                  <a:cubicBezTo>
                    <a:pt x="2973" y="372"/>
                    <a:pt x="3225" y="863"/>
                    <a:pt x="3478" y="1368"/>
                  </a:cubicBezTo>
                  <a:cubicBezTo>
                    <a:pt x="3478" y="1487"/>
                    <a:pt x="3537" y="1606"/>
                    <a:pt x="3597" y="1739"/>
                  </a:cubicBezTo>
                  <a:cubicBezTo>
                    <a:pt x="3656" y="1799"/>
                    <a:pt x="3597" y="1799"/>
                    <a:pt x="3597" y="1799"/>
                  </a:cubicBezTo>
                  <a:cubicBezTo>
                    <a:pt x="3567" y="1829"/>
                    <a:pt x="3537" y="1843"/>
                    <a:pt x="3508" y="1843"/>
                  </a:cubicBezTo>
                  <a:cubicBezTo>
                    <a:pt x="3478" y="1843"/>
                    <a:pt x="3448" y="1829"/>
                    <a:pt x="3418" y="1799"/>
                  </a:cubicBezTo>
                  <a:cubicBezTo>
                    <a:pt x="3166" y="1739"/>
                    <a:pt x="2973" y="1606"/>
                    <a:pt x="2735" y="1427"/>
                  </a:cubicBezTo>
                  <a:cubicBezTo>
                    <a:pt x="2675" y="1294"/>
                    <a:pt x="2542" y="1234"/>
                    <a:pt x="2423" y="1175"/>
                  </a:cubicBezTo>
                  <a:cubicBezTo>
                    <a:pt x="2304" y="1115"/>
                    <a:pt x="2111" y="1115"/>
                    <a:pt x="1992" y="1115"/>
                  </a:cubicBezTo>
                  <a:cubicBezTo>
                    <a:pt x="1739" y="1056"/>
                    <a:pt x="1486" y="996"/>
                    <a:pt x="1249" y="922"/>
                  </a:cubicBezTo>
                  <a:cubicBezTo>
                    <a:pt x="811" y="767"/>
                    <a:pt x="384" y="512"/>
                    <a:pt x="114" y="167"/>
                  </a:cubicBezTo>
                  <a:lnTo>
                    <a:pt x="114" y="167"/>
                  </a:lnTo>
                  <a:cubicBezTo>
                    <a:pt x="212" y="317"/>
                    <a:pt x="324" y="486"/>
                    <a:pt x="506" y="625"/>
                  </a:cubicBezTo>
                  <a:cubicBezTo>
                    <a:pt x="684" y="803"/>
                    <a:pt x="937" y="922"/>
                    <a:pt x="1189" y="996"/>
                  </a:cubicBezTo>
                  <a:cubicBezTo>
                    <a:pt x="1427" y="1115"/>
                    <a:pt x="1739" y="1175"/>
                    <a:pt x="1992" y="1175"/>
                  </a:cubicBezTo>
                  <a:cubicBezTo>
                    <a:pt x="2111" y="1234"/>
                    <a:pt x="2230" y="1234"/>
                    <a:pt x="2363" y="1294"/>
                  </a:cubicBezTo>
                  <a:cubicBezTo>
                    <a:pt x="2482" y="1294"/>
                    <a:pt x="2542" y="1427"/>
                    <a:pt x="2675" y="1487"/>
                  </a:cubicBezTo>
                  <a:cubicBezTo>
                    <a:pt x="2913" y="1665"/>
                    <a:pt x="3106" y="1858"/>
                    <a:pt x="3418" y="1918"/>
                  </a:cubicBezTo>
                  <a:cubicBezTo>
                    <a:pt x="3458" y="1918"/>
                    <a:pt x="3498" y="1944"/>
                    <a:pt x="3537" y="1944"/>
                  </a:cubicBezTo>
                  <a:cubicBezTo>
                    <a:pt x="3557" y="1944"/>
                    <a:pt x="3577" y="1938"/>
                    <a:pt x="3597" y="1918"/>
                  </a:cubicBezTo>
                  <a:cubicBezTo>
                    <a:pt x="3656" y="1918"/>
                    <a:pt x="3716" y="1858"/>
                    <a:pt x="3716" y="1799"/>
                  </a:cubicBezTo>
                  <a:lnTo>
                    <a:pt x="3716" y="1665"/>
                  </a:lnTo>
                  <a:lnTo>
                    <a:pt x="3537" y="1294"/>
                  </a:lnTo>
                  <a:cubicBezTo>
                    <a:pt x="3418" y="1056"/>
                    <a:pt x="3285" y="803"/>
                    <a:pt x="3166" y="625"/>
                  </a:cubicBezTo>
                  <a:cubicBezTo>
                    <a:pt x="2973" y="372"/>
                    <a:pt x="2854" y="179"/>
                    <a:pt x="2675" y="1"/>
                  </a:cubicBezTo>
                  <a:close/>
                </a:path>
              </a:pathLst>
            </a:custGeom>
            <a:solidFill>
              <a:srgbClr val="B87F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52">
              <a:extLst>
                <a:ext uri="{FF2B5EF4-FFF2-40B4-BE49-F238E27FC236}">
                  <a16:creationId xmlns:a16="http://schemas.microsoft.com/office/drawing/2014/main" id="{77F183F5-7BA0-0D4A-3AEF-F9025C0BF828}"/>
                </a:ext>
              </a:extLst>
            </p:cNvPr>
            <p:cNvSpPr/>
            <p:nvPr/>
          </p:nvSpPr>
          <p:spPr>
            <a:xfrm>
              <a:off x="3959775" y="4190950"/>
              <a:ext cx="468900" cy="658400"/>
            </a:xfrm>
            <a:custGeom>
              <a:avLst/>
              <a:gdLst/>
              <a:ahLst/>
              <a:cxnLst/>
              <a:rect l="l" t="t" r="r" b="b"/>
              <a:pathLst>
                <a:path w="18756" h="26336" extrusionOk="0">
                  <a:moveTo>
                    <a:pt x="6731" y="1"/>
                  </a:moveTo>
                  <a:cubicBezTo>
                    <a:pt x="3837" y="1"/>
                    <a:pt x="1432" y="2225"/>
                    <a:pt x="803" y="5015"/>
                  </a:cubicBezTo>
                  <a:cubicBezTo>
                    <a:pt x="1" y="8537"/>
                    <a:pt x="1175" y="12312"/>
                    <a:pt x="2482" y="15537"/>
                  </a:cubicBezTo>
                  <a:cubicBezTo>
                    <a:pt x="3894" y="19312"/>
                    <a:pt x="5886" y="22967"/>
                    <a:pt x="8174" y="26311"/>
                  </a:cubicBezTo>
                  <a:cubicBezTo>
                    <a:pt x="8174" y="26329"/>
                    <a:pt x="8190" y="26336"/>
                    <a:pt x="8210" y="26336"/>
                  </a:cubicBezTo>
                  <a:cubicBezTo>
                    <a:pt x="8258" y="26336"/>
                    <a:pt x="8335" y="26294"/>
                    <a:pt x="8293" y="26252"/>
                  </a:cubicBezTo>
                  <a:cubicBezTo>
                    <a:pt x="6436" y="23458"/>
                    <a:pt x="4831" y="20560"/>
                    <a:pt x="3463" y="17513"/>
                  </a:cubicBezTo>
                  <a:cubicBezTo>
                    <a:pt x="2037" y="14244"/>
                    <a:pt x="684" y="10588"/>
                    <a:pt x="803" y="6932"/>
                  </a:cubicBezTo>
                  <a:cubicBezTo>
                    <a:pt x="803" y="5446"/>
                    <a:pt x="1175" y="3901"/>
                    <a:pt x="2111" y="2593"/>
                  </a:cubicBezTo>
                  <a:cubicBezTo>
                    <a:pt x="3092" y="1240"/>
                    <a:pt x="4712" y="304"/>
                    <a:pt x="6376" y="245"/>
                  </a:cubicBezTo>
                  <a:cubicBezTo>
                    <a:pt x="6494" y="238"/>
                    <a:pt x="6611" y="235"/>
                    <a:pt x="6727" y="235"/>
                  </a:cubicBezTo>
                  <a:cubicBezTo>
                    <a:pt x="10981" y="235"/>
                    <a:pt x="13663" y="4679"/>
                    <a:pt x="14921" y="8166"/>
                  </a:cubicBezTo>
                  <a:cubicBezTo>
                    <a:pt x="16972" y="13991"/>
                    <a:pt x="17715" y="20188"/>
                    <a:pt x="18577" y="26252"/>
                  </a:cubicBezTo>
                  <a:cubicBezTo>
                    <a:pt x="18577" y="26297"/>
                    <a:pt x="18603" y="26316"/>
                    <a:pt x="18635" y="26316"/>
                  </a:cubicBezTo>
                  <a:cubicBezTo>
                    <a:pt x="18687" y="26316"/>
                    <a:pt x="18755" y="26266"/>
                    <a:pt x="18755" y="26192"/>
                  </a:cubicBezTo>
                  <a:cubicBezTo>
                    <a:pt x="17953" y="20367"/>
                    <a:pt x="17269" y="14482"/>
                    <a:pt x="15352" y="8968"/>
                  </a:cubicBezTo>
                  <a:cubicBezTo>
                    <a:pt x="14119" y="5193"/>
                    <a:pt x="11830" y="676"/>
                    <a:pt x="7491" y="52"/>
                  </a:cubicBezTo>
                  <a:cubicBezTo>
                    <a:pt x="7234" y="17"/>
                    <a:pt x="6981" y="1"/>
                    <a:pt x="6731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52">
              <a:extLst>
                <a:ext uri="{FF2B5EF4-FFF2-40B4-BE49-F238E27FC236}">
                  <a16:creationId xmlns:a16="http://schemas.microsoft.com/office/drawing/2014/main" id="{A1C4E8D4-2DA9-599E-723E-387A1B2E293C}"/>
                </a:ext>
              </a:extLst>
            </p:cNvPr>
            <p:cNvSpPr/>
            <p:nvPr/>
          </p:nvSpPr>
          <p:spPr>
            <a:xfrm>
              <a:off x="4092775" y="4200025"/>
              <a:ext cx="222950" cy="648725"/>
            </a:xfrm>
            <a:custGeom>
              <a:avLst/>
              <a:gdLst/>
              <a:ahLst/>
              <a:cxnLst/>
              <a:rect l="l" t="t" r="r" b="b"/>
              <a:pathLst>
                <a:path w="8918" h="25949" fill="none" extrusionOk="0">
                  <a:moveTo>
                    <a:pt x="1" y="1"/>
                  </a:moveTo>
                  <a:lnTo>
                    <a:pt x="8918" y="25948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52">
              <a:extLst>
                <a:ext uri="{FF2B5EF4-FFF2-40B4-BE49-F238E27FC236}">
                  <a16:creationId xmlns:a16="http://schemas.microsoft.com/office/drawing/2014/main" id="{21DF9054-0953-AB0F-645C-AF3C3CEF9505}"/>
                </a:ext>
              </a:extLst>
            </p:cNvPr>
            <p:cNvSpPr/>
            <p:nvPr/>
          </p:nvSpPr>
          <p:spPr>
            <a:xfrm>
              <a:off x="3605350" y="4362100"/>
              <a:ext cx="394575" cy="487250"/>
            </a:xfrm>
            <a:custGeom>
              <a:avLst/>
              <a:gdLst/>
              <a:ahLst/>
              <a:cxnLst/>
              <a:rect l="l" t="t" r="r" b="b"/>
              <a:pathLst>
                <a:path w="15783" h="19490" extrusionOk="0">
                  <a:moveTo>
                    <a:pt x="5538" y="1"/>
                  </a:moveTo>
                  <a:cubicBezTo>
                    <a:pt x="3190" y="1"/>
                    <a:pt x="1020" y="1555"/>
                    <a:pt x="550" y="3920"/>
                  </a:cubicBezTo>
                  <a:cubicBezTo>
                    <a:pt x="0" y="6462"/>
                    <a:pt x="1055" y="9256"/>
                    <a:pt x="2170" y="11544"/>
                  </a:cubicBezTo>
                  <a:cubicBezTo>
                    <a:pt x="3522" y="14383"/>
                    <a:pt x="5261" y="17058"/>
                    <a:pt x="7178" y="19465"/>
                  </a:cubicBezTo>
                  <a:cubicBezTo>
                    <a:pt x="7195" y="19483"/>
                    <a:pt x="7219" y="19490"/>
                    <a:pt x="7242" y="19490"/>
                  </a:cubicBezTo>
                  <a:cubicBezTo>
                    <a:pt x="7298" y="19490"/>
                    <a:pt x="7350" y="19448"/>
                    <a:pt x="7297" y="19406"/>
                  </a:cubicBezTo>
                  <a:cubicBezTo>
                    <a:pt x="5751" y="17429"/>
                    <a:pt x="4399" y="15319"/>
                    <a:pt x="3151" y="13090"/>
                  </a:cubicBezTo>
                  <a:cubicBezTo>
                    <a:pt x="1858" y="10801"/>
                    <a:pt x="609" y="8067"/>
                    <a:pt x="550" y="5347"/>
                  </a:cubicBezTo>
                  <a:cubicBezTo>
                    <a:pt x="550" y="4232"/>
                    <a:pt x="803" y="3058"/>
                    <a:pt x="1546" y="2122"/>
                  </a:cubicBezTo>
                  <a:cubicBezTo>
                    <a:pt x="2408" y="1008"/>
                    <a:pt x="3775" y="339"/>
                    <a:pt x="5142" y="205"/>
                  </a:cubicBezTo>
                  <a:cubicBezTo>
                    <a:pt x="5304" y="190"/>
                    <a:pt x="5464" y="183"/>
                    <a:pt x="5622" y="183"/>
                  </a:cubicBezTo>
                  <a:cubicBezTo>
                    <a:pt x="8778" y="183"/>
                    <a:pt x="11072" y="3075"/>
                    <a:pt x="12261" y="5778"/>
                  </a:cubicBezTo>
                  <a:cubicBezTo>
                    <a:pt x="14118" y="10117"/>
                    <a:pt x="14802" y="14828"/>
                    <a:pt x="15545" y="19406"/>
                  </a:cubicBezTo>
                  <a:cubicBezTo>
                    <a:pt x="15568" y="19451"/>
                    <a:pt x="15608" y="19470"/>
                    <a:pt x="15648" y="19470"/>
                  </a:cubicBezTo>
                  <a:cubicBezTo>
                    <a:pt x="15715" y="19470"/>
                    <a:pt x="15783" y="19420"/>
                    <a:pt x="15783" y="19346"/>
                  </a:cubicBezTo>
                  <a:cubicBezTo>
                    <a:pt x="15040" y="14947"/>
                    <a:pt x="14356" y="10370"/>
                    <a:pt x="12692" y="6209"/>
                  </a:cubicBezTo>
                  <a:cubicBezTo>
                    <a:pt x="11518" y="3371"/>
                    <a:pt x="9407" y="339"/>
                    <a:pt x="6063" y="27"/>
                  </a:cubicBezTo>
                  <a:cubicBezTo>
                    <a:pt x="5888" y="9"/>
                    <a:pt x="5712" y="1"/>
                    <a:pt x="5538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52">
              <a:extLst>
                <a:ext uri="{FF2B5EF4-FFF2-40B4-BE49-F238E27FC236}">
                  <a16:creationId xmlns:a16="http://schemas.microsoft.com/office/drawing/2014/main" id="{77FF170A-1F8F-EEEC-412E-E0DD039279C5}"/>
                </a:ext>
              </a:extLst>
            </p:cNvPr>
            <p:cNvSpPr/>
            <p:nvPr/>
          </p:nvSpPr>
          <p:spPr>
            <a:xfrm>
              <a:off x="3716800" y="4368700"/>
              <a:ext cx="191725" cy="480050"/>
            </a:xfrm>
            <a:custGeom>
              <a:avLst/>
              <a:gdLst/>
              <a:ahLst/>
              <a:cxnLst/>
              <a:rect l="l" t="t" r="r" b="b"/>
              <a:pathLst>
                <a:path w="7669" h="19202" fill="none" extrusionOk="0">
                  <a:moveTo>
                    <a:pt x="0" y="1"/>
                  </a:moveTo>
                  <a:lnTo>
                    <a:pt x="7669" y="19201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52">
              <a:extLst>
                <a:ext uri="{FF2B5EF4-FFF2-40B4-BE49-F238E27FC236}">
                  <a16:creationId xmlns:a16="http://schemas.microsoft.com/office/drawing/2014/main" id="{68FA8C1D-5080-82F4-756A-6B920D842311}"/>
                </a:ext>
              </a:extLst>
            </p:cNvPr>
            <p:cNvSpPr/>
            <p:nvPr/>
          </p:nvSpPr>
          <p:spPr>
            <a:xfrm>
              <a:off x="4371425" y="3659825"/>
              <a:ext cx="655050" cy="1187425"/>
            </a:xfrm>
            <a:custGeom>
              <a:avLst/>
              <a:gdLst/>
              <a:ahLst/>
              <a:cxnLst/>
              <a:rect l="l" t="t" r="r" b="b"/>
              <a:pathLst>
                <a:path w="26202" h="47497" fill="none" extrusionOk="0">
                  <a:moveTo>
                    <a:pt x="14743" y="47497"/>
                  </a:moveTo>
                  <a:cubicBezTo>
                    <a:pt x="5767" y="31268"/>
                    <a:pt x="1" y="15174"/>
                    <a:pt x="7253" y="7550"/>
                  </a:cubicBezTo>
                  <a:cubicBezTo>
                    <a:pt x="14372" y="1"/>
                    <a:pt x="21862" y="8977"/>
                    <a:pt x="23660" y="16913"/>
                  </a:cubicBezTo>
                  <a:cubicBezTo>
                    <a:pt x="25889" y="26632"/>
                    <a:pt x="26201" y="37153"/>
                    <a:pt x="26142" y="47497"/>
                  </a:cubicBez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52">
              <a:extLst>
                <a:ext uri="{FF2B5EF4-FFF2-40B4-BE49-F238E27FC236}">
                  <a16:creationId xmlns:a16="http://schemas.microsoft.com/office/drawing/2014/main" id="{186D13F1-EBB0-0CD0-15C1-35A9F44B3B82}"/>
                </a:ext>
              </a:extLst>
            </p:cNvPr>
            <p:cNvSpPr/>
            <p:nvPr/>
          </p:nvSpPr>
          <p:spPr>
            <a:xfrm>
              <a:off x="4617750" y="3799150"/>
              <a:ext cx="269400" cy="1046625"/>
            </a:xfrm>
            <a:custGeom>
              <a:avLst/>
              <a:gdLst/>
              <a:ahLst/>
              <a:cxnLst/>
              <a:rect l="l" t="t" r="r" b="b"/>
              <a:pathLst>
                <a:path w="10776" h="41865" fill="none" extrusionOk="0">
                  <a:moveTo>
                    <a:pt x="1" y="0"/>
                  </a:moveTo>
                  <a:lnTo>
                    <a:pt x="10775" y="41864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52">
              <a:extLst>
                <a:ext uri="{FF2B5EF4-FFF2-40B4-BE49-F238E27FC236}">
                  <a16:creationId xmlns:a16="http://schemas.microsoft.com/office/drawing/2014/main" id="{C59AEAEE-0660-2D9C-37D2-74D4C70F1415}"/>
                </a:ext>
              </a:extLst>
            </p:cNvPr>
            <p:cNvSpPr/>
            <p:nvPr/>
          </p:nvSpPr>
          <p:spPr>
            <a:xfrm>
              <a:off x="4201275" y="4033550"/>
              <a:ext cx="545975" cy="816175"/>
            </a:xfrm>
            <a:custGeom>
              <a:avLst/>
              <a:gdLst/>
              <a:ahLst/>
              <a:cxnLst/>
              <a:rect l="l" t="t" r="r" b="b"/>
              <a:pathLst>
                <a:path w="21839" h="32647" extrusionOk="0">
                  <a:moveTo>
                    <a:pt x="5279" y="0"/>
                  </a:moveTo>
                  <a:cubicBezTo>
                    <a:pt x="4390" y="0"/>
                    <a:pt x="3503" y="226"/>
                    <a:pt x="2720" y="775"/>
                  </a:cubicBezTo>
                  <a:cubicBezTo>
                    <a:pt x="1427" y="1651"/>
                    <a:pt x="684" y="3138"/>
                    <a:pt x="372" y="4683"/>
                  </a:cubicBezTo>
                  <a:cubicBezTo>
                    <a:pt x="0" y="6600"/>
                    <a:pt x="179" y="8577"/>
                    <a:pt x="431" y="10509"/>
                  </a:cubicBezTo>
                  <a:cubicBezTo>
                    <a:pt x="803" y="12916"/>
                    <a:pt x="1487" y="15339"/>
                    <a:pt x="2230" y="17627"/>
                  </a:cubicBezTo>
                  <a:cubicBezTo>
                    <a:pt x="3835" y="22769"/>
                    <a:pt x="6004" y="27658"/>
                    <a:pt x="8055" y="32607"/>
                  </a:cubicBezTo>
                  <a:cubicBezTo>
                    <a:pt x="8080" y="32632"/>
                    <a:pt x="8115" y="32646"/>
                    <a:pt x="8143" y="32646"/>
                  </a:cubicBezTo>
                  <a:cubicBezTo>
                    <a:pt x="8182" y="32646"/>
                    <a:pt x="8209" y="32617"/>
                    <a:pt x="8174" y="32548"/>
                  </a:cubicBezTo>
                  <a:cubicBezTo>
                    <a:pt x="6495" y="28401"/>
                    <a:pt x="4711" y="24315"/>
                    <a:pt x="3225" y="20168"/>
                  </a:cubicBezTo>
                  <a:cubicBezTo>
                    <a:pt x="1739" y="15948"/>
                    <a:pt x="253" y="11371"/>
                    <a:pt x="372" y="6853"/>
                  </a:cubicBezTo>
                  <a:cubicBezTo>
                    <a:pt x="372" y="5174"/>
                    <a:pt x="684" y="3375"/>
                    <a:pt x="1739" y="2023"/>
                  </a:cubicBezTo>
                  <a:cubicBezTo>
                    <a:pt x="2612" y="812"/>
                    <a:pt x="3895" y="204"/>
                    <a:pt x="5303" y="204"/>
                  </a:cubicBezTo>
                  <a:cubicBezTo>
                    <a:pt x="5693" y="204"/>
                    <a:pt x="6092" y="250"/>
                    <a:pt x="6495" y="344"/>
                  </a:cubicBezTo>
                  <a:cubicBezTo>
                    <a:pt x="8664" y="849"/>
                    <a:pt x="10582" y="2394"/>
                    <a:pt x="12008" y="4059"/>
                  </a:cubicBezTo>
                  <a:cubicBezTo>
                    <a:pt x="14059" y="6288"/>
                    <a:pt x="15352" y="8948"/>
                    <a:pt x="16467" y="11742"/>
                  </a:cubicBezTo>
                  <a:cubicBezTo>
                    <a:pt x="19008" y="18430"/>
                    <a:pt x="20063" y="25548"/>
                    <a:pt x="21609" y="32488"/>
                  </a:cubicBezTo>
                  <a:cubicBezTo>
                    <a:pt x="21609" y="32534"/>
                    <a:pt x="21645" y="32553"/>
                    <a:pt x="21688" y="32553"/>
                  </a:cubicBezTo>
                  <a:cubicBezTo>
                    <a:pt x="21756" y="32553"/>
                    <a:pt x="21838" y="32502"/>
                    <a:pt x="21802" y="32429"/>
                  </a:cubicBezTo>
                  <a:cubicBezTo>
                    <a:pt x="20316" y="25920"/>
                    <a:pt x="19320" y="19173"/>
                    <a:pt x="17091" y="12857"/>
                  </a:cubicBezTo>
                  <a:cubicBezTo>
                    <a:pt x="16095" y="10063"/>
                    <a:pt x="14921" y="7343"/>
                    <a:pt x="13063" y="4995"/>
                  </a:cubicBezTo>
                  <a:cubicBezTo>
                    <a:pt x="11637" y="3138"/>
                    <a:pt x="9838" y="1399"/>
                    <a:pt x="7609" y="477"/>
                  </a:cubicBezTo>
                  <a:cubicBezTo>
                    <a:pt x="6878" y="182"/>
                    <a:pt x="6078" y="0"/>
                    <a:pt x="5279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52">
              <a:extLst>
                <a:ext uri="{FF2B5EF4-FFF2-40B4-BE49-F238E27FC236}">
                  <a16:creationId xmlns:a16="http://schemas.microsoft.com/office/drawing/2014/main" id="{9E27A2B6-19E1-3AD1-6C63-AA64E7A66C83}"/>
                </a:ext>
              </a:extLst>
            </p:cNvPr>
            <p:cNvSpPr/>
            <p:nvPr/>
          </p:nvSpPr>
          <p:spPr>
            <a:xfrm>
              <a:off x="4304925" y="4039150"/>
              <a:ext cx="274225" cy="809600"/>
            </a:xfrm>
            <a:custGeom>
              <a:avLst/>
              <a:gdLst/>
              <a:ahLst/>
              <a:cxnLst/>
              <a:rect l="l" t="t" r="r" b="b"/>
              <a:pathLst>
                <a:path w="10969" h="32384" fill="none" extrusionOk="0">
                  <a:moveTo>
                    <a:pt x="1" y="1"/>
                  </a:moveTo>
                  <a:lnTo>
                    <a:pt x="10968" y="32383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52">
              <a:extLst>
                <a:ext uri="{FF2B5EF4-FFF2-40B4-BE49-F238E27FC236}">
                  <a16:creationId xmlns:a16="http://schemas.microsoft.com/office/drawing/2014/main" id="{9C6D2D5C-E0E0-7A20-AFCD-EE7CFB2EAA66}"/>
                </a:ext>
              </a:extLst>
            </p:cNvPr>
            <p:cNvSpPr/>
            <p:nvPr/>
          </p:nvSpPr>
          <p:spPr>
            <a:xfrm>
              <a:off x="4592875" y="3850425"/>
              <a:ext cx="25" cy="49425"/>
            </a:xfrm>
            <a:custGeom>
              <a:avLst/>
              <a:gdLst/>
              <a:ahLst/>
              <a:cxnLst/>
              <a:rect l="l" t="t" r="r" b="b"/>
              <a:pathLst>
                <a:path w="1" h="1977" fill="none" extrusionOk="0">
                  <a:moveTo>
                    <a:pt x="0" y="0"/>
                  </a:moveTo>
                  <a:lnTo>
                    <a:pt x="0" y="1977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52">
              <a:extLst>
                <a:ext uri="{FF2B5EF4-FFF2-40B4-BE49-F238E27FC236}">
                  <a16:creationId xmlns:a16="http://schemas.microsoft.com/office/drawing/2014/main" id="{A9FA73A3-07B0-515F-AB66-13F76D45F4F4}"/>
                </a:ext>
              </a:extLst>
            </p:cNvPr>
            <p:cNvSpPr/>
            <p:nvPr/>
          </p:nvSpPr>
          <p:spPr>
            <a:xfrm>
              <a:off x="4566475" y="3874950"/>
              <a:ext cx="51300" cy="25"/>
            </a:xfrm>
            <a:custGeom>
              <a:avLst/>
              <a:gdLst/>
              <a:ahLst/>
              <a:cxnLst/>
              <a:rect l="l" t="t" r="r" b="b"/>
              <a:pathLst>
                <a:path w="2052" h="1" fill="none" extrusionOk="0">
                  <a:moveTo>
                    <a:pt x="2052" y="0"/>
                  </a:moveTo>
                  <a:lnTo>
                    <a:pt x="1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52">
              <a:extLst>
                <a:ext uri="{FF2B5EF4-FFF2-40B4-BE49-F238E27FC236}">
                  <a16:creationId xmlns:a16="http://schemas.microsoft.com/office/drawing/2014/main" id="{BA2C1ECF-37F8-2B55-4C3A-54F306289E62}"/>
                </a:ext>
              </a:extLst>
            </p:cNvPr>
            <p:cNvSpPr/>
            <p:nvPr/>
          </p:nvSpPr>
          <p:spPr>
            <a:xfrm>
              <a:off x="6280350" y="3689175"/>
              <a:ext cx="25" cy="49800"/>
            </a:xfrm>
            <a:custGeom>
              <a:avLst/>
              <a:gdLst/>
              <a:ahLst/>
              <a:cxnLst/>
              <a:rect l="l" t="t" r="r" b="b"/>
              <a:pathLst>
                <a:path w="1" h="1992" fill="none" extrusionOk="0">
                  <a:moveTo>
                    <a:pt x="0" y="1"/>
                  </a:moveTo>
                  <a:lnTo>
                    <a:pt x="0" y="1992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52">
              <a:extLst>
                <a:ext uri="{FF2B5EF4-FFF2-40B4-BE49-F238E27FC236}">
                  <a16:creationId xmlns:a16="http://schemas.microsoft.com/office/drawing/2014/main" id="{D84DBE66-2BDA-EA15-3469-C594D6A32B1E}"/>
                </a:ext>
              </a:extLst>
            </p:cNvPr>
            <p:cNvSpPr/>
            <p:nvPr/>
          </p:nvSpPr>
          <p:spPr>
            <a:xfrm>
              <a:off x="6253975" y="3714075"/>
              <a:ext cx="50925" cy="25"/>
            </a:xfrm>
            <a:custGeom>
              <a:avLst/>
              <a:gdLst/>
              <a:ahLst/>
              <a:cxnLst/>
              <a:rect l="l" t="t" r="r" b="b"/>
              <a:pathLst>
                <a:path w="2037" h="1" fill="none" extrusionOk="0">
                  <a:moveTo>
                    <a:pt x="2036" y="0"/>
                  </a:moveTo>
                  <a:lnTo>
                    <a:pt x="0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52">
              <a:extLst>
                <a:ext uri="{FF2B5EF4-FFF2-40B4-BE49-F238E27FC236}">
                  <a16:creationId xmlns:a16="http://schemas.microsoft.com/office/drawing/2014/main" id="{0870CA6A-D518-4CD6-D38A-7B0E06E6D21D}"/>
                </a:ext>
              </a:extLst>
            </p:cNvPr>
            <p:cNvSpPr/>
            <p:nvPr/>
          </p:nvSpPr>
          <p:spPr>
            <a:xfrm>
              <a:off x="4955100" y="3435425"/>
              <a:ext cx="47950" cy="47950"/>
            </a:xfrm>
            <a:custGeom>
              <a:avLst/>
              <a:gdLst/>
              <a:ahLst/>
              <a:cxnLst/>
              <a:rect l="l" t="t" r="r" b="b"/>
              <a:pathLst>
                <a:path w="1918" h="1918" fill="none" extrusionOk="0">
                  <a:moveTo>
                    <a:pt x="1918" y="996"/>
                  </a:moveTo>
                  <a:cubicBezTo>
                    <a:pt x="1918" y="1487"/>
                    <a:pt x="1487" y="1918"/>
                    <a:pt x="996" y="1918"/>
                  </a:cubicBezTo>
                  <a:cubicBezTo>
                    <a:pt x="432" y="1918"/>
                    <a:pt x="1" y="1487"/>
                    <a:pt x="1" y="996"/>
                  </a:cubicBezTo>
                  <a:cubicBezTo>
                    <a:pt x="1" y="431"/>
                    <a:pt x="432" y="0"/>
                    <a:pt x="996" y="0"/>
                  </a:cubicBezTo>
                  <a:cubicBezTo>
                    <a:pt x="1487" y="0"/>
                    <a:pt x="1918" y="431"/>
                    <a:pt x="1918" y="996"/>
                  </a:cubicBezTo>
                  <a:close/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52">
              <a:extLst>
                <a:ext uri="{FF2B5EF4-FFF2-40B4-BE49-F238E27FC236}">
                  <a16:creationId xmlns:a16="http://schemas.microsoft.com/office/drawing/2014/main" id="{099074FC-D5D1-8B22-9D21-F1E441B5E71D}"/>
                </a:ext>
              </a:extLst>
            </p:cNvPr>
            <p:cNvSpPr/>
            <p:nvPr/>
          </p:nvSpPr>
          <p:spPr>
            <a:xfrm>
              <a:off x="3749125" y="4627275"/>
              <a:ext cx="267900" cy="25"/>
            </a:xfrm>
            <a:custGeom>
              <a:avLst/>
              <a:gdLst/>
              <a:ahLst/>
              <a:cxnLst/>
              <a:rect l="l" t="t" r="r" b="b"/>
              <a:pathLst>
                <a:path w="10716" h="1" fill="none" extrusionOk="0">
                  <a:moveTo>
                    <a:pt x="0" y="1"/>
                  </a:moveTo>
                  <a:lnTo>
                    <a:pt x="10715" y="1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52">
              <a:extLst>
                <a:ext uri="{FF2B5EF4-FFF2-40B4-BE49-F238E27FC236}">
                  <a16:creationId xmlns:a16="http://schemas.microsoft.com/office/drawing/2014/main" id="{AD0ADE69-500F-4C6B-FDC3-43C763E06F7C}"/>
                </a:ext>
              </a:extLst>
            </p:cNvPr>
            <p:cNvSpPr/>
            <p:nvPr/>
          </p:nvSpPr>
          <p:spPr>
            <a:xfrm>
              <a:off x="4099100" y="4627275"/>
              <a:ext cx="119300" cy="25"/>
            </a:xfrm>
            <a:custGeom>
              <a:avLst/>
              <a:gdLst/>
              <a:ahLst/>
              <a:cxnLst/>
              <a:rect l="l" t="t" r="r" b="b"/>
              <a:pathLst>
                <a:path w="4772" h="1" fill="none" extrusionOk="0">
                  <a:moveTo>
                    <a:pt x="1" y="1"/>
                  </a:moveTo>
                  <a:lnTo>
                    <a:pt x="4771" y="1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52">
              <a:extLst>
                <a:ext uri="{FF2B5EF4-FFF2-40B4-BE49-F238E27FC236}">
                  <a16:creationId xmlns:a16="http://schemas.microsoft.com/office/drawing/2014/main" id="{42DED1AB-C2A6-D64A-2662-3FC33FE249F4}"/>
                </a:ext>
              </a:extLst>
            </p:cNvPr>
            <p:cNvSpPr/>
            <p:nvPr/>
          </p:nvSpPr>
          <p:spPr>
            <a:xfrm>
              <a:off x="5676625" y="4692300"/>
              <a:ext cx="25" cy="49800"/>
            </a:xfrm>
            <a:custGeom>
              <a:avLst/>
              <a:gdLst/>
              <a:ahLst/>
              <a:cxnLst/>
              <a:rect l="l" t="t" r="r" b="b"/>
              <a:pathLst>
                <a:path w="1" h="1992" fill="none" extrusionOk="0">
                  <a:moveTo>
                    <a:pt x="0" y="1"/>
                  </a:moveTo>
                  <a:lnTo>
                    <a:pt x="0" y="1992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52">
              <a:extLst>
                <a:ext uri="{FF2B5EF4-FFF2-40B4-BE49-F238E27FC236}">
                  <a16:creationId xmlns:a16="http://schemas.microsoft.com/office/drawing/2014/main" id="{B0EB4901-A7C9-3831-62FF-C9000F22141E}"/>
                </a:ext>
              </a:extLst>
            </p:cNvPr>
            <p:cNvSpPr/>
            <p:nvPr/>
          </p:nvSpPr>
          <p:spPr>
            <a:xfrm>
              <a:off x="5650225" y="4717200"/>
              <a:ext cx="50925" cy="25"/>
            </a:xfrm>
            <a:custGeom>
              <a:avLst/>
              <a:gdLst/>
              <a:ahLst/>
              <a:cxnLst/>
              <a:rect l="l" t="t" r="r" b="b"/>
              <a:pathLst>
                <a:path w="2037" h="1" fill="none" extrusionOk="0">
                  <a:moveTo>
                    <a:pt x="2037" y="0"/>
                  </a:moveTo>
                  <a:lnTo>
                    <a:pt x="1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52">
              <a:extLst>
                <a:ext uri="{FF2B5EF4-FFF2-40B4-BE49-F238E27FC236}">
                  <a16:creationId xmlns:a16="http://schemas.microsoft.com/office/drawing/2014/main" id="{43E74619-8CBE-2284-F76D-DC8EAAFE5CDC}"/>
                </a:ext>
              </a:extLst>
            </p:cNvPr>
            <p:cNvSpPr/>
            <p:nvPr/>
          </p:nvSpPr>
          <p:spPr>
            <a:xfrm>
              <a:off x="6733975" y="4218600"/>
              <a:ext cx="47950" cy="47950"/>
            </a:xfrm>
            <a:custGeom>
              <a:avLst/>
              <a:gdLst/>
              <a:ahLst/>
              <a:cxnLst/>
              <a:rect l="l" t="t" r="r" b="b"/>
              <a:pathLst>
                <a:path w="1918" h="1918" fill="none" extrusionOk="0">
                  <a:moveTo>
                    <a:pt x="1918" y="996"/>
                  </a:moveTo>
                  <a:cubicBezTo>
                    <a:pt x="1918" y="1487"/>
                    <a:pt x="1487" y="1918"/>
                    <a:pt x="922" y="1918"/>
                  </a:cubicBezTo>
                  <a:cubicBezTo>
                    <a:pt x="432" y="1918"/>
                    <a:pt x="1" y="1487"/>
                    <a:pt x="1" y="996"/>
                  </a:cubicBezTo>
                  <a:cubicBezTo>
                    <a:pt x="1" y="432"/>
                    <a:pt x="432" y="1"/>
                    <a:pt x="922" y="1"/>
                  </a:cubicBezTo>
                  <a:cubicBezTo>
                    <a:pt x="1487" y="1"/>
                    <a:pt x="1918" y="432"/>
                    <a:pt x="1918" y="996"/>
                  </a:cubicBezTo>
                  <a:close/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52">
              <a:extLst>
                <a:ext uri="{FF2B5EF4-FFF2-40B4-BE49-F238E27FC236}">
                  <a16:creationId xmlns:a16="http://schemas.microsoft.com/office/drawing/2014/main" id="{E5EA9079-9761-3D73-104B-F1A85AA7B8AF}"/>
                </a:ext>
              </a:extLst>
            </p:cNvPr>
            <p:cNvSpPr/>
            <p:nvPr/>
          </p:nvSpPr>
          <p:spPr>
            <a:xfrm>
              <a:off x="5707450" y="4195575"/>
              <a:ext cx="181325" cy="25"/>
            </a:xfrm>
            <a:custGeom>
              <a:avLst/>
              <a:gdLst/>
              <a:ahLst/>
              <a:cxnLst/>
              <a:rect l="l" t="t" r="r" b="b"/>
              <a:pathLst>
                <a:path w="7253" h="1" fill="none" extrusionOk="0">
                  <a:moveTo>
                    <a:pt x="7253" y="0"/>
                  </a:moveTo>
                  <a:lnTo>
                    <a:pt x="0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52">
              <a:extLst>
                <a:ext uri="{FF2B5EF4-FFF2-40B4-BE49-F238E27FC236}">
                  <a16:creationId xmlns:a16="http://schemas.microsoft.com/office/drawing/2014/main" id="{46592004-54DB-576C-9F7A-1B4241993EAE}"/>
                </a:ext>
              </a:extLst>
            </p:cNvPr>
            <p:cNvSpPr/>
            <p:nvPr/>
          </p:nvSpPr>
          <p:spPr>
            <a:xfrm>
              <a:off x="5548075" y="4195575"/>
              <a:ext cx="99200" cy="25"/>
            </a:xfrm>
            <a:custGeom>
              <a:avLst/>
              <a:gdLst/>
              <a:ahLst/>
              <a:cxnLst/>
              <a:rect l="l" t="t" r="r" b="b"/>
              <a:pathLst>
                <a:path w="3968" h="1" fill="none" extrusionOk="0">
                  <a:moveTo>
                    <a:pt x="3968" y="0"/>
                  </a:moveTo>
                  <a:lnTo>
                    <a:pt x="0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52">
              <a:extLst>
                <a:ext uri="{FF2B5EF4-FFF2-40B4-BE49-F238E27FC236}">
                  <a16:creationId xmlns:a16="http://schemas.microsoft.com/office/drawing/2014/main" id="{D0DF4C19-F17C-CAC8-B653-2F76B13703F8}"/>
                </a:ext>
              </a:extLst>
            </p:cNvPr>
            <p:cNvSpPr/>
            <p:nvPr/>
          </p:nvSpPr>
          <p:spPr>
            <a:xfrm>
              <a:off x="4843650" y="4345675"/>
              <a:ext cx="25" cy="50925"/>
            </a:xfrm>
            <a:custGeom>
              <a:avLst/>
              <a:gdLst/>
              <a:ahLst/>
              <a:cxnLst/>
              <a:rect l="l" t="t" r="r" b="b"/>
              <a:pathLst>
                <a:path w="1" h="2037" fill="none" extrusionOk="0">
                  <a:moveTo>
                    <a:pt x="0" y="0"/>
                  </a:moveTo>
                  <a:lnTo>
                    <a:pt x="0" y="2036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52">
              <a:extLst>
                <a:ext uri="{FF2B5EF4-FFF2-40B4-BE49-F238E27FC236}">
                  <a16:creationId xmlns:a16="http://schemas.microsoft.com/office/drawing/2014/main" id="{A3FB3E52-6DE8-F2B8-46B5-F07FA6D1A272}"/>
                </a:ext>
              </a:extLst>
            </p:cNvPr>
            <p:cNvSpPr/>
            <p:nvPr/>
          </p:nvSpPr>
          <p:spPr>
            <a:xfrm>
              <a:off x="4818750" y="4372050"/>
              <a:ext cx="51300" cy="25"/>
            </a:xfrm>
            <a:custGeom>
              <a:avLst/>
              <a:gdLst/>
              <a:ahLst/>
              <a:cxnLst/>
              <a:rect l="l" t="t" r="r" b="b"/>
              <a:pathLst>
                <a:path w="2052" h="1" fill="none" extrusionOk="0">
                  <a:moveTo>
                    <a:pt x="2051" y="0"/>
                  </a:moveTo>
                  <a:lnTo>
                    <a:pt x="1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52">
              <a:extLst>
                <a:ext uri="{FF2B5EF4-FFF2-40B4-BE49-F238E27FC236}">
                  <a16:creationId xmlns:a16="http://schemas.microsoft.com/office/drawing/2014/main" id="{9C80757E-3606-056F-8D94-E0D2B896EA74}"/>
                </a:ext>
              </a:extLst>
            </p:cNvPr>
            <p:cNvSpPr/>
            <p:nvPr/>
          </p:nvSpPr>
          <p:spPr>
            <a:xfrm>
              <a:off x="3950500" y="3752700"/>
              <a:ext cx="47950" cy="47950"/>
            </a:xfrm>
            <a:custGeom>
              <a:avLst/>
              <a:gdLst/>
              <a:ahLst/>
              <a:cxnLst/>
              <a:rect l="l" t="t" r="r" b="b"/>
              <a:pathLst>
                <a:path w="1918" h="1918" fill="none" extrusionOk="0">
                  <a:moveTo>
                    <a:pt x="1917" y="997"/>
                  </a:moveTo>
                  <a:cubicBezTo>
                    <a:pt x="1917" y="1487"/>
                    <a:pt x="1486" y="1918"/>
                    <a:pt x="922" y="1918"/>
                  </a:cubicBezTo>
                  <a:cubicBezTo>
                    <a:pt x="431" y="1918"/>
                    <a:pt x="0" y="1487"/>
                    <a:pt x="0" y="997"/>
                  </a:cubicBezTo>
                  <a:cubicBezTo>
                    <a:pt x="0" y="432"/>
                    <a:pt x="431" y="1"/>
                    <a:pt x="922" y="1"/>
                  </a:cubicBezTo>
                  <a:cubicBezTo>
                    <a:pt x="1486" y="1"/>
                    <a:pt x="1917" y="432"/>
                    <a:pt x="1917" y="997"/>
                  </a:cubicBezTo>
                  <a:close/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52">
              <a:extLst>
                <a:ext uri="{FF2B5EF4-FFF2-40B4-BE49-F238E27FC236}">
                  <a16:creationId xmlns:a16="http://schemas.microsoft.com/office/drawing/2014/main" id="{E109F287-52A4-C952-E975-E646E766EED0}"/>
                </a:ext>
              </a:extLst>
            </p:cNvPr>
            <p:cNvSpPr/>
            <p:nvPr/>
          </p:nvSpPr>
          <p:spPr>
            <a:xfrm>
              <a:off x="4696525" y="3759025"/>
              <a:ext cx="195075" cy="25"/>
            </a:xfrm>
            <a:custGeom>
              <a:avLst/>
              <a:gdLst/>
              <a:ahLst/>
              <a:cxnLst/>
              <a:rect l="l" t="t" r="r" b="b"/>
              <a:pathLst>
                <a:path w="7803" h="1" fill="none" extrusionOk="0">
                  <a:moveTo>
                    <a:pt x="0" y="0"/>
                  </a:moveTo>
                  <a:lnTo>
                    <a:pt x="7802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52">
              <a:extLst>
                <a:ext uri="{FF2B5EF4-FFF2-40B4-BE49-F238E27FC236}">
                  <a16:creationId xmlns:a16="http://schemas.microsoft.com/office/drawing/2014/main" id="{9B1196E4-43CF-E1AD-9459-71B88F05AC94}"/>
                </a:ext>
              </a:extLst>
            </p:cNvPr>
            <p:cNvSpPr/>
            <p:nvPr/>
          </p:nvSpPr>
          <p:spPr>
            <a:xfrm>
              <a:off x="4792750" y="2591675"/>
              <a:ext cx="25" cy="34225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1"/>
                  </a:moveTo>
                  <a:lnTo>
                    <a:pt x="0" y="1368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52">
              <a:extLst>
                <a:ext uri="{FF2B5EF4-FFF2-40B4-BE49-F238E27FC236}">
                  <a16:creationId xmlns:a16="http://schemas.microsoft.com/office/drawing/2014/main" id="{7CC35D18-0E06-22A9-2CE3-29C417A2DC07}"/>
                </a:ext>
              </a:extLst>
            </p:cNvPr>
            <p:cNvSpPr/>
            <p:nvPr/>
          </p:nvSpPr>
          <p:spPr>
            <a:xfrm>
              <a:off x="4775650" y="2608775"/>
              <a:ext cx="35700" cy="25"/>
            </a:xfrm>
            <a:custGeom>
              <a:avLst/>
              <a:gdLst/>
              <a:ahLst/>
              <a:cxnLst/>
              <a:rect l="l" t="t" r="r" b="b"/>
              <a:pathLst>
                <a:path w="1428" h="1" fill="none" extrusionOk="0">
                  <a:moveTo>
                    <a:pt x="1427" y="0"/>
                  </a:moveTo>
                  <a:lnTo>
                    <a:pt x="1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52">
              <a:extLst>
                <a:ext uri="{FF2B5EF4-FFF2-40B4-BE49-F238E27FC236}">
                  <a16:creationId xmlns:a16="http://schemas.microsoft.com/office/drawing/2014/main" id="{F5DEB911-0F16-03CD-12F1-82EA33EF5D01}"/>
                </a:ext>
              </a:extLst>
            </p:cNvPr>
            <p:cNvSpPr/>
            <p:nvPr/>
          </p:nvSpPr>
          <p:spPr>
            <a:xfrm>
              <a:off x="4775650" y="2608775"/>
              <a:ext cx="35700" cy="25"/>
            </a:xfrm>
            <a:custGeom>
              <a:avLst/>
              <a:gdLst/>
              <a:ahLst/>
              <a:cxnLst/>
              <a:rect l="l" t="t" r="r" b="b"/>
              <a:pathLst>
                <a:path w="1428" h="1" fill="none" extrusionOk="0">
                  <a:moveTo>
                    <a:pt x="1427" y="0"/>
                  </a:moveTo>
                  <a:lnTo>
                    <a:pt x="1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52">
              <a:extLst>
                <a:ext uri="{FF2B5EF4-FFF2-40B4-BE49-F238E27FC236}">
                  <a16:creationId xmlns:a16="http://schemas.microsoft.com/office/drawing/2014/main" id="{7B1907F6-E1BE-677A-3725-7B38AF7BE7ED}"/>
                </a:ext>
              </a:extLst>
            </p:cNvPr>
            <p:cNvSpPr/>
            <p:nvPr/>
          </p:nvSpPr>
          <p:spPr>
            <a:xfrm>
              <a:off x="4535650" y="4840925"/>
              <a:ext cx="238550" cy="25"/>
            </a:xfrm>
            <a:custGeom>
              <a:avLst/>
              <a:gdLst/>
              <a:ahLst/>
              <a:cxnLst/>
              <a:rect l="l" t="t" r="r" b="b"/>
              <a:pathLst>
                <a:path w="9542" h="1" fill="none" extrusionOk="0">
                  <a:moveTo>
                    <a:pt x="0" y="0"/>
                  </a:moveTo>
                  <a:lnTo>
                    <a:pt x="9541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869;p37">
            <a:extLst>
              <a:ext uri="{FF2B5EF4-FFF2-40B4-BE49-F238E27FC236}">
                <a16:creationId xmlns:a16="http://schemas.microsoft.com/office/drawing/2014/main" id="{2D0B7E95-F181-8C5B-7272-3F5A09A8E50D}"/>
              </a:ext>
            </a:extLst>
          </p:cNvPr>
          <p:cNvGrpSpPr/>
          <p:nvPr/>
        </p:nvGrpSpPr>
        <p:grpSpPr>
          <a:xfrm>
            <a:off x="3102555" y="1491426"/>
            <a:ext cx="987045" cy="837832"/>
            <a:chOff x="1323451" y="2978783"/>
            <a:chExt cx="348339" cy="348103"/>
          </a:xfrm>
        </p:grpSpPr>
        <p:sp>
          <p:nvSpPr>
            <p:cNvPr id="5" name="Google Shape;1870;p37">
              <a:extLst>
                <a:ext uri="{FF2B5EF4-FFF2-40B4-BE49-F238E27FC236}">
                  <a16:creationId xmlns:a16="http://schemas.microsoft.com/office/drawing/2014/main" id="{7B982906-04FC-BC8D-044B-5518E6A13491}"/>
                </a:ext>
              </a:extLst>
            </p:cNvPr>
            <p:cNvSpPr/>
            <p:nvPr/>
          </p:nvSpPr>
          <p:spPr>
            <a:xfrm>
              <a:off x="1323451" y="2978783"/>
              <a:ext cx="263808" cy="173946"/>
            </a:xfrm>
            <a:custGeom>
              <a:avLst/>
              <a:gdLst/>
              <a:ahLst/>
              <a:cxnLst/>
              <a:rect l="l" t="t" r="r" b="b"/>
              <a:pathLst>
                <a:path w="10046" h="6624" extrusionOk="0">
                  <a:moveTo>
                    <a:pt x="862" y="1"/>
                  </a:moveTo>
                  <a:cubicBezTo>
                    <a:pt x="383" y="1"/>
                    <a:pt x="0" y="384"/>
                    <a:pt x="0" y="853"/>
                  </a:cubicBezTo>
                  <a:lnTo>
                    <a:pt x="0" y="6413"/>
                  </a:lnTo>
                  <a:cubicBezTo>
                    <a:pt x="0" y="6528"/>
                    <a:pt x="96" y="6623"/>
                    <a:pt x="220" y="6623"/>
                  </a:cubicBezTo>
                  <a:lnTo>
                    <a:pt x="2354" y="6623"/>
                  </a:lnTo>
                  <a:cubicBezTo>
                    <a:pt x="2594" y="6623"/>
                    <a:pt x="2785" y="6432"/>
                    <a:pt x="2785" y="6202"/>
                  </a:cubicBezTo>
                  <a:lnTo>
                    <a:pt x="2785" y="5772"/>
                  </a:lnTo>
                  <a:cubicBezTo>
                    <a:pt x="2785" y="5590"/>
                    <a:pt x="2709" y="5418"/>
                    <a:pt x="2565" y="5293"/>
                  </a:cubicBezTo>
                  <a:cubicBezTo>
                    <a:pt x="1723" y="4594"/>
                    <a:pt x="2211" y="3216"/>
                    <a:pt x="3312" y="3207"/>
                  </a:cubicBezTo>
                  <a:cubicBezTo>
                    <a:pt x="4412" y="3207"/>
                    <a:pt x="4919" y="4575"/>
                    <a:pt x="4068" y="5284"/>
                  </a:cubicBezTo>
                  <a:cubicBezTo>
                    <a:pt x="3934" y="5408"/>
                    <a:pt x="3847" y="5580"/>
                    <a:pt x="3847" y="5762"/>
                  </a:cubicBezTo>
                  <a:lnTo>
                    <a:pt x="3847" y="6202"/>
                  </a:lnTo>
                  <a:cubicBezTo>
                    <a:pt x="3847" y="6432"/>
                    <a:pt x="4039" y="6623"/>
                    <a:pt x="4278" y="6623"/>
                  </a:cubicBezTo>
                  <a:lnTo>
                    <a:pt x="6623" y="6623"/>
                  </a:lnTo>
                  <a:lnTo>
                    <a:pt x="6623" y="4279"/>
                  </a:lnTo>
                  <a:cubicBezTo>
                    <a:pt x="6623" y="4039"/>
                    <a:pt x="6814" y="3848"/>
                    <a:pt x="7054" y="3848"/>
                  </a:cubicBezTo>
                  <a:lnTo>
                    <a:pt x="7484" y="3848"/>
                  </a:lnTo>
                  <a:cubicBezTo>
                    <a:pt x="7676" y="3848"/>
                    <a:pt x="7848" y="3925"/>
                    <a:pt x="7963" y="4068"/>
                  </a:cubicBezTo>
                  <a:cubicBezTo>
                    <a:pt x="8211" y="4359"/>
                    <a:pt x="8536" y="4489"/>
                    <a:pt x="8856" y="4489"/>
                  </a:cubicBezTo>
                  <a:cubicBezTo>
                    <a:pt x="9462" y="4489"/>
                    <a:pt x="10046" y="4023"/>
                    <a:pt x="10039" y="3303"/>
                  </a:cubicBezTo>
                  <a:cubicBezTo>
                    <a:pt x="10039" y="2589"/>
                    <a:pt x="9460" y="2132"/>
                    <a:pt x="8862" y="2132"/>
                  </a:cubicBezTo>
                  <a:cubicBezTo>
                    <a:pt x="8538" y="2132"/>
                    <a:pt x="8208" y="2266"/>
                    <a:pt x="7963" y="2566"/>
                  </a:cubicBezTo>
                  <a:cubicBezTo>
                    <a:pt x="7845" y="2693"/>
                    <a:pt x="7683" y="2777"/>
                    <a:pt x="7512" y="2777"/>
                  </a:cubicBezTo>
                  <a:cubicBezTo>
                    <a:pt x="7503" y="2777"/>
                    <a:pt x="7493" y="2777"/>
                    <a:pt x="7484" y="2776"/>
                  </a:cubicBezTo>
                  <a:lnTo>
                    <a:pt x="7054" y="2776"/>
                  </a:lnTo>
                  <a:cubicBezTo>
                    <a:pt x="6814" y="2776"/>
                    <a:pt x="6632" y="2585"/>
                    <a:pt x="6632" y="2355"/>
                  </a:cubicBezTo>
                  <a:lnTo>
                    <a:pt x="6632" y="211"/>
                  </a:lnTo>
                  <a:cubicBezTo>
                    <a:pt x="6632" y="96"/>
                    <a:pt x="6537" y="1"/>
                    <a:pt x="64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871;p37">
              <a:extLst>
                <a:ext uri="{FF2B5EF4-FFF2-40B4-BE49-F238E27FC236}">
                  <a16:creationId xmlns:a16="http://schemas.microsoft.com/office/drawing/2014/main" id="{700F35F0-C4DA-A220-2EA8-38977DBF3540}"/>
                </a:ext>
              </a:extLst>
            </p:cNvPr>
            <p:cNvSpPr/>
            <p:nvPr/>
          </p:nvSpPr>
          <p:spPr>
            <a:xfrm>
              <a:off x="1497607" y="2978783"/>
              <a:ext cx="174183" cy="263677"/>
            </a:xfrm>
            <a:custGeom>
              <a:avLst/>
              <a:gdLst/>
              <a:ahLst/>
              <a:cxnLst/>
              <a:rect l="l" t="t" r="r" b="b"/>
              <a:pathLst>
                <a:path w="6633" h="10041" extrusionOk="0">
                  <a:moveTo>
                    <a:pt x="221" y="1"/>
                  </a:moveTo>
                  <a:cubicBezTo>
                    <a:pt x="96" y="1"/>
                    <a:pt x="0" y="96"/>
                    <a:pt x="0" y="211"/>
                  </a:cubicBezTo>
                  <a:lnTo>
                    <a:pt x="0" y="2355"/>
                  </a:lnTo>
                  <a:cubicBezTo>
                    <a:pt x="0" y="2585"/>
                    <a:pt x="192" y="2776"/>
                    <a:pt x="431" y="2776"/>
                  </a:cubicBezTo>
                  <a:lnTo>
                    <a:pt x="852" y="2776"/>
                  </a:lnTo>
                  <a:cubicBezTo>
                    <a:pt x="863" y="2777"/>
                    <a:pt x="874" y="2777"/>
                    <a:pt x="884" y="2777"/>
                  </a:cubicBezTo>
                  <a:cubicBezTo>
                    <a:pt x="1063" y="2777"/>
                    <a:pt x="1222" y="2701"/>
                    <a:pt x="1331" y="2566"/>
                  </a:cubicBezTo>
                  <a:cubicBezTo>
                    <a:pt x="1575" y="2268"/>
                    <a:pt x="1904" y="2135"/>
                    <a:pt x="2228" y="2135"/>
                  </a:cubicBezTo>
                  <a:cubicBezTo>
                    <a:pt x="2831" y="2135"/>
                    <a:pt x="3417" y="2593"/>
                    <a:pt x="3417" y="3303"/>
                  </a:cubicBezTo>
                  <a:cubicBezTo>
                    <a:pt x="3423" y="4023"/>
                    <a:pt x="2835" y="4489"/>
                    <a:pt x="2229" y="4489"/>
                  </a:cubicBezTo>
                  <a:cubicBezTo>
                    <a:pt x="1910" y="4489"/>
                    <a:pt x="1585" y="4359"/>
                    <a:pt x="1340" y="4068"/>
                  </a:cubicBezTo>
                  <a:cubicBezTo>
                    <a:pt x="1225" y="3934"/>
                    <a:pt x="1053" y="3848"/>
                    <a:pt x="862" y="3848"/>
                  </a:cubicBezTo>
                  <a:lnTo>
                    <a:pt x="431" y="3848"/>
                  </a:lnTo>
                  <a:cubicBezTo>
                    <a:pt x="192" y="3848"/>
                    <a:pt x="0" y="4039"/>
                    <a:pt x="0" y="4279"/>
                  </a:cubicBezTo>
                  <a:lnTo>
                    <a:pt x="0" y="6623"/>
                  </a:lnTo>
                  <a:lnTo>
                    <a:pt x="2355" y="6623"/>
                  </a:lnTo>
                  <a:cubicBezTo>
                    <a:pt x="2594" y="6623"/>
                    <a:pt x="2785" y="6815"/>
                    <a:pt x="2785" y="7054"/>
                  </a:cubicBezTo>
                  <a:lnTo>
                    <a:pt x="2785" y="7485"/>
                  </a:lnTo>
                  <a:cubicBezTo>
                    <a:pt x="2776" y="7676"/>
                    <a:pt x="2699" y="7848"/>
                    <a:pt x="2556" y="7963"/>
                  </a:cubicBezTo>
                  <a:cubicBezTo>
                    <a:pt x="1716" y="8669"/>
                    <a:pt x="2217" y="10040"/>
                    <a:pt x="3310" y="10040"/>
                  </a:cubicBezTo>
                  <a:cubicBezTo>
                    <a:pt x="3314" y="10040"/>
                    <a:pt x="3318" y="10040"/>
                    <a:pt x="3321" y="10040"/>
                  </a:cubicBezTo>
                  <a:cubicBezTo>
                    <a:pt x="4422" y="10040"/>
                    <a:pt x="4910" y="8652"/>
                    <a:pt x="4058" y="7954"/>
                  </a:cubicBezTo>
                  <a:cubicBezTo>
                    <a:pt x="3924" y="7839"/>
                    <a:pt x="3848" y="7667"/>
                    <a:pt x="3848" y="7475"/>
                  </a:cubicBezTo>
                  <a:lnTo>
                    <a:pt x="3848" y="7054"/>
                  </a:lnTo>
                  <a:cubicBezTo>
                    <a:pt x="3848" y="6815"/>
                    <a:pt x="4039" y="6623"/>
                    <a:pt x="4278" y="6623"/>
                  </a:cubicBezTo>
                  <a:lnTo>
                    <a:pt x="6413" y="6623"/>
                  </a:lnTo>
                  <a:cubicBezTo>
                    <a:pt x="6527" y="6623"/>
                    <a:pt x="6633" y="6528"/>
                    <a:pt x="6633" y="6413"/>
                  </a:cubicBezTo>
                  <a:lnTo>
                    <a:pt x="6633" y="853"/>
                  </a:lnTo>
                  <a:cubicBezTo>
                    <a:pt x="6633" y="384"/>
                    <a:pt x="6250" y="1"/>
                    <a:pt x="57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872;p37">
              <a:extLst>
                <a:ext uri="{FF2B5EF4-FFF2-40B4-BE49-F238E27FC236}">
                  <a16:creationId xmlns:a16="http://schemas.microsoft.com/office/drawing/2014/main" id="{8677BEC5-C936-7F18-513B-98A9A4382F16}"/>
                </a:ext>
              </a:extLst>
            </p:cNvPr>
            <p:cNvSpPr/>
            <p:nvPr/>
          </p:nvSpPr>
          <p:spPr>
            <a:xfrm>
              <a:off x="1407719" y="3152703"/>
              <a:ext cx="263834" cy="174183"/>
            </a:xfrm>
            <a:custGeom>
              <a:avLst/>
              <a:gdLst/>
              <a:ahLst/>
              <a:cxnLst/>
              <a:rect l="l" t="t" r="r" b="b"/>
              <a:pathLst>
                <a:path w="10047" h="6633" extrusionOk="0">
                  <a:moveTo>
                    <a:pt x="3423" y="0"/>
                  </a:moveTo>
                  <a:lnTo>
                    <a:pt x="3423" y="2355"/>
                  </a:lnTo>
                  <a:cubicBezTo>
                    <a:pt x="3423" y="2594"/>
                    <a:pt x="3232" y="2785"/>
                    <a:pt x="2993" y="2785"/>
                  </a:cubicBezTo>
                  <a:lnTo>
                    <a:pt x="2562" y="2785"/>
                  </a:lnTo>
                  <a:cubicBezTo>
                    <a:pt x="2371" y="2785"/>
                    <a:pt x="2198" y="2699"/>
                    <a:pt x="2084" y="2556"/>
                  </a:cubicBezTo>
                  <a:cubicBezTo>
                    <a:pt x="1836" y="2265"/>
                    <a:pt x="1510" y="2135"/>
                    <a:pt x="1190" y="2135"/>
                  </a:cubicBezTo>
                  <a:cubicBezTo>
                    <a:pt x="585" y="2135"/>
                    <a:pt x="1" y="2601"/>
                    <a:pt x="7" y="3321"/>
                  </a:cubicBezTo>
                  <a:cubicBezTo>
                    <a:pt x="7" y="4037"/>
                    <a:pt x="590" y="4494"/>
                    <a:pt x="1190" y="4494"/>
                  </a:cubicBezTo>
                  <a:cubicBezTo>
                    <a:pt x="1512" y="4494"/>
                    <a:pt x="1839" y="4362"/>
                    <a:pt x="2084" y="4068"/>
                  </a:cubicBezTo>
                  <a:cubicBezTo>
                    <a:pt x="2208" y="3924"/>
                    <a:pt x="2380" y="3848"/>
                    <a:pt x="2562" y="3848"/>
                  </a:cubicBezTo>
                  <a:lnTo>
                    <a:pt x="2993" y="3848"/>
                  </a:lnTo>
                  <a:cubicBezTo>
                    <a:pt x="3232" y="3848"/>
                    <a:pt x="3423" y="4039"/>
                    <a:pt x="3423" y="4278"/>
                  </a:cubicBezTo>
                  <a:lnTo>
                    <a:pt x="3423" y="6412"/>
                  </a:lnTo>
                  <a:cubicBezTo>
                    <a:pt x="3414" y="6537"/>
                    <a:pt x="3519" y="6633"/>
                    <a:pt x="3634" y="6633"/>
                  </a:cubicBezTo>
                  <a:lnTo>
                    <a:pt x="9194" y="6633"/>
                  </a:lnTo>
                  <a:cubicBezTo>
                    <a:pt x="9663" y="6633"/>
                    <a:pt x="10046" y="6250"/>
                    <a:pt x="10046" y="5771"/>
                  </a:cubicBezTo>
                  <a:lnTo>
                    <a:pt x="10046" y="221"/>
                  </a:lnTo>
                  <a:cubicBezTo>
                    <a:pt x="10046" y="96"/>
                    <a:pt x="9950" y="0"/>
                    <a:pt x="9836" y="0"/>
                  </a:cubicBezTo>
                  <a:lnTo>
                    <a:pt x="7692" y="0"/>
                  </a:lnTo>
                  <a:cubicBezTo>
                    <a:pt x="7453" y="0"/>
                    <a:pt x="7261" y="192"/>
                    <a:pt x="7261" y="431"/>
                  </a:cubicBezTo>
                  <a:lnTo>
                    <a:pt x="7261" y="852"/>
                  </a:lnTo>
                  <a:cubicBezTo>
                    <a:pt x="7261" y="1044"/>
                    <a:pt x="7338" y="1216"/>
                    <a:pt x="7481" y="1331"/>
                  </a:cubicBezTo>
                  <a:cubicBezTo>
                    <a:pt x="8323" y="2029"/>
                    <a:pt x="7835" y="3417"/>
                    <a:pt x="6735" y="3417"/>
                  </a:cubicBezTo>
                  <a:cubicBezTo>
                    <a:pt x="6731" y="3417"/>
                    <a:pt x="6727" y="3417"/>
                    <a:pt x="6723" y="3417"/>
                  </a:cubicBezTo>
                  <a:cubicBezTo>
                    <a:pt x="5631" y="3417"/>
                    <a:pt x="5130" y="2046"/>
                    <a:pt x="5969" y="1340"/>
                  </a:cubicBezTo>
                  <a:cubicBezTo>
                    <a:pt x="6113" y="1225"/>
                    <a:pt x="6199" y="1053"/>
                    <a:pt x="6199" y="862"/>
                  </a:cubicBezTo>
                  <a:lnTo>
                    <a:pt x="6199" y="431"/>
                  </a:lnTo>
                  <a:cubicBezTo>
                    <a:pt x="6199" y="192"/>
                    <a:pt x="6007" y="0"/>
                    <a:pt x="5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73;p37">
              <a:extLst>
                <a:ext uri="{FF2B5EF4-FFF2-40B4-BE49-F238E27FC236}">
                  <a16:creationId xmlns:a16="http://schemas.microsoft.com/office/drawing/2014/main" id="{FBB80E9F-2EBB-4AE3-EFE6-18E7E8B10724}"/>
                </a:ext>
              </a:extLst>
            </p:cNvPr>
            <p:cNvSpPr/>
            <p:nvPr/>
          </p:nvSpPr>
          <p:spPr>
            <a:xfrm>
              <a:off x="1323451" y="3062973"/>
              <a:ext cx="173920" cy="263913"/>
            </a:xfrm>
            <a:custGeom>
              <a:avLst/>
              <a:gdLst/>
              <a:ahLst/>
              <a:cxnLst/>
              <a:rect l="l" t="t" r="r" b="b"/>
              <a:pathLst>
                <a:path w="6623" h="10050" extrusionOk="0">
                  <a:moveTo>
                    <a:pt x="3312" y="1"/>
                  </a:moveTo>
                  <a:cubicBezTo>
                    <a:pt x="2211" y="10"/>
                    <a:pt x="1713" y="1388"/>
                    <a:pt x="2565" y="2087"/>
                  </a:cubicBezTo>
                  <a:cubicBezTo>
                    <a:pt x="2709" y="2212"/>
                    <a:pt x="2785" y="2384"/>
                    <a:pt x="2776" y="2566"/>
                  </a:cubicBezTo>
                  <a:lnTo>
                    <a:pt x="2776" y="2996"/>
                  </a:lnTo>
                  <a:cubicBezTo>
                    <a:pt x="2776" y="3226"/>
                    <a:pt x="2594" y="3417"/>
                    <a:pt x="2354" y="3417"/>
                  </a:cubicBezTo>
                  <a:lnTo>
                    <a:pt x="220" y="3417"/>
                  </a:lnTo>
                  <a:cubicBezTo>
                    <a:pt x="96" y="3417"/>
                    <a:pt x="0" y="3513"/>
                    <a:pt x="0" y="3638"/>
                  </a:cubicBezTo>
                  <a:lnTo>
                    <a:pt x="0" y="9188"/>
                  </a:lnTo>
                  <a:cubicBezTo>
                    <a:pt x="0" y="9657"/>
                    <a:pt x="383" y="10050"/>
                    <a:pt x="852" y="10050"/>
                  </a:cubicBezTo>
                  <a:lnTo>
                    <a:pt x="6412" y="10050"/>
                  </a:lnTo>
                  <a:cubicBezTo>
                    <a:pt x="6527" y="10050"/>
                    <a:pt x="6623" y="9944"/>
                    <a:pt x="6623" y="9829"/>
                  </a:cubicBezTo>
                  <a:lnTo>
                    <a:pt x="6623" y="7695"/>
                  </a:lnTo>
                  <a:cubicBezTo>
                    <a:pt x="6623" y="7456"/>
                    <a:pt x="6431" y="7265"/>
                    <a:pt x="6202" y="7265"/>
                  </a:cubicBezTo>
                  <a:lnTo>
                    <a:pt x="5771" y="7265"/>
                  </a:lnTo>
                  <a:cubicBezTo>
                    <a:pt x="5589" y="7265"/>
                    <a:pt x="5417" y="7341"/>
                    <a:pt x="5293" y="7485"/>
                  </a:cubicBezTo>
                  <a:cubicBezTo>
                    <a:pt x="5048" y="7779"/>
                    <a:pt x="4721" y="7911"/>
                    <a:pt x="4398" y="7911"/>
                  </a:cubicBezTo>
                  <a:cubicBezTo>
                    <a:pt x="3798" y="7911"/>
                    <a:pt x="3212" y="7454"/>
                    <a:pt x="3206" y="6738"/>
                  </a:cubicBezTo>
                  <a:cubicBezTo>
                    <a:pt x="3206" y="6018"/>
                    <a:pt x="3793" y="5552"/>
                    <a:pt x="4396" y="5552"/>
                  </a:cubicBezTo>
                  <a:cubicBezTo>
                    <a:pt x="4715" y="5552"/>
                    <a:pt x="5038" y="5682"/>
                    <a:pt x="5283" y="5973"/>
                  </a:cubicBezTo>
                  <a:cubicBezTo>
                    <a:pt x="5407" y="6116"/>
                    <a:pt x="5580" y="6202"/>
                    <a:pt x="5762" y="6202"/>
                  </a:cubicBezTo>
                  <a:lnTo>
                    <a:pt x="6202" y="6202"/>
                  </a:lnTo>
                  <a:cubicBezTo>
                    <a:pt x="6431" y="6202"/>
                    <a:pt x="6623" y="6011"/>
                    <a:pt x="6623" y="5772"/>
                  </a:cubicBezTo>
                  <a:lnTo>
                    <a:pt x="6623" y="3417"/>
                  </a:lnTo>
                  <a:lnTo>
                    <a:pt x="4278" y="3417"/>
                  </a:lnTo>
                  <a:cubicBezTo>
                    <a:pt x="4039" y="3417"/>
                    <a:pt x="3847" y="3226"/>
                    <a:pt x="3847" y="2996"/>
                  </a:cubicBezTo>
                  <a:lnTo>
                    <a:pt x="3847" y="2556"/>
                  </a:lnTo>
                  <a:cubicBezTo>
                    <a:pt x="3847" y="2374"/>
                    <a:pt x="3934" y="2202"/>
                    <a:pt x="4068" y="2078"/>
                  </a:cubicBezTo>
                  <a:cubicBezTo>
                    <a:pt x="4910" y="1369"/>
                    <a:pt x="4412" y="1"/>
                    <a:pt x="33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0059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4">
          <a:extLst>
            <a:ext uri="{FF2B5EF4-FFF2-40B4-BE49-F238E27FC236}">
              <a16:creationId xmlns:a16="http://schemas.microsoft.com/office/drawing/2014/main" id="{634982E5-17AB-67EC-A767-AD2A4F08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37">
            <a:extLst>
              <a:ext uri="{FF2B5EF4-FFF2-40B4-BE49-F238E27FC236}">
                <a16:creationId xmlns:a16="http://schemas.microsoft.com/office/drawing/2014/main" id="{2B67315C-5518-5CF3-F3E4-63D025196525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31525" y="113825"/>
            <a:ext cx="769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Attrition by education section</a:t>
            </a:r>
            <a:endParaRPr dirty="0"/>
          </a:p>
        </p:txBody>
      </p:sp>
      <p:grpSp>
        <p:nvGrpSpPr>
          <p:cNvPr id="1782" name="Google Shape;1782;p37">
            <a:extLst>
              <a:ext uri="{FF2B5EF4-FFF2-40B4-BE49-F238E27FC236}">
                <a16:creationId xmlns:a16="http://schemas.microsoft.com/office/drawing/2014/main" id="{F5DD000F-CB5B-888C-A740-C01A6AF47C94}"/>
              </a:ext>
            </a:extLst>
          </p:cNvPr>
          <p:cNvGrpSpPr/>
          <p:nvPr/>
        </p:nvGrpSpPr>
        <p:grpSpPr>
          <a:xfrm>
            <a:off x="4502900" y="3488425"/>
            <a:ext cx="4368263" cy="1488852"/>
            <a:chOff x="4502900" y="3488425"/>
            <a:chExt cx="4368263" cy="1488852"/>
          </a:xfrm>
        </p:grpSpPr>
        <p:sp>
          <p:nvSpPr>
            <p:cNvPr id="1783" name="Google Shape;1783;p37">
              <a:extLst>
                <a:ext uri="{FF2B5EF4-FFF2-40B4-BE49-F238E27FC236}">
                  <a16:creationId xmlns:a16="http://schemas.microsoft.com/office/drawing/2014/main" id="{E3B4F300-635C-75E8-9130-15319DA1715F}"/>
                </a:ext>
              </a:extLst>
            </p:cNvPr>
            <p:cNvSpPr/>
            <p:nvPr/>
          </p:nvSpPr>
          <p:spPr>
            <a:xfrm>
              <a:off x="6756842" y="4395529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7">
              <a:extLst>
                <a:ext uri="{FF2B5EF4-FFF2-40B4-BE49-F238E27FC236}">
                  <a16:creationId xmlns:a16="http://schemas.microsoft.com/office/drawing/2014/main" id="{8060F187-21DD-9563-FB3E-455A64699B00}"/>
                </a:ext>
              </a:extLst>
            </p:cNvPr>
            <p:cNvSpPr/>
            <p:nvPr/>
          </p:nvSpPr>
          <p:spPr>
            <a:xfrm>
              <a:off x="6625121" y="4079495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7">
              <a:extLst>
                <a:ext uri="{FF2B5EF4-FFF2-40B4-BE49-F238E27FC236}">
                  <a16:creationId xmlns:a16="http://schemas.microsoft.com/office/drawing/2014/main" id="{1F85847F-63B2-1CA8-B7A9-E45EF91A319D}"/>
                </a:ext>
              </a:extLst>
            </p:cNvPr>
            <p:cNvSpPr/>
            <p:nvPr/>
          </p:nvSpPr>
          <p:spPr>
            <a:xfrm>
              <a:off x="6717329" y="4174115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7">
              <a:extLst>
                <a:ext uri="{FF2B5EF4-FFF2-40B4-BE49-F238E27FC236}">
                  <a16:creationId xmlns:a16="http://schemas.microsoft.com/office/drawing/2014/main" id="{A96432F1-AC6B-28A9-8F3A-C0F0F93F3CE9}"/>
                </a:ext>
              </a:extLst>
            </p:cNvPr>
            <p:cNvSpPr/>
            <p:nvPr/>
          </p:nvSpPr>
          <p:spPr>
            <a:xfrm>
              <a:off x="5977933" y="4053606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7">
              <a:extLst>
                <a:ext uri="{FF2B5EF4-FFF2-40B4-BE49-F238E27FC236}">
                  <a16:creationId xmlns:a16="http://schemas.microsoft.com/office/drawing/2014/main" id="{F158AF30-47BA-FCA8-8411-F051DFE49C7F}"/>
                </a:ext>
              </a:extLst>
            </p:cNvPr>
            <p:cNvSpPr/>
            <p:nvPr/>
          </p:nvSpPr>
          <p:spPr>
            <a:xfrm>
              <a:off x="6126641" y="3792508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7">
              <a:extLst>
                <a:ext uri="{FF2B5EF4-FFF2-40B4-BE49-F238E27FC236}">
                  <a16:creationId xmlns:a16="http://schemas.microsoft.com/office/drawing/2014/main" id="{407F0C20-BC07-D1E3-DF27-DB60DB89C473}"/>
                </a:ext>
              </a:extLst>
            </p:cNvPr>
            <p:cNvSpPr/>
            <p:nvPr/>
          </p:nvSpPr>
          <p:spPr>
            <a:xfrm>
              <a:off x="6514975" y="3783709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7">
              <a:extLst>
                <a:ext uri="{FF2B5EF4-FFF2-40B4-BE49-F238E27FC236}">
                  <a16:creationId xmlns:a16="http://schemas.microsoft.com/office/drawing/2014/main" id="{F47088BE-C369-9558-6D5B-EE6760D9EA3C}"/>
                </a:ext>
              </a:extLst>
            </p:cNvPr>
            <p:cNvSpPr/>
            <p:nvPr/>
          </p:nvSpPr>
          <p:spPr>
            <a:xfrm>
              <a:off x="6040752" y="4125633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7">
              <a:extLst>
                <a:ext uri="{FF2B5EF4-FFF2-40B4-BE49-F238E27FC236}">
                  <a16:creationId xmlns:a16="http://schemas.microsoft.com/office/drawing/2014/main" id="{7ECA0BD4-0BEA-5502-DBEF-12EA19F8D0B2}"/>
                </a:ext>
              </a:extLst>
            </p:cNvPr>
            <p:cNvSpPr/>
            <p:nvPr/>
          </p:nvSpPr>
          <p:spPr>
            <a:xfrm>
              <a:off x="6245214" y="3875339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7">
              <a:extLst>
                <a:ext uri="{FF2B5EF4-FFF2-40B4-BE49-F238E27FC236}">
                  <a16:creationId xmlns:a16="http://schemas.microsoft.com/office/drawing/2014/main" id="{2E33BFD7-634E-9708-16EF-B9E51D90CB37}"/>
                </a:ext>
              </a:extLst>
            </p:cNvPr>
            <p:cNvSpPr/>
            <p:nvPr/>
          </p:nvSpPr>
          <p:spPr>
            <a:xfrm>
              <a:off x="6600863" y="3906426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7">
              <a:extLst>
                <a:ext uri="{FF2B5EF4-FFF2-40B4-BE49-F238E27FC236}">
                  <a16:creationId xmlns:a16="http://schemas.microsoft.com/office/drawing/2014/main" id="{6C5D44BF-EF90-9EDA-7EE3-FE600AF9689C}"/>
                </a:ext>
              </a:extLst>
            </p:cNvPr>
            <p:cNvSpPr/>
            <p:nvPr/>
          </p:nvSpPr>
          <p:spPr>
            <a:xfrm>
              <a:off x="6826933" y="4448632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7">
              <a:extLst>
                <a:ext uri="{FF2B5EF4-FFF2-40B4-BE49-F238E27FC236}">
                  <a16:creationId xmlns:a16="http://schemas.microsoft.com/office/drawing/2014/main" id="{34716832-0826-2471-FEE8-5C9621B56077}"/>
                </a:ext>
              </a:extLst>
            </p:cNvPr>
            <p:cNvSpPr/>
            <p:nvPr/>
          </p:nvSpPr>
          <p:spPr>
            <a:xfrm>
              <a:off x="8109206" y="3528794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7">
              <a:extLst>
                <a:ext uri="{FF2B5EF4-FFF2-40B4-BE49-F238E27FC236}">
                  <a16:creationId xmlns:a16="http://schemas.microsoft.com/office/drawing/2014/main" id="{DE6B28B4-8114-EAA4-898B-A3418B1437B5}"/>
                </a:ext>
              </a:extLst>
            </p:cNvPr>
            <p:cNvSpPr/>
            <p:nvPr/>
          </p:nvSpPr>
          <p:spPr>
            <a:xfrm>
              <a:off x="7584395" y="3527809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7">
              <a:extLst>
                <a:ext uri="{FF2B5EF4-FFF2-40B4-BE49-F238E27FC236}">
                  <a16:creationId xmlns:a16="http://schemas.microsoft.com/office/drawing/2014/main" id="{CA41B2EB-D592-28D8-3C0D-552512E9964A}"/>
                </a:ext>
              </a:extLst>
            </p:cNvPr>
            <p:cNvSpPr/>
            <p:nvPr/>
          </p:nvSpPr>
          <p:spPr>
            <a:xfrm>
              <a:off x="7397872" y="3905984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7">
              <a:extLst>
                <a:ext uri="{FF2B5EF4-FFF2-40B4-BE49-F238E27FC236}">
                  <a16:creationId xmlns:a16="http://schemas.microsoft.com/office/drawing/2014/main" id="{D0D5EF0C-08A1-B437-E223-B759E6523EED}"/>
                </a:ext>
              </a:extLst>
            </p:cNvPr>
            <p:cNvSpPr/>
            <p:nvPr/>
          </p:nvSpPr>
          <p:spPr>
            <a:xfrm>
              <a:off x="7757735" y="3651648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7">
              <a:extLst>
                <a:ext uri="{FF2B5EF4-FFF2-40B4-BE49-F238E27FC236}">
                  <a16:creationId xmlns:a16="http://schemas.microsoft.com/office/drawing/2014/main" id="{48578393-ED12-C5D9-973A-5B282B9C562C}"/>
                </a:ext>
              </a:extLst>
            </p:cNvPr>
            <p:cNvSpPr/>
            <p:nvPr/>
          </p:nvSpPr>
          <p:spPr>
            <a:xfrm>
              <a:off x="7525380" y="3998872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7">
              <a:extLst>
                <a:ext uri="{FF2B5EF4-FFF2-40B4-BE49-F238E27FC236}">
                  <a16:creationId xmlns:a16="http://schemas.microsoft.com/office/drawing/2014/main" id="{9EA4F710-3641-078C-9BBE-81B409EE8364}"/>
                </a:ext>
              </a:extLst>
            </p:cNvPr>
            <p:cNvSpPr/>
            <p:nvPr/>
          </p:nvSpPr>
          <p:spPr>
            <a:xfrm>
              <a:off x="8161901" y="3610028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7">
              <a:extLst>
                <a:ext uri="{FF2B5EF4-FFF2-40B4-BE49-F238E27FC236}">
                  <a16:creationId xmlns:a16="http://schemas.microsoft.com/office/drawing/2014/main" id="{73A8F819-F0FE-02F0-6FCE-E815E98BEB2B}"/>
                </a:ext>
              </a:extLst>
            </p:cNvPr>
            <p:cNvSpPr/>
            <p:nvPr/>
          </p:nvSpPr>
          <p:spPr>
            <a:xfrm>
              <a:off x="8225638" y="3848057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7">
              <a:extLst>
                <a:ext uri="{FF2B5EF4-FFF2-40B4-BE49-F238E27FC236}">
                  <a16:creationId xmlns:a16="http://schemas.microsoft.com/office/drawing/2014/main" id="{44219B8E-9E36-FF13-D3AE-579F16EC77DC}"/>
                </a:ext>
              </a:extLst>
            </p:cNvPr>
            <p:cNvSpPr/>
            <p:nvPr/>
          </p:nvSpPr>
          <p:spPr>
            <a:xfrm>
              <a:off x="8263044" y="3921952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7">
              <a:extLst>
                <a:ext uri="{FF2B5EF4-FFF2-40B4-BE49-F238E27FC236}">
                  <a16:creationId xmlns:a16="http://schemas.microsoft.com/office/drawing/2014/main" id="{96A7D444-4D93-F42D-9DDA-5E2C52526BBE}"/>
                </a:ext>
              </a:extLst>
            </p:cNvPr>
            <p:cNvSpPr/>
            <p:nvPr/>
          </p:nvSpPr>
          <p:spPr>
            <a:xfrm>
              <a:off x="4502900" y="3852772"/>
              <a:ext cx="664993" cy="1124505"/>
            </a:xfrm>
            <a:custGeom>
              <a:avLst/>
              <a:gdLst/>
              <a:ahLst/>
              <a:cxnLst/>
              <a:rect l="l" t="t" r="r" b="b"/>
              <a:pathLst>
                <a:path w="19573" h="33098" extrusionOk="0">
                  <a:moveTo>
                    <a:pt x="5647" y="1"/>
                  </a:moveTo>
                  <a:cubicBezTo>
                    <a:pt x="5528" y="1"/>
                    <a:pt x="5409" y="6"/>
                    <a:pt x="5289" y="17"/>
                  </a:cubicBezTo>
                  <a:cubicBezTo>
                    <a:pt x="1" y="467"/>
                    <a:pt x="4266" y="9958"/>
                    <a:pt x="5615" y="13510"/>
                  </a:cubicBezTo>
                  <a:cubicBezTo>
                    <a:pt x="6452" y="15836"/>
                    <a:pt x="7616" y="18100"/>
                    <a:pt x="8841" y="20241"/>
                  </a:cubicBezTo>
                  <a:cubicBezTo>
                    <a:pt x="10919" y="24118"/>
                    <a:pt x="14083" y="29406"/>
                    <a:pt x="16409" y="33097"/>
                  </a:cubicBezTo>
                  <a:lnTo>
                    <a:pt x="19573" y="32710"/>
                  </a:lnTo>
                  <a:cubicBezTo>
                    <a:pt x="18860" y="29019"/>
                    <a:pt x="17696" y="21590"/>
                    <a:pt x="16797" y="17077"/>
                  </a:cubicBezTo>
                  <a:cubicBezTo>
                    <a:pt x="16409" y="14875"/>
                    <a:pt x="15184" y="12160"/>
                    <a:pt x="14409" y="10098"/>
                  </a:cubicBezTo>
                  <a:cubicBezTo>
                    <a:pt x="13022" y="6390"/>
                    <a:pt x="9745" y="1"/>
                    <a:pt x="5647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7">
              <a:extLst>
                <a:ext uri="{FF2B5EF4-FFF2-40B4-BE49-F238E27FC236}">
                  <a16:creationId xmlns:a16="http://schemas.microsoft.com/office/drawing/2014/main" id="{6A55F242-5FF2-3A4E-19C8-11E628C4B09E}"/>
                </a:ext>
              </a:extLst>
            </p:cNvPr>
            <p:cNvSpPr/>
            <p:nvPr/>
          </p:nvSpPr>
          <p:spPr>
            <a:xfrm>
              <a:off x="5227416" y="3698968"/>
              <a:ext cx="509013" cy="1210325"/>
            </a:xfrm>
            <a:custGeom>
              <a:avLst/>
              <a:gdLst/>
              <a:ahLst/>
              <a:cxnLst/>
              <a:rect l="l" t="t" r="r" b="b"/>
              <a:pathLst>
                <a:path w="14982" h="35624" extrusionOk="0">
                  <a:moveTo>
                    <a:pt x="10981" y="0"/>
                  </a:moveTo>
                  <a:cubicBezTo>
                    <a:pt x="9495" y="0"/>
                    <a:pt x="7910" y="1210"/>
                    <a:pt x="6778" y="2342"/>
                  </a:cubicBezTo>
                  <a:cubicBezTo>
                    <a:pt x="2575" y="6545"/>
                    <a:pt x="388" y="15586"/>
                    <a:pt x="388" y="21991"/>
                  </a:cubicBezTo>
                  <a:cubicBezTo>
                    <a:pt x="311" y="25543"/>
                    <a:pt x="0" y="29870"/>
                    <a:pt x="1288" y="33235"/>
                  </a:cubicBezTo>
                  <a:lnTo>
                    <a:pt x="3288" y="35624"/>
                  </a:lnTo>
                  <a:cubicBezTo>
                    <a:pt x="5041" y="29994"/>
                    <a:pt x="11043" y="19339"/>
                    <a:pt x="12268" y="13586"/>
                  </a:cubicBezTo>
                  <a:cubicBezTo>
                    <a:pt x="12919" y="10670"/>
                    <a:pt x="14982" y="3831"/>
                    <a:pt x="13245" y="1303"/>
                  </a:cubicBezTo>
                  <a:cubicBezTo>
                    <a:pt x="12581" y="364"/>
                    <a:pt x="11796" y="0"/>
                    <a:pt x="109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7">
              <a:extLst>
                <a:ext uri="{FF2B5EF4-FFF2-40B4-BE49-F238E27FC236}">
                  <a16:creationId xmlns:a16="http://schemas.microsoft.com/office/drawing/2014/main" id="{68559F57-FBA0-36A8-5627-7396EBD2614A}"/>
                </a:ext>
              </a:extLst>
            </p:cNvPr>
            <p:cNvSpPr/>
            <p:nvPr/>
          </p:nvSpPr>
          <p:spPr>
            <a:xfrm>
              <a:off x="5299612" y="3842274"/>
              <a:ext cx="272446" cy="1020643"/>
            </a:xfrm>
            <a:custGeom>
              <a:avLst/>
              <a:gdLst/>
              <a:ahLst/>
              <a:cxnLst/>
              <a:rect l="l" t="t" r="r" b="b"/>
              <a:pathLst>
                <a:path w="8019" h="30041" fill="none" extrusionOk="0">
                  <a:moveTo>
                    <a:pt x="8018" y="0"/>
                  </a:moveTo>
                  <a:cubicBezTo>
                    <a:pt x="5041" y="7755"/>
                    <a:pt x="1039" y="21837"/>
                    <a:pt x="0" y="30041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7">
              <a:extLst>
                <a:ext uri="{FF2B5EF4-FFF2-40B4-BE49-F238E27FC236}">
                  <a16:creationId xmlns:a16="http://schemas.microsoft.com/office/drawing/2014/main" id="{7FC81AB9-0A85-190A-4DA9-836454D9C598}"/>
                </a:ext>
              </a:extLst>
            </p:cNvPr>
            <p:cNvSpPr/>
            <p:nvPr/>
          </p:nvSpPr>
          <p:spPr>
            <a:xfrm>
              <a:off x="4697882" y="3925513"/>
              <a:ext cx="415242" cy="1029612"/>
            </a:xfrm>
            <a:custGeom>
              <a:avLst/>
              <a:gdLst/>
              <a:ahLst/>
              <a:cxnLst/>
              <a:rect l="l" t="t" r="r" b="b"/>
              <a:pathLst>
                <a:path w="12222" h="30305" fill="none" extrusionOk="0">
                  <a:moveTo>
                    <a:pt x="0" y="1"/>
                  </a:moveTo>
                  <a:cubicBezTo>
                    <a:pt x="3753" y="6080"/>
                    <a:pt x="9243" y="19061"/>
                    <a:pt x="12221" y="30305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7">
              <a:extLst>
                <a:ext uri="{FF2B5EF4-FFF2-40B4-BE49-F238E27FC236}">
                  <a16:creationId xmlns:a16="http://schemas.microsoft.com/office/drawing/2014/main" id="{CAA52E61-AB1A-49EF-1CE3-E09E13C1E1C8}"/>
                </a:ext>
              </a:extLst>
            </p:cNvPr>
            <p:cNvSpPr/>
            <p:nvPr/>
          </p:nvSpPr>
          <p:spPr>
            <a:xfrm>
              <a:off x="4955005" y="3488425"/>
              <a:ext cx="373079" cy="1199046"/>
            </a:xfrm>
            <a:custGeom>
              <a:avLst/>
              <a:gdLst/>
              <a:ahLst/>
              <a:cxnLst/>
              <a:rect l="l" t="t" r="r" b="b"/>
              <a:pathLst>
                <a:path w="10981" h="35292" extrusionOk="0">
                  <a:moveTo>
                    <a:pt x="4034" y="0"/>
                  </a:moveTo>
                  <a:cubicBezTo>
                    <a:pt x="3369" y="0"/>
                    <a:pt x="2667" y="290"/>
                    <a:pt x="1939" y="971"/>
                  </a:cubicBezTo>
                  <a:cubicBezTo>
                    <a:pt x="0" y="2723"/>
                    <a:pt x="326" y="12478"/>
                    <a:pt x="512" y="15068"/>
                  </a:cubicBezTo>
                  <a:cubicBezTo>
                    <a:pt x="962" y="20170"/>
                    <a:pt x="3614" y="29274"/>
                    <a:pt x="4529" y="34314"/>
                  </a:cubicBezTo>
                  <a:lnTo>
                    <a:pt x="6390" y="35291"/>
                  </a:lnTo>
                  <a:cubicBezTo>
                    <a:pt x="8018" y="32702"/>
                    <a:pt x="9880" y="24311"/>
                    <a:pt x="10267" y="21272"/>
                  </a:cubicBezTo>
                  <a:cubicBezTo>
                    <a:pt x="10919" y="17069"/>
                    <a:pt x="10981" y="12540"/>
                    <a:pt x="9957" y="8415"/>
                  </a:cubicBezTo>
                  <a:cubicBezTo>
                    <a:pt x="9371" y="6073"/>
                    <a:pt x="7083" y="0"/>
                    <a:pt x="4034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7">
              <a:extLst>
                <a:ext uri="{FF2B5EF4-FFF2-40B4-BE49-F238E27FC236}">
                  <a16:creationId xmlns:a16="http://schemas.microsoft.com/office/drawing/2014/main" id="{A9A532DE-93F5-3C18-9E02-68682E153700}"/>
                </a:ext>
              </a:extLst>
            </p:cNvPr>
            <p:cNvSpPr/>
            <p:nvPr/>
          </p:nvSpPr>
          <p:spPr>
            <a:xfrm>
              <a:off x="5097801" y="3594087"/>
              <a:ext cx="94349" cy="1075988"/>
            </a:xfrm>
            <a:custGeom>
              <a:avLst/>
              <a:gdLst/>
              <a:ahLst/>
              <a:cxnLst/>
              <a:rect l="l" t="t" r="r" b="b"/>
              <a:pathLst>
                <a:path w="2777" h="31670" fill="none" extrusionOk="0">
                  <a:moveTo>
                    <a:pt x="0" y="1"/>
                  </a:moveTo>
                  <a:cubicBezTo>
                    <a:pt x="2776" y="7305"/>
                    <a:pt x="2063" y="25327"/>
                    <a:pt x="1163" y="31670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7" name="Google Shape;1807;p37">
            <a:extLst>
              <a:ext uri="{FF2B5EF4-FFF2-40B4-BE49-F238E27FC236}">
                <a16:creationId xmlns:a16="http://schemas.microsoft.com/office/drawing/2014/main" id="{D3B84588-589F-A71D-C33A-678CA32C2BE9}"/>
              </a:ext>
            </a:extLst>
          </p:cNvPr>
          <p:cNvSpPr/>
          <p:nvPr/>
        </p:nvSpPr>
        <p:spPr>
          <a:xfrm>
            <a:off x="4314825" y="4787400"/>
            <a:ext cx="5048100" cy="6675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C52C38-EF67-4AC9-50D2-0D4FE456D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4" y="990539"/>
            <a:ext cx="3475021" cy="3330229"/>
          </a:xfrm>
          <a:prstGeom prst="rect">
            <a:avLst/>
          </a:prstGeom>
        </p:spPr>
      </p:pic>
      <p:cxnSp>
        <p:nvCxnSpPr>
          <p:cNvPr id="16" name="Google Shape;2959;p55">
            <a:extLst>
              <a:ext uri="{FF2B5EF4-FFF2-40B4-BE49-F238E27FC236}">
                <a16:creationId xmlns:a16="http://schemas.microsoft.com/office/drawing/2014/main" id="{856F6F14-B597-DC24-183B-5A1FADDD6889}"/>
              </a:ext>
            </a:extLst>
          </p:cNvPr>
          <p:cNvCxnSpPr>
            <a:cxnSpLocks/>
          </p:cNvCxnSpPr>
          <p:nvPr/>
        </p:nvCxnSpPr>
        <p:spPr>
          <a:xfrm>
            <a:off x="3737636" y="1049161"/>
            <a:ext cx="188948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" name="Google Shape;2299;p45">
            <a:extLst>
              <a:ext uri="{FF2B5EF4-FFF2-40B4-BE49-F238E27FC236}">
                <a16:creationId xmlns:a16="http://schemas.microsoft.com/office/drawing/2014/main" id="{0117B9FE-4495-2AC4-3BE4-0093FFF90051}"/>
              </a:ext>
            </a:extLst>
          </p:cNvPr>
          <p:cNvSpPr txBox="1">
            <a:spLocks/>
          </p:cNvSpPr>
          <p:nvPr/>
        </p:nvSpPr>
        <p:spPr>
          <a:xfrm>
            <a:off x="3925584" y="848405"/>
            <a:ext cx="5132016" cy="72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/>
              <a:t>This graph breaks down attrition rates by employees’ education levels, revealing how turnover varies across academic backgrounds</a:t>
            </a:r>
          </a:p>
        </p:txBody>
      </p:sp>
      <p:cxnSp>
        <p:nvCxnSpPr>
          <p:cNvPr id="18" name="Google Shape;2959;p55">
            <a:extLst>
              <a:ext uri="{FF2B5EF4-FFF2-40B4-BE49-F238E27FC236}">
                <a16:creationId xmlns:a16="http://schemas.microsoft.com/office/drawing/2014/main" id="{A951BF85-D570-4FED-5E0E-1A6DC3CE3BC5}"/>
              </a:ext>
            </a:extLst>
          </p:cNvPr>
          <p:cNvCxnSpPr>
            <a:cxnSpLocks/>
          </p:cNvCxnSpPr>
          <p:nvPr/>
        </p:nvCxnSpPr>
        <p:spPr>
          <a:xfrm>
            <a:off x="3774836" y="1777561"/>
            <a:ext cx="188948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9" name="Google Shape;2299;p45">
            <a:extLst>
              <a:ext uri="{FF2B5EF4-FFF2-40B4-BE49-F238E27FC236}">
                <a16:creationId xmlns:a16="http://schemas.microsoft.com/office/drawing/2014/main" id="{84C195CE-291C-25B1-2F27-7CFD40251E2A}"/>
              </a:ext>
            </a:extLst>
          </p:cNvPr>
          <p:cNvSpPr txBox="1">
            <a:spLocks/>
          </p:cNvSpPr>
          <p:nvPr/>
        </p:nvSpPr>
        <p:spPr>
          <a:xfrm>
            <a:off x="3962784" y="1576806"/>
            <a:ext cx="5087616" cy="53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/>
              <a:t>Most of separated employees (89) had Life Sciences background</a:t>
            </a:r>
          </a:p>
        </p:txBody>
      </p:sp>
      <p:cxnSp>
        <p:nvCxnSpPr>
          <p:cNvPr id="20" name="Google Shape;2959;p55">
            <a:extLst>
              <a:ext uri="{FF2B5EF4-FFF2-40B4-BE49-F238E27FC236}">
                <a16:creationId xmlns:a16="http://schemas.microsoft.com/office/drawing/2014/main" id="{32DC1A30-CDFF-FF41-416C-61EC54821CDE}"/>
              </a:ext>
            </a:extLst>
          </p:cNvPr>
          <p:cNvCxnSpPr>
            <a:cxnSpLocks/>
          </p:cNvCxnSpPr>
          <p:nvPr/>
        </p:nvCxnSpPr>
        <p:spPr>
          <a:xfrm>
            <a:off x="3797636" y="2282761"/>
            <a:ext cx="188948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1" name="Google Shape;2299;p45">
            <a:extLst>
              <a:ext uri="{FF2B5EF4-FFF2-40B4-BE49-F238E27FC236}">
                <a16:creationId xmlns:a16="http://schemas.microsoft.com/office/drawing/2014/main" id="{B39D4311-B94C-A390-1192-C773CC124BDC}"/>
              </a:ext>
            </a:extLst>
          </p:cNvPr>
          <p:cNvSpPr txBox="1">
            <a:spLocks/>
          </p:cNvSpPr>
          <p:nvPr/>
        </p:nvSpPr>
        <p:spPr>
          <a:xfrm>
            <a:off x="3985584" y="2082005"/>
            <a:ext cx="5087616" cy="743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/>
              <a:t>Insights from this analysis assist HR in tailoring engagement and development programs to different employee groups based on their educational profile</a:t>
            </a:r>
          </a:p>
        </p:txBody>
      </p:sp>
      <p:grpSp>
        <p:nvGrpSpPr>
          <p:cNvPr id="22" name="Google Shape;2595;p52">
            <a:extLst>
              <a:ext uri="{FF2B5EF4-FFF2-40B4-BE49-F238E27FC236}">
                <a16:creationId xmlns:a16="http://schemas.microsoft.com/office/drawing/2014/main" id="{FD459694-43F7-01A9-C8EF-A97EC054D319}"/>
              </a:ext>
            </a:extLst>
          </p:cNvPr>
          <p:cNvGrpSpPr/>
          <p:nvPr/>
        </p:nvGrpSpPr>
        <p:grpSpPr>
          <a:xfrm>
            <a:off x="4816800" y="2784133"/>
            <a:ext cx="3125308" cy="2376290"/>
            <a:chOff x="3605350" y="1341850"/>
            <a:chExt cx="5008400" cy="3537774"/>
          </a:xfrm>
        </p:grpSpPr>
        <p:sp>
          <p:nvSpPr>
            <p:cNvPr id="23" name="Google Shape;2596;p52">
              <a:extLst>
                <a:ext uri="{FF2B5EF4-FFF2-40B4-BE49-F238E27FC236}">
                  <a16:creationId xmlns:a16="http://schemas.microsoft.com/office/drawing/2014/main" id="{43E5BE27-6205-6695-EBEE-32D7BAC93FE3}"/>
                </a:ext>
              </a:extLst>
            </p:cNvPr>
            <p:cNvSpPr/>
            <p:nvPr/>
          </p:nvSpPr>
          <p:spPr>
            <a:xfrm>
              <a:off x="7254675" y="3651575"/>
              <a:ext cx="533900" cy="1196800"/>
            </a:xfrm>
            <a:custGeom>
              <a:avLst/>
              <a:gdLst/>
              <a:ahLst/>
              <a:cxnLst/>
              <a:rect l="l" t="t" r="r" b="b"/>
              <a:pathLst>
                <a:path w="21356" h="47872" extrusionOk="0">
                  <a:moveTo>
                    <a:pt x="13617" y="0"/>
                  </a:moveTo>
                  <a:cubicBezTo>
                    <a:pt x="13266" y="0"/>
                    <a:pt x="12912" y="27"/>
                    <a:pt x="12558" y="78"/>
                  </a:cubicBezTo>
                  <a:cubicBezTo>
                    <a:pt x="7550" y="895"/>
                    <a:pt x="4697" y="6022"/>
                    <a:pt x="3151" y="10362"/>
                  </a:cubicBezTo>
                  <a:cubicBezTo>
                    <a:pt x="1724" y="14508"/>
                    <a:pt x="981" y="18848"/>
                    <a:pt x="610" y="23187"/>
                  </a:cubicBezTo>
                  <a:cubicBezTo>
                    <a:pt x="0" y="29503"/>
                    <a:pt x="60" y="35878"/>
                    <a:pt x="431" y="42254"/>
                  </a:cubicBezTo>
                  <a:cubicBezTo>
                    <a:pt x="550" y="44111"/>
                    <a:pt x="669" y="45969"/>
                    <a:pt x="922" y="47827"/>
                  </a:cubicBezTo>
                  <a:cubicBezTo>
                    <a:pt x="922" y="47856"/>
                    <a:pt x="937" y="47871"/>
                    <a:pt x="952" y="47871"/>
                  </a:cubicBezTo>
                  <a:cubicBezTo>
                    <a:pt x="966" y="47871"/>
                    <a:pt x="981" y="47856"/>
                    <a:pt x="981" y="47827"/>
                  </a:cubicBezTo>
                  <a:cubicBezTo>
                    <a:pt x="550" y="41020"/>
                    <a:pt x="119" y="34258"/>
                    <a:pt x="491" y="27512"/>
                  </a:cubicBezTo>
                  <a:cubicBezTo>
                    <a:pt x="669" y="22741"/>
                    <a:pt x="1234" y="17986"/>
                    <a:pt x="2467" y="13334"/>
                  </a:cubicBezTo>
                  <a:cubicBezTo>
                    <a:pt x="3716" y="8564"/>
                    <a:pt x="6123" y="2381"/>
                    <a:pt x="11325" y="643"/>
                  </a:cubicBezTo>
                  <a:cubicBezTo>
                    <a:pt x="12108" y="359"/>
                    <a:pt x="12935" y="209"/>
                    <a:pt x="13755" y="209"/>
                  </a:cubicBezTo>
                  <a:cubicBezTo>
                    <a:pt x="15081" y="209"/>
                    <a:pt x="16388" y="600"/>
                    <a:pt x="17462" y="1445"/>
                  </a:cubicBezTo>
                  <a:cubicBezTo>
                    <a:pt x="20494" y="3927"/>
                    <a:pt x="20984" y="8697"/>
                    <a:pt x="21103" y="12338"/>
                  </a:cubicBezTo>
                  <a:cubicBezTo>
                    <a:pt x="21237" y="16366"/>
                    <a:pt x="20806" y="20393"/>
                    <a:pt x="20182" y="24361"/>
                  </a:cubicBezTo>
                  <a:cubicBezTo>
                    <a:pt x="19246" y="30424"/>
                    <a:pt x="17834" y="36369"/>
                    <a:pt x="16214" y="42254"/>
                  </a:cubicBezTo>
                  <a:cubicBezTo>
                    <a:pt x="15723" y="44111"/>
                    <a:pt x="15233" y="45910"/>
                    <a:pt x="14668" y="47767"/>
                  </a:cubicBezTo>
                  <a:cubicBezTo>
                    <a:pt x="14668" y="47809"/>
                    <a:pt x="14728" y="47851"/>
                    <a:pt x="14789" y="47851"/>
                  </a:cubicBezTo>
                  <a:cubicBezTo>
                    <a:pt x="14814" y="47851"/>
                    <a:pt x="14840" y="47844"/>
                    <a:pt x="14862" y="47827"/>
                  </a:cubicBezTo>
                  <a:cubicBezTo>
                    <a:pt x="16838" y="41258"/>
                    <a:pt x="18577" y="34511"/>
                    <a:pt x="19810" y="27764"/>
                  </a:cubicBezTo>
                  <a:cubicBezTo>
                    <a:pt x="20613" y="23365"/>
                    <a:pt x="21237" y="18848"/>
                    <a:pt x="21296" y="14330"/>
                  </a:cubicBezTo>
                  <a:cubicBezTo>
                    <a:pt x="21356" y="11595"/>
                    <a:pt x="21178" y="8816"/>
                    <a:pt x="20434" y="6156"/>
                  </a:cubicBezTo>
                  <a:cubicBezTo>
                    <a:pt x="19989" y="4611"/>
                    <a:pt x="19320" y="3050"/>
                    <a:pt x="18131" y="1876"/>
                  </a:cubicBezTo>
                  <a:cubicBezTo>
                    <a:pt x="16902" y="598"/>
                    <a:pt x="15296" y="0"/>
                    <a:pt x="13617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597;p52">
              <a:extLst>
                <a:ext uri="{FF2B5EF4-FFF2-40B4-BE49-F238E27FC236}">
                  <a16:creationId xmlns:a16="http://schemas.microsoft.com/office/drawing/2014/main" id="{874D5E0A-15F8-9779-BC20-57AE48D768D0}"/>
                </a:ext>
              </a:extLst>
            </p:cNvPr>
            <p:cNvSpPr/>
            <p:nvPr/>
          </p:nvSpPr>
          <p:spPr>
            <a:xfrm>
              <a:off x="7447875" y="3656850"/>
              <a:ext cx="178350" cy="1188925"/>
            </a:xfrm>
            <a:custGeom>
              <a:avLst/>
              <a:gdLst/>
              <a:ahLst/>
              <a:cxnLst/>
              <a:rect l="l" t="t" r="r" b="b"/>
              <a:pathLst>
                <a:path w="7134" h="47557" fill="none" extrusionOk="0">
                  <a:moveTo>
                    <a:pt x="7134" y="1"/>
                  </a:moveTo>
                  <a:lnTo>
                    <a:pt x="0" y="47556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98;p52">
              <a:extLst>
                <a:ext uri="{FF2B5EF4-FFF2-40B4-BE49-F238E27FC236}">
                  <a16:creationId xmlns:a16="http://schemas.microsoft.com/office/drawing/2014/main" id="{447EB978-32BF-7BD5-CB2E-9577ABA8D4D3}"/>
                </a:ext>
              </a:extLst>
            </p:cNvPr>
            <p:cNvSpPr/>
            <p:nvPr/>
          </p:nvSpPr>
          <p:spPr>
            <a:xfrm>
              <a:off x="7869175" y="4104250"/>
              <a:ext cx="561775" cy="744125"/>
            </a:xfrm>
            <a:custGeom>
              <a:avLst/>
              <a:gdLst/>
              <a:ahLst/>
              <a:cxnLst/>
              <a:rect l="l" t="t" r="r" b="b"/>
              <a:pathLst>
                <a:path w="22471" h="29765" extrusionOk="0">
                  <a:moveTo>
                    <a:pt x="15839" y="1"/>
                  </a:moveTo>
                  <a:cubicBezTo>
                    <a:pt x="14731" y="1"/>
                    <a:pt x="13610" y="264"/>
                    <a:pt x="12633" y="741"/>
                  </a:cubicBezTo>
                  <a:cubicBezTo>
                    <a:pt x="9155" y="2539"/>
                    <a:pt x="6926" y="6254"/>
                    <a:pt x="5262" y="9657"/>
                  </a:cubicBezTo>
                  <a:cubicBezTo>
                    <a:pt x="3954" y="12436"/>
                    <a:pt x="2914" y="15408"/>
                    <a:pt x="2096" y="18381"/>
                  </a:cubicBezTo>
                  <a:cubicBezTo>
                    <a:pt x="1115" y="22096"/>
                    <a:pt x="372" y="25886"/>
                    <a:pt x="1" y="29720"/>
                  </a:cubicBezTo>
                  <a:cubicBezTo>
                    <a:pt x="1" y="29749"/>
                    <a:pt x="30" y="29764"/>
                    <a:pt x="60" y="29764"/>
                  </a:cubicBezTo>
                  <a:cubicBezTo>
                    <a:pt x="90" y="29764"/>
                    <a:pt x="120" y="29749"/>
                    <a:pt x="120" y="29720"/>
                  </a:cubicBezTo>
                  <a:cubicBezTo>
                    <a:pt x="982" y="23656"/>
                    <a:pt x="2096" y="17638"/>
                    <a:pt x="4459" y="11946"/>
                  </a:cubicBezTo>
                  <a:cubicBezTo>
                    <a:pt x="6005" y="8171"/>
                    <a:pt x="8115" y="4144"/>
                    <a:pt x="11518" y="1662"/>
                  </a:cubicBezTo>
                  <a:cubicBezTo>
                    <a:pt x="12807" y="758"/>
                    <a:pt x="14394" y="165"/>
                    <a:pt x="15953" y="165"/>
                  </a:cubicBezTo>
                  <a:cubicBezTo>
                    <a:pt x="17162" y="165"/>
                    <a:pt x="18354" y="521"/>
                    <a:pt x="19380" y="1365"/>
                  </a:cubicBezTo>
                  <a:cubicBezTo>
                    <a:pt x="22159" y="3653"/>
                    <a:pt x="21416" y="8052"/>
                    <a:pt x="20613" y="11024"/>
                  </a:cubicBezTo>
                  <a:cubicBezTo>
                    <a:pt x="18889" y="17712"/>
                    <a:pt x="15174" y="23775"/>
                    <a:pt x="11637" y="29660"/>
                  </a:cubicBezTo>
                  <a:cubicBezTo>
                    <a:pt x="11595" y="29702"/>
                    <a:pt x="11642" y="29744"/>
                    <a:pt x="11694" y="29744"/>
                  </a:cubicBezTo>
                  <a:cubicBezTo>
                    <a:pt x="11716" y="29744"/>
                    <a:pt x="11738" y="29737"/>
                    <a:pt x="11756" y="29720"/>
                  </a:cubicBezTo>
                  <a:cubicBezTo>
                    <a:pt x="13807" y="26629"/>
                    <a:pt x="15605" y="23404"/>
                    <a:pt x="17269" y="20119"/>
                  </a:cubicBezTo>
                  <a:cubicBezTo>
                    <a:pt x="18518" y="17519"/>
                    <a:pt x="19692" y="14859"/>
                    <a:pt x="20494" y="12065"/>
                  </a:cubicBezTo>
                  <a:cubicBezTo>
                    <a:pt x="21416" y="9033"/>
                    <a:pt x="22471" y="4575"/>
                    <a:pt x="20123" y="1855"/>
                  </a:cubicBezTo>
                  <a:cubicBezTo>
                    <a:pt x="19054" y="566"/>
                    <a:pt x="17461" y="1"/>
                    <a:pt x="15839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599;p52">
              <a:extLst>
                <a:ext uri="{FF2B5EF4-FFF2-40B4-BE49-F238E27FC236}">
                  <a16:creationId xmlns:a16="http://schemas.microsoft.com/office/drawing/2014/main" id="{842CE3AD-4583-E22F-7B3F-11D5E2128D81}"/>
                </a:ext>
              </a:extLst>
            </p:cNvPr>
            <p:cNvSpPr/>
            <p:nvPr/>
          </p:nvSpPr>
          <p:spPr>
            <a:xfrm>
              <a:off x="8020775" y="4117925"/>
              <a:ext cx="305050" cy="727850"/>
            </a:xfrm>
            <a:custGeom>
              <a:avLst/>
              <a:gdLst/>
              <a:ahLst/>
              <a:cxnLst/>
              <a:rect l="l" t="t" r="r" b="b"/>
              <a:pathLst>
                <a:path w="12202" h="29114" fill="none" extrusionOk="0">
                  <a:moveTo>
                    <a:pt x="12201" y="0"/>
                  </a:moveTo>
                  <a:lnTo>
                    <a:pt x="0" y="29113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600;p52">
              <a:extLst>
                <a:ext uri="{FF2B5EF4-FFF2-40B4-BE49-F238E27FC236}">
                  <a16:creationId xmlns:a16="http://schemas.microsoft.com/office/drawing/2014/main" id="{EB1BCB0D-997F-0982-A5C3-CADCB599E753}"/>
                </a:ext>
              </a:extLst>
            </p:cNvPr>
            <p:cNvSpPr/>
            <p:nvPr/>
          </p:nvSpPr>
          <p:spPr>
            <a:xfrm>
              <a:off x="7468875" y="3756925"/>
              <a:ext cx="681950" cy="1092425"/>
            </a:xfrm>
            <a:custGeom>
              <a:avLst/>
              <a:gdLst/>
              <a:ahLst/>
              <a:cxnLst/>
              <a:rect l="l" t="t" r="r" b="b"/>
              <a:pathLst>
                <a:path w="27278" h="43697" extrusionOk="0">
                  <a:moveTo>
                    <a:pt x="20843" y="1"/>
                  </a:moveTo>
                  <a:cubicBezTo>
                    <a:pt x="20544" y="1"/>
                    <a:pt x="20232" y="28"/>
                    <a:pt x="19906" y="84"/>
                  </a:cubicBezTo>
                  <a:cubicBezTo>
                    <a:pt x="17246" y="575"/>
                    <a:pt x="15017" y="2685"/>
                    <a:pt x="13412" y="4662"/>
                  </a:cubicBezTo>
                  <a:cubicBezTo>
                    <a:pt x="10930" y="7634"/>
                    <a:pt x="9385" y="11171"/>
                    <a:pt x="8077" y="14752"/>
                  </a:cubicBezTo>
                  <a:cubicBezTo>
                    <a:pt x="4986" y="22926"/>
                    <a:pt x="2638" y="31412"/>
                    <a:pt x="721" y="40016"/>
                  </a:cubicBezTo>
                  <a:cubicBezTo>
                    <a:pt x="468" y="41131"/>
                    <a:pt x="215" y="42305"/>
                    <a:pt x="37" y="43494"/>
                  </a:cubicBezTo>
                  <a:cubicBezTo>
                    <a:pt x="0" y="43567"/>
                    <a:pt x="54" y="43618"/>
                    <a:pt x="115" y="43618"/>
                  </a:cubicBezTo>
                  <a:cubicBezTo>
                    <a:pt x="153" y="43618"/>
                    <a:pt x="193" y="43599"/>
                    <a:pt x="215" y="43553"/>
                  </a:cubicBezTo>
                  <a:cubicBezTo>
                    <a:pt x="1895" y="35127"/>
                    <a:pt x="4064" y="26894"/>
                    <a:pt x="6843" y="18780"/>
                  </a:cubicBezTo>
                  <a:cubicBezTo>
                    <a:pt x="8151" y="14946"/>
                    <a:pt x="9444" y="11037"/>
                    <a:pt x="11614" y="7574"/>
                  </a:cubicBezTo>
                  <a:cubicBezTo>
                    <a:pt x="13159" y="4974"/>
                    <a:pt x="15270" y="2373"/>
                    <a:pt x="18049" y="946"/>
                  </a:cubicBezTo>
                  <a:cubicBezTo>
                    <a:pt x="18942" y="500"/>
                    <a:pt x="19877" y="253"/>
                    <a:pt x="20787" y="253"/>
                  </a:cubicBezTo>
                  <a:cubicBezTo>
                    <a:pt x="22027" y="253"/>
                    <a:pt x="23218" y="712"/>
                    <a:pt x="24186" y="1749"/>
                  </a:cubicBezTo>
                  <a:cubicBezTo>
                    <a:pt x="25732" y="3547"/>
                    <a:pt x="26416" y="5895"/>
                    <a:pt x="26653" y="8124"/>
                  </a:cubicBezTo>
                  <a:cubicBezTo>
                    <a:pt x="26965" y="10918"/>
                    <a:pt x="26728" y="13772"/>
                    <a:pt x="26222" y="16491"/>
                  </a:cubicBezTo>
                  <a:cubicBezTo>
                    <a:pt x="25732" y="19582"/>
                    <a:pt x="24929" y="22614"/>
                    <a:pt x="24053" y="25586"/>
                  </a:cubicBezTo>
                  <a:cubicBezTo>
                    <a:pt x="22269" y="31233"/>
                    <a:pt x="20100" y="36673"/>
                    <a:pt x="17618" y="42067"/>
                  </a:cubicBezTo>
                  <a:cubicBezTo>
                    <a:pt x="17365" y="42558"/>
                    <a:pt x="17187" y="43048"/>
                    <a:pt x="16934" y="43613"/>
                  </a:cubicBezTo>
                  <a:cubicBezTo>
                    <a:pt x="16892" y="43655"/>
                    <a:pt x="16939" y="43697"/>
                    <a:pt x="16997" y="43697"/>
                  </a:cubicBezTo>
                  <a:cubicBezTo>
                    <a:pt x="17021" y="43697"/>
                    <a:pt x="17046" y="43690"/>
                    <a:pt x="17068" y="43672"/>
                  </a:cubicBezTo>
                  <a:cubicBezTo>
                    <a:pt x="19535" y="38411"/>
                    <a:pt x="21823" y="33017"/>
                    <a:pt x="23622" y="27444"/>
                  </a:cubicBezTo>
                  <a:cubicBezTo>
                    <a:pt x="25539" y="21693"/>
                    <a:pt x="27277" y="15377"/>
                    <a:pt x="26906" y="9179"/>
                  </a:cubicBezTo>
                  <a:cubicBezTo>
                    <a:pt x="26739" y="5649"/>
                    <a:pt x="25156" y="1"/>
                    <a:pt x="2084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601;p52">
              <a:extLst>
                <a:ext uri="{FF2B5EF4-FFF2-40B4-BE49-F238E27FC236}">
                  <a16:creationId xmlns:a16="http://schemas.microsoft.com/office/drawing/2014/main" id="{A7094984-A142-CFAC-6CFF-218F8B5FA050}"/>
                </a:ext>
              </a:extLst>
            </p:cNvPr>
            <p:cNvSpPr/>
            <p:nvPr/>
          </p:nvSpPr>
          <p:spPr>
            <a:xfrm>
              <a:off x="7697175" y="3763475"/>
              <a:ext cx="323625" cy="1085275"/>
            </a:xfrm>
            <a:custGeom>
              <a:avLst/>
              <a:gdLst/>
              <a:ahLst/>
              <a:cxnLst/>
              <a:rect l="l" t="t" r="r" b="b"/>
              <a:pathLst>
                <a:path w="12945" h="43411" fill="none" extrusionOk="0">
                  <a:moveTo>
                    <a:pt x="12944" y="1"/>
                  </a:moveTo>
                  <a:lnTo>
                    <a:pt x="0" y="43410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602;p52">
              <a:extLst>
                <a:ext uri="{FF2B5EF4-FFF2-40B4-BE49-F238E27FC236}">
                  <a16:creationId xmlns:a16="http://schemas.microsoft.com/office/drawing/2014/main" id="{DE5DBB58-9668-65B8-623F-C0B2CC6A7748}"/>
                </a:ext>
              </a:extLst>
            </p:cNvPr>
            <p:cNvSpPr/>
            <p:nvPr/>
          </p:nvSpPr>
          <p:spPr>
            <a:xfrm>
              <a:off x="8104800" y="4457275"/>
              <a:ext cx="508950" cy="390600"/>
            </a:xfrm>
            <a:custGeom>
              <a:avLst/>
              <a:gdLst/>
              <a:ahLst/>
              <a:cxnLst/>
              <a:rect l="l" t="t" r="r" b="b"/>
              <a:pathLst>
                <a:path w="20358" h="15624" extrusionOk="0">
                  <a:moveTo>
                    <a:pt x="15703" y="1"/>
                  </a:moveTo>
                  <a:cubicBezTo>
                    <a:pt x="14969" y="1"/>
                    <a:pt x="14242" y="101"/>
                    <a:pt x="13611" y="247"/>
                  </a:cubicBezTo>
                  <a:cubicBezTo>
                    <a:pt x="11248" y="738"/>
                    <a:pt x="9212" y="2283"/>
                    <a:pt x="7532" y="4022"/>
                  </a:cubicBezTo>
                  <a:cubicBezTo>
                    <a:pt x="6180" y="5374"/>
                    <a:pt x="5006" y="6935"/>
                    <a:pt x="3951" y="8599"/>
                  </a:cubicBezTo>
                  <a:cubicBezTo>
                    <a:pt x="2465" y="10769"/>
                    <a:pt x="1097" y="13117"/>
                    <a:pt x="42" y="15539"/>
                  </a:cubicBezTo>
                  <a:cubicBezTo>
                    <a:pt x="0" y="15581"/>
                    <a:pt x="47" y="15623"/>
                    <a:pt x="79" y="15623"/>
                  </a:cubicBezTo>
                  <a:cubicBezTo>
                    <a:pt x="92" y="15623"/>
                    <a:pt x="102" y="15616"/>
                    <a:pt x="102" y="15599"/>
                  </a:cubicBezTo>
                  <a:cubicBezTo>
                    <a:pt x="2093" y="12002"/>
                    <a:pt x="3891" y="8421"/>
                    <a:pt x="6551" y="5315"/>
                  </a:cubicBezTo>
                  <a:cubicBezTo>
                    <a:pt x="8156" y="3398"/>
                    <a:pt x="10133" y="1600"/>
                    <a:pt x="12496" y="738"/>
                  </a:cubicBezTo>
                  <a:cubicBezTo>
                    <a:pt x="13413" y="394"/>
                    <a:pt x="14501" y="167"/>
                    <a:pt x="15565" y="167"/>
                  </a:cubicBezTo>
                  <a:cubicBezTo>
                    <a:pt x="16432" y="167"/>
                    <a:pt x="17282" y="318"/>
                    <a:pt x="18009" y="678"/>
                  </a:cubicBezTo>
                  <a:cubicBezTo>
                    <a:pt x="19867" y="1540"/>
                    <a:pt x="20164" y="3591"/>
                    <a:pt x="19793" y="5374"/>
                  </a:cubicBezTo>
                  <a:cubicBezTo>
                    <a:pt x="18990" y="9402"/>
                    <a:pt x="15959" y="12626"/>
                    <a:pt x="13239" y="15539"/>
                  </a:cubicBezTo>
                  <a:cubicBezTo>
                    <a:pt x="13197" y="15581"/>
                    <a:pt x="13244" y="15623"/>
                    <a:pt x="13296" y="15623"/>
                  </a:cubicBezTo>
                  <a:cubicBezTo>
                    <a:pt x="13318" y="15623"/>
                    <a:pt x="13340" y="15616"/>
                    <a:pt x="13358" y="15599"/>
                  </a:cubicBezTo>
                  <a:cubicBezTo>
                    <a:pt x="14963" y="14113"/>
                    <a:pt x="16449" y="12314"/>
                    <a:pt x="17697" y="10457"/>
                  </a:cubicBezTo>
                  <a:cubicBezTo>
                    <a:pt x="18559" y="9164"/>
                    <a:pt x="19362" y="7737"/>
                    <a:pt x="19793" y="6192"/>
                  </a:cubicBezTo>
                  <a:cubicBezTo>
                    <a:pt x="20298" y="4453"/>
                    <a:pt x="20357" y="2164"/>
                    <a:pt x="18812" y="916"/>
                  </a:cubicBezTo>
                  <a:cubicBezTo>
                    <a:pt x="17982" y="240"/>
                    <a:pt x="16835" y="1"/>
                    <a:pt x="1570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603;p52">
              <a:extLst>
                <a:ext uri="{FF2B5EF4-FFF2-40B4-BE49-F238E27FC236}">
                  <a16:creationId xmlns:a16="http://schemas.microsoft.com/office/drawing/2014/main" id="{ED1240BE-902D-4F54-A857-18CEDAC5098E}"/>
                </a:ext>
              </a:extLst>
            </p:cNvPr>
            <p:cNvSpPr/>
            <p:nvPr/>
          </p:nvSpPr>
          <p:spPr>
            <a:xfrm>
              <a:off x="8277850" y="4466425"/>
              <a:ext cx="243025" cy="379350"/>
            </a:xfrm>
            <a:custGeom>
              <a:avLst/>
              <a:gdLst/>
              <a:ahLst/>
              <a:cxnLst/>
              <a:rect l="l" t="t" r="r" b="b"/>
              <a:pathLst>
                <a:path w="9721" h="15174" fill="none" extrusionOk="0">
                  <a:moveTo>
                    <a:pt x="9720" y="0"/>
                  </a:moveTo>
                  <a:lnTo>
                    <a:pt x="1" y="15173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604;p52">
              <a:extLst>
                <a:ext uri="{FF2B5EF4-FFF2-40B4-BE49-F238E27FC236}">
                  <a16:creationId xmlns:a16="http://schemas.microsoft.com/office/drawing/2014/main" id="{D10E8815-94C7-212A-A30A-2EA91062A91B}"/>
                </a:ext>
              </a:extLst>
            </p:cNvPr>
            <p:cNvSpPr/>
            <p:nvPr/>
          </p:nvSpPr>
          <p:spPr>
            <a:xfrm>
              <a:off x="5210175" y="1966560"/>
              <a:ext cx="618582" cy="616040"/>
            </a:xfrm>
            <a:custGeom>
              <a:avLst/>
              <a:gdLst/>
              <a:ahLst/>
              <a:cxnLst/>
              <a:rect l="l" t="t" r="r" b="b"/>
              <a:pathLst>
                <a:path w="7056" h="7027" extrusionOk="0">
                  <a:moveTo>
                    <a:pt x="3517" y="2246"/>
                  </a:moveTo>
                  <a:cubicBezTo>
                    <a:pt x="3014" y="2246"/>
                    <a:pt x="2546" y="2543"/>
                    <a:pt x="2342" y="3022"/>
                  </a:cubicBezTo>
                  <a:cubicBezTo>
                    <a:pt x="2102" y="3683"/>
                    <a:pt x="2395" y="4415"/>
                    <a:pt x="3051" y="4684"/>
                  </a:cubicBezTo>
                  <a:cubicBezTo>
                    <a:pt x="3203" y="4747"/>
                    <a:pt x="3363" y="4777"/>
                    <a:pt x="3520" y="4777"/>
                  </a:cubicBezTo>
                  <a:cubicBezTo>
                    <a:pt x="4021" y="4777"/>
                    <a:pt x="4502" y="4475"/>
                    <a:pt x="4684" y="3976"/>
                  </a:cubicBezTo>
                  <a:cubicBezTo>
                    <a:pt x="4954" y="3338"/>
                    <a:pt x="4638" y="2606"/>
                    <a:pt x="4005" y="2342"/>
                  </a:cubicBezTo>
                  <a:cubicBezTo>
                    <a:pt x="3844" y="2277"/>
                    <a:pt x="3679" y="2246"/>
                    <a:pt x="3517" y="2246"/>
                  </a:cubicBezTo>
                  <a:close/>
                  <a:moveTo>
                    <a:pt x="3540" y="1723"/>
                  </a:moveTo>
                  <a:cubicBezTo>
                    <a:pt x="3760" y="1723"/>
                    <a:pt x="3984" y="1764"/>
                    <a:pt x="4198" y="1851"/>
                  </a:cubicBezTo>
                  <a:cubicBezTo>
                    <a:pt x="5100" y="2243"/>
                    <a:pt x="5539" y="3267"/>
                    <a:pt x="5176" y="4169"/>
                  </a:cubicBezTo>
                  <a:cubicBezTo>
                    <a:pt x="4898" y="4866"/>
                    <a:pt x="4235" y="5287"/>
                    <a:pt x="3539" y="5287"/>
                  </a:cubicBezTo>
                  <a:cubicBezTo>
                    <a:pt x="3311" y="5287"/>
                    <a:pt x="3080" y="5242"/>
                    <a:pt x="2858" y="5147"/>
                  </a:cubicBezTo>
                  <a:cubicBezTo>
                    <a:pt x="1956" y="4778"/>
                    <a:pt x="1517" y="3753"/>
                    <a:pt x="1880" y="2828"/>
                  </a:cubicBezTo>
                  <a:cubicBezTo>
                    <a:pt x="2161" y="2142"/>
                    <a:pt x="2836" y="1723"/>
                    <a:pt x="3540" y="1723"/>
                  </a:cubicBezTo>
                  <a:close/>
                  <a:moveTo>
                    <a:pt x="2957" y="0"/>
                  </a:moveTo>
                  <a:cubicBezTo>
                    <a:pt x="2395" y="94"/>
                    <a:pt x="1856" y="317"/>
                    <a:pt x="1417" y="633"/>
                  </a:cubicBezTo>
                  <a:lnTo>
                    <a:pt x="1809" y="1288"/>
                  </a:lnTo>
                  <a:cubicBezTo>
                    <a:pt x="1610" y="1435"/>
                    <a:pt x="1441" y="1610"/>
                    <a:pt x="1294" y="1827"/>
                  </a:cubicBezTo>
                  <a:lnTo>
                    <a:pt x="638" y="1435"/>
                  </a:lnTo>
                  <a:cubicBezTo>
                    <a:pt x="469" y="1657"/>
                    <a:pt x="346" y="1903"/>
                    <a:pt x="223" y="2167"/>
                  </a:cubicBezTo>
                  <a:cubicBezTo>
                    <a:pt x="123" y="2436"/>
                    <a:pt x="53" y="2705"/>
                    <a:pt x="0" y="2975"/>
                  </a:cubicBezTo>
                  <a:lnTo>
                    <a:pt x="732" y="3145"/>
                  </a:lnTo>
                  <a:cubicBezTo>
                    <a:pt x="709" y="3414"/>
                    <a:pt x="709" y="3660"/>
                    <a:pt x="761" y="3900"/>
                  </a:cubicBezTo>
                  <a:lnTo>
                    <a:pt x="29" y="4099"/>
                  </a:lnTo>
                  <a:cubicBezTo>
                    <a:pt x="100" y="4632"/>
                    <a:pt x="322" y="5170"/>
                    <a:pt x="662" y="5610"/>
                  </a:cubicBezTo>
                  <a:lnTo>
                    <a:pt x="1318" y="5217"/>
                  </a:lnTo>
                  <a:cubicBezTo>
                    <a:pt x="1464" y="5416"/>
                    <a:pt x="1640" y="5586"/>
                    <a:pt x="1833" y="5756"/>
                  </a:cubicBezTo>
                  <a:lnTo>
                    <a:pt x="1464" y="6388"/>
                  </a:lnTo>
                  <a:cubicBezTo>
                    <a:pt x="1687" y="6558"/>
                    <a:pt x="1932" y="6704"/>
                    <a:pt x="2172" y="6804"/>
                  </a:cubicBezTo>
                  <a:cubicBezTo>
                    <a:pt x="2442" y="6904"/>
                    <a:pt x="2711" y="6974"/>
                    <a:pt x="2981" y="7026"/>
                  </a:cubicBezTo>
                  <a:lnTo>
                    <a:pt x="3174" y="6295"/>
                  </a:lnTo>
                  <a:cubicBezTo>
                    <a:pt x="3297" y="6306"/>
                    <a:pt x="3418" y="6312"/>
                    <a:pt x="3540" y="6312"/>
                  </a:cubicBezTo>
                  <a:cubicBezTo>
                    <a:pt x="3661" y="6312"/>
                    <a:pt x="3783" y="6306"/>
                    <a:pt x="3906" y="6295"/>
                  </a:cubicBezTo>
                  <a:lnTo>
                    <a:pt x="4099" y="7026"/>
                  </a:lnTo>
                  <a:cubicBezTo>
                    <a:pt x="4661" y="6927"/>
                    <a:pt x="5176" y="6704"/>
                    <a:pt x="5639" y="6365"/>
                  </a:cubicBezTo>
                  <a:lnTo>
                    <a:pt x="5246" y="5732"/>
                  </a:lnTo>
                  <a:cubicBezTo>
                    <a:pt x="5446" y="5586"/>
                    <a:pt x="5615" y="5387"/>
                    <a:pt x="5762" y="5194"/>
                  </a:cubicBezTo>
                  <a:lnTo>
                    <a:pt x="6417" y="5586"/>
                  </a:lnTo>
                  <a:cubicBezTo>
                    <a:pt x="6587" y="5364"/>
                    <a:pt x="6710" y="5124"/>
                    <a:pt x="6833" y="4854"/>
                  </a:cubicBezTo>
                  <a:cubicBezTo>
                    <a:pt x="6933" y="4585"/>
                    <a:pt x="7003" y="4316"/>
                    <a:pt x="7056" y="4046"/>
                  </a:cubicBezTo>
                  <a:lnTo>
                    <a:pt x="6295" y="3853"/>
                  </a:lnTo>
                  <a:cubicBezTo>
                    <a:pt x="6347" y="3607"/>
                    <a:pt x="6347" y="3367"/>
                    <a:pt x="6295" y="3121"/>
                  </a:cubicBezTo>
                  <a:lnTo>
                    <a:pt x="7026" y="2928"/>
                  </a:lnTo>
                  <a:cubicBezTo>
                    <a:pt x="6956" y="2366"/>
                    <a:pt x="6710" y="1851"/>
                    <a:pt x="6394" y="1388"/>
                  </a:cubicBezTo>
                  <a:lnTo>
                    <a:pt x="5738" y="1804"/>
                  </a:lnTo>
                  <a:cubicBezTo>
                    <a:pt x="5592" y="1610"/>
                    <a:pt x="5416" y="1411"/>
                    <a:pt x="5223" y="1265"/>
                  </a:cubicBezTo>
                  <a:lnTo>
                    <a:pt x="5592" y="609"/>
                  </a:lnTo>
                  <a:cubicBezTo>
                    <a:pt x="5369" y="463"/>
                    <a:pt x="5124" y="317"/>
                    <a:pt x="4860" y="217"/>
                  </a:cubicBezTo>
                  <a:cubicBezTo>
                    <a:pt x="4614" y="94"/>
                    <a:pt x="4321" y="24"/>
                    <a:pt x="4052" y="0"/>
                  </a:cubicBezTo>
                  <a:lnTo>
                    <a:pt x="3882" y="732"/>
                  </a:lnTo>
                  <a:cubicBezTo>
                    <a:pt x="3759" y="718"/>
                    <a:pt x="3630" y="710"/>
                    <a:pt x="3502" y="710"/>
                  </a:cubicBezTo>
                  <a:cubicBezTo>
                    <a:pt x="3374" y="710"/>
                    <a:pt x="3247" y="718"/>
                    <a:pt x="3127" y="732"/>
                  </a:cubicBezTo>
                  <a:lnTo>
                    <a:pt x="29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605;p52">
              <a:extLst>
                <a:ext uri="{FF2B5EF4-FFF2-40B4-BE49-F238E27FC236}">
                  <a16:creationId xmlns:a16="http://schemas.microsoft.com/office/drawing/2014/main" id="{D448B6F5-69E1-FF98-997A-BD65AE5B11B3}"/>
                </a:ext>
              </a:extLst>
            </p:cNvPr>
            <p:cNvSpPr/>
            <p:nvPr/>
          </p:nvSpPr>
          <p:spPr>
            <a:xfrm>
              <a:off x="5646486" y="1500000"/>
              <a:ext cx="436409" cy="436321"/>
            </a:xfrm>
            <a:custGeom>
              <a:avLst/>
              <a:gdLst/>
              <a:ahLst/>
              <a:cxnLst/>
              <a:rect l="l" t="t" r="r" b="b"/>
              <a:pathLst>
                <a:path w="4978" h="4977" extrusionOk="0">
                  <a:moveTo>
                    <a:pt x="2498" y="1589"/>
                  </a:moveTo>
                  <a:cubicBezTo>
                    <a:pt x="2635" y="1589"/>
                    <a:pt x="2774" y="1620"/>
                    <a:pt x="2904" y="1686"/>
                  </a:cubicBezTo>
                  <a:cubicBezTo>
                    <a:pt x="3343" y="1926"/>
                    <a:pt x="3513" y="2465"/>
                    <a:pt x="3297" y="2904"/>
                  </a:cubicBezTo>
                  <a:cubicBezTo>
                    <a:pt x="3127" y="3208"/>
                    <a:pt x="2820" y="3382"/>
                    <a:pt x="2502" y="3382"/>
                  </a:cubicBezTo>
                  <a:cubicBezTo>
                    <a:pt x="2359" y="3382"/>
                    <a:pt x="2215" y="3347"/>
                    <a:pt x="2079" y="3273"/>
                  </a:cubicBezTo>
                  <a:cubicBezTo>
                    <a:pt x="1640" y="3051"/>
                    <a:pt x="1464" y="2512"/>
                    <a:pt x="1710" y="2073"/>
                  </a:cubicBezTo>
                  <a:cubicBezTo>
                    <a:pt x="1866" y="1764"/>
                    <a:pt x="2176" y="1589"/>
                    <a:pt x="2498" y="1589"/>
                  </a:cubicBezTo>
                  <a:close/>
                  <a:moveTo>
                    <a:pt x="2319" y="0"/>
                  </a:moveTo>
                  <a:cubicBezTo>
                    <a:pt x="1932" y="23"/>
                    <a:pt x="1563" y="146"/>
                    <a:pt x="1224" y="345"/>
                  </a:cubicBezTo>
                  <a:lnTo>
                    <a:pt x="1440" y="831"/>
                  </a:lnTo>
                  <a:cubicBezTo>
                    <a:pt x="1294" y="902"/>
                    <a:pt x="1171" y="1025"/>
                    <a:pt x="1054" y="1148"/>
                  </a:cubicBezTo>
                  <a:lnTo>
                    <a:pt x="615" y="855"/>
                  </a:lnTo>
                  <a:cubicBezTo>
                    <a:pt x="492" y="978"/>
                    <a:pt x="392" y="1148"/>
                    <a:pt x="293" y="1317"/>
                  </a:cubicBezTo>
                  <a:cubicBezTo>
                    <a:pt x="199" y="1487"/>
                    <a:pt x="123" y="1686"/>
                    <a:pt x="76" y="1880"/>
                  </a:cubicBezTo>
                  <a:lnTo>
                    <a:pt x="586" y="2049"/>
                  </a:lnTo>
                  <a:cubicBezTo>
                    <a:pt x="539" y="2219"/>
                    <a:pt x="515" y="2395"/>
                    <a:pt x="539" y="2565"/>
                  </a:cubicBezTo>
                  <a:lnTo>
                    <a:pt x="0" y="2658"/>
                  </a:lnTo>
                  <a:cubicBezTo>
                    <a:pt x="29" y="3051"/>
                    <a:pt x="147" y="3419"/>
                    <a:pt x="346" y="3759"/>
                  </a:cubicBezTo>
                  <a:lnTo>
                    <a:pt x="832" y="3537"/>
                  </a:lnTo>
                  <a:cubicBezTo>
                    <a:pt x="931" y="3683"/>
                    <a:pt x="1025" y="3806"/>
                    <a:pt x="1171" y="3929"/>
                  </a:cubicBezTo>
                  <a:lnTo>
                    <a:pt x="855" y="4368"/>
                  </a:lnTo>
                  <a:cubicBezTo>
                    <a:pt x="1001" y="4491"/>
                    <a:pt x="1148" y="4590"/>
                    <a:pt x="1318" y="4684"/>
                  </a:cubicBezTo>
                  <a:cubicBezTo>
                    <a:pt x="1517" y="4784"/>
                    <a:pt x="1686" y="4854"/>
                    <a:pt x="1880" y="4907"/>
                  </a:cubicBezTo>
                  <a:lnTo>
                    <a:pt x="2049" y="4391"/>
                  </a:lnTo>
                  <a:cubicBezTo>
                    <a:pt x="2179" y="4430"/>
                    <a:pt x="2305" y="4453"/>
                    <a:pt x="2431" y="4453"/>
                  </a:cubicBezTo>
                  <a:cubicBezTo>
                    <a:pt x="2475" y="4453"/>
                    <a:pt x="2520" y="4450"/>
                    <a:pt x="2565" y="4444"/>
                  </a:cubicBezTo>
                  <a:lnTo>
                    <a:pt x="2664" y="4977"/>
                  </a:lnTo>
                  <a:cubicBezTo>
                    <a:pt x="3051" y="4953"/>
                    <a:pt x="3420" y="4831"/>
                    <a:pt x="3759" y="4637"/>
                  </a:cubicBezTo>
                  <a:lnTo>
                    <a:pt x="3543" y="4151"/>
                  </a:lnTo>
                  <a:cubicBezTo>
                    <a:pt x="3689" y="4052"/>
                    <a:pt x="3806" y="3952"/>
                    <a:pt x="3929" y="3806"/>
                  </a:cubicBezTo>
                  <a:lnTo>
                    <a:pt x="4368" y="4122"/>
                  </a:lnTo>
                  <a:cubicBezTo>
                    <a:pt x="4491" y="3976"/>
                    <a:pt x="4614" y="3829"/>
                    <a:pt x="4684" y="3659"/>
                  </a:cubicBezTo>
                  <a:cubicBezTo>
                    <a:pt x="4784" y="3466"/>
                    <a:pt x="4860" y="3296"/>
                    <a:pt x="4907" y="3097"/>
                  </a:cubicBezTo>
                  <a:lnTo>
                    <a:pt x="4392" y="2928"/>
                  </a:lnTo>
                  <a:cubicBezTo>
                    <a:pt x="4444" y="2758"/>
                    <a:pt x="4468" y="2588"/>
                    <a:pt x="4444" y="2418"/>
                  </a:cubicBezTo>
                  <a:lnTo>
                    <a:pt x="4977" y="2319"/>
                  </a:lnTo>
                  <a:cubicBezTo>
                    <a:pt x="4954" y="1926"/>
                    <a:pt x="4831" y="1563"/>
                    <a:pt x="4637" y="1224"/>
                  </a:cubicBezTo>
                  <a:lnTo>
                    <a:pt x="4151" y="1440"/>
                  </a:lnTo>
                  <a:cubicBezTo>
                    <a:pt x="4075" y="1294"/>
                    <a:pt x="3952" y="1171"/>
                    <a:pt x="3835" y="1048"/>
                  </a:cubicBezTo>
                  <a:lnTo>
                    <a:pt x="4128" y="609"/>
                  </a:lnTo>
                  <a:cubicBezTo>
                    <a:pt x="4005" y="492"/>
                    <a:pt x="3835" y="369"/>
                    <a:pt x="3660" y="293"/>
                  </a:cubicBezTo>
                  <a:cubicBezTo>
                    <a:pt x="3490" y="199"/>
                    <a:pt x="3297" y="123"/>
                    <a:pt x="3103" y="76"/>
                  </a:cubicBezTo>
                  <a:lnTo>
                    <a:pt x="2928" y="586"/>
                  </a:lnTo>
                  <a:cubicBezTo>
                    <a:pt x="2803" y="551"/>
                    <a:pt x="2679" y="530"/>
                    <a:pt x="2555" y="530"/>
                  </a:cubicBezTo>
                  <a:cubicBezTo>
                    <a:pt x="2509" y="530"/>
                    <a:pt x="2464" y="532"/>
                    <a:pt x="2418" y="539"/>
                  </a:cubicBezTo>
                  <a:lnTo>
                    <a:pt x="23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606;p52">
              <a:extLst>
                <a:ext uri="{FF2B5EF4-FFF2-40B4-BE49-F238E27FC236}">
                  <a16:creationId xmlns:a16="http://schemas.microsoft.com/office/drawing/2014/main" id="{0AC7138E-3F7C-8CE8-44F1-83EA011AFADF}"/>
                </a:ext>
              </a:extLst>
            </p:cNvPr>
            <p:cNvSpPr/>
            <p:nvPr/>
          </p:nvSpPr>
          <p:spPr>
            <a:xfrm>
              <a:off x="6418995" y="1347724"/>
              <a:ext cx="761305" cy="276503"/>
            </a:xfrm>
            <a:custGeom>
              <a:avLst/>
              <a:gdLst/>
              <a:ahLst/>
              <a:cxnLst/>
              <a:rect l="l" t="t" r="r" b="b"/>
              <a:pathLst>
                <a:path w="8684" h="3154" extrusionOk="0">
                  <a:moveTo>
                    <a:pt x="3494" y="0"/>
                  </a:moveTo>
                  <a:cubicBezTo>
                    <a:pt x="3362" y="0"/>
                    <a:pt x="3235" y="25"/>
                    <a:pt x="3121" y="80"/>
                  </a:cubicBezTo>
                  <a:cubicBezTo>
                    <a:pt x="2266" y="496"/>
                    <a:pt x="2389" y="1175"/>
                    <a:pt x="2096" y="1397"/>
                  </a:cubicBezTo>
                  <a:cubicBezTo>
                    <a:pt x="2061" y="1426"/>
                    <a:pt x="2019" y="1437"/>
                    <a:pt x="1972" y="1437"/>
                  </a:cubicBezTo>
                  <a:cubicBezTo>
                    <a:pt x="1792" y="1437"/>
                    <a:pt x="1530" y="1273"/>
                    <a:pt x="1222" y="1273"/>
                  </a:cubicBezTo>
                  <a:cubicBezTo>
                    <a:pt x="996" y="1273"/>
                    <a:pt x="746" y="1361"/>
                    <a:pt x="486" y="1667"/>
                  </a:cubicBezTo>
                  <a:cubicBezTo>
                    <a:pt x="0" y="2229"/>
                    <a:pt x="486" y="3154"/>
                    <a:pt x="486" y="3154"/>
                  </a:cubicBezTo>
                  <a:lnTo>
                    <a:pt x="8683" y="3154"/>
                  </a:lnTo>
                  <a:cubicBezTo>
                    <a:pt x="8683" y="3154"/>
                    <a:pt x="8367" y="2762"/>
                    <a:pt x="7998" y="2639"/>
                  </a:cubicBezTo>
                  <a:cubicBezTo>
                    <a:pt x="7913" y="2609"/>
                    <a:pt x="7837" y="2599"/>
                    <a:pt x="7768" y="2599"/>
                  </a:cubicBezTo>
                  <a:cubicBezTo>
                    <a:pt x="7609" y="2599"/>
                    <a:pt x="7486" y="2654"/>
                    <a:pt x="7374" y="2654"/>
                  </a:cubicBezTo>
                  <a:cubicBezTo>
                    <a:pt x="7256" y="2654"/>
                    <a:pt x="7150" y="2593"/>
                    <a:pt x="7026" y="2346"/>
                  </a:cubicBezTo>
                  <a:cubicBezTo>
                    <a:pt x="6851" y="2006"/>
                    <a:pt x="6757" y="1567"/>
                    <a:pt x="6318" y="1444"/>
                  </a:cubicBezTo>
                  <a:cubicBezTo>
                    <a:pt x="6226" y="1422"/>
                    <a:pt x="6144" y="1412"/>
                    <a:pt x="6069" y="1412"/>
                  </a:cubicBezTo>
                  <a:cubicBezTo>
                    <a:pt x="5650" y="1412"/>
                    <a:pt x="5469" y="1715"/>
                    <a:pt x="5237" y="1715"/>
                  </a:cubicBezTo>
                  <a:cubicBezTo>
                    <a:pt x="5201" y="1715"/>
                    <a:pt x="5163" y="1707"/>
                    <a:pt x="5123" y="1690"/>
                  </a:cubicBezTo>
                  <a:cubicBezTo>
                    <a:pt x="4854" y="1544"/>
                    <a:pt x="4854" y="1005"/>
                    <a:pt x="4561" y="566"/>
                  </a:cubicBezTo>
                  <a:cubicBezTo>
                    <a:pt x="4341" y="235"/>
                    <a:pt x="3897" y="0"/>
                    <a:pt x="34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607;p52">
              <a:extLst>
                <a:ext uri="{FF2B5EF4-FFF2-40B4-BE49-F238E27FC236}">
                  <a16:creationId xmlns:a16="http://schemas.microsoft.com/office/drawing/2014/main" id="{F54930C7-6140-AF1F-B792-BFE61AEB4083}"/>
                </a:ext>
              </a:extLst>
            </p:cNvPr>
            <p:cNvSpPr/>
            <p:nvPr/>
          </p:nvSpPr>
          <p:spPr>
            <a:xfrm>
              <a:off x="6437930" y="1343954"/>
              <a:ext cx="746489" cy="284393"/>
            </a:xfrm>
            <a:custGeom>
              <a:avLst/>
              <a:gdLst/>
              <a:ahLst/>
              <a:cxnLst/>
              <a:rect l="l" t="t" r="r" b="b"/>
              <a:pathLst>
                <a:path w="8515" h="3244" extrusionOk="0">
                  <a:moveTo>
                    <a:pt x="3297" y="100"/>
                  </a:moveTo>
                  <a:cubicBezTo>
                    <a:pt x="3684" y="100"/>
                    <a:pt x="4099" y="316"/>
                    <a:pt x="4293" y="632"/>
                  </a:cubicBezTo>
                  <a:cubicBezTo>
                    <a:pt x="4439" y="855"/>
                    <a:pt x="4515" y="1101"/>
                    <a:pt x="4585" y="1294"/>
                  </a:cubicBezTo>
                  <a:cubicBezTo>
                    <a:pt x="4615" y="1417"/>
                    <a:pt x="4662" y="1511"/>
                    <a:pt x="4708" y="1587"/>
                  </a:cubicBezTo>
                  <a:cubicBezTo>
                    <a:pt x="4732" y="1657"/>
                    <a:pt x="4808" y="1733"/>
                    <a:pt x="4878" y="1780"/>
                  </a:cubicBezTo>
                  <a:cubicBezTo>
                    <a:pt x="4931" y="1803"/>
                    <a:pt x="4978" y="1803"/>
                    <a:pt x="5025" y="1803"/>
                  </a:cubicBezTo>
                  <a:cubicBezTo>
                    <a:pt x="5101" y="1803"/>
                    <a:pt x="5147" y="1780"/>
                    <a:pt x="5200" y="1757"/>
                  </a:cubicBezTo>
                  <a:cubicBezTo>
                    <a:pt x="5393" y="1657"/>
                    <a:pt x="5540" y="1511"/>
                    <a:pt x="5833" y="1511"/>
                  </a:cubicBezTo>
                  <a:cubicBezTo>
                    <a:pt x="5903" y="1511"/>
                    <a:pt x="5979" y="1511"/>
                    <a:pt x="6078" y="1540"/>
                  </a:cubicBezTo>
                  <a:cubicBezTo>
                    <a:pt x="6295" y="1587"/>
                    <a:pt x="6418" y="1733"/>
                    <a:pt x="6518" y="1880"/>
                  </a:cubicBezTo>
                  <a:cubicBezTo>
                    <a:pt x="6611" y="2049"/>
                    <a:pt x="6687" y="2243"/>
                    <a:pt x="6758" y="2418"/>
                  </a:cubicBezTo>
                  <a:cubicBezTo>
                    <a:pt x="6834" y="2535"/>
                    <a:pt x="6904" y="2611"/>
                    <a:pt x="6957" y="2682"/>
                  </a:cubicBezTo>
                  <a:cubicBezTo>
                    <a:pt x="7027" y="2734"/>
                    <a:pt x="7103" y="2758"/>
                    <a:pt x="7173" y="2758"/>
                  </a:cubicBezTo>
                  <a:cubicBezTo>
                    <a:pt x="7296" y="2758"/>
                    <a:pt x="7419" y="2682"/>
                    <a:pt x="7566" y="2682"/>
                  </a:cubicBezTo>
                  <a:cubicBezTo>
                    <a:pt x="7613" y="2682"/>
                    <a:pt x="7689" y="2711"/>
                    <a:pt x="7759" y="2734"/>
                  </a:cubicBezTo>
                  <a:cubicBezTo>
                    <a:pt x="7929" y="2781"/>
                    <a:pt x="8099" y="2928"/>
                    <a:pt x="8221" y="3027"/>
                  </a:cubicBezTo>
                  <a:cubicBezTo>
                    <a:pt x="8286" y="3067"/>
                    <a:pt x="8330" y="3107"/>
                    <a:pt x="8370" y="3150"/>
                  </a:cubicBezTo>
                  <a:lnTo>
                    <a:pt x="283" y="3150"/>
                  </a:lnTo>
                  <a:cubicBezTo>
                    <a:pt x="239" y="3051"/>
                    <a:pt x="100" y="2718"/>
                    <a:pt x="100" y="2342"/>
                  </a:cubicBezTo>
                  <a:cubicBezTo>
                    <a:pt x="100" y="2125"/>
                    <a:pt x="147" y="1926"/>
                    <a:pt x="294" y="1733"/>
                  </a:cubicBezTo>
                  <a:cubicBezTo>
                    <a:pt x="563" y="1440"/>
                    <a:pt x="780" y="1364"/>
                    <a:pt x="1002" y="1364"/>
                  </a:cubicBezTo>
                  <a:cubicBezTo>
                    <a:pt x="1148" y="1364"/>
                    <a:pt x="1295" y="1394"/>
                    <a:pt x="1418" y="1440"/>
                  </a:cubicBezTo>
                  <a:cubicBezTo>
                    <a:pt x="1541" y="1487"/>
                    <a:pt x="1634" y="1511"/>
                    <a:pt x="1757" y="1511"/>
                  </a:cubicBezTo>
                  <a:cubicBezTo>
                    <a:pt x="1804" y="1511"/>
                    <a:pt x="1857" y="1511"/>
                    <a:pt x="1904" y="1464"/>
                  </a:cubicBezTo>
                  <a:cubicBezTo>
                    <a:pt x="2003" y="1417"/>
                    <a:pt x="2050" y="1317"/>
                    <a:pt x="2074" y="1218"/>
                  </a:cubicBezTo>
                  <a:cubicBezTo>
                    <a:pt x="2150" y="1048"/>
                    <a:pt x="2196" y="878"/>
                    <a:pt x="2319" y="685"/>
                  </a:cubicBezTo>
                  <a:cubicBezTo>
                    <a:pt x="2442" y="515"/>
                    <a:pt x="2612" y="316"/>
                    <a:pt x="2928" y="170"/>
                  </a:cubicBezTo>
                  <a:cubicBezTo>
                    <a:pt x="3028" y="123"/>
                    <a:pt x="3174" y="100"/>
                    <a:pt x="3297" y="100"/>
                  </a:cubicBezTo>
                  <a:close/>
                  <a:moveTo>
                    <a:pt x="3297" y="0"/>
                  </a:moveTo>
                  <a:cubicBezTo>
                    <a:pt x="3151" y="0"/>
                    <a:pt x="3005" y="24"/>
                    <a:pt x="2882" y="100"/>
                  </a:cubicBezTo>
                  <a:cubicBezTo>
                    <a:pt x="2442" y="293"/>
                    <a:pt x="2243" y="586"/>
                    <a:pt x="2126" y="832"/>
                  </a:cubicBezTo>
                  <a:cubicBezTo>
                    <a:pt x="2074" y="954"/>
                    <a:pt x="2027" y="1072"/>
                    <a:pt x="2003" y="1171"/>
                  </a:cubicBezTo>
                  <a:cubicBezTo>
                    <a:pt x="1951" y="1271"/>
                    <a:pt x="1904" y="1341"/>
                    <a:pt x="1857" y="1394"/>
                  </a:cubicBezTo>
                  <a:cubicBezTo>
                    <a:pt x="1833" y="1417"/>
                    <a:pt x="1781" y="1417"/>
                    <a:pt x="1757" y="1417"/>
                  </a:cubicBezTo>
                  <a:cubicBezTo>
                    <a:pt x="1687" y="1417"/>
                    <a:pt x="1564" y="1394"/>
                    <a:pt x="1441" y="1341"/>
                  </a:cubicBezTo>
                  <a:cubicBezTo>
                    <a:pt x="1318" y="1317"/>
                    <a:pt x="1172" y="1271"/>
                    <a:pt x="1002" y="1271"/>
                  </a:cubicBezTo>
                  <a:cubicBezTo>
                    <a:pt x="756" y="1271"/>
                    <a:pt x="487" y="1364"/>
                    <a:pt x="223" y="1686"/>
                  </a:cubicBezTo>
                  <a:cubicBezTo>
                    <a:pt x="48" y="1880"/>
                    <a:pt x="1" y="2125"/>
                    <a:pt x="1" y="2342"/>
                  </a:cubicBezTo>
                  <a:cubicBezTo>
                    <a:pt x="1" y="2805"/>
                    <a:pt x="223" y="3220"/>
                    <a:pt x="223" y="3220"/>
                  </a:cubicBezTo>
                  <a:cubicBezTo>
                    <a:pt x="223" y="3244"/>
                    <a:pt x="247" y="3244"/>
                    <a:pt x="270" y="3244"/>
                  </a:cubicBezTo>
                  <a:lnTo>
                    <a:pt x="8467" y="3244"/>
                  </a:lnTo>
                  <a:cubicBezTo>
                    <a:pt x="8491" y="3244"/>
                    <a:pt x="8514" y="3244"/>
                    <a:pt x="8514" y="3220"/>
                  </a:cubicBezTo>
                  <a:lnTo>
                    <a:pt x="8514" y="3174"/>
                  </a:lnTo>
                  <a:lnTo>
                    <a:pt x="8298" y="2951"/>
                  </a:lnTo>
                  <a:cubicBezTo>
                    <a:pt x="8175" y="2828"/>
                    <a:pt x="7981" y="2711"/>
                    <a:pt x="7782" y="2635"/>
                  </a:cubicBezTo>
                  <a:cubicBezTo>
                    <a:pt x="7712" y="2611"/>
                    <a:pt x="7636" y="2588"/>
                    <a:pt x="7566" y="2588"/>
                  </a:cubicBezTo>
                  <a:cubicBezTo>
                    <a:pt x="7396" y="2611"/>
                    <a:pt x="7273" y="2658"/>
                    <a:pt x="7173" y="2658"/>
                  </a:cubicBezTo>
                  <a:cubicBezTo>
                    <a:pt x="7127" y="2658"/>
                    <a:pt x="7074" y="2635"/>
                    <a:pt x="7027" y="2611"/>
                  </a:cubicBezTo>
                  <a:cubicBezTo>
                    <a:pt x="6980" y="2565"/>
                    <a:pt x="6904" y="2489"/>
                    <a:pt x="6857" y="2366"/>
                  </a:cubicBezTo>
                  <a:cubicBezTo>
                    <a:pt x="6781" y="2196"/>
                    <a:pt x="6711" y="2003"/>
                    <a:pt x="6588" y="1833"/>
                  </a:cubicBezTo>
                  <a:cubicBezTo>
                    <a:pt x="6488" y="1657"/>
                    <a:pt x="6342" y="1511"/>
                    <a:pt x="6102" y="1440"/>
                  </a:cubicBezTo>
                  <a:cubicBezTo>
                    <a:pt x="6002" y="1417"/>
                    <a:pt x="5903" y="1417"/>
                    <a:pt x="5833" y="1417"/>
                  </a:cubicBezTo>
                  <a:cubicBezTo>
                    <a:pt x="5610" y="1417"/>
                    <a:pt x="5464" y="1487"/>
                    <a:pt x="5347" y="1563"/>
                  </a:cubicBezTo>
                  <a:cubicBezTo>
                    <a:pt x="5270" y="1610"/>
                    <a:pt x="5224" y="1634"/>
                    <a:pt x="5171" y="1657"/>
                  </a:cubicBezTo>
                  <a:cubicBezTo>
                    <a:pt x="5124" y="1686"/>
                    <a:pt x="5077" y="1710"/>
                    <a:pt x="5025" y="1710"/>
                  </a:cubicBezTo>
                  <a:cubicBezTo>
                    <a:pt x="5001" y="1710"/>
                    <a:pt x="4954" y="1710"/>
                    <a:pt x="4931" y="1686"/>
                  </a:cubicBezTo>
                  <a:cubicBezTo>
                    <a:pt x="4878" y="1657"/>
                    <a:pt x="4831" y="1610"/>
                    <a:pt x="4784" y="1540"/>
                  </a:cubicBezTo>
                  <a:cubicBezTo>
                    <a:pt x="4732" y="1440"/>
                    <a:pt x="4685" y="1271"/>
                    <a:pt x="4615" y="1101"/>
                  </a:cubicBezTo>
                  <a:cubicBezTo>
                    <a:pt x="4562" y="954"/>
                    <a:pt x="4492" y="755"/>
                    <a:pt x="4392" y="586"/>
                  </a:cubicBezTo>
                  <a:cubicBezTo>
                    <a:pt x="4176" y="246"/>
                    <a:pt x="3707" y="0"/>
                    <a:pt x="32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608;p52">
              <a:extLst>
                <a:ext uri="{FF2B5EF4-FFF2-40B4-BE49-F238E27FC236}">
                  <a16:creationId xmlns:a16="http://schemas.microsoft.com/office/drawing/2014/main" id="{153FBBD1-EBCE-9BAE-87A1-FD1C9CABBA54}"/>
                </a:ext>
              </a:extLst>
            </p:cNvPr>
            <p:cNvSpPr/>
            <p:nvPr/>
          </p:nvSpPr>
          <p:spPr>
            <a:xfrm>
              <a:off x="7145829" y="1341850"/>
              <a:ext cx="70923" cy="70397"/>
            </a:xfrm>
            <a:custGeom>
              <a:avLst/>
              <a:gdLst/>
              <a:ahLst/>
              <a:cxnLst/>
              <a:rect l="l" t="t" r="r" b="b"/>
              <a:pathLst>
                <a:path w="809" h="803" extrusionOk="0">
                  <a:moveTo>
                    <a:pt x="392" y="100"/>
                  </a:moveTo>
                  <a:cubicBezTo>
                    <a:pt x="562" y="100"/>
                    <a:pt x="709" y="217"/>
                    <a:pt x="709" y="393"/>
                  </a:cubicBezTo>
                  <a:cubicBezTo>
                    <a:pt x="709" y="563"/>
                    <a:pt x="562" y="709"/>
                    <a:pt x="392" y="709"/>
                  </a:cubicBezTo>
                  <a:cubicBezTo>
                    <a:pt x="223" y="709"/>
                    <a:pt x="100" y="563"/>
                    <a:pt x="100" y="393"/>
                  </a:cubicBezTo>
                  <a:cubicBezTo>
                    <a:pt x="100" y="217"/>
                    <a:pt x="223" y="100"/>
                    <a:pt x="392" y="100"/>
                  </a:cubicBezTo>
                  <a:close/>
                  <a:moveTo>
                    <a:pt x="392" y="1"/>
                  </a:moveTo>
                  <a:cubicBezTo>
                    <a:pt x="170" y="1"/>
                    <a:pt x="0" y="170"/>
                    <a:pt x="0" y="393"/>
                  </a:cubicBezTo>
                  <a:cubicBezTo>
                    <a:pt x="0" y="633"/>
                    <a:pt x="170" y="803"/>
                    <a:pt x="392" y="803"/>
                  </a:cubicBezTo>
                  <a:cubicBezTo>
                    <a:pt x="638" y="803"/>
                    <a:pt x="808" y="633"/>
                    <a:pt x="808" y="393"/>
                  </a:cubicBezTo>
                  <a:cubicBezTo>
                    <a:pt x="808" y="170"/>
                    <a:pt x="638" y="1"/>
                    <a:pt x="3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609;p52">
              <a:extLst>
                <a:ext uri="{FF2B5EF4-FFF2-40B4-BE49-F238E27FC236}">
                  <a16:creationId xmlns:a16="http://schemas.microsoft.com/office/drawing/2014/main" id="{CA0AC536-A0AA-2838-7923-C5C0F0769C30}"/>
                </a:ext>
              </a:extLst>
            </p:cNvPr>
            <p:cNvSpPr/>
            <p:nvPr/>
          </p:nvSpPr>
          <p:spPr>
            <a:xfrm>
              <a:off x="7719162" y="2577857"/>
              <a:ext cx="70397" cy="73027"/>
            </a:xfrm>
            <a:custGeom>
              <a:avLst/>
              <a:gdLst/>
              <a:ahLst/>
              <a:cxnLst/>
              <a:rect l="l" t="t" r="r" b="b"/>
              <a:pathLst>
                <a:path w="803" h="833" extrusionOk="0">
                  <a:moveTo>
                    <a:pt x="393" y="100"/>
                  </a:moveTo>
                  <a:cubicBezTo>
                    <a:pt x="562" y="100"/>
                    <a:pt x="709" y="247"/>
                    <a:pt x="709" y="416"/>
                  </a:cubicBezTo>
                  <a:cubicBezTo>
                    <a:pt x="709" y="586"/>
                    <a:pt x="562" y="733"/>
                    <a:pt x="393" y="733"/>
                  </a:cubicBezTo>
                  <a:cubicBezTo>
                    <a:pt x="217" y="733"/>
                    <a:pt x="100" y="586"/>
                    <a:pt x="100" y="416"/>
                  </a:cubicBezTo>
                  <a:cubicBezTo>
                    <a:pt x="100" y="247"/>
                    <a:pt x="217" y="100"/>
                    <a:pt x="393" y="100"/>
                  </a:cubicBezTo>
                  <a:close/>
                  <a:moveTo>
                    <a:pt x="393" y="1"/>
                  </a:moveTo>
                  <a:cubicBezTo>
                    <a:pt x="170" y="1"/>
                    <a:pt x="0" y="200"/>
                    <a:pt x="0" y="416"/>
                  </a:cubicBezTo>
                  <a:cubicBezTo>
                    <a:pt x="0" y="639"/>
                    <a:pt x="170" y="832"/>
                    <a:pt x="393" y="832"/>
                  </a:cubicBezTo>
                  <a:cubicBezTo>
                    <a:pt x="633" y="832"/>
                    <a:pt x="802" y="639"/>
                    <a:pt x="802" y="416"/>
                  </a:cubicBezTo>
                  <a:cubicBezTo>
                    <a:pt x="802" y="200"/>
                    <a:pt x="633" y="1"/>
                    <a:pt x="3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610;p52">
              <a:extLst>
                <a:ext uri="{FF2B5EF4-FFF2-40B4-BE49-F238E27FC236}">
                  <a16:creationId xmlns:a16="http://schemas.microsoft.com/office/drawing/2014/main" id="{568EA159-2FDC-95A7-2DBE-B8573484A8C4}"/>
                </a:ext>
              </a:extLst>
            </p:cNvPr>
            <p:cNvSpPr/>
            <p:nvPr/>
          </p:nvSpPr>
          <p:spPr>
            <a:xfrm>
              <a:off x="7451694" y="2445481"/>
              <a:ext cx="53477" cy="51373"/>
            </a:xfrm>
            <a:custGeom>
              <a:avLst/>
              <a:gdLst/>
              <a:ahLst/>
              <a:cxnLst/>
              <a:rect l="l" t="t" r="r" b="b"/>
              <a:pathLst>
                <a:path w="610" h="586" extrusionOk="0">
                  <a:moveTo>
                    <a:pt x="317" y="100"/>
                  </a:moveTo>
                  <a:cubicBezTo>
                    <a:pt x="416" y="100"/>
                    <a:pt x="516" y="170"/>
                    <a:pt x="516" y="293"/>
                  </a:cubicBezTo>
                  <a:cubicBezTo>
                    <a:pt x="516" y="392"/>
                    <a:pt x="416" y="486"/>
                    <a:pt x="317" y="486"/>
                  </a:cubicBezTo>
                  <a:cubicBezTo>
                    <a:pt x="194" y="486"/>
                    <a:pt x="100" y="392"/>
                    <a:pt x="100" y="293"/>
                  </a:cubicBezTo>
                  <a:cubicBezTo>
                    <a:pt x="100" y="170"/>
                    <a:pt x="194" y="100"/>
                    <a:pt x="317" y="100"/>
                  </a:cubicBezTo>
                  <a:close/>
                  <a:moveTo>
                    <a:pt x="317" y="0"/>
                  </a:moveTo>
                  <a:cubicBezTo>
                    <a:pt x="147" y="0"/>
                    <a:pt x="1" y="123"/>
                    <a:pt x="1" y="293"/>
                  </a:cubicBezTo>
                  <a:cubicBezTo>
                    <a:pt x="1" y="439"/>
                    <a:pt x="147" y="586"/>
                    <a:pt x="317" y="586"/>
                  </a:cubicBezTo>
                  <a:cubicBezTo>
                    <a:pt x="463" y="586"/>
                    <a:pt x="610" y="439"/>
                    <a:pt x="610" y="293"/>
                  </a:cubicBezTo>
                  <a:cubicBezTo>
                    <a:pt x="610" y="123"/>
                    <a:pt x="463" y="0"/>
                    <a:pt x="3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611;p52">
              <a:extLst>
                <a:ext uri="{FF2B5EF4-FFF2-40B4-BE49-F238E27FC236}">
                  <a16:creationId xmlns:a16="http://schemas.microsoft.com/office/drawing/2014/main" id="{9673C2AC-FE2F-3113-9D6C-003BF7C5849A}"/>
                </a:ext>
              </a:extLst>
            </p:cNvPr>
            <p:cNvSpPr/>
            <p:nvPr/>
          </p:nvSpPr>
          <p:spPr>
            <a:xfrm>
              <a:off x="7220696" y="2588903"/>
              <a:ext cx="594561" cy="220045"/>
            </a:xfrm>
            <a:custGeom>
              <a:avLst/>
              <a:gdLst/>
              <a:ahLst/>
              <a:cxnLst/>
              <a:rect l="l" t="t" r="r" b="b"/>
              <a:pathLst>
                <a:path w="6782" h="2510" extrusionOk="0">
                  <a:moveTo>
                    <a:pt x="4106" y="1"/>
                  </a:moveTo>
                  <a:cubicBezTo>
                    <a:pt x="3800" y="1"/>
                    <a:pt x="3470" y="179"/>
                    <a:pt x="3268" y="413"/>
                  </a:cubicBezTo>
                  <a:cubicBezTo>
                    <a:pt x="3046" y="681"/>
                    <a:pt x="2907" y="1507"/>
                    <a:pt x="2544" y="1507"/>
                  </a:cubicBezTo>
                  <a:cubicBezTo>
                    <a:pt x="2478" y="1507"/>
                    <a:pt x="2403" y="1479"/>
                    <a:pt x="2320" y="1415"/>
                  </a:cubicBezTo>
                  <a:cubicBezTo>
                    <a:pt x="2150" y="1292"/>
                    <a:pt x="1951" y="1169"/>
                    <a:pt x="1757" y="1169"/>
                  </a:cubicBezTo>
                  <a:cubicBezTo>
                    <a:pt x="1541" y="1169"/>
                    <a:pt x="1318" y="1315"/>
                    <a:pt x="1272" y="1508"/>
                  </a:cubicBezTo>
                  <a:cubicBezTo>
                    <a:pt x="1248" y="1608"/>
                    <a:pt x="1248" y="1707"/>
                    <a:pt x="1195" y="1801"/>
                  </a:cubicBezTo>
                  <a:cubicBezTo>
                    <a:pt x="1126" y="1949"/>
                    <a:pt x="958" y="1987"/>
                    <a:pt x="786" y="1987"/>
                  </a:cubicBezTo>
                  <a:cubicBezTo>
                    <a:pt x="727" y="1987"/>
                    <a:pt x="667" y="1983"/>
                    <a:pt x="610" y="1977"/>
                  </a:cubicBezTo>
                  <a:cubicBezTo>
                    <a:pt x="568" y="1977"/>
                    <a:pt x="521" y="1975"/>
                    <a:pt x="473" y="1975"/>
                  </a:cubicBezTo>
                  <a:cubicBezTo>
                    <a:pt x="271" y="1975"/>
                    <a:pt x="39" y="2009"/>
                    <a:pt x="1" y="2363"/>
                  </a:cubicBezTo>
                  <a:lnTo>
                    <a:pt x="1" y="2510"/>
                  </a:lnTo>
                  <a:lnTo>
                    <a:pt x="6758" y="2510"/>
                  </a:lnTo>
                  <a:cubicBezTo>
                    <a:pt x="6781" y="2316"/>
                    <a:pt x="6734" y="2000"/>
                    <a:pt x="6588" y="1877"/>
                  </a:cubicBezTo>
                  <a:cubicBezTo>
                    <a:pt x="6453" y="1763"/>
                    <a:pt x="6315" y="1729"/>
                    <a:pt x="6178" y="1729"/>
                  </a:cubicBezTo>
                  <a:cubicBezTo>
                    <a:pt x="5974" y="1729"/>
                    <a:pt x="5772" y="1806"/>
                    <a:pt x="5584" y="1806"/>
                  </a:cubicBezTo>
                  <a:cubicBezTo>
                    <a:pt x="5491" y="1806"/>
                    <a:pt x="5402" y="1787"/>
                    <a:pt x="5317" y="1731"/>
                  </a:cubicBezTo>
                  <a:cubicBezTo>
                    <a:pt x="5200" y="1655"/>
                    <a:pt x="5200" y="1462"/>
                    <a:pt x="5171" y="1315"/>
                  </a:cubicBezTo>
                  <a:cubicBezTo>
                    <a:pt x="5077" y="853"/>
                    <a:pt x="4855" y="390"/>
                    <a:pt x="4492" y="121"/>
                  </a:cubicBezTo>
                  <a:cubicBezTo>
                    <a:pt x="4377" y="37"/>
                    <a:pt x="4244" y="1"/>
                    <a:pt x="41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612;p52">
              <a:extLst>
                <a:ext uri="{FF2B5EF4-FFF2-40B4-BE49-F238E27FC236}">
                  <a16:creationId xmlns:a16="http://schemas.microsoft.com/office/drawing/2014/main" id="{9D337E1D-F886-EF48-4C15-05A7473E6C35}"/>
                </a:ext>
              </a:extLst>
            </p:cNvPr>
            <p:cNvSpPr/>
            <p:nvPr/>
          </p:nvSpPr>
          <p:spPr>
            <a:xfrm>
              <a:off x="7216663" y="2584519"/>
              <a:ext cx="601136" cy="229075"/>
            </a:xfrm>
            <a:custGeom>
              <a:avLst/>
              <a:gdLst/>
              <a:ahLst/>
              <a:cxnLst/>
              <a:rect l="l" t="t" r="r" b="b"/>
              <a:pathLst>
                <a:path w="6857" h="2613" extrusionOk="0">
                  <a:moveTo>
                    <a:pt x="4146" y="95"/>
                  </a:moveTo>
                  <a:cubicBezTo>
                    <a:pt x="4269" y="95"/>
                    <a:pt x="4391" y="147"/>
                    <a:pt x="4514" y="218"/>
                  </a:cubicBezTo>
                  <a:cubicBezTo>
                    <a:pt x="4854" y="463"/>
                    <a:pt x="5071" y="903"/>
                    <a:pt x="5170" y="1365"/>
                  </a:cubicBezTo>
                  <a:cubicBezTo>
                    <a:pt x="5170" y="1441"/>
                    <a:pt x="5194" y="1535"/>
                    <a:pt x="5217" y="1611"/>
                  </a:cubicBezTo>
                  <a:cubicBezTo>
                    <a:pt x="5246" y="1681"/>
                    <a:pt x="5270" y="1781"/>
                    <a:pt x="5340" y="1828"/>
                  </a:cubicBezTo>
                  <a:cubicBezTo>
                    <a:pt x="5440" y="1880"/>
                    <a:pt x="5539" y="1904"/>
                    <a:pt x="5633" y="1904"/>
                  </a:cubicBezTo>
                  <a:cubicBezTo>
                    <a:pt x="5832" y="1904"/>
                    <a:pt x="6048" y="1828"/>
                    <a:pt x="6242" y="1828"/>
                  </a:cubicBezTo>
                  <a:cubicBezTo>
                    <a:pt x="6365" y="1828"/>
                    <a:pt x="6488" y="1851"/>
                    <a:pt x="6611" y="1951"/>
                  </a:cubicBezTo>
                  <a:cubicBezTo>
                    <a:pt x="6657" y="1997"/>
                    <a:pt x="6681" y="2074"/>
                    <a:pt x="6710" y="2173"/>
                  </a:cubicBezTo>
                  <a:cubicBezTo>
                    <a:pt x="6757" y="2243"/>
                    <a:pt x="6757" y="2366"/>
                    <a:pt x="6757" y="2437"/>
                  </a:cubicBezTo>
                  <a:lnTo>
                    <a:pt x="6757" y="2513"/>
                  </a:lnTo>
                  <a:lnTo>
                    <a:pt x="94" y="2513"/>
                  </a:lnTo>
                  <a:lnTo>
                    <a:pt x="94" y="2413"/>
                  </a:lnTo>
                  <a:cubicBezTo>
                    <a:pt x="123" y="2267"/>
                    <a:pt x="170" y="2197"/>
                    <a:pt x="240" y="2144"/>
                  </a:cubicBezTo>
                  <a:cubicBezTo>
                    <a:pt x="316" y="2097"/>
                    <a:pt x="416" y="2074"/>
                    <a:pt x="509" y="2074"/>
                  </a:cubicBezTo>
                  <a:lnTo>
                    <a:pt x="656" y="2074"/>
                  </a:lnTo>
                  <a:cubicBezTo>
                    <a:pt x="709" y="2097"/>
                    <a:pt x="755" y="2097"/>
                    <a:pt x="802" y="2097"/>
                  </a:cubicBezTo>
                  <a:cubicBezTo>
                    <a:pt x="902" y="2097"/>
                    <a:pt x="1001" y="2074"/>
                    <a:pt x="1072" y="2050"/>
                  </a:cubicBezTo>
                  <a:cubicBezTo>
                    <a:pt x="1171" y="2027"/>
                    <a:pt x="1241" y="1974"/>
                    <a:pt x="1294" y="1880"/>
                  </a:cubicBezTo>
                  <a:cubicBezTo>
                    <a:pt x="1341" y="1781"/>
                    <a:pt x="1341" y="1658"/>
                    <a:pt x="1364" y="1588"/>
                  </a:cubicBezTo>
                  <a:cubicBezTo>
                    <a:pt x="1388" y="1488"/>
                    <a:pt x="1440" y="1412"/>
                    <a:pt x="1534" y="1365"/>
                  </a:cubicBezTo>
                  <a:cubicBezTo>
                    <a:pt x="1610" y="1318"/>
                    <a:pt x="1704" y="1266"/>
                    <a:pt x="1803" y="1266"/>
                  </a:cubicBezTo>
                  <a:cubicBezTo>
                    <a:pt x="1973" y="1266"/>
                    <a:pt x="2172" y="1365"/>
                    <a:pt x="2342" y="1488"/>
                  </a:cubicBezTo>
                  <a:cubicBezTo>
                    <a:pt x="2412" y="1558"/>
                    <a:pt x="2512" y="1588"/>
                    <a:pt x="2582" y="1611"/>
                  </a:cubicBezTo>
                  <a:cubicBezTo>
                    <a:pt x="2705" y="1611"/>
                    <a:pt x="2781" y="1535"/>
                    <a:pt x="2852" y="1441"/>
                  </a:cubicBezTo>
                  <a:cubicBezTo>
                    <a:pt x="2975" y="1318"/>
                    <a:pt x="3051" y="1119"/>
                    <a:pt x="3121" y="949"/>
                  </a:cubicBezTo>
                  <a:cubicBezTo>
                    <a:pt x="3220" y="756"/>
                    <a:pt x="3291" y="586"/>
                    <a:pt x="3367" y="487"/>
                  </a:cubicBezTo>
                  <a:cubicBezTo>
                    <a:pt x="3537" y="270"/>
                    <a:pt x="3853" y="95"/>
                    <a:pt x="4146" y="95"/>
                  </a:cubicBezTo>
                  <a:close/>
                  <a:moveTo>
                    <a:pt x="4146" y="1"/>
                  </a:moveTo>
                  <a:cubicBezTo>
                    <a:pt x="3829" y="1"/>
                    <a:pt x="3490" y="171"/>
                    <a:pt x="3291" y="440"/>
                  </a:cubicBezTo>
                  <a:cubicBezTo>
                    <a:pt x="3220" y="510"/>
                    <a:pt x="3168" y="610"/>
                    <a:pt x="3121" y="733"/>
                  </a:cubicBezTo>
                  <a:cubicBezTo>
                    <a:pt x="3051" y="903"/>
                    <a:pt x="2975" y="1096"/>
                    <a:pt x="2875" y="1242"/>
                  </a:cubicBezTo>
                  <a:cubicBezTo>
                    <a:pt x="2828" y="1318"/>
                    <a:pt x="2781" y="1389"/>
                    <a:pt x="2729" y="1441"/>
                  </a:cubicBezTo>
                  <a:cubicBezTo>
                    <a:pt x="2682" y="1488"/>
                    <a:pt x="2635" y="1488"/>
                    <a:pt x="2582" y="1512"/>
                  </a:cubicBezTo>
                  <a:cubicBezTo>
                    <a:pt x="2535" y="1512"/>
                    <a:pt x="2465" y="1488"/>
                    <a:pt x="2389" y="1412"/>
                  </a:cubicBezTo>
                  <a:cubicBezTo>
                    <a:pt x="2219" y="1295"/>
                    <a:pt x="2026" y="1172"/>
                    <a:pt x="1803" y="1172"/>
                  </a:cubicBezTo>
                  <a:cubicBezTo>
                    <a:pt x="1681" y="1172"/>
                    <a:pt x="1558" y="1219"/>
                    <a:pt x="1464" y="1266"/>
                  </a:cubicBezTo>
                  <a:cubicBezTo>
                    <a:pt x="1364" y="1342"/>
                    <a:pt x="1294" y="1441"/>
                    <a:pt x="1265" y="1558"/>
                  </a:cubicBezTo>
                  <a:cubicBezTo>
                    <a:pt x="1241" y="1658"/>
                    <a:pt x="1241" y="1757"/>
                    <a:pt x="1195" y="1828"/>
                  </a:cubicBezTo>
                  <a:cubicBezTo>
                    <a:pt x="1171" y="1904"/>
                    <a:pt x="1118" y="1927"/>
                    <a:pt x="1048" y="1951"/>
                  </a:cubicBezTo>
                  <a:cubicBezTo>
                    <a:pt x="972" y="1974"/>
                    <a:pt x="902" y="1997"/>
                    <a:pt x="802" y="1997"/>
                  </a:cubicBezTo>
                  <a:cubicBezTo>
                    <a:pt x="755" y="1997"/>
                    <a:pt x="709" y="1997"/>
                    <a:pt x="656" y="1974"/>
                  </a:cubicBezTo>
                  <a:lnTo>
                    <a:pt x="509" y="1974"/>
                  </a:lnTo>
                  <a:cubicBezTo>
                    <a:pt x="416" y="1974"/>
                    <a:pt x="293" y="1997"/>
                    <a:pt x="193" y="2050"/>
                  </a:cubicBezTo>
                  <a:cubicBezTo>
                    <a:pt x="94" y="2120"/>
                    <a:pt x="24" y="2243"/>
                    <a:pt x="0" y="2413"/>
                  </a:cubicBezTo>
                  <a:lnTo>
                    <a:pt x="0" y="2560"/>
                  </a:lnTo>
                  <a:lnTo>
                    <a:pt x="0" y="2612"/>
                  </a:lnTo>
                  <a:lnTo>
                    <a:pt x="6804" y="2612"/>
                  </a:lnTo>
                  <a:cubicBezTo>
                    <a:pt x="6827" y="2612"/>
                    <a:pt x="6857" y="2583"/>
                    <a:pt x="6857" y="2560"/>
                  </a:cubicBezTo>
                  <a:lnTo>
                    <a:pt x="6857" y="2437"/>
                  </a:lnTo>
                  <a:cubicBezTo>
                    <a:pt x="6857" y="2343"/>
                    <a:pt x="6827" y="2243"/>
                    <a:pt x="6804" y="2144"/>
                  </a:cubicBezTo>
                  <a:cubicBezTo>
                    <a:pt x="6780" y="2050"/>
                    <a:pt x="6734" y="1951"/>
                    <a:pt x="6657" y="1880"/>
                  </a:cubicBezTo>
                  <a:cubicBezTo>
                    <a:pt x="6534" y="1757"/>
                    <a:pt x="6365" y="1734"/>
                    <a:pt x="6242" y="1734"/>
                  </a:cubicBezTo>
                  <a:cubicBezTo>
                    <a:pt x="6025" y="1734"/>
                    <a:pt x="5803" y="1804"/>
                    <a:pt x="5633" y="1804"/>
                  </a:cubicBezTo>
                  <a:cubicBezTo>
                    <a:pt x="5563" y="1804"/>
                    <a:pt x="5486" y="1781"/>
                    <a:pt x="5416" y="1734"/>
                  </a:cubicBezTo>
                  <a:cubicBezTo>
                    <a:pt x="5363" y="1705"/>
                    <a:pt x="5317" y="1658"/>
                    <a:pt x="5317" y="1588"/>
                  </a:cubicBezTo>
                  <a:cubicBezTo>
                    <a:pt x="5293" y="1512"/>
                    <a:pt x="5270" y="1441"/>
                    <a:pt x="5270" y="1342"/>
                  </a:cubicBezTo>
                  <a:cubicBezTo>
                    <a:pt x="5170" y="879"/>
                    <a:pt x="4954" y="387"/>
                    <a:pt x="4561" y="124"/>
                  </a:cubicBezTo>
                  <a:cubicBezTo>
                    <a:pt x="4438" y="48"/>
                    <a:pt x="4292" y="1"/>
                    <a:pt x="41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613;p52">
              <a:extLst>
                <a:ext uri="{FF2B5EF4-FFF2-40B4-BE49-F238E27FC236}">
                  <a16:creationId xmlns:a16="http://schemas.microsoft.com/office/drawing/2014/main" id="{C3FAA18A-7878-5924-A2B2-D5FEC3FB291A}"/>
                </a:ext>
              </a:extLst>
            </p:cNvPr>
            <p:cNvSpPr/>
            <p:nvPr/>
          </p:nvSpPr>
          <p:spPr>
            <a:xfrm>
              <a:off x="7015383" y="3409547"/>
              <a:ext cx="844589" cy="1354551"/>
            </a:xfrm>
            <a:custGeom>
              <a:avLst/>
              <a:gdLst/>
              <a:ahLst/>
              <a:cxnLst/>
              <a:rect l="l" t="t" r="r" b="b"/>
              <a:pathLst>
                <a:path w="9634" h="15451" extrusionOk="0">
                  <a:moveTo>
                    <a:pt x="5093" y="1"/>
                  </a:moveTo>
                  <a:cubicBezTo>
                    <a:pt x="5044" y="1"/>
                    <a:pt x="4998" y="2"/>
                    <a:pt x="4954" y="5"/>
                  </a:cubicBezTo>
                  <a:cubicBezTo>
                    <a:pt x="2366" y="198"/>
                    <a:pt x="1" y="4273"/>
                    <a:pt x="979" y="15451"/>
                  </a:cubicBezTo>
                  <a:lnTo>
                    <a:pt x="5440" y="15451"/>
                  </a:lnTo>
                  <a:cubicBezTo>
                    <a:pt x="9633" y="1155"/>
                    <a:pt x="6437" y="1"/>
                    <a:pt x="50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614;p52">
              <a:extLst>
                <a:ext uri="{FF2B5EF4-FFF2-40B4-BE49-F238E27FC236}">
                  <a16:creationId xmlns:a16="http://schemas.microsoft.com/office/drawing/2014/main" id="{ACC9111C-193A-7026-B6FA-D283100BC789}"/>
                </a:ext>
              </a:extLst>
            </p:cNvPr>
            <p:cNvSpPr/>
            <p:nvPr/>
          </p:nvSpPr>
          <p:spPr>
            <a:xfrm>
              <a:off x="7057988" y="3407618"/>
              <a:ext cx="622790" cy="1358057"/>
            </a:xfrm>
            <a:custGeom>
              <a:avLst/>
              <a:gdLst/>
              <a:ahLst/>
              <a:cxnLst/>
              <a:rect l="l" t="t" r="r" b="b"/>
              <a:pathLst>
                <a:path w="7104" h="15491" extrusionOk="0">
                  <a:moveTo>
                    <a:pt x="4599" y="0"/>
                  </a:moveTo>
                  <a:cubicBezTo>
                    <a:pt x="4482" y="0"/>
                    <a:pt x="4364" y="9"/>
                    <a:pt x="4246" y="27"/>
                  </a:cubicBezTo>
                  <a:cubicBezTo>
                    <a:pt x="2612" y="296"/>
                    <a:pt x="1687" y="1953"/>
                    <a:pt x="1201" y="3370"/>
                  </a:cubicBezTo>
                  <a:cubicBezTo>
                    <a:pt x="733" y="4688"/>
                    <a:pt x="493" y="6105"/>
                    <a:pt x="370" y="7492"/>
                  </a:cubicBezTo>
                  <a:cubicBezTo>
                    <a:pt x="177" y="9518"/>
                    <a:pt x="200" y="11591"/>
                    <a:pt x="323" y="13640"/>
                  </a:cubicBezTo>
                  <a:cubicBezTo>
                    <a:pt x="346" y="14249"/>
                    <a:pt x="393" y="14858"/>
                    <a:pt x="469" y="15473"/>
                  </a:cubicBezTo>
                  <a:cubicBezTo>
                    <a:pt x="469" y="15484"/>
                    <a:pt x="475" y="15490"/>
                    <a:pt x="481" y="15490"/>
                  </a:cubicBezTo>
                  <a:cubicBezTo>
                    <a:pt x="487" y="15490"/>
                    <a:pt x="493" y="15484"/>
                    <a:pt x="493" y="15473"/>
                  </a:cubicBezTo>
                  <a:cubicBezTo>
                    <a:pt x="247" y="11784"/>
                    <a:pt x="1" y="7978"/>
                    <a:pt x="955" y="4371"/>
                  </a:cubicBezTo>
                  <a:cubicBezTo>
                    <a:pt x="1371" y="2808"/>
                    <a:pt x="2150" y="782"/>
                    <a:pt x="3836" y="197"/>
                  </a:cubicBezTo>
                  <a:cubicBezTo>
                    <a:pt x="4083" y="115"/>
                    <a:pt x="4344" y="71"/>
                    <a:pt x="4603" y="71"/>
                  </a:cubicBezTo>
                  <a:cubicBezTo>
                    <a:pt x="5033" y="71"/>
                    <a:pt x="5459" y="192"/>
                    <a:pt x="5809" y="466"/>
                  </a:cubicBezTo>
                  <a:cubicBezTo>
                    <a:pt x="6810" y="1274"/>
                    <a:pt x="6957" y="2808"/>
                    <a:pt x="7004" y="3979"/>
                  </a:cubicBezTo>
                  <a:cubicBezTo>
                    <a:pt x="7027" y="5297"/>
                    <a:pt x="6910" y="6614"/>
                    <a:pt x="6687" y="7908"/>
                  </a:cubicBezTo>
                  <a:cubicBezTo>
                    <a:pt x="6395" y="9858"/>
                    <a:pt x="5932" y="11784"/>
                    <a:pt x="5417" y="13687"/>
                  </a:cubicBezTo>
                  <a:cubicBezTo>
                    <a:pt x="5247" y="14272"/>
                    <a:pt x="5077" y="14858"/>
                    <a:pt x="4931" y="15443"/>
                  </a:cubicBezTo>
                  <a:cubicBezTo>
                    <a:pt x="4917" y="15475"/>
                    <a:pt x="4937" y="15488"/>
                    <a:pt x="4955" y="15488"/>
                  </a:cubicBezTo>
                  <a:cubicBezTo>
                    <a:pt x="4967" y="15488"/>
                    <a:pt x="4978" y="15482"/>
                    <a:pt x="4978" y="15473"/>
                  </a:cubicBezTo>
                  <a:cubicBezTo>
                    <a:pt x="5639" y="13347"/>
                    <a:pt x="6178" y="11175"/>
                    <a:pt x="6588" y="9003"/>
                  </a:cubicBezTo>
                  <a:cubicBezTo>
                    <a:pt x="6857" y="7568"/>
                    <a:pt x="7056" y="6105"/>
                    <a:pt x="7080" y="4641"/>
                  </a:cubicBezTo>
                  <a:cubicBezTo>
                    <a:pt x="7103" y="3762"/>
                    <a:pt x="7056" y="2832"/>
                    <a:pt x="6787" y="1977"/>
                  </a:cubicBezTo>
                  <a:cubicBezTo>
                    <a:pt x="6641" y="1467"/>
                    <a:pt x="6418" y="981"/>
                    <a:pt x="6055" y="589"/>
                  </a:cubicBezTo>
                  <a:cubicBezTo>
                    <a:pt x="5651" y="190"/>
                    <a:pt x="5137" y="0"/>
                    <a:pt x="4599" y="0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615;p52">
              <a:extLst>
                <a:ext uri="{FF2B5EF4-FFF2-40B4-BE49-F238E27FC236}">
                  <a16:creationId xmlns:a16="http://schemas.microsoft.com/office/drawing/2014/main" id="{2593527D-41A7-31C7-48FF-2239002D7200}"/>
                </a:ext>
              </a:extLst>
            </p:cNvPr>
            <p:cNvSpPr/>
            <p:nvPr/>
          </p:nvSpPr>
          <p:spPr>
            <a:xfrm>
              <a:off x="7293633" y="3412001"/>
              <a:ext cx="200759" cy="1352096"/>
            </a:xfrm>
            <a:custGeom>
              <a:avLst/>
              <a:gdLst/>
              <a:ahLst/>
              <a:cxnLst/>
              <a:rect l="l" t="t" r="r" b="b"/>
              <a:pathLst>
                <a:path w="2290" h="15423" extrusionOk="0">
                  <a:moveTo>
                    <a:pt x="2290" y="0"/>
                  </a:moveTo>
                  <a:lnTo>
                    <a:pt x="0" y="154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616;p52">
              <a:extLst>
                <a:ext uri="{FF2B5EF4-FFF2-40B4-BE49-F238E27FC236}">
                  <a16:creationId xmlns:a16="http://schemas.microsoft.com/office/drawing/2014/main" id="{B68DAE9C-6F37-0999-BE4E-0A961355E648}"/>
                </a:ext>
              </a:extLst>
            </p:cNvPr>
            <p:cNvSpPr/>
            <p:nvPr/>
          </p:nvSpPr>
          <p:spPr>
            <a:xfrm>
              <a:off x="7288987" y="3412001"/>
              <a:ext cx="210051" cy="1352096"/>
            </a:xfrm>
            <a:custGeom>
              <a:avLst/>
              <a:gdLst/>
              <a:ahLst/>
              <a:cxnLst/>
              <a:rect l="l" t="t" r="r" b="b"/>
              <a:pathLst>
                <a:path w="2396" h="15423" extrusionOk="0">
                  <a:moveTo>
                    <a:pt x="2296" y="0"/>
                  </a:moveTo>
                  <a:lnTo>
                    <a:pt x="1" y="15393"/>
                  </a:lnTo>
                  <a:lnTo>
                    <a:pt x="100" y="15423"/>
                  </a:lnTo>
                  <a:lnTo>
                    <a:pt x="2395" y="24"/>
                  </a:lnTo>
                  <a:lnTo>
                    <a:pt x="2296" y="0"/>
                  </a:ln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617;p52">
              <a:extLst>
                <a:ext uri="{FF2B5EF4-FFF2-40B4-BE49-F238E27FC236}">
                  <a16:creationId xmlns:a16="http://schemas.microsoft.com/office/drawing/2014/main" id="{2A2509A7-6A57-1E63-2952-D5A2D6CEF5D0}"/>
                </a:ext>
              </a:extLst>
            </p:cNvPr>
            <p:cNvSpPr/>
            <p:nvPr/>
          </p:nvSpPr>
          <p:spPr>
            <a:xfrm>
              <a:off x="5713200" y="1776149"/>
              <a:ext cx="1659633" cy="2985429"/>
            </a:xfrm>
            <a:custGeom>
              <a:avLst/>
              <a:gdLst/>
              <a:ahLst/>
              <a:cxnLst/>
              <a:rect l="l" t="t" r="r" b="b"/>
              <a:pathLst>
                <a:path w="18931" h="34054" extrusionOk="0">
                  <a:moveTo>
                    <a:pt x="902" y="0"/>
                  </a:moveTo>
                  <a:cubicBezTo>
                    <a:pt x="387" y="0"/>
                    <a:pt x="0" y="387"/>
                    <a:pt x="0" y="902"/>
                  </a:cubicBezTo>
                  <a:lnTo>
                    <a:pt x="0" y="33152"/>
                  </a:lnTo>
                  <a:cubicBezTo>
                    <a:pt x="0" y="33644"/>
                    <a:pt x="387" y="34053"/>
                    <a:pt x="902" y="34053"/>
                  </a:cubicBezTo>
                  <a:lnTo>
                    <a:pt x="18028" y="34053"/>
                  </a:lnTo>
                  <a:cubicBezTo>
                    <a:pt x="18538" y="34053"/>
                    <a:pt x="18930" y="33644"/>
                    <a:pt x="18930" y="33152"/>
                  </a:cubicBezTo>
                  <a:lnTo>
                    <a:pt x="18930" y="902"/>
                  </a:lnTo>
                  <a:cubicBezTo>
                    <a:pt x="18930" y="387"/>
                    <a:pt x="18538" y="0"/>
                    <a:pt x="180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618;p52">
              <a:extLst>
                <a:ext uri="{FF2B5EF4-FFF2-40B4-BE49-F238E27FC236}">
                  <a16:creationId xmlns:a16="http://schemas.microsoft.com/office/drawing/2014/main" id="{10D7E02E-A9C7-669E-BDCD-1418E7A5992B}"/>
                </a:ext>
              </a:extLst>
            </p:cNvPr>
            <p:cNvSpPr/>
            <p:nvPr/>
          </p:nvSpPr>
          <p:spPr>
            <a:xfrm>
              <a:off x="5708553" y="1771502"/>
              <a:ext cx="1668313" cy="2994722"/>
            </a:xfrm>
            <a:custGeom>
              <a:avLst/>
              <a:gdLst/>
              <a:ahLst/>
              <a:cxnLst/>
              <a:rect l="l" t="t" r="r" b="b"/>
              <a:pathLst>
                <a:path w="19030" h="34160" extrusionOk="0">
                  <a:moveTo>
                    <a:pt x="18081" y="100"/>
                  </a:moveTo>
                  <a:cubicBezTo>
                    <a:pt x="18544" y="100"/>
                    <a:pt x="18936" y="469"/>
                    <a:pt x="18936" y="955"/>
                  </a:cubicBezTo>
                  <a:lnTo>
                    <a:pt x="18936" y="33205"/>
                  </a:lnTo>
                  <a:cubicBezTo>
                    <a:pt x="18936" y="33667"/>
                    <a:pt x="18544" y="34060"/>
                    <a:pt x="18081" y="34060"/>
                  </a:cubicBezTo>
                  <a:lnTo>
                    <a:pt x="955" y="34060"/>
                  </a:lnTo>
                  <a:cubicBezTo>
                    <a:pt x="492" y="34060"/>
                    <a:pt x="100" y="33667"/>
                    <a:pt x="100" y="33205"/>
                  </a:cubicBezTo>
                  <a:lnTo>
                    <a:pt x="100" y="955"/>
                  </a:lnTo>
                  <a:cubicBezTo>
                    <a:pt x="100" y="469"/>
                    <a:pt x="492" y="100"/>
                    <a:pt x="955" y="100"/>
                  </a:cubicBezTo>
                  <a:close/>
                  <a:moveTo>
                    <a:pt x="955" y="0"/>
                  </a:moveTo>
                  <a:cubicBezTo>
                    <a:pt x="416" y="0"/>
                    <a:pt x="1" y="416"/>
                    <a:pt x="1" y="955"/>
                  </a:cubicBezTo>
                  <a:lnTo>
                    <a:pt x="1" y="33205"/>
                  </a:lnTo>
                  <a:cubicBezTo>
                    <a:pt x="1" y="33720"/>
                    <a:pt x="416" y="34159"/>
                    <a:pt x="955" y="34159"/>
                  </a:cubicBezTo>
                  <a:lnTo>
                    <a:pt x="18081" y="34159"/>
                  </a:lnTo>
                  <a:cubicBezTo>
                    <a:pt x="18614" y="34159"/>
                    <a:pt x="19030" y="33720"/>
                    <a:pt x="19030" y="33205"/>
                  </a:cubicBezTo>
                  <a:lnTo>
                    <a:pt x="19030" y="955"/>
                  </a:lnTo>
                  <a:cubicBezTo>
                    <a:pt x="19030" y="416"/>
                    <a:pt x="18614" y="0"/>
                    <a:pt x="18081" y="0"/>
                  </a:cubicBezTo>
                  <a:close/>
                </a:path>
              </a:pathLst>
            </a:custGeom>
            <a:solidFill>
              <a:srgbClr val="849C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619;p52">
              <a:extLst>
                <a:ext uri="{FF2B5EF4-FFF2-40B4-BE49-F238E27FC236}">
                  <a16:creationId xmlns:a16="http://schemas.microsoft.com/office/drawing/2014/main" id="{1C18AF39-0EC0-28B2-7743-557105ED659B}"/>
                </a:ext>
              </a:extLst>
            </p:cNvPr>
            <p:cNvSpPr/>
            <p:nvPr/>
          </p:nvSpPr>
          <p:spPr>
            <a:xfrm>
              <a:off x="6461600" y="4547893"/>
              <a:ext cx="162799" cy="160256"/>
            </a:xfrm>
            <a:custGeom>
              <a:avLst/>
              <a:gdLst/>
              <a:ahLst/>
              <a:cxnLst/>
              <a:rect l="l" t="t" r="r" b="b"/>
              <a:pathLst>
                <a:path w="1857" h="1828" extrusionOk="0">
                  <a:moveTo>
                    <a:pt x="925" y="94"/>
                  </a:moveTo>
                  <a:cubicBezTo>
                    <a:pt x="1148" y="94"/>
                    <a:pt x="1364" y="194"/>
                    <a:pt x="1511" y="340"/>
                  </a:cubicBezTo>
                  <a:cubicBezTo>
                    <a:pt x="1657" y="487"/>
                    <a:pt x="1757" y="709"/>
                    <a:pt x="1757" y="926"/>
                  </a:cubicBezTo>
                  <a:cubicBezTo>
                    <a:pt x="1757" y="1148"/>
                    <a:pt x="1657" y="1365"/>
                    <a:pt x="1511" y="1511"/>
                  </a:cubicBezTo>
                  <a:cubicBezTo>
                    <a:pt x="1364" y="1658"/>
                    <a:pt x="1148" y="1734"/>
                    <a:pt x="925" y="1734"/>
                  </a:cubicBezTo>
                  <a:cubicBezTo>
                    <a:pt x="709" y="1734"/>
                    <a:pt x="486" y="1658"/>
                    <a:pt x="340" y="1511"/>
                  </a:cubicBezTo>
                  <a:cubicBezTo>
                    <a:pt x="193" y="1365"/>
                    <a:pt x="100" y="1148"/>
                    <a:pt x="100" y="926"/>
                  </a:cubicBezTo>
                  <a:cubicBezTo>
                    <a:pt x="100" y="709"/>
                    <a:pt x="193" y="487"/>
                    <a:pt x="340" y="340"/>
                  </a:cubicBezTo>
                  <a:cubicBezTo>
                    <a:pt x="486" y="194"/>
                    <a:pt x="709" y="94"/>
                    <a:pt x="925" y="94"/>
                  </a:cubicBezTo>
                  <a:close/>
                  <a:moveTo>
                    <a:pt x="925" y="1"/>
                  </a:moveTo>
                  <a:cubicBezTo>
                    <a:pt x="416" y="1"/>
                    <a:pt x="0" y="416"/>
                    <a:pt x="0" y="926"/>
                  </a:cubicBezTo>
                  <a:cubicBezTo>
                    <a:pt x="0" y="1441"/>
                    <a:pt x="416" y="1827"/>
                    <a:pt x="925" y="1827"/>
                  </a:cubicBezTo>
                  <a:cubicBezTo>
                    <a:pt x="1441" y="1827"/>
                    <a:pt x="1856" y="1441"/>
                    <a:pt x="1856" y="926"/>
                  </a:cubicBezTo>
                  <a:cubicBezTo>
                    <a:pt x="1856" y="416"/>
                    <a:pt x="1441" y="1"/>
                    <a:pt x="9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620;p52">
              <a:extLst>
                <a:ext uri="{FF2B5EF4-FFF2-40B4-BE49-F238E27FC236}">
                  <a16:creationId xmlns:a16="http://schemas.microsoft.com/office/drawing/2014/main" id="{D3710DBC-B2D3-1E58-F99D-91FCDAE15DAF}"/>
                </a:ext>
              </a:extLst>
            </p:cNvPr>
            <p:cNvSpPr/>
            <p:nvPr/>
          </p:nvSpPr>
          <p:spPr>
            <a:xfrm>
              <a:off x="5721353" y="2049667"/>
              <a:ext cx="1642714" cy="2438296"/>
            </a:xfrm>
            <a:custGeom>
              <a:avLst/>
              <a:gdLst/>
              <a:ahLst/>
              <a:cxnLst/>
              <a:rect l="l" t="t" r="r" b="b"/>
              <a:pathLst>
                <a:path w="18738" h="27813" extrusionOk="0">
                  <a:moveTo>
                    <a:pt x="1" y="1"/>
                  </a:moveTo>
                  <a:lnTo>
                    <a:pt x="1" y="27813"/>
                  </a:lnTo>
                  <a:lnTo>
                    <a:pt x="18738" y="27813"/>
                  </a:lnTo>
                  <a:lnTo>
                    <a:pt x="187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621;p52">
              <a:extLst>
                <a:ext uri="{FF2B5EF4-FFF2-40B4-BE49-F238E27FC236}">
                  <a16:creationId xmlns:a16="http://schemas.microsoft.com/office/drawing/2014/main" id="{BCA6BAC7-3118-5B11-B61A-0081A587AB36}"/>
                </a:ext>
              </a:extLst>
            </p:cNvPr>
            <p:cNvSpPr/>
            <p:nvPr/>
          </p:nvSpPr>
          <p:spPr>
            <a:xfrm>
              <a:off x="6435914" y="1891605"/>
              <a:ext cx="258794" cy="25774"/>
            </a:xfrm>
            <a:custGeom>
              <a:avLst/>
              <a:gdLst/>
              <a:ahLst/>
              <a:cxnLst/>
              <a:rect l="l" t="t" r="r" b="b"/>
              <a:pathLst>
                <a:path w="2952" h="294" extrusionOk="0">
                  <a:moveTo>
                    <a:pt x="2782" y="94"/>
                  </a:moveTo>
                  <a:cubicBezTo>
                    <a:pt x="2828" y="94"/>
                    <a:pt x="2852" y="123"/>
                    <a:pt x="2852" y="147"/>
                  </a:cubicBezTo>
                  <a:cubicBezTo>
                    <a:pt x="2852" y="170"/>
                    <a:pt x="2828" y="194"/>
                    <a:pt x="2782" y="194"/>
                  </a:cubicBezTo>
                  <a:lnTo>
                    <a:pt x="147" y="194"/>
                  </a:lnTo>
                  <a:cubicBezTo>
                    <a:pt x="123" y="194"/>
                    <a:pt x="100" y="170"/>
                    <a:pt x="100" y="147"/>
                  </a:cubicBezTo>
                  <a:cubicBezTo>
                    <a:pt x="100" y="123"/>
                    <a:pt x="123" y="94"/>
                    <a:pt x="147" y="94"/>
                  </a:cubicBezTo>
                  <a:close/>
                  <a:moveTo>
                    <a:pt x="147" y="0"/>
                  </a:moveTo>
                  <a:cubicBezTo>
                    <a:pt x="71" y="0"/>
                    <a:pt x="0" y="47"/>
                    <a:pt x="0" y="147"/>
                  </a:cubicBezTo>
                  <a:cubicBezTo>
                    <a:pt x="0" y="217"/>
                    <a:pt x="71" y="293"/>
                    <a:pt x="147" y="293"/>
                  </a:cubicBezTo>
                  <a:lnTo>
                    <a:pt x="2782" y="293"/>
                  </a:lnTo>
                  <a:cubicBezTo>
                    <a:pt x="2881" y="293"/>
                    <a:pt x="2951" y="217"/>
                    <a:pt x="2951" y="147"/>
                  </a:cubicBezTo>
                  <a:cubicBezTo>
                    <a:pt x="2951" y="47"/>
                    <a:pt x="2881" y="0"/>
                    <a:pt x="27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622;p52">
              <a:extLst>
                <a:ext uri="{FF2B5EF4-FFF2-40B4-BE49-F238E27FC236}">
                  <a16:creationId xmlns:a16="http://schemas.microsoft.com/office/drawing/2014/main" id="{BB028712-E364-6BD1-D8D9-DF615C939A58}"/>
                </a:ext>
              </a:extLst>
            </p:cNvPr>
            <p:cNvSpPr/>
            <p:nvPr/>
          </p:nvSpPr>
          <p:spPr>
            <a:xfrm>
              <a:off x="6382526" y="1891605"/>
              <a:ext cx="27791" cy="25774"/>
            </a:xfrm>
            <a:custGeom>
              <a:avLst/>
              <a:gdLst/>
              <a:ahLst/>
              <a:cxnLst/>
              <a:rect l="l" t="t" r="r" b="b"/>
              <a:pathLst>
                <a:path w="317" h="294" extrusionOk="0">
                  <a:moveTo>
                    <a:pt x="170" y="94"/>
                  </a:moveTo>
                  <a:cubicBezTo>
                    <a:pt x="194" y="94"/>
                    <a:pt x="217" y="123"/>
                    <a:pt x="217" y="147"/>
                  </a:cubicBezTo>
                  <a:cubicBezTo>
                    <a:pt x="217" y="170"/>
                    <a:pt x="194" y="194"/>
                    <a:pt x="170" y="194"/>
                  </a:cubicBezTo>
                  <a:cubicBezTo>
                    <a:pt x="147" y="194"/>
                    <a:pt x="94" y="170"/>
                    <a:pt x="94" y="147"/>
                  </a:cubicBezTo>
                  <a:cubicBezTo>
                    <a:pt x="94" y="123"/>
                    <a:pt x="147" y="94"/>
                    <a:pt x="170" y="94"/>
                  </a:cubicBezTo>
                  <a:close/>
                  <a:moveTo>
                    <a:pt x="170" y="0"/>
                  </a:moveTo>
                  <a:cubicBezTo>
                    <a:pt x="71" y="0"/>
                    <a:pt x="0" y="47"/>
                    <a:pt x="0" y="147"/>
                  </a:cubicBezTo>
                  <a:cubicBezTo>
                    <a:pt x="0" y="241"/>
                    <a:pt x="71" y="293"/>
                    <a:pt x="170" y="293"/>
                  </a:cubicBezTo>
                  <a:cubicBezTo>
                    <a:pt x="241" y="293"/>
                    <a:pt x="317" y="241"/>
                    <a:pt x="317" y="147"/>
                  </a:cubicBezTo>
                  <a:cubicBezTo>
                    <a:pt x="317" y="47"/>
                    <a:pt x="241" y="0"/>
                    <a:pt x="1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623;p52">
              <a:extLst>
                <a:ext uri="{FF2B5EF4-FFF2-40B4-BE49-F238E27FC236}">
                  <a16:creationId xmlns:a16="http://schemas.microsoft.com/office/drawing/2014/main" id="{197BE39C-C6C8-979C-577A-7C4031F152C6}"/>
                </a:ext>
              </a:extLst>
            </p:cNvPr>
            <p:cNvSpPr/>
            <p:nvPr/>
          </p:nvSpPr>
          <p:spPr>
            <a:xfrm>
              <a:off x="5832775" y="2993132"/>
              <a:ext cx="710019" cy="716156"/>
            </a:xfrm>
            <a:custGeom>
              <a:avLst/>
              <a:gdLst/>
              <a:ahLst/>
              <a:cxnLst/>
              <a:rect l="l" t="t" r="r" b="b"/>
              <a:pathLst>
                <a:path w="8099" h="8169" extrusionOk="0">
                  <a:moveTo>
                    <a:pt x="1" y="1"/>
                  </a:moveTo>
                  <a:lnTo>
                    <a:pt x="1" y="8168"/>
                  </a:lnTo>
                  <a:lnTo>
                    <a:pt x="8098" y="8168"/>
                  </a:lnTo>
                  <a:lnTo>
                    <a:pt x="80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624;p52">
              <a:extLst>
                <a:ext uri="{FF2B5EF4-FFF2-40B4-BE49-F238E27FC236}">
                  <a16:creationId xmlns:a16="http://schemas.microsoft.com/office/drawing/2014/main" id="{FDE51E5A-BF68-9E73-3E0D-3913E54A2206}"/>
                </a:ext>
              </a:extLst>
            </p:cNvPr>
            <p:cNvSpPr/>
            <p:nvPr/>
          </p:nvSpPr>
          <p:spPr>
            <a:xfrm>
              <a:off x="6038088" y="3097893"/>
              <a:ext cx="301401" cy="301313"/>
            </a:xfrm>
            <a:custGeom>
              <a:avLst/>
              <a:gdLst/>
              <a:ahLst/>
              <a:cxnLst/>
              <a:rect l="l" t="t" r="r" b="b"/>
              <a:pathLst>
                <a:path w="3438" h="3437" extrusionOk="0">
                  <a:moveTo>
                    <a:pt x="1710" y="94"/>
                  </a:moveTo>
                  <a:cubicBezTo>
                    <a:pt x="2173" y="94"/>
                    <a:pt x="2559" y="293"/>
                    <a:pt x="2852" y="586"/>
                  </a:cubicBezTo>
                  <a:cubicBezTo>
                    <a:pt x="3145" y="878"/>
                    <a:pt x="3344" y="1265"/>
                    <a:pt x="3344" y="1733"/>
                  </a:cubicBezTo>
                  <a:cubicBezTo>
                    <a:pt x="3344" y="2172"/>
                    <a:pt x="3145" y="2582"/>
                    <a:pt x="2852" y="2875"/>
                  </a:cubicBezTo>
                  <a:cubicBezTo>
                    <a:pt x="2559" y="3168"/>
                    <a:pt x="2173" y="3343"/>
                    <a:pt x="1710" y="3343"/>
                  </a:cubicBezTo>
                  <a:cubicBezTo>
                    <a:pt x="1271" y="3343"/>
                    <a:pt x="855" y="3168"/>
                    <a:pt x="563" y="2875"/>
                  </a:cubicBezTo>
                  <a:cubicBezTo>
                    <a:pt x="270" y="2582"/>
                    <a:pt x="100" y="2172"/>
                    <a:pt x="100" y="1733"/>
                  </a:cubicBezTo>
                  <a:cubicBezTo>
                    <a:pt x="100" y="1265"/>
                    <a:pt x="270" y="878"/>
                    <a:pt x="563" y="586"/>
                  </a:cubicBezTo>
                  <a:cubicBezTo>
                    <a:pt x="855" y="293"/>
                    <a:pt x="1271" y="94"/>
                    <a:pt x="1710" y="94"/>
                  </a:cubicBezTo>
                  <a:close/>
                  <a:moveTo>
                    <a:pt x="1710" y="0"/>
                  </a:moveTo>
                  <a:cubicBezTo>
                    <a:pt x="756" y="0"/>
                    <a:pt x="1" y="779"/>
                    <a:pt x="1" y="1733"/>
                  </a:cubicBezTo>
                  <a:cubicBezTo>
                    <a:pt x="1" y="2682"/>
                    <a:pt x="756" y="3437"/>
                    <a:pt x="1710" y="3437"/>
                  </a:cubicBezTo>
                  <a:cubicBezTo>
                    <a:pt x="2659" y="3437"/>
                    <a:pt x="3438" y="2682"/>
                    <a:pt x="3438" y="1733"/>
                  </a:cubicBezTo>
                  <a:cubicBezTo>
                    <a:pt x="3438" y="779"/>
                    <a:pt x="2659" y="0"/>
                    <a:pt x="17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625;p52">
              <a:extLst>
                <a:ext uri="{FF2B5EF4-FFF2-40B4-BE49-F238E27FC236}">
                  <a16:creationId xmlns:a16="http://schemas.microsoft.com/office/drawing/2014/main" id="{CF902129-3E8C-DC25-E0A9-11736B831B7C}"/>
                </a:ext>
              </a:extLst>
            </p:cNvPr>
            <p:cNvSpPr/>
            <p:nvPr/>
          </p:nvSpPr>
          <p:spPr>
            <a:xfrm>
              <a:off x="6082797" y="3097893"/>
              <a:ext cx="209964" cy="301313"/>
            </a:xfrm>
            <a:custGeom>
              <a:avLst/>
              <a:gdLst/>
              <a:ahLst/>
              <a:cxnLst/>
              <a:rect l="l" t="t" r="r" b="b"/>
              <a:pathLst>
                <a:path w="2395" h="3437" extrusionOk="0">
                  <a:moveTo>
                    <a:pt x="1200" y="94"/>
                  </a:moveTo>
                  <a:cubicBezTo>
                    <a:pt x="1493" y="94"/>
                    <a:pt x="1786" y="269"/>
                    <a:pt x="1979" y="562"/>
                  </a:cubicBezTo>
                  <a:cubicBezTo>
                    <a:pt x="2172" y="855"/>
                    <a:pt x="2295" y="1265"/>
                    <a:pt x="2295" y="1733"/>
                  </a:cubicBezTo>
                  <a:cubicBezTo>
                    <a:pt x="2295" y="2172"/>
                    <a:pt x="2172" y="2582"/>
                    <a:pt x="1979" y="2875"/>
                  </a:cubicBezTo>
                  <a:cubicBezTo>
                    <a:pt x="1786" y="3168"/>
                    <a:pt x="1493" y="3343"/>
                    <a:pt x="1200" y="3343"/>
                  </a:cubicBezTo>
                  <a:cubicBezTo>
                    <a:pt x="908" y="3343"/>
                    <a:pt x="638" y="3168"/>
                    <a:pt x="416" y="2875"/>
                  </a:cubicBezTo>
                  <a:cubicBezTo>
                    <a:pt x="223" y="2582"/>
                    <a:pt x="100" y="2172"/>
                    <a:pt x="100" y="1733"/>
                  </a:cubicBezTo>
                  <a:cubicBezTo>
                    <a:pt x="100" y="1265"/>
                    <a:pt x="223" y="855"/>
                    <a:pt x="416" y="562"/>
                  </a:cubicBezTo>
                  <a:cubicBezTo>
                    <a:pt x="638" y="269"/>
                    <a:pt x="908" y="94"/>
                    <a:pt x="1200" y="94"/>
                  </a:cubicBezTo>
                  <a:close/>
                  <a:moveTo>
                    <a:pt x="1200" y="0"/>
                  </a:moveTo>
                  <a:cubicBezTo>
                    <a:pt x="855" y="0"/>
                    <a:pt x="562" y="193"/>
                    <a:pt x="345" y="509"/>
                  </a:cubicBezTo>
                  <a:cubicBezTo>
                    <a:pt x="123" y="826"/>
                    <a:pt x="0" y="1241"/>
                    <a:pt x="0" y="1733"/>
                  </a:cubicBezTo>
                  <a:cubicBezTo>
                    <a:pt x="0" y="2196"/>
                    <a:pt x="123" y="2635"/>
                    <a:pt x="345" y="2928"/>
                  </a:cubicBezTo>
                  <a:cubicBezTo>
                    <a:pt x="562" y="3244"/>
                    <a:pt x="855" y="3437"/>
                    <a:pt x="1200" y="3437"/>
                  </a:cubicBezTo>
                  <a:cubicBezTo>
                    <a:pt x="1540" y="3437"/>
                    <a:pt x="1833" y="3244"/>
                    <a:pt x="2049" y="2928"/>
                  </a:cubicBezTo>
                  <a:cubicBezTo>
                    <a:pt x="2272" y="2635"/>
                    <a:pt x="2395" y="2196"/>
                    <a:pt x="2395" y="1733"/>
                  </a:cubicBezTo>
                  <a:cubicBezTo>
                    <a:pt x="2395" y="1241"/>
                    <a:pt x="2272" y="826"/>
                    <a:pt x="2049" y="509"/>
                  </a:cubicBezTo>
                  <a:cubicBezTo>
                    <a:pt x="1833" y="193"/>
                    <a:pt x="1540" y="0"/>
                    <a:pt x="1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626;p52">
              <a:extLst>
                <a:ext uri="{FF2B5EF4-FFF2-40B4-BE49-F238E27FC236}">
                  <a16:creationId xmlns:a16="http://schemas.microsoft.com/office/drawing/2014/main" id="{EE432BB5-B137-3FEB-13E3-F0F78B1A3346}"/>
                </a:ext>
              </a:extLst>
            </p:cNvPr>
            <p:cNvSpPr/>
            <p:nvPr/>
          </p:nvSpPr>
          <p:spPr>
            <a:xfrm>
              <a:off x="6144865" y="3097893"/>
              <a:ext cx="87843" cy="301313"/>
            </a:xfrm>
            <a:custGeom>
              <a:avLst/>
              <a:gdLst/>
              <a:ahLst/>
              <a:cxnLst/>
              <a:rect l="l" t="t" r="r" b="b"/>
              <a:pathLst>
                <a:path w="1002" h="3437" extrusionOk="0">
                  <a:moveTo>
                    <a:pt x="492" y="94"/>
                  </a:moveTo>
                  <a:cubicBezTo>
                    <a:pt x="516" y="94"/>
                    <a:pt x="539" y="94"/>
                    <a:pt x="563" y="123"/>
                  </a:cubicBezTo>
                  <a:cubicBezTo>
                    <a:pt x="586" y="146"/>
                    <a:pt x="639" y="217"/>
                    <a:pt x="686" y="316"/>
                  </a:cubicBezTo>
                  <a:cubicBezTo>
                    <a:pt x="809" y="586"/>
                    <a:pt x="902" y="1118"/>
                    <a:pt x="902" y="1733"/>
                  </a:cubicBezTo>
                  <a:cubicBezTo>
                    <a:pt x="902" y="2196"/>
                    <a:pt x="855" y="2611"/>
                    <a:pt x="756" y="2904"/>
                  </a:cubicBezTo>
                  <a:cubicBezTo>
                    <a:pt x="732" y="3051"/>
                    <a:pt x="686" y="3168"/>
                    <a:pt x="639" y="3244"/>
                  </a:cubicBezTo>
                  <a:cubicBezTo>
                    <a:pt x="609" y="3291"/>
                    <a:pt x="586" y="3314"/>
                    <a:pt x="563" y="3314"/>
                  </a:cubicBezTo>
                  <a:cubicBezTo>
                    <a:pt x="539" y="3343"/>
                    <a:pt x="516" y="3343"/>
                    <a:pt x="492" y="3343"/>
                  </a:cubicBezTo>
                  <a:cubicBezTo>
                    <a:pt x="463" y="3343"/>
                    <a:pt x="463" y="3343"/>
                    <a:pt x="440" y="3314"/>
                  </a:cubicBezTo>
                  <a:cubicBezTo>
                    <a:pt x="393" y="3291"/>
                    <a:pt x="346" y="3220"/>
                    <a:pt x="293" y="3144"/>
                  </a:cubicBezTo>
                  <a:cubicBezTo>
                    <a:pt x="170" y="2851"/>
                    <a:pt x="100" y="2319"/>
                    <a:pt x="100" y="1733"/>
                  </a:cubicBezTo>
                  <a:cubicBezTo>
                    <a:pt x="100" y="1265"/>
                    <a:pt x="147" y="855"/>
                    <a:pt x="223" y="562"/>
                  </a:cubicBezTo>
                  <a:cubicBezTo>
                    <a:pt x="270" y="416"/>
                    <a:pt x="317" y="293"/>
                    <a:pt x="369" y="217"/>
                  </a:cubicBezTo>
                  <a:cubicBezTo>
                    <a:pt x="393" y="170"/>
                    <a:pt x="416" y="146"/>
                    <a:pt x="440" y="123"/>
                  </a:cubicBezTo>
                  <a:cubicBezTo>
                    <a:pt x="463" y="94"/>
                    <a:pt x="463" y="94"/>
                    <a:pt x="492" y="94"/>
                  </a:cubicBezTo>
                  <a:close/>
                  <a:moveTo>
                    <a:pt x="492" y="0"/>
                  </a:moveTo>
                  <a:cubicBezTo>
                    <a:pt x="440" y="0"/>
                    <a:pt x="416" y="23"/>
                    <a:pt x="369" y="47"/>
                  </a:cubicBezTo>
                  <a:cubicBezTo>
                    <a:pt x="317" y="94"/>
                    <a:pt x="270" y="170"/>
                    <a:pt x="223" y="269"/>
                  </a:cubicBezTo>
                  <a:cubicBezTo>
                    <a:pt x="77" y="586"/>
                    <a:pt x="0" y="1118"/>
                    <a:pt x="0" y="1733"/>
                  </a:cubicBezTo>
                  <a:cubicBezTo>
                    <a:pt x="0" y="2196"/>
                    <a:pt x="53" y="2611"/>
                    <a:pt x="123" y="2928"/>
                  </a:cubicBezTo>
                  <a:cubicBezTo>
                    <a:pt x="170" y="3074"/>
                    <a:pt x="223" y="3197"/>
                    <a:pt x="270" y="3291"/>
                  </a:cubicBezTo>
                  <a:cubicBezTo>
                    <a:pt x="317" y="3343"/>
                    <a:pt x="346" y="3367"/>
                    <a:pt x="369" y="3414"/>
                  </a:cubicBezTo>
                  <a:cubicBezTo>
                    <a:pt x="416" y="3437"/>
                    <a:pt x="440" y="3437"/>
                    <a:pt x="492" y="3437"/>
                  </a:cubicBezTo>
                  <a:cubicBezTo>
                    <a:pt x="539" y="3437"/>
                    <a:pt x="586" y="3437"/>
                    <a:pt x="609" y="3414"/>
                  </a:cubicBezTo>
                  <a:cubicBezTo>
                    <a:pt x="686" y="3367"/>
                    <a:pt x="732" y="3267"/>
                    <a:pt x="785" y="3168"/>
                  </a:cubicBezTo>
                  <a:cubicBezTo>
                    <a:pt x="902" y="2875"/>
                    <a:pt x="1002" y="2342"/>
                    <a:pt x="1002" y="1733"/>
                  </a:cubicBezTo>
                  <a:cubicBezTo>
                    <a:pt x="1002" y="1265"/>
                    <a:pt x="955" y="826"/>
                    <a:pt x="855" y="533"/>
                  </a:cubicBezTo>
                  <a:cubicBezTo>
                    <a:pt x="809" y="363"/>
                    <a:pt x="756" y="240"/>
                    <a:pt x="709" y="146"/>
                  </a:cubicBezTo>
                  <a:cubicBezTo>
                    <a:pt x="686" y="123"/>
                    <a:pt x="662" y="70"/>
                    <a:pt x="609" y="47"/>
                  </a:cubicBezTo>
                  <a:cubicBezTo>
                    <a:pt x="586" y="23"/>
                    <a:pt x="539" y="0"/>
                    <a:pt x="4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627;p52">
              <a:extLst>
                <a:ext uri="{FF2B5EF4-FFF2-40B4-BE49-F238E27FC236}">
                  <a16:creationId xmlns:a16="http://schemas.microsoft.com/office/drawing/2014/main" id="{3217A39D-6248-A351-9A12-5E0D2FE5681B}"/>
                </a:ext>
              </a:extLst>
            </p:cNvPr>
            <p:cNvSpPr/>
            <p:nvPr/>
          </p:nvSpPr>
          <p:spPr>
            <a:xfrm>
              <a:off x="6042208" y="3245172"/>
              <a:ext cx="293160" cy="8767"/>
            </a:xfrm>
            <a:custGeom>
              <a:avLst/>
              <a:gdLst/>
              <a:ahLst/>
              <a:cxnLst/>
              <a:rect l="l" t="t" r="r" b="b"/>
              <a:pathLst>
                <a:path w="3344" h="100" extrusionOk="0">
                  <a:moveTo>
                    <a:pt x="0" y="0"/>
                  </a:moveTo>
                  <a:lnTo>
                    <a:pt x="0" y="100"/>
                  </a:lnTo>
                  <a:lnTo>
                    <a:pt x="3344" y="100"/>
                  </a:lnTo>
                  <a:lnTo>
                    <a:pt x="33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628;p52">
              <a:extLst>
                <a:ext uri="{FF2B5EF4-FFF2-40B4-BE49-F238E27FC236}">
                  <a16:creationId xmlns:a16="http://schemas.microsoft.com/office/drawing/2014/main" id="{F3473430-5D60-EDA8-9E6B-0DC8839AB640}"/>
                </a:ext>
              </a:extLst>
            </p:cNvPr>
            <p:cNvSpPr/>
            <p:nvPr/>
          </p:nvSpPr>
          <p:spPr>
            <a:xfrm>
              <a:off x="6055007" y="3294441"/>
              <a:ext cx="265457" cy="23670"/>
            </a:xfrm>
            <a:custGeom>
              <a:avLst/>
              <a:gdLst/>
              <a:ahLst/>
              <a:cxnLst/>
              <a:rect l="l" t="t" r="r" b="b"/>
              <a:pathLst>
                <a:path w="3028" h="270" extrusionOk="0">
                  <a:moveTo>
                    <a:pt x="1517" y="1"/>
                  </a:moveTo>
                  <a:cubicBezTo>
                    <a:pt x="879" y="1"/>
                    <a:pt x="346" y="77"/>
                    <a:pt x="1" y="170"/>
                  </a:cubicBezTo>
                  <a:lnTo>
                    <a:pt x="24" y="270"/>
                  </a:lnTo>
                  <a:cubicBezTo>
                    <a:pt x="346" y="170"/>
                    <a:pt x="903" y="100"/>
                    <a:pt x="1517" y="100"/>
                  </a:cubicBezTo>
                  <a:cubicBezTo>
                    <a:pt x="2150" y="100"/>
                    <a:pt x="2688" y="170"/>
                    <a:pt x="3005" y="270"/>
                  </a:cubicBezTo>
                  <a:lnTo>
                    <a:pt x="3028" y="170"/>
                  </a:lnTo>
                  <a:cubicBezTo>
                    <a:pt x="2712" y="77"/>
                    <a:pt x="2150" y="1"/>
                    <a:pt x="15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629;p52">
              <a:extLst>
                <a:ext uri="{FF2B5EF4-FFF2-40B4-BE49-F238E27FC236}">
                  <a16:creationId xmlns:a16="http://schemas.microsoft.com/office/drawing/2014/main" id="{13AA9E42-17ED-65A7-3E63-58A853D8D7EB}"/>
                </a:ext>
              </a:extLst>
            </p:cNvPr>
            <p:cNvSpPr/>
            <p:nvPr/>
          </p:nvSpPr>
          <p:spPr>
            <a:xfrm>
              <a:off x="6098139" y="3345813"/>
              <a:ext cx="179718" cy="23670"/>
            </a:xfrm>
            <a:custGeom>
              <a:avLst/>
              <a:gdLst/>
              <a:ahLst/>
              <a:cxnLst/>
              <a:rect l="l" t="t" r="r" b="b"/>
              <a:pathLst>
                <a:path w="2050" h="270" extrusionOk="0">
                  <a:moveTo>
                    <a:pt x="1025" y="0"/>
                  </a:moveTo>
                  <a:cubicBezTo>
                    <a:pt x="656" y="0"/>
                    <a:pt x="293" y="76"/>
                    <a:pt x="1" y="193"/>
                  </a:cubicBezTo>
                  <a:lnTo>
                    <a:pt x="24" y="269"/>
                  </a:lnTo>
                  <a:cubicBezTo>
                    <a:pt x="317" y="170"/>
                    <a:pt x="656" y="100"/>
                    <a:pt x="1025" y="100"/>
                  </a:cubicBezTo>
                  <a:cubicBezTo>
                    <a:pt x="1388" y="100"/>
                    <a:pt x="1728" y="170"/>
                    <a:pt x="2021" y="269"/>
                  </a:cubicBezTo>
                  <a:lnTo>
                    <a:pt x="2050" y="170"/>
                  </a:lnTo>
                  <a:cubicBezTo>
                    <a:pt x="1757" y="76"/>
                    <a:pt x="1412" y="0"/>
                    <a:pt x="1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630;p52">
              <a:extLst>
                <a:ext uri="{FF2B5EF4-FFF2-40B4-BE49-F238E27FC236}">
                  <a16:creationId xmlns:a16="http://schemas.microsoft.com/office/drawing/2014/main" id="{95727D31-5C0E-F15E-678F-A953DFB427A7}"/>
                </a:ext>
              </a:extLst>
            </p:cNvPr>
            <p:cNvSpPr/>
            <p:nvPr/>
          </p:nvSpPr>
          <p:spPr>
            <a:xfrm>
              <a:off x="6055007" y="3181001"/>
              <a:ext cx="265457" cy="23670"/>
            </a:xfrm>
            <a:custGeom>
              <a:avLst/>
              <a:gdLst/>
              <a:ahLst/>
              <a:cxnLst/>
              <a:rect l="l" t="t" r="r" b="b"/>
              <a:pathLst>
                <a:path w="3028" h="270" extrusionOk="0">
                  <a:moveTo>
                    <a:pt x="24" y="1"/>
                  </a:moveTo>
                  <a:lnTo>
                    <a:pt x="1" y="77"/>
                  </a:lnTo>
                  <a:cubicBezTo>
                    <a:pt x="346" y="200"/>
                    <a:pt x="879" y="270"/>
                    <a:pt x="1517" y="270"/>
                  </a:cubicBezTo>
                  <a:cubicBezTo>
                    <a:pt x="2150" y="270"/>
                    <a:pt x="2712" y="200"/>
                    <a:pt x="3028" y="77"/>
                  </a:cubicBezTo>
                  <a:lnTo>
                    <a:pt x="3005" y="1"/>
                  </a:lnTo>
                  <a:cubicBezTo>
                    <a:pt x="2688" y="100"/>
                    <a:pt x="2150" y="170"/>
                    <a:pt x="1517" y="170"/>
                  </a:cubicBezTo>
                  <a:cubicBezTo>
                    <a:pt x="903" y="170"/>
                    <a:pt x="346" y="100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631;p52">
              <a:extLst>
                <a:ext uri="{FF2B5EF4-FFF2-40B4-BE49-F238E27FC236}">
                  <a16:creationId xmlns:a16="http://schemas.microsoft.com/office/drawing/2014/main" id="{AD9A5EC8-749D-BF26-75C2-E04376E9D0BE}"/>
                </a:ext>
              </a:extLst>
            </p:cNvPr>
            <p:cNvSpPr/>
            <p:nvPr/>
          </p:nvSpPr>
          <p:spPr>
            <a:xfrm>
              <a:off x="6098139" y="3129716"/>
              <a:ext cx="179718" cy="23670"/>
            </a:xfrm>
            <a:custGeom>
              <a:avLst/>
              <a:gdLst/>
              <a:ahLst/>
              <a:cxnLst/>
              <a:rect l="l" t="t" r="r" b="b"/>
              <a:pathLst>
                <a:path w="2050" h="270" extrusionOk="0">
                  <a:moveTo>
                    <a:pt x="24" y="0"/>
                  </a:moveTo>
                  <a:lnTo>
                    <a:pt x="1" y="76"/>
                  </a:lnTo>
                  <a:cubicBezTo>
                    <a:pt x="293" y="199"/>
                    <a:pt x="656" y="269"/>
                    <a:pt x="1025" y="269"/>
                  </a:cubicBezTo>
                  <a:cubicBezTo>
                    <a:pt x="1412" y="269"/>
                    <a:pt x="1757" y="199"/>
                    <a:pt x="2050" y="76"/>
                  </a:cubicBezTo>
                  <a:lnTo>
                    <a:pt x="2021" y="0"/>
                  </a:lnTo>
                  <a:cubicBezTo>
                    <a:pt x="1728" y="100"/>
                    <a:pt x="1388" y="170"/>
                    <a:pt x="1025" y="170"/>
                  </a:cubicBezTo>
                  <a:cubicBezTo>
                    <a:pt x="656" y="170"/>
                    <a:pt x="317" y="10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632;p52">
              <a:extLst>
                <a:ext uri="{FF2B5EF4-FFF2-40B4-BE49-F238E27FC236}">
                  <a16:creationId xmlns:a16="http://schemas.microsoft.com/office/drawing/2014/main" id="{961F7340-4446-7C82-E419-446ACDB341A9}"/>
                </a:ext>
              </a:extLst>
            </p:cNvPr>
            <p:cNvSpPr/>
            <p:nvPr/>
          </p:nvSpPr>
          <p:spPr>
            <a:xfrm>
              <a:off x="5894930" y="3544903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633;p52">
              <a:extLst>
                <a:ext uri="{FF2B5EF4-FFF2-40B4-BE49-F238E27FC236}">
                  <a16:creationId xmlns:a16="http://schemas.microsoft.com/office/drawing/2014/main" id="{E5AA49C8-D717-2199-44EC-7538C765A941}"/>
                </a:ext>
              </a:extLst>
            </p:cNvPr>
            <p:cNvSpPr/>
            <p:nvPr/>
          </p:nvSpPr>
          <p:spPr>
            <a:xfrm>
              <a:off x="6129961" y="3474069"/>
              <a:ext cx="353300" cy="38574"/>
            </a:xfrm>
            <a:custGeom>
              <a:avLst/>
              <a:gdLst/>
              <a:ahLst/>
              <a:cxnLst/>
              <a:rect l="l" t="t" r="r" b="b"/>
              <a:pathLst>
                <a:path w="4030" h="440" extrusionOk="0">
                  <a:moveTo>
                    <a:pt x="1" y="1"/>
                  </a:moveTo>
                  <a:lnTo>
                    <a:pt x="1" y="440"/>
                  </a:lnTo>
                  <a:lnTo>
                    <a:pt x="4029" y="440"/>
                  </a:lnTo>
                  <a:lnTo>
                    <a:pt x="40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634;p52">
              <a:extLst>
                <a:ext uri="{FF2B5EF4-FFF2-40B4-BE49-F238E27FC236}">
                  <a16:creationId xmlns:a16="http://schemas.microsoft.com/office/drawing/2014/main" id="{FAE4AC6A-1190-73ED-8D3A-F9CFC4C4E3F8}"/>
                </a:ext>
              </a:extLst>
            </p:cNvPr>
            <p:cNvSpPr/>
            <p:nvPr/>
          </p:nvSpPr>
          <p:spPr>
            <a:xfrm>
              <a:off x="5894930" y="3474069"/>
              <a:ext cx="196638" cy="38574"/>
            </a:xfrm>
            <a:custGeom>
              <a:avLst/>
              <a:gdLst/>
              <a:ahLst/>
              <a:cxnLst/>
              <a:rect l="l" t="t" r="r" b="b"/>
              <a:pathLst>
                <a:path w="2243" h="440" extrusionOk="0">
                  <a:moveTo>
                    <a:pt x="0" y="1"/>
                  </a:moveTo>
                  <a:lnTo>
                    <a:pt x="0" y="440"/>
                  </a:lnTo>
                  <a:lnTo>
                    <a:pt x="2243" y="440"/>
                  </a:lnTo>
                  <a:lnTo>
                    <a:pt x="22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635;p52">
              <a:extLst>
                <a:ext uri="{FF2B5EF4-FFF2-40B4-BE49-F238E27FC236}">
                  <a16:creationId xmlns:a16="http://schemas.microsoft.com/office/drawing/2014/main" id="{506EEC58-CF2B-1227-4628-F1161332B937}"/>
                </a:ext>
              </a:extLst>
            </p:cNvPr>
            <p:cNvSpPr/>
            <p:nvPr/>
          </p:nvSpPr>
          <p:spPr>
            <a:xfrm>
              <a:off x="5894930" y="3615212"/>
              <a:ext cx="588337" cy="36557"/>
            </a:xfrm>
            <a:custGeom>
              <a:avLst/>
              <a:gdLst/>
              <a:ahLst/>
              <a:cxnLst/>
              <a:rect l="l" t="t" r="r" b="b"/>
              <a:pathLst>
                <a:path w="6711" h="417" extrusionOk="0">
                  <a:moveTo>
                    <a:pt x="0" y="1"/>
                  </a:moveTo>
                  <a:lnTo>
                    <a:pt x="0" y="417"/>
                  </a:lnTo>
                  <a:lnTo>
                    <a:pt x="6710" y="417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636;p52">
              <a:extLst>
                <a:ext uri="{FF2B5EF4-FFF2-40B4-BE49-F238E27FC236}">
                  <a16:creationId xmlns:a16="http://schemas.microsoft.com/office/drawing/2014/main" id="{6EE1F21F-3BE3-92AC-FF64-C39212F79D6E}"/>
                </a:ext>
              </a:extLst>
            </p:cNvPr>
            <p:cNvSpPr/>
            <p:nvPr/>
          </p:nvSpPr>
          <p:spPr>
            <a:xfrm>
              <a:off x="6542691" y="2993132"/>
              <a:ext cx="707915" cy="716156"/>
            </a:xfrm>
            <a:custGeom>
              <a:avLst/>
              <a:gdLst/>
              <a:ahLst/>
              <a:cxnLst/>
              <a:rect l="l" t="t" r="r" b="b"/>
              <a:pathLst>
                <a:path w="8075" h="8169" extrusionOk="0">
                  <a:moveTo>
                    <a:pt x="0" y="1"/>
                  </a:moveTo>
                  <a:lnTo>
                    <a:pt x="0" y="8168"/>
                  </a:lnTo>
                  <a:lnTo>
                    <a:pt x="8075" y="8168"/>
                  </a:lnTo>
                  <a:lnTo>
                    <a:pt x="80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2637;p52">
              <a:extLst>
                <a:ext uri="{FF2B5EF4-FFF2-40B4-BE49-F238E27FC236}">
                  <a16:creationId xmlns:a16="http://schemas.microsoft.com/office/drawing/2014/main" id="{D32A33D8-3492-D6DC-F409-A72DD24DF07E}"/>
                </a:ext>
              </a:extLst>
            </p:cNvPr>
            <p:cNvSpPr/>
            <p:nvPr/>
          </p:nvSpPr>
          <p:spPr>
            <a:xfrm>
              <a:off x="6602741" y="3121475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39"/>
                  </a:lnTo>
                  <a:lnTo>
                    <a:pt x="6710" y="439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2638;p52">
              <a:extLst>
                <a:ext uri="{FF2B5EF4-FFF2-40B4-BE49-F238E27FC236}">
                  <a16:creationId xmlns:a16="http://schemas.microsoft.com/office/drawing/2014/main" id="{F2E89754-D3C1-6619-DCE1-9F466CF56AF5}"/>
                </a:ext>
              </a:extLst>
            </p:cNvPr>
            <p:cNvSpPr/>
            <p:nvPr/>
          </p:nvSpPr>
          <p:spPr>
            <a:xfrm>
              <a:off x="6602741" y="3191784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2639;p52">
              <a:extLst>
                <a:ext uri="{FF2B5EF4-FFF2-40B4-BE49-F238E27FC236}">
                  <a16:creationId xmlns:a16="http://schemas.microsoft.com/office/drawing/2014/main" id="{ED21834C-6921-3C76-ED12-0E6A9DEDDF7F}"/>
                </a:ext>
              </a:extLst>
            </p:cNvPr>
            <p:cNvSpPr/>
            <p:nvPr/>
          </p:nvSpPr>
          <p:spPr>
            <a:xfrm>
              <a:off x="6602741" y="3262618"/>
              <a:ext cx="183839" cy="38574"/>
            </a:xfrm>
            <a:custGeom>
              <a:avLst/>
              <a:gdLst/>
              <a:ahLst/>
              <a:cxnLst/>
              <a:rect l="l" t="t" r="r" b="b"/>
              <a:pathLst>
                <a:path w="2097" h="440" extrusionOk="0">
                  <a:moveTo>
                    <a:pt x="0" y="1"/>
                  </a:moveTo>
                  <a:lnTo>
                    <a:pt x="0" y="440"/>
                  </a:lnTo>
                  <a:lnTo>
                    <a:pt x="2096" y="440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2640;p52">
              <a:extLst>
                <a:ext uri="{FF2B5EF4-FFF2-40B4-BE49-F238E27FC236}">
                  <a16:creationId xmlns:a16="http://schemas.microsoft.com/office/drawing/2014/main" id="{E014C11B-A217-6B2B-7D92-D34D10C89BE5}"/>
                </a:ext>
              </a:extLst>
            </p:cNvPr>
            <p:cNvSpPr/>
            <p:nvPr/>
          </p:nvSpPr>
          <p:spPr>
            <a:xfrm>
              <a:off x="6833740" y="3262618"/>
              <a:ext cx="357333" cy="38574"/>
            </a:xfrm>
            <a:custGeom>
              <a:avLst/>
              <a:gdLst/>
              <a:ahLst/>
              <a:cxnLst/>
              <a:rect l="l" t="t" r="r" b="b"/>
              <a:pathLst>
                <a:path w="4076" h="440" extrusionOk="0">
                  <a:moveTo>
                    <a:pt x="0" y="1"/>
                  </a:moveTo>
                  <a:lnTo>
                    <a:pt x="0" y="440"/>
                  </a:lnTo>
                  <a:lnTo>
                    <a:pt x="4075" y="440"/>
                  </a:lnTo>
                  <a:lnTo>
                    <a:pt x="40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2641;p52">
              <a:extLst>
                <a:ext uri="{FF2B5EF4-FFF2-40B4-BE49-F238E27FC236}">
                  <a16:creationId xmlns:a16="http://schemas.microsoft.com/office/drawing/2014/main" id="{3FF8D3B3-D55E-C38F-297F-52B66554C7FD}"/>
                </a:ext>
              </a:extLst>
            </p:cNvPr>
            <p:cNvSpPr/>
            <p:nvPr/>
          </p:nvSpPr>
          <p:spPr>
            <a:xfrm>
              <a:off x="6602741" y="3332926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2642;p52">
              <a:extLst>
                <a:ext uri="{FF2B5EF4-FFF2-40B4-BE49-F238E27FC236}">
                  <a16:creationId xmlns:a16="http://schemas.microsoft.com/office/drawing/2014/main" id="{CCA4B7B1-3DDD-AFAA-DE94-20EF6683FBF8}"/>
                </a:ext>
              </a:extLst>
            </p:cNvPr>
            <p:cNvSpPr/>
            <p:nvPr/>
          </p:nvSpPr>
          <p:spPr>
            <a:xfrm>
              <a:off x="6602741" y="3403761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2643;p52">
              <a:extLst>
                <a:ext uri="{FF2B5EF4-FFF2-40B4-BE49-F238E27FC236}">
                  <a16:creationId xmlns:a16="http://schemas.microsoft.com/office/drawing/2014/main" id="{FA3C13F5-6DAF-8573-31A2-8F74233A70A0}"/>
                </a:ext>
              </a:extLst>
            </p:cNvPr>
            <p:cNvSpPr/>
            <p:nvPr/>
          </p:nvSpPr>
          <p:spPr>
            <a:xfrm>
              <a:off x="6602741" y="3474069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2644;p52">
              <a:extLst>
                <a:ext uri="{FF2B5EF4-FFF2-40B4-BE49-F238E27FC236}">
                  <a16:creationId xmlns:a16="http://schemas.microsoft.com/office/drawing/2014/main" id="{542AE52C-BF53-8827-46B8-C8CC64968D86}"/>
                </a:ext>
              </a:extLst>
            </p:cNvPr>
            <p:cNvSpPr/>
            <p:nvPr/>
          </p:nvSpPr>
          <p:spPr>
            <a:xfrm>
              <a:off x="7022046" y="3544903"/>
              <a:ext cx="169023" cy="38574"/>
            </a:xfrm>
            <a:custGeom>
              <a:avLst/>
              <a:gdLst/>
              <a:ahLst/>
              <a:cxnLst/>
              <a:rect l="l" t="t" r="r" b="b"/>
              <a:pathLst>
                <a:path w="1928" h="440" extrusionOk="0">
                  <a:moveTo>
                    <a:pt x="1" y="1"/>
                  </a:moveTo>
                  <a:lnTo>
                    <a:pt x="1" y="440"/>
                  </a:lnTo>
                  <a:lnTo>
                    <a:pt x="1927" y="440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2645;p52">
              <a:extLst>
                <a:ext uri="{FF2B5EF4-FFF2-40B4-BE49-F238E27FC236}">
                  <a16:creationId xmlns:a16="http://schemas.microsoft.com/office/drawing/2014/main" id="{183A08A9-CFA8-476D-610A-317340B12F84}"/>
                </a:ext>
              </a:extLst>
            </p:cNvPr>
            <p:cNvSpPr/>
            <p:nvPr/>
          </p:nvSpPr>
          <p:spPr>
            <a:xfrm>
              <a:off x="6602741" y="3544903"/>
              <a:ext cx="378373" cy="38574"/>
            </a:xfrm>
            <a:custGeom>
              <a:avLst/>
              <a:gdLst/>
              <a:ahLst/>
              <a:cxnLst/>
              <a:rect l="l" t="t" r="r" b="b"/>
              <a:pathLst>
                <a:path w="4316" h="440" extrusionOk="0">
                  <a:moveTo>
                    <a:pt x="0" y="1"/>
                  </a:moveTo>
                  <a:lnTo>
                    <a:pt x="0" y="440"/>
                  </a:lnTo>
                  <a:lnTo>
                    <a:pt x="4316" y="440"/>
                  </a:lnTo>
                  <a:lnTo>
                    <a:pt x="43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2646;p52">
              <a:extLst>
                <a:ext uri="{FF2B5EF4-FFF2-40B4-BE49-F238E27FC236}">
                  <a16:creationId xmlns:a16="http://schemas.microsoft.com/office/drawing/2014/main" id="{5B6D69D5-5944-5D13-A592-723FD24BE917}"/>
                </a:ext>
              </a:extLst>
            </p:cNvPr>
            <p:cNvSpPr/>
            <p:nvPr/>
          </p:nvSpPr>
          <p:spPr>
            <a:xfrm>
              <a:off x="6602741" y="3615212"/>
              <a:ext cx="588337" cy="36557"/>
            </a:xfrm>
            <a:custGeom>
              <a:avLst/>
              <a:gdLst/>
              <a:ahLst/>
              <a:cxnLst/>
              <a:rect l="l" t="t" r="r" b="b"/>
              <a:pathLst>
                <a:path w="6711" h="417" extrusionOk="0">
                  <a:moveTo>
                    <a:pt x="0" y="1"/>
                  </a:moveTo>
                  <a:lnTo>
                    <a:pt x="0" y="417"/>
                  </a:lnTo>
                  <a:lnTo>
                    <a:pt x="6710" y="417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2647;p52">
              <a:extLst>
                <a:ext uri="{FF2B5EF4-FFF2-40B4-BE49-F238E27FC236}">
                  <a16:creationId xmlns:a16="http://schemas.microsoft.com/office/drawing/2014/main" id="{C71DB779-C92B-CB04-588A-F3C467C0E8DE}"/>
                </a:ext>
              </a:extLst>
            </p:cNvPr>
            <p:cNvSpPr/>
            <p:nvPr/>
          </p:nvSpPr>
          <p:spPr>
            <a:xfrm>
              <a:off x="7034932" y="3050641"/>
              <a:ext cx="156136" cy="38574"/>
            </a:xfrm>
            <a:custGeom>
              <a:avLst/>
              <a:gdLst/>
              <a:ahLst/>
              <a:cxnLst/>
              <a:rect l="l" t="t" r="r" b="b"/>
              <a:pathLst>
                <a:path w="1781" h="440" extrusionOk="0">
                  <a:moveTo>
                    <a:pt x="0" y="0"/>
                  </a:moveTo>
                  <a:lnTo>
                    <a:pt x="0" y="439"/>
                  </a:lnTo>
                  <a:lnTo>
                    <a:pt x="1780" y="439"/>
                  </a:lnTo>
                  <a:lnTo>
                    <a:pt x="17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2648;p52">
              <a:extLst>
                <a:ext uri="{FF2B5EF4-FFF2-40B4-BE49-F238E27FC236}">
                  <a16:creationId xmlns:a16="http://schemas.microsoft.com/office/drawing/2014/main" id="{C45BB9A7-33FA-E28F-F572-3DBCC6FEB100}"/>
                </a:ext>
              </a:extLst>
            </p:cNvPr>
            <p:cNvSpPr/>
            <p:nvPr/>
          </p:nvSpPr>
          <p:spPr>
            <a:xfrm>
              <a:off x="6602741" y="3050641"/>
              <a:ext cx="391172" cy="38574"/>
            </a:xfrm>
            <a:custGeom>
              <a:avLst/>
              <a:gdLst/>
              <a:ahLst/>
              <a:cxnLst/>
              <a:rect l="l" t="t" r="r" b="b"/>
              <a:pathLst>
                <a:path w="4462" h="440" extrusionOk="0">
                  <a:moveTo>
                    <a:pt x="0" y="0"/>
                  </a:moveTo>
                  <a:lnTo>
                    <a:pt x="0" y="439"/>
                  </a:lnTo>
                  <a:lnTo>
                    <a:pt x="4462" y="439"/>
                  </a:lnTo>
                  <a:lnTo>
                    <a:pt x="4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2649;p52">
              <a:extLst>
                <a:ext uri="{FF2B5EF4-FFF2-40B4-BE49-F238E27FC236}">
                  <a16:creationId xmlns:a16="http://schemas.microsoft.com/office/drawing/2014/main" id="{98279D22-7D27-D8DC-2C45-CD6107B5466D}"/>
                </a:ext>
              </a:extLst>
            </p:cNvPr>
            <p:cNvSpPr/>
            <p:nvPr/>
          </p:nvSpPr>
          <p:spPr>
            <a:xfrm>
              <a:off x="5832775" y="3709190"/>
              <a:ext cx="710019" cy="718698"/>
            </a:xfrm>
            <a:custGeom>
              <a:avLst/>
              <a:gdLst/>
              <a:ahLst/>
              <a:cxnLst/>
              <a:rect l="l" t="t" r="r" b="b"/>
              <a:pathLst>
                <a:path w="8099" h="8198" extrusionOk="0">
                  <a:moveTo>
                    <a:pt x="1" y="0"/>
                  </a:moveTo>
                  <a:lnTo>
                    <a:pt x="1" y="8198"/>
                  </a:lnTo>
                  <a:lnTo>
                    <a:pt x="8098" y="8198"/>
                  </a:lnTo>
                  <a:lnTo>
                    <a:pt x="809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2650;p52">
              <a:extLst>
                <a:ext uri="{FF2B5EF4-FFF2-40B4-BE49-F238E27FC236}">
                  <a16:creationId xmlns:a16="http://schemas.microsoft.com/office/drawing/2014/main" id="{6676A73F-7845-1DB1-C7A4-B77BB0E93239}"/>
                </a:ext>
              </a:extLst>
            </p:cNvPr>
            <p:cNvSpPr/>
            <p:nvPr/>
          </p:nvSpPr>
          <p:spPr>
            <a:xfrm>
              <a:off x="5894930" y="4260961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2651;p52">
              <a:extLst>
                <a:ext uri="{FF2B5EF4-FFF2-40B4-BE49-F238E27FC236}">
                  <a16:creationId xmlns:a16="http://schemas.microsoft.com/office/drawing/2014/main" id="{4779C4CC-A39C-A663-B4D2-D85B4A769D1F}"/>
                </a:ext>
              </a:extLst>
            </p:cNvPr>
            <p:cNvSpPr/>
            <p:nvPr/>
          </p:nvSpPr>
          <p:spPr>
            <a:xfrm>
              <a:off x="5894930" y="4190653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2652;p52">
              <a:extLst>
                <a:ext uri="{FF2B5EF4-FFF2-40B4-BE49-F238E27FC236}">
                  <a16:creationId xmlns:a16="http://schemas.microsoft.com/office/drawing/2014/main" id="{60B22507-D77F-10D9-274C-345714FA4CAD}"/>
                </a:ext>
              </a:extLst>
            </p:cNvPr>
            <p:cNvSpPr/>
            <p:nvPr/>
          </p:nvSpPr>
          <p:spPr>
            <a:xfrm>
              <a:off x="6331154" y="4119819"/>
              <a:ext cx="152103" cy="38574"/>
            </a:xfrm>
            <a:custGeom>
              <a:avLst/>
              <a:gdLst/>
              <a:ahLst/>
              <a:cxnLst/>
              <a:rect l="l" t="t" r="r" b="b"/>
              <a:pathLst>
                <a:path w="1735" h="440" extrusionOk="0">
                  <a:moveTo>
                    <a:pt x="1" y="1"/>
                  </a:moveTo>
                  <a:lnTo>
                    <a:pt x="1" y="440"/>
                  </a:lnTo>
                  <a:lnTo>
                    <a:pt x="1734" y="440"/>
                  </a:lnTo>
                  <a:lnTo>
                    <a:pt x="17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2653;p52">
              <a:extLst>
                <a:ext uri="{FF2B5EF4-FFF2-40B4-BE49-F238E27FC236}">
                  <a16:creationId xmlns:a16="http://schemas.microsoft.com/office/drawing/2014/main" id="{F6D09815-FC40-7338-BC35-F30C24D4C8CF}"/>
                </a:ext>
              </a:extLst>
            </p:cNvPr>
            <p:cNvSpPr/>
            <p:nvPr/>
          </p:nvSpPr>
          <p:spPr>
            <a:xfrm>
              <a:off x="5894930" y="4119819"/>
              <a:ext cx="387052" cy="38574"/>
            </a:xfrm>
            <a:custGeom>
              <a:avLst/>
              <a:gdLst/>
              <a:ahLst/>
              <a:cxnLst/>
              <a:rect l="l" t="t" r="r" b="b"/>
              <a:pathLst>
                <a:path w="4415" h="440" extrusionOk="0">
                  <a:moveTo>
                    <a:pt x="0" y="1"/>
                  </a:moveTo>
                  <a:lnTo>
                    <a:pt x="0" y="440"/>
                  </a:lnTo>
                  <a:lnTo>
                    <a:pt x="4415" y="440"/>
                  </a:lnTo>
                  <a:lnTo>
                    <a:pt x="44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2654;p52">
              <a:extLst>
                <a:ext uri="{FF2B5EF4-FFF2-40B4-BE49-F238E27FC236}">
                  <a16:creationId xmlns:a16="http://schemas.microsoft.com/office/drawing/2014/main" id="{AFCEFC81-B65E-7D4C-6B23-31907749B5DA}"/>
                </a:ext>
              </a:extLst>
            </p:cNvPr>
            <p:cNvSpPr/>
            <p:nvPr/>
          </p:nvSpPr>
          <p:spPr>
            <a:xfrm>
              <a:off x="5894930" y="4049510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2655;p52">
              <a:extLst>
                <a:ext uri="{FF2B5EF4-FFF2-40B4-BE49-F238E27FC236}">
                  <a16:creationId xmlns:a16="http://schemas.microsoft.com/office/drawing/2014/main" id="{7031FA62-FC16-77A6-FB21-90E58831C9FB}"/>
                </a:ext>
              </a:extLst>
            </p:cNvPr>
            <p:cNvSpPr/>
            <p:nvPr/>
          </p:nvSpPr>
          <p:spPr>
            <a:xfrm>
              <a:off x="5894930" y="3978676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2656;p52">
              <a:extLst>
                <a:ext uri="{FF2B5EF4-FFF2-40B4-BE49-F238E27FC236}">
                  <a16:creationId xmlns:a16="http://schemas.microsoft.com/office/drawing/2014/main" id="{8BC62EDC-CAE2-39B8-6114-052D1728EB8C}"/>
                </a:ext>
              </a:extLst>
            </p:cNvPr>
            <p:cNvSpPr/>
            <p:nvPr/>
          </p:nvSpPr>
          <p:spPr>
            <a:xfrm>
              <a:off x="5894930" y="3908368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39"/>
                  </a:lnTo>
                  <a:lnTo>
                    <a:pt x="6710" y="439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2657;p52">
              <a:extLst>
                <a:ext uri="{FF2B5EF4-FFF2-40B4-BE49-F238E27FC236}">
                  <a16:creationId xmlns:a16="http://schemas.microsoft.com/office/drawing/2014/main" id="{9D0E4FA2-CC1F-387E-F13D-1FB1530CED0F}"/>
                </a:ext>
              </a:extLst>
            </p:cNvPr>
            <p:cNvSpPr/>
            <p:nvPr/>
          </p:nvSpPr>
          <p:spPr>
            <a:xfrm>
              <a:off x="5894930" y="3837533"/>
              <a:ext cx="271594" cy="38574"/>
            </a:xfrm>
            <a:custGeom>
              <a:avLst/>
              <a:gdLst/>
              <a:ahLst/>
              <a:cxnLst/>
              <a:rect l="l" t="t" r="r" b="b"/>
              <a:pathLst>
                <a:path w="3098" h="440" extrusionOk="0">
                  <a:moveTo>
                    <a:pt x="0" y="0"/>
                  </a:moveTo>
                  <a:lnTo>
                    <a:pt x="0" y="439"/>
                  </a:lnTo>
                  <a:lnTo>
                    <a:pt x="3097" y="439"/>
                  </a:lnTo>
                  <a:lnTo>
                    <a:pt x="30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2658;p52">
              <a:extLst>
                <a:ext uri="{FF2B5EF4-FFF2-40B4-BE49-F238E27FC236}">
                  <a16:creationId xmlns:a16="http://schemas.microsoft.com/office/drawing/2014/main" id="{E75CF9B8-8CCF-8897-6534-C1F58B19FA06}"/>
                </a:ext>
              </a:extLst>
            </p:cNvPr>
            <p:cNvSpPr/>
            <p:nvPr/>
          </p:nvSpPr>
          <p:spPr>
            <a:xfrm>
              <a:off x="6206932" y="3837533"/>
              <a:ext cx="276328" cy="38574"/>
            </a:xfrm>
            <a:custGeom>
              <a:avLst/>
              <a:gdLst/>
              <a:ahLst/>
              <a:cxnLst/>
              <a:rect l="l" t="t" r="r" b="b"/>
              <a:pathLst>
                <a:path w="3152" h="440" extrusionOk="0">
                  <a:moveTo>
                    <a:pt x="1" y="0"/>
                  </a:moveTo>
                  <a:lnTo>
                    <a:pt x="1" y="439"/>
                  </a:lnTo>
                  <a:lnTo>
                    <a:pt x="3151" y="439"/>
                  </a:lnTo>
                  <a:lnTo>
                    <a:pt x="31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2659;p52">
              <a:extLst>
                <a:ext uri="{FF2B5EF4-FFF2-40B4-BE49-F238E27FC236}">
                  <a16:creationId xmlns:a16="http://schemas.microsoft.com/office/drawing/2014/main" id="{62C04337-8457-FAB8-362E-93A3724BBC57}"/>
                </a:ext>
              </a:extLst>
            </p:cNvPr>
            <p:cNvSpPr/>
            <p:nvPr/>
          </p:nvSpPr>
          <p:spPr>
            <a:xfrm>
              <a:off x="5894930" y="3767225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39"/>
                  </a:lnTo>
                  <a:lnTo>
                    <a:pt x="6710" y="439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2660;p52">
              <a:extLst>
                <a:ext uri="{FF2B5EF4-FFF2-40B4-BE49-F238E27FC236}">
                  <a16:creationId xmlns:a16="http://schemas.microsoft.com/office/drawing/2014/main" id="{F3BF0CF1-D55F-3AE2-2FE0-BBCCBEF31F3B}"/>
                </a:ext>
              </a:extLst>
            </p:cNvPr>
            <p:cNvSpPr/>
            <p:nvPr/>
          </p:nvSpPr>
          <p:spPr>
            <a:xfrm>
              <a:off x="5894930" y="4331796"/>
              <a:ext cx="273610" cy="38574"/>
            </a:xfrm>
            <a:custGeom>
              <a:avLst/>
              <a:gdLst/>
              <a:ahLst/>
              <a:cxnLst/>
              <a:rect l="l" t="t" r="r" b="b"/>
              <a:pathLst>
                <a:path w="312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3121" y="440"/>
                  </a:lnTo>
                  <a:lnTo>
                    <a:pt x="31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2661;p52">
              <a:extLst>
                <a:ext uri="{FF2B5EF4-FFF2-40B4-BE49-F238E27FC236}">
                  <a16:creationId xmlns:a16="http://schemas.microsoft.com/office/drawing/2014/main" id="{51F699B6-BCA5-C94F-5C5D-79D30F0EFDC9}"/>
                </a:ext>
              </a:extLst>
            </p:cNvPr>
            <p:cNvSpPr/>
            <p:nvPr/>
          </p:nvSpPr>
          <p:spPr>
            <a:xfrm>
              <a:off x="6209036" y="4331796"/>
              <a:ext cx="274224" cy="38574"/>
            </a:xfrm>
            <a:custGeom>
              <a:avLst/>
              <a:gdLst/>
              <a:ahLst/>
              <a:cxnLst/>
              <a:rect l="l" t="t" r="r" b="b"/>
              <a:pathLst>
                <a:path w="3128" h="440" extrusionOk="0">
                  <a:moveTo>
                    <a:pt x="0" y="1"/>
                  </a:moveTo>
                  <a:lnTo>
                    <a:pt x="0" y="440"/>
                  </a:lnTo>
                  <a:lnTo>
                    <a:pt x="3127" y="440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2662;p52">
              <a:extLst>
                <a:ext uri="{FF2B5EF4-FFF2-40B4-BE49-F238E27FC236}">
                  <a16:creationId xmlns:a16="http://schemas.microsoft.com/office/drawing/2014/main" id="{C39AFB2F-B169-7892-9358-C15E67D96A10}"/>
                </a:ext>
              </a:extLst>
            </p:cNvPr>
            <p:cNvSpPr/>
            <p:nvPr/>
          </p:nvSpPr>
          <p:spPr>
            <a:xfrm>
              <a:off x="6542691" y="3709190"/>
              <a:ext cx="707915" cy="718698"/>
            </a:xfrm>
            <a:custGeom>
              <a:avLst/>
              <a:gdLst/>
              <a:ahLst/>
              <a:cxnLst/>
              <a:rect l="l" t="t" r="r" b="b"/>
              <a:pathLst>
                <a:path w="8075" h="8198" extrusionOk="0">
                  <a:moveTo>
                    <a:pt x="0" y="0"/>
                  </a:moveTo>
                  <a:lnTo>
                    <a:pt x="0" y="8198"/>
                  </a:lnTo>
                  <a:lnTo>
                    <a:pt x="8075" y="8198"/>
                  </a:lnTo>
                  <a:lnTo>
                    <a:pt x="80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2663;p52">
              <a:extLst>
                <a:ext uri="{FF2B5EF4-FFF2-40B4-BE49-F238E27FC236}">
                  <a16:creationId xmlns:a16="http://schemas.microsoft.com/office/drawing/2014/main" id="{01C9C736-672C-DDC1-0B7A-7ECD2F545A7E}"/>
                </a:ext>
              </a:extLst>
            </p:cNvPr>
            <p:cNvSpPr/>
            <p:nvPr/>
          </p:nvSpPr>
          <p:spPr>
            <a:xfrm>
              <a:off x="6724333" y="3996122"/>
              <a:ext cx="344533" cy="207421"/>
            </a:xfrm>
            <a:custGeom>
              <a:avLst/>
              <a:gdLst/>
              <a:ahLst/>
              <a:cxnLst/>
              <a:rect l="l" t="t" r="r" b="b"/>
              <a:pathLst>
                <a:path w="3930" h="2366" extrusionOk="0">
                  <a:moveTo>
                    <a:pt x="1" y="0"/>
                  </a:moveTo>
                  <a:lnTo>
                    <a:pt x="370" y="2319"/>
                  </a:lnTo>
                  <a:lnTo>
                    <a:pt x="3614" y="2366"/>
                  </a:lnTo>
                  <a:lnTo>
                    <a:pt x="3930" y="0"/>
                  </a:lnTo>
                  <a:close/>
                </a:path>
              </a:pathLst>
            </a:custGeom>
            <a:solidFill>
              <a:srgbClr val="C2C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2664;p52">
              <a:extLst>
                <a:ext uri="{FF2B5EF4-FFF2-40B4-BE49-F238E27FC236}">
                  <a16:creationId xmlns:a16="http://schemas.microsoft.com/office/drawing/2014/main" id="{A5077500-0401-7F02-CDE7-4F4722E4D39C}"/>
                </a:ext>
              </a:extLst>
            </p:cNvPr>
            <p:cNvSpPr/>
            <p:nvPr/>
          </p:nvSpPr>
          <p:spPr>
            <a:xfrm>
              <a:off x="6724333" y="3854979"/>
              <a:ext cx="344533" cy="141232"/>
            </a:xfrm>
            <a:custGeom>
              <a:avLst/>
              <a:gdLst/>
              <a:ahLst/>
              <a:cxnLst/>
              <a:rect l="l" t="t" r="r" b="b"/>
              <a:pathLst>
                <a:path w="3930" h="1611" extrusionOk="0">
                  <a:moveTo>
                    <a:pt x="1957" y="0"/>
                  </a:moveTo>
                  <a:lnTo>
                    <a:pt x="1" y="1610"/>
                  </a:lnTo>
                  <a:lnTo>
                    <a:pt x="3930" y="1610"/>
                  </a:lnTo>
                  <a:lnTo>
                    <a:pt x="19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2665;p52">
              <a:extLst>
                <a:ext uri="{FF2B5EF4-FFF2-40B4-BE49-F238E27FC236}">
                  <a16:creationId xmlns:a16="http://schemas.microsoft.com/office/drawing/2014/main" id="{7C7F0111-5E7F-026C-857A-EBEC843D0DAC}"/>
                </a:ext>
              </a:extLst>
            </p:cNvPr>
            <p:cNvSpPr/>
            <p:nvPr/>
          </p:nvSpPr>
          <p:spPr>
            <a:xfrm>
              <a:off x="6775705" y="3974556"/>
              <a:ext cx="235738" cy="199268"/>
            </a:xfrm>
            <a:custGeom>
              <a:avLst/>
              <a:gdLst/>
              <a:ahLst/>
              <a:cxnLst/>
              <a:rect l="l" t="t" r="r" b="b"/>
              <a:pathLst>
                <a:path w="2689" h="2273" extrusionOk="0">
                  <a:moveTo>
                    <a:pt x="1" y="1"/>
                  </a:moveTo>
                  <a:lnTo>
                    <a:pt x="1" y="2272"/>
                  </a:lnTo>
                  <a:lnTo>
                    <a:pt x="2688" y="2272"/>
                  </a:lnTo>
                  <a:lnTo>
                    <a:pt x="26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2666;p52">
              <a:extLst>
                <a:ext uri="{FF2B5EF4-FFF2-40B4-BE49-F238E27FC236}">
                  <a16:creationId xmlns:a16="http://schemas.microsoft.com/office/drawing/2014/main" id="{6C2B841E-2518-3469-D354-9B839125242D}"/>
                </a:ext>
              </a:extLst>
            </p:cNvPr>
            <p:cNvSpPr/>
            <p:nvPr/>
          </p:nvSpPr>
          <p:spPr>
            <a:xfrm>
              <a:off x="6724333" y="3996122"/>
              <a:ext cx="171565" cy="222325"/>
            </a:xfrm>
            <a:custGeom>
              <a:avLst/>
              <a:gdLst/>
              <a:ahLst/>
              <a:cxnLst/>
              <a:rect l="l" t="t" r="r" b="b"/>
              <a:pathLst>
                <a:path w="1957" h="2536" extrusionOk="0">
                  <a:moveTo>
                    <a:pt x="1" y="0"/>
                  </a:moveTo>
                  <a:lnTo>
                    <a:pt x="1" y="2536"/>
                  </a:lnTo>
                  <a:lnTo>
                    <a:pt x="1957" y="13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2667;p52">
              <a:extLst>
                <a:ext uri="{FF2B5EF4-FFF2-40B4-BE49-F238E27FC236}">
                  <a16:creationId xmlns:a16="http://schemas.microsoft.com/office/drawing/2014/main" id="{09E66652-C45C-E234-2114-9FEDC7FFDCF5}"/>
                </a:ext>
              </a:extLst>
            </p:cNvPr>
            <p:cNvSpPr/>
            <p:nvPr/>
          </p:nvSpPr>
          <p:spPr>
            <a:xfrm>
              <a:off x="6895807" y="3996122"/>
              <a:ext cx="173056" cy="222325"/>
            </a:xfrm>
            <a:custGeom>
              <a:avLst/>
              <a:gdLst/>
              <a:ahLst/>
              <a:cxnLst/>
              <a:rect l="l" t="t" r="r" b="b"/>
              <a:pathLst>
                <a:path w="1974" h="2536" extrusionOk="0">
                  <a:moveTo>
                    <a:pt x="1974" y="0"/>
                  </a:moveTo>
                  <a:lnTo>
                    <a:pt x="1" y="1365"/>
                  </a:lnTo>
                  <a:lnTo>
                    <a:pt x="1974" y="2536"/>
                  </a:lnTo>
                  <a:lnTo>
                    <a:pt x="19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2668;p52">
              <a:extLst>
                <a:ext uri="{FF2B5EF4-FFF2-40B4-BE49-F238E27FC236}">
                  <a16:creationId xmlns:a16="http://schemas.microsoft.com/office/drawing/2014/main" id="{3E14AE63-B204-D86F-C05F-52C2D88EC494}"/>
                </a:ext>
              </a:extLst>
            </p:cNvPr>
            <p:cNvSpPr/>
            <p:nvPr/>
          </p:nvSpPr>
          <p:spPr>
            <a:xfrm>
              <a:off x="6724333" y="4077213"/>
              <a:ext cx="344533" cy="141232"/>
            </a:xfrm>
            <a:custGeom>
              <a:avLst/>
              <a:gdLst/>
              <a:ahLst/>
              <a:cxnLst/>
              <a:rect l="l" t="t" r="r" b="b"/>
              <a:pathLst>
                <a:path w="3930" h="1611" extrusionOk="0">
                  <a:moveTo>
                    <a:pt x="1957" y="1"/>
                  </a:moveTo>
                  <a:lnTo>
                    <a:pt x="1" y="1611"/>
                  </a:lnTo>
                  <a:lnTo>
                    <a:pt x="3930" y="1611"/>
                  </a:lnTo>
                  <a:lnTo>
                    <a:pt x="19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2669;p52">
              <a:extLst>
                <a:ext uri="{FF2B5EF4-FFF2-40B4-BE49-F238E27FC236}">
                  <a16:creationId xmlns:a16="http://schemas.microsoft.com/office/drawing/2014/main" id="{2BAE25A1-A49E-7E8A-2843-B92BD98A0E95}"/>
                </a:ext>
              </a:extLst>
            </p:cNvPr>
            <p:cNvSpPr/>
            <p:nvPr/>
          </p:nvSpPr>
          <p:spPr>
            <a:xfrm>
              <a:off x="6722317" y="4073093"/>
              <a:ext cx="348654" cy="149473"/>
            </a:xfrm>
            <a:custGeom>
              <a:avLst/>
              <a:gdLst/>
              <a:ahLst/>
              <a:cxnLst/>
              <a:rect l="l" t="t" r="r" b="b"/>
              <a:pathLst>
                <a:path w="3977" h="1705" extrusionOk="0">
                  <a:moveTo>
                    <a:pt x="1980" y="1"/>
                  </a:moveTo>
                  <a:lnTo>
                    <a:pt x="1" y="1634"/>
                  </a:lnTo>
                  <a:lnTo>
                    <a:pt x="53" y="1705"/>
                  </a:lnTo>
                  <a:lnTo>
                    <a:pt x="1980" y="124"/>
                  </a:lnTo>
                  <a:lnTo>
                    <a:pt x="3929" y="1705"/>
                  </a:lnTo>
                  <a:lnTo>
                    <a:pt x="3976" y="1634"/>
                  </a:lnTo>
                  <a:lnTo>
                    <a:pt x="1980" y="1"/>
                  </a:lnTo>
                  <a:close/>
                </a:path>
              </a:pathLst>
            </a:custGeom>
            <a:solidFill>
              <a:srgbClr val="D3DB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2670;p52">
              <a:extLst>
                <a:ext uri="{FF2B5EF4-FFF2-40B4-BE49-F238E27FC236}">
                  <a16:creationId xmlns:a16="http://schemas.microsoft.com/office/drawing/2014/main" id="{87EF2953-93EA-2798-F627-BF0DD3C91703}"/>
                </a:ext>
              </a:extLst>
            </p:cNvPr>
            <p:cNvSpPr/>
            <p:nvPr/>
          </p:nvSpPr>
          <p:spPr>
            <a:xfrm>
              <a:off x="6919389" y="3991475"/>
              <a:ext cx="151577" cy="109409"/>
            </a:xfrm>
            <a:custGeom>
              <a:avLst/>
              <a:gdLst/>
              <a:ahLst/>
              <a:cxnLst/>
              <a:rect l="l" t="t" r="r" b="b"/>
              <a:pathLst>
                <a:path w="1729" h="1248" extrusionOk="0">
                  <a:moveTo>
                    <a:pt x="1681" y="1"/>
                  </a:moveTo>
                  <a:lnTo>
                    <a:pt x="1" y="1172"/>
                  </a:lnTo>
                  <a:lnTo>
                    <a:pt x="48" y="1248"/>
                  </a:lnTo>
                  <a:lnTo>
                    <a:pt x="1728" y="77"/>
                  </a:lnTo>
                  <a:lnTo>
                    <a:pt x="1681" y="1"/>
                  </a:lnTo>
                  <a:close/>
                </a:path>
              </a:pathLst>
            </a:custGeom>
            <a:solidFill>
              <a:srgbClr val="D3DB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2671;p52">
              <a:extLst>
                <a:ext uri="{FF2B5EF4-FFF2-40B4-BE49-F238E27FC236}">
                  <a16:creationId xmlns:a16="http://schemas.microsoft.com/office/drawing/2014/main" id="{3E3B26C0-36FB-A0D2-3BB5-D0708DCEEE9F}"/>
                </a:ext>
              </a:extLst>
            </p:cNvPr>
            <p:cNvSpPr/>
            <p:nvPr/>
          </p:nvSpPr>
          <p:spPr>
            <a:xfrm>
              <a:off x="6722317" y="3991475"/>
              <a:ext cx="152015" cy="109409"/>
            </a:xfrm>
            <a:custGeom>
              <a:avLst/>
              <a:gdLst/>
              <a:ahLst/>
              <a:cxnLst/>
              <a:rect l="l" t="t" r="r" b="b"/>
              <a:pathLst>
                <a:path w="1734" h="1248" extrusionOk="0">
                  <a:moveTo>
                    <a:pt x="53" y="1"/>
                  </a:moveTo>
                  <a:lnTo>
                    <a:pt x="1" y="100"/>
                  </a:lnTo>
                  <a:lnTo>
                    <a:pt x="1687" y="1248"/>
                  </a:lnTo>
                  <a:lnTo>
                    <a:pt x="1734" y="1172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D3DB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2672;p52">
              <a:extLst>
                <a:ext uri="{FF2B5EF4-FFF2-40B4-BE49-F238E27FC236}">
                  <a16:creationId xmlns:a16="http://schemas.microsoft.com/office/drawing/2014/main" id="{A856E7B7-CF0B-8064-0318-E34C5BBB8A0E}"/>
                </a:ext>
              </a:extLst>
            </p:cNvPr>
            <p:cNvSpPr/>
            <p:nvPr/>
          </p:nvSpPr>
          <p:spPr>
            <a:xfrm>
              <a:off x="6758786" y="4304093"/>
              <a:ext cx="276240" cy="38574"/>
            </a:xfrm>
            <a:custGeom>
              <a:avLst/>
              <a:gdLst/>
              <a:ahLst/>
              <a:cxnLst/>
              <a:rect l="l" t="t" r="r" b="b"/>
              <a:pathLst>
                <a:path w="315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3150" y="440"/>
                  </a:lnTo>
                  <a:lnTo>
                    <a:pt x="3150" y="1"/>
                  </a:lnTo>
                  <a:close/>
                </a:path>
              </a:pathLst>
            </a:custGeom>
            <a:solidFill>
              <a:srgbClr val="E3EA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2673;p52">
              <a:extLst>
                <a:ext uri="{FF2B5EF4-FFF2-40B4-BE49-F238E27FC236}">
                  <a16:creationId xmlns:a16="http://schemas.microsoft.com/office/drawing/2014/main" id="{10B391BF-6C2E-0660-FF27-6291E49F7DEF}"/>
                </a:ext>
              </a:extLst>
            </p:cNvPr>
            <p:cNvSpPr/>
            <p:nvPr/>
          </p:nvSpPr>
          <p:spPr>
            <a:xfrm>
              <a:off x="5832775" y="2214480"/>
              <a:ext cx="1420389" cy="716682"/>
            </a:xfrm>
            <a:custGeom>
              <a:avLst/>
              <a:gdLst/>
              <a:ahLst/>
              <a:cxnLst/>
              <a:rect l="l" t="t" r="r" b="b"/>
              <a:pathLst>
                <a:path w="16202" h="8175" extrusionOk="0">
                  <a:moveTo>
                    <a:pt x="1" y="0"/>
                  </a:moveTo>
                  <a:lnTo>
                    <a:pt x="1" y="8174"/>
                  </a:lnTo>
                  <a:lnTo>
                    <a:pt x="16202" y="8174"/>
                  </a:lnTo>
                  <a:lnTo>
                    <a:pt x="162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2674;p52">
              <a:extLst>
                <a:ext uri="{FF2B5EF4-FFF2-40B4-BE49-F238E27FC236}">
                  <a16:creationId xmlns:a16="http://schemas.microsoft.com/office/drawing/2014/main" id="{BE467D56-B8D1-EB4C-A5E3-0565F5B89022}"/>
                </a:ext>
              </a:extLst>
            </p:cNvPr>
            <p:cNvSpPr/>
            <p:nvPr/>
          </p:nvSpPr>
          <p:spPr>
            <a:xfrm>
              <a:off x="6523667" y="2317137"/>
              <a:ext cx="667413" cy="49357"/>
            </a:xfrm>
            <a:custGeom>
              <a:avLst/>
              <a:gdLst/>
              <a:ahLst/>
              <a:cxnLst/>
              <a:rect l="l" t="t" r="r" b="b"/>
              <a:pathLst>
                <a:path w="7613" h="563" extrusionOk="0">
                  <a:moveTo>
                    <a:pt x="1" y="0"/>
                  </a:moveTo>
                  <a:lnTo>
                    <a:pt x="1" y="562"/>
                  </a:lnTo>
                  <a:lnTo>
                    <a:pt x="7612" y="562"/>
                  </a:lnTo>
                  <a:lnTo>
                    <a:pt x="76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2675;p52">
              <a:extLst>
                <a:ext uri="{FF2B5EF4-FFF2-40B4-BE49-F238E27FC236}">
                  <a16:creationId xmlns:a16="http://schemas.microsoft.com/office/drawing/2014/main" id="{59DBB6DC-7947-E245-11A2-8E0E1913C62D}"/>
                </a:ext>
              </a:extLst>
            </p:cNvPr>
            <p:cNvSpPr/>
            <p:nvPr/>
          </p:nvSpPr>
          <p:spPr>
            <a:xfrm>
              <a:off x="6523667" y="2409011"/>
              <a:ext cx="667413" cy="49357"/>
            </a:xfrm>
            <a:custGeom>
              <a:avLst/>
              <a:gdLst/>
              <a:ahLst/>
              <a:cxnLst/>
              <a:rect l="l" t="t" r="r" b="b"/>
              <a:pathLst>
                <a:path w="7613" h="563" extrusionOk="0">
                  <a:moveTo>
                    <a:pt x="1" y="0"/>
                  </a:moveTo>
                  <a:lnTo>
                    <a:pt x="1" y="563"/>
                  </a:lnTo>
                  <a:lnTo>
                    <a:pt x="7612" y="563"/>
                  </a:lnTo>
                  <a:lnTo>
                    <a:pt x="76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2676;p52">
              <a:extLst>
                <a:ext uri="{FF2B5EF4-FFF2-40B4-BE49-F238E27FC236}">
                  <a16:creationId xmlns:a16="http://schemas.microsoft.com/office/drawing/2014/main" id="{41D073E3-5127-9941-BE4F-F7372589986E}"/>
                </a:ext>
              </a:extLst>
            </p:cNvPr>
            <p:cNvSpPr/>
            <p:nvPr/>
          </p:nvSpPr>
          <p:spPr>
            <a:xfrm>
              <a:off x="6523667" y="2500886"/>
              <a:ext cx="667413" cy="49357"/>
            </a:xfrm>
            <a:custGeom>
              <a:avLst/>
              <a:gdLst/>
              <a:ahLst/>
              <a:cxnLst/>
              <a:rect l="l" t="t" r="r" b="b"/>
              <a:pathLst>
                <a:path w="7613" h="563" extrusionOk="0">
                  <a:moveTo>
                    <a:pt x="1" y="1"/>
                  </a:moveTo>
                  <a:lnTo>
                    <a:pt x="1" y="563"/>
                  </a:lnTo>
                  <a:lnTo>
                    <a:pt x="7612" y="563"/>
                  </a:lnTo>
                  <a:lnTo>
                    <a:pt x="76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2677;p52">
              <a:extLst>
                <a:ext uri="{FF2B5EF4-FFF2-40B4-BE49-F238E27FC236}">
                  <a16:creationId xmlns:a16="http://schemas.microsoft.com/office/drawing/2014/main" id="{1180E6F0-446A-0396-CCE8-31F87AB5DCF7}"/>
                </a:ext>
              </a:extLst>
            </p:cNvPr>
            <p:cNvSpPr/>
            <p:nvPr/>
          </p:nvSpPr>
          <p:spPr>
            <a:xfrm>
              <a:off x="6523667" y="2592760"/>
              <a:ext cx="667413" cy="49357"/>
            </a:xfrm>
            <a:custGeom>
              <a:avLst/>
              <a:gdLst/>
              <a:ahLst/>
              <a:cxnLst/>
              <a:rect l="l" t="t" r="r" b="b"/>
              <a:pathLst>
                <a:path w="7613" h="563" extrusionOk="0">
                  <a:moveTo>
                    <a:pt x="1" y="1"/>
                  </a:moveTo>
                  <a:lnTo>
                    <a:pt x="1" y="563"/>
                  </a:lnTo>
                  <a:lnTo>
                    <a:pt x="7612" y="563"/>
                  </a:lnTo>
                  <a:lnTo>
                    <a:pt x="76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2678;p52">
              <a:extLst>
                <a:ext uri="{FF2B5EF4-FFF2-40B4-BE49-F238E27FC236}">
                  <a16:creationId xmlns:a16="http://schemas.microsoft.com/office/drawing/2014/main" id="{CB0124F9-380A-287F-4E8C-6E87F9534A58}"/>
                </a:ext>
              </a:extLst>
            </p:cNvPr>
            <p:cNvSpPr/>
            <p:nvPr/>
          </p:nvSpPr>
          <p:spPr>
            <a:xfrm>
              <a:off x="6523667" y="2777034"/>
              <a:ext cx="667413" cy="51461"/>
            </a:xfrm>
            <a:custGeom>
              <a:avLst/>
              <a:gdLst/>
              <a:ahLst/>
              <a:cxnLst/>
              <a:rect l="l" t="t" r="r" b="b"/>
              <a:pathLst>
                <a:path w="7613" h="587" extrusionOk="0">
                  <a:moveTo>
                    <a:pt x="1" y="1"/>
                  </a:moveTo>
                  <a:lnTo>
                    <a:pt x="1" y="586"/>
                  </a:lnTo>
                  <a:lnTo>
                    <a:pt x="7612" y="586"/>
                  </a:lnTo>
                  <a:lnTo>
                    <a:pt x="76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2679;p52">
              <a:extLst>
                <a:ext uri="{FF2B5EF4-FFF2-40B4-BE49-F238E27FC236}">
                  <a16:creationId xmlns:a16="http://schemas.microsoft.com/office/drawing/2014/main" id="{A06F30C4-27DC-1EF1-C467-D51A1492F8F0}"/>
                </a:ext>
              </a:extLst>
            </p:cNvPr>
            <p:cNvSpPr/>
            <p:nvPr/>
          </p:nvSpPr>
          <p:spPr>
            <a:xfrm>
              <a:off x="6791135" y="2685160"/>
              <a:ext cx="399939" cy="51461"/>
            </a:xfrm>
            <a:custGeom>
              <a:avLst/>
              <a:gdLst/>
              <a:ahLst/>
              <a:cxnLst/>
              <a:rect l="l" t="t" r="r" b="b"/>
              <a:pathLst>
                <a:path w="4562" h="587" extrusionOk="0">
                  <a:moveTo>
                    <a:pt x="0" y="1"/>
                  </a:moveTo>
                  <a:lnTo>
                    <a:pt x="0" y="586"/>
                  </a:lnTo>
                  <a:lnTo>
                    <a:pt x="4561" y="586"/>
                  </a:lnTo>
                  <a:lnTo>
                    <a:pt x="45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2680;p52">
              <a:extLst>
                <a:ext uri="{FF2B5EF4-FFF2-40B4-BE49-F238E27FC236}">
                  <a16:creationId xmlns:a16="http://schemas.microsoft.com/office/drawing/2014/main" id="{B963B2C8-53AD-9380-9E88-2861C233F02D}"/>
                </a:ext>
              </a:extLst>
            </p:cNvPr>
            <p:cNvSpPr/>
            <p:nvPr/>
          </p:nvSpPr>
          <p:spPr>
            <a:xfrm>
              <a:off x="6523667" y="2685160"/>
              <a:ext cx="222325" cy="51461"/>
            </a:xfrm>
            <a:custGeom>
              <a:avLst/>
              <a:gdLst/>
              <a:ahLst/>
              <a:cxnLst/>
              <a:rect l="l" t="t" r="r" b="b"/>
              <a:pathLst>
                <a:path w="2536" h="587" extrusionOk="0">
                  <a:moveTo>
                    <a:pt x="1" y="1"/>
                  </a:moveTo>
                  <a:lnTo>
                    <a:pt x="1" y="586"/>
                  </a:lnTo>
                  <a:lnTo>
                    <a:pt x="2536" y="586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2681;p52">
              <a:extLst>
                <a:ext uri="{FF2B5EF4-FFF2-40B4-BE49-F238E27FC236}">
                  <a16:creationId xmlns:a16="http://schemas.microsoft.com/office/drawing/2014/main" id="{4FB85CE8-E422-B03D-02AC-3B7CEA75DB96}"/>
                </a:ext>
              </a:extLst>
            </p:cNvPr>
            <p:cNvSpPr/>
            <p:nvPr/>
          </p:nvSpPr>
          <p:spPr>
            <a:xfrm>
              <a:off x="5913866" y="2319154"/>
              <a:ext cx="507244" cy="507244"/>
            </a:xfrm>
            <a:custGeom>
              <a:avLst/>
              <a:gdLst/>
              <a:ahLst/>
              <a:cxnLst/>
              <a:rect l="l" t="t" r="r" b="b"/>
              <a:pathLst>
                <a:path w="5786" h="5786" extrusionOk="0">
                  <a:moveTo>
                    <a:pt x="1" y="1"/>
                  </a:moveTo>
                  <a:lnTo>
                    <a:pt x="1" y="5786"/>
                  </a:lnTo>
                  <a:lnTo>
                    <a:pt x="5786" y="5786"/>
                  </a:lnTo>
                  <a:lnTo>
                    <a:pt x="57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2682;p52">
              <a:extLst>
                <a:ext uri="{FF2B5EF4-FFF2-40B4-BE49-F238E27FC236}">
                  <a16:creationId xmlns:a16="http://schemas.microsoft.com/office/drawing/2014/main" id="{E12D05C1-D756-756C-DFED-3DE7B00CED9C}"/>
                </a:ext>
              </a:extLst>
            </p:cNvPr>
            <p:cNvSpPr/>
            <p:nvPr/>
          </p:nvSpPr>
          <p:spPr>
            <a:xfrm>
              <a:off x="6061670" y="2477304"/>
              <a:ext cx="306047" cy="263353"/>
            </a:xfrm>
            <a:custGeom>
              <a:avLst/>
              <a:gdLst/>
              <a:ahLst/>
              <a:cxnLst/>
              <a:rect l="l" t="t" r="r" b="b"/>
              <a:pathLst>
                <a:path w="3491" h="3004" extrusionOk="0">
                  <a:moveTo>
                    <a:pt x="1734" y="0"/>
                  </a:moveTo>
                  <a:lnTo>
                    <a:pt x="1" y="3004"/>
                  </a:lnTo>
                  <a:lnTo>
                    <a:pt x="3491" y="3004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2683;p52">
              <a:extLst>
                <a:ext uri="{FF2B5EF4-FFF2-40B4-BE49-F238E27FC236}">
                  <a16:creationId xmlns:a16="http://schemas.microsoft.com/office/drawing/2014/main" id="{5565E668-32C1-EE97-9D33-BA0F92ABE2A5}"/>
                </a:ext>
              </a:extLst>
            </p:cNvPr>
            <p:cNvSpPr/>
            <p:nvPr/>
          </p:nvSpPr>
          <p:spPr>
            <a:xfrm>
              <a:off x="5967254" y="2565057"/>
              <a:ext cx="124313" cy="175598"/>
            </a:xfrm>
            <a:custGeom>
              <a:avLst/>
              <a:gdLst/>
              <a:ahLst/>
              <a:cxnLst/>
              <a:rect l="l" t="t" r="r" b="b"/>
              <a:pathLst>
                <a:path w="1418" h="2003" extrusionOk="0">
                  <a:moveTo>
                    <a:pt x="1055" y="0"/>
                  </a:moveTo>
                  <a:lnTo>
                    <a:pt x="1" y="2003"/>
                  </a:lnTo>
                  <a:lnTo>
                    <a:pt x="733" y="2003"/>
                  </a:lnTo>
                  <a:lnTo>
                    <a:pt x="1418" y="709"/>
                  </a:lnTo>
                  <a:lnTo>
                    <a:pt x="10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2684;p52">
              <a:extLst>
                <a:ext uri="{FF2B5EF4-FFF2-40B4-BE49-F238E27FC236}">
                  <a16:creationId xmlns:a16="http://schemas.microsoft.com/office/drawing/2014/main" id="{6A33E5C2-BFE1-23FC-0ABC-603CF5F5780D}"/>
                </a:ext>
              </a:extLst>
            </p:cNvPr>
            <p:cNvSpPr/>
            <p:nvPr/>
          </p:nvSpPr>
          <p:spPr>
            <a:xfrm>
              <a:off x="5980053" y="2434698"/>
              <a:ext cx="56107" cy="55494"/>
            </a:xfrm>
            <a:custGeom>
              <a:avLst/>
              <a:gdLst/>
              <a:ahLst/>
              <a:cxnLst/>
              <a:rect l="l" t="t" r="r" b="b"/>
              <a:pathLst>
                <a:path w="640" h="633" extrusionOk="0">
                  <a:moveTo>
                    <a:pt x="323" y="0"/>
                  </a:moveTo>
                  <a:cubicBezTo>
                    <a:pt x="147" y="0"/>
                    <a:pt x="1" y="147"/>
                    <a:pt x="1" y="316"/>
                  </a:cubicBezTo>
                  <a:cubicBezTo>
                    <a:pt x="1" y="486"/>
                    <a:pt x="147" y="633"/>
                    <a:pt x="323" y="633"/>
                  </a:cubicBezTo>
                  <a:cubicBezTo>
                    <a:pt x="493" y="633"/>
                    <a:pt x="639" y="486"/>
                    <a:pt x="639" y="316"/>
                  </a:cubicBezTo>
                  <a:cubicBezTo>
                    <a:pt x="639" y="147"/>
                    <a:pt x="493" y="0"/>
                    <a:pt x="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2685;p52">
              <a:extLst>
                <a:ext uri="{FF2B5EF4-FFF2-40B4-BE49-F238E27FC236}">
                  <a16:creationId xmlns:a16="http://schemas.microsoft.com/office/drawing/2014/main" id="{FD1E4B66-57BC-5D6B-885D-C28E212532C5}"/>
                </a:ext>
              </a:extLst>
            </p:cNvPr>
            <p:cNvSpPr/>
            <p:nvPr/>
          </p:nvSpPr>
          <p:spPr>
            <a:xfrm>
              <a:off x="6119179" y="2111823"/>
              <a:ext cx="847043" cy="44710"/>
            </a:xfrm>
            <a:custGeom>
              <a:avLst/>
              <a:gdLst/>
              <a:ahLst/>
              <a:cxnLst/>
              <a:rect l="l" t="t" r="r" b="b"/>
              <a:pathLst>
                <a:path w="9662" h="510" extrusionOk="0">
                  <a:moveTo>
                    <a:pt x="270" y="0"/>
                  </a:moveTo>
                  <a:cubicBezTo>
                    <a:pt x="124" y="0"/>
                    <a:pt x="1" y="100"/>
                    <a:pt x="1" y="246"/>
                  </a:cubicBezTo>
                  <a:cubicBezTo>
                    <a:pt x="1" y="393"/>
                    <a:pt x="124" y="510"/>
                    <a:pt x="270" y="510"/>
                  </a:cubicBezTo>
                  <a:lnTo>
                    <a:pt x="9392" y="510"/>
                  </a:lnTo>
                  <a:cubicBezTo>
                    <a:pt x="9539" y="510"/>
                    <a:pt x="9662" y="393"/>
                    <a:pt x="9662" y="246"/>
                  </a:cubicBezTo>
                  <a:cubicBezTo>
                    <a:pt x="9662" y="100"/>
                    <a:pt x="9539" y="0"/>
                    <a:pt x="93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2686;p52">
              <a:extLst>
                <a:ext uri="{FF2B5EF4-FFF2-40B4-BE49-F238E27FC236}">
                  <a16:creationId xmlns:a16="http://schemas.microsoft.com/office/drawing/2014/main" id="{BDDDE5A5-2D03-7873-1D2B-663102E5C046}"/>
                </a:ext>
              </a:extLst>
            </p:cNvPr>
            <p:cNvSpPr/>
            <p:nvPr/>
          </p:nvSpPr>
          <p:spPr>
            <a:xfrm>
              <a:off x="6538570" y="2993132"/>
              <a:ext cx="8767" cy="1434766"/>
            </a:xfrm>
            <a:custGeom>
              <a:avLst/>
              <a:gdLst/>
              <a:ahLst/>
              <a:cxnLst/>
              <a:rect l="l" t="t" r="r" b="b"/>
              <a:pathLst>
                <a:path w="100" h="16366" extrusionOk="0">
                  <a:moveTo>
                    <a:pt x="0" y="1"/>
                  </a:moveTo>
                  <a:lnTo>
                    <a:pt x="0" y="16366"/>
                  </a:lnTo>
                  <a:lnTo>
                    <a:pt x="100" y="16366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2687;p52">
              <a:extLst>
                <a:ext uri="{FF2B5EF4-FFF2-40B4-BE49-F238E27FC236}">
                  <a16:creationId xmlns:a16="http://schemas.microsoft.com/office/drawing/2014/main" id="{A0470368-A453-3E99-27B7-A223D22881E3}"/>
                </a:ext>
              </a:extLst>
            </p:cNvPr>
            <p:cNvSpPr/>
            <p:nvPr/>
          </p:nvSpPr>
          <p:spPr>
            <a:xfrm>
              <a:off x="5832775" y="3705070"/>
              <a:ext cx="1420389" cy="8854"/>
            </a:xfrm>
            <a:custGeom>
              <a:avLst/>
              <a:gdLst/>
              <a:ahLst/>
              <a:cxnLst/>
              <a:rect l="l" t="t" r="r" b="b"/>
              <a:pathLst>
                <a:path w="16202" h="101" extrusionOk="0">
                  <a:moveTo>
                    <a:pt x="1" y="1"/>
                  </a:moveTo>
                  <a:lnTo>
                    <a:pt x="1" y="100"/>
                  </a:lnTo>
                  <a:lnTo>
                    <a:pt x="16202" y="100"/>
                  </a:lnTo>
                  <a:lnTo>
                    <a:pt x="16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2688;p52">
              <a:extLst>
                <a:ext uri="{FF2B5EF4-FFF2-40B4-BE49-F238E27FC236}">
                  <a16:creationId xmlns:a16="http://schemas.microsoft.com/office/drawing/2014/main" id="{92FA6B58-C509-6711-6BA1-F9A3DB988D91}"/>
                </a:ext>
              </a:extLst>
            </p:cNvPr>
            <p:cNvSpPr/>
            <p:nvPr/>
          </p:nvSpPr>
          <p:spPr>
            <a:xfrm>
              <a:off x="7481500" y="4494504"/>
              <a:ext cx="325509" cy="352774"/>
            </a:xfrm>
            <a:custGeom>
              <a:avLst/>
              <a:gdLst/>
              <a:ahLst/>
              <a:cxnLst/>
              <a:rect l="l" t="t" r="r" b="b"/>
              <a:pathLst>
                <a:path w="3713" h="4024" extrusionOk="0">
                  <a:moveTo>
                    <a:pt x="1417" y="1"/>
                  </a:moveTo>
                  <a:lnTo>
                    <a:pt x="1663" y="2999"/>
                  </a:lnTo>
                  <a:lnTo>
                    <a:pt x="123" y="3707"/>
                  </a:lnTo>
                  <a:cubicBezTo>
                    <a:pt x="53" y="3730"/>
                    <a:pt x="0" y="3777"/>
                    <a:pt x="0" y="3853"/>
                  </a:cubicBezTo>
                  <a:cubicBezTo>
                    <a:pt x="0" y="3953"/>
                    <a:pt x="76" y="4023"/>
                    <a:pt x="176" y="4023"/>
                  </a:cubicBezTo>
                  <a:lnTo>
                    <a:pt x="3613" y="4023"/>
                  </a:lnTo>
                  <a:lnTo>
                    <a:pt x="3713" y="3122"/>
                  </a:lnTo>
                  <a:lnTo>
                    <a:pt x="3613" y="241"/>
                  </a:lnTo>
                  <a:lnTo>
                    <a:pt x="14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2689;p52">
              <a:extLst>
                <a:ext uri="{FF2B5EF4-FFF2-40B4-BE49-F238E27FC236}">
                  <a16:creationId xmlns:a16="http://schemas.microsoft.com/office/drawing/2014/main" id="{8C7F2667-6CEF-9DFD-2D2F-903AF9520415}"/>
                </a:ext>
              </a:extLst>
            </p:cNvPr>
            <p:cNvSpPr/>
            <p:nvPr/>
          </p:nvSpPr>
          <p:spPr>
            <a:xfrm>
              <a:off x="7464581" y="4757328"/>
              <a:ext cx="350670" cy="122296"/>
            </a:xfrm>
            <a:custGeom>
              <a:avLst/>
              <a:gdLst/>
              <a:ahLst/>
              <a:cxnLst/>
              <a:rect l="l" t="t" r="r" b="b"/>
              <a:pathLst>
                <a:path w="4000" h="1395" extrusionOk="0">
                  <a:moveTo>
                    <a:pt x="1856" y="1"/>
                  </a:moveTo>
                  <a:lnTo>
                    <a:pt x="223" y="709"/>
                  </a:lnTo>
                  <a:cubicBezTo>
                    <a:pt x="147" y="732"/>
                    <a:pt x="100" y="855"/>
                    <a:pt x="47" y="978"/>
                  </a:cubicBezTo>
                  <a:cubicBezTo>
                    <a:pt x="47" y="978"/>
                    <a:pt x="0" y="1365"/>
                    <a:pt x="76" y="1365"/>
                  </a:cubicBezTo>
                  <a:lnTo>
                    <a:pt x="3929" y="1394"/>
                  </a:lnTo>
                  <a:cubicBezTo>
                    <a:pt x="3976" y="1394"/>
                    <a:pt x="3999" y="1365"/>
                    <a:pt x="3999" y="1318"/>
                  </a:cubicBezTo>
                  <a:lnTo>
                    <a:pt x="3906" y="100"/>
                  </a:lnTo>
                  <a:cubicBezTo>
                    <a:pt x="3906" y="100"/>
                    <a:pt x="3501" y="195"/>
                    <a:pt x="2984" y="195"/>
                  </a:cubicBezTo>
                  <a:cubicBezTo>
                    <a:pt x="2630" y="195"/>
                    <a:pt x="2223" y="151"/>
                    <a:pt x="18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2690;p52">
              <a:extLst>
                <a:ext uri="{FF2B5EF4-FFF2-40B4-BE49-F238E27FC236}">
                  <a16:creationId xmlns:a16="http://schemas.microsoft.com/office/drawing/2014/main" id="{907F44E1-AE76-FB4A-8A85-F547511743D8}"/>
                </a:ext>
              </a:extLst>
            </p:cNvPr>
            <p:cNvSpPr/>
            <p:nvPr/>
          </p:nvSpPr>
          <p:spPr>
            <a:xfrm>
              <a:off x="7592836" y="4761448"/>
              <a:ext cx="25774" cy="36557"/>
            </a:xfrm>
            <a:custGeom>
              <a:avLst/>
              <a:gdLst/>
              <a:ahLst/>
              <a:cxnLst/>
              <a:rect l="l" t="t" r="r" b="b"/>
              <a:pathLst>
                <a:path w="294" h="417" extrusionOk="0">
                  <a:moveTo>
                    <a:pt x="77" y="0"/>
                  </a:moveTo>
                  <a:lnTo>
                    <a:pt x="1" y="53"/>
                  </a:lnTo>
                  <a:cubicBezTo>
                    <a:pt x="100" y="176"/>
                    <a:pt x="171" y="293"/>
                    <a:pt x="223" y="416"/>
                  </a:cubicBezTo>
                  <a:lnTo>
                    <a:pt x="294" y="393"/>
                  </a:lnTo>
                  <a:cubicBezTo>
                    <a:pt x="247" y="246"/>
                    <a:pt x="147" y="123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2691;p52">
              <a:extLst>
                <a:ext uri="{FF2B5EF4-FFF2-40B4-BE49-F238E27FC236}">
                  <a16:creationId xmlns:a16="http://schemas.microsoft.com/office/drawing/2014/main" id="{DD1D2F4D-4BC6-26D5-3323-D9652F6EC981}"/>
                </a:ext>
              </a:extLst>
            </p:cNvPr>
            <p:cNvSpPr/>
            <p:nvPr/>
          </p:nvSpPr>
          <p:spPr>
            <a:xfrm>
              <a:off x="7575916" y="4772231"/>
              <a:ext cx="21128" cy="32437"/>
            </a:xfrm>
            <a:custGeom>
              <a:avLst/>
              <a:gdLst/>
              <a:ahLst/>
              <a:cxnLst/>
              <a:rect l="l" t="t" r="r" b="b"/>
              <a:pathLst>
                <a:path w="241" h="370" extrusionOk="0">
                  <a:moveTo>
                    <a:pt x="48" y="0"/>
                  </a:moveTo>
                  <a:lnTo>
                    <a:pt x="1" y="53"/>
                  </a:lnTo>
                  <a:cubicBezTo>
                    <a:pt x="94" y="170"/>
                    <a:pt x="124" y="246"/>
                    <a:pt x="171" y="369"/>
                  </a:cubicBezTo>
                  <a:lnTo>
                    <a:pt x="241" y="346"/>
                  </a:lnTo>
                  <a:cubicBezTo>
                    <a:pt x="194" y="223"/>
                    <a:pt x="147" y="147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2692;p52">
              <a:extLst>
                <a:ext uri="{FF2B5EF4-FFF2-40B4-BE49-F238E27FC236}">
                  <a16:creationId xmlns:a16="http://schemas.microsoft.com/office/drawing/2014/main" id="{67F391E7-F207-A60A-CC73-BC8AC146581F}"/>
                </a:ext>
              </a:extLst>
            </p:cNvPr>
            <p:cNvSpPr/>
            <p:nvPr/>
          </p:nvSpPr>
          <p:spPr>
            <a:xfrm>
              <a:off x="7561013" y="4780910"/>
              <a:ext cx="19112" cy="29895"/>
            </a:xfrm>
            <a:custGeom>
              <a:avLst/>
              <a:gdLst/>
              <a:ahLst/>
              <a:cxnLst/>
              <a:rect l="l" t="t" r="r" b="b"/>
              <a:pathLst>
                <a:path w="218" h="341" extrusionOk="0">
                  <a:moveTo>
                    <a:pt x="48" y="1"/>
                  </a:moveTo>
                  <a:lnTo>
                    <a:pt x="1" y="48"/>
                  </a:lnTo>
                  <a:cubicBezTo>
                    <a:pt x="48" y="124"/>
                    <a:pt x="118" y="247"/>
                    <a:pt x="171" y="341"/>
                  </a:cubicBezTo>
                  <a:lnTo>
                    <a:pt x="218" y="294"/>
                  </a:lnTo>
                  <a:cubicBezTo>
                    <a:pt x="171" y="194"/>
                    <a:pt x="118" y="7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2693;p52">
              <a:extLst>
                <a:ext uri="{FF2B5EF4-FFF2-40B4-BE49-F238E27FC236}">
                  <a16:creationId xmlns:a16="http://schemas.microsoft.com/office/drawing/2014/main" id="{C1BBD2C9-DEA0-0B58-5617-C8A9E7B701EB}"/>
                </a:ext>
              </a:extLst>
            </p:cNvPr>
            <p:cNvSpPr/>
            <p:nvPr/>
          </p:nvSpPr>
          <p:spPr>
            <a:xfrm>
              <a:off x="7466597" y="4851306"/>
              <a:ext cx="346550" cy="8767"/>
            </a:xfrm>
            <a:custGeom>
              <a:avLst/>
              <a:gdLst/>
              <a:ahLst/>
              <a:cxnLst/>
              <a:rect l="l" t="t" r="r" b="b"/>
              <a:pathLst>
                <a:path w="3953" h="100" extrusionOk="0">
                  <a:moveTo>
                    <a:pt x="1" y="0"/>
                  </a:moveTo>
                  <a:lnTo>
                    <a:pt x="1" y="76"/>
                  </a:lnTo>
                  <a:lnTo>
                    <a:pt x="3953" y="100"/>
                  </a:lnTo>
                  <a:lnTo>
                    <a:pt x="3953" y="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2694;p52">
              <a:extLst>
                <a:ext uri="{FF2B5EF4-FFF2-40B4-BE49-F238E27FC236}">
                  <a16:creationId xmlns:a16="http://schemas.microsoft.com/office/drawing/2014/main" id="{DA023223-0817-4A93-E6E9-AB2DC6BEAC5F}"/>
                </a:ext>
              </a:extLst>
            </p:cNvPr>
            <p:cNvSpPr/>
            <p:nvPr/>
          </p:nvSpPr>
          <p:spPr>
            <a:xfrm>
              <a:off x="7719162" y="4799934"/>
              <a:ext cx="91963" cy="56020"/>
            </a:xfrm>
            <a:custGeom>
              <a:avLst/>
              <a:gdLst/>
              <a:ahLst/>
              <a:cxnLst/>
              <a:rect l="l" t="t" r="r" b="b"/>
              <a:pathLst>
                <a:path w="1049" h="639" extrusionOk="0">
                  <a:moveTo>
                    <a:pt x="1048" y="1"/>
                  </a:moveTo>
                  <a:cubicBezTo>
                    <a:pt x="1048" y="1"/>
                    <a:pt x="802" y="30"/>
                    <a:pt x="562" y="100"/>
                  </a:cubicBezTo>
                  <a:cubicBezTo>
                    <a:pt x="439" y="124"/>
                    <a:pt x="316" y="176"/>
                    <a:pt x="217" y="270"/>
                  </a:cubicBezTo>
                  <a:cubicBezTo>
                    <a:pt x="100" y="346"/>
                    <a:pt x="24" y="469"/>
                    <a:pt x="0" y="639"/>
                  </a:cubicBezTo>
                  <a:lnTo>
                    <a:pt x="71" y="639"/>
                  </a:lnTo>
                  <a:cubicBezTo>
                    <a:pt x="100" y="516"/>
                    <a:pt x="170" y="393"/>
                    <a:pt x="270" y="323"/>
                  </a:cubicBezTo>
                  <a:cubicBezTo>
                    <a:pt x="393" y="223"/>
                    <a:pt x="586" y="147"/>
                    <a:pt x="756" y="124"/>
                  </a:cubicBezTo>
                  <a:cubicBezTo>
                    <a:pt x="832" y="100"/>
                    <a:pt x="902" y="100"/>
                    <a:pt x="949" y="100"/>
                  </a:cubicBezTo>
                  <a:cubicBezTo>
                    <a:pt x="978" y="100"/>
                    <a:pt x="1002" y="77"/>
                    <a:pt x="1025" y="77"/>
                  </a:cubicBezTo>
                  <a:lnTo>
                    <a:pt x="1048" y="77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2695;p52">
              <a:extLst>
                <a:ext uri="{FF2B5EF4-FFF2-40B4-BE49-F238E27FC236}">
                  <a16:creationId xmlns:a16="http://schemas.microsoft.com/office/drawing/2014/main" id="{E31BBA3F-1423-5637-D3CD-D1D67A94B66E}"/>
                </a:ext>
              </a:extLst>
            </p:cNvPr>
            <p:cNvSpPr/>
            <p:nvPr/>
          </p:nvSpPr>
          <p:spPr>
            <a:xfrm>
              <a:off x="7509729" y="4804580"/>
              <a:ext cx="33927" cy="51373"/>
            </a:xfrm>
            <a:custGeom>
              <a:avLst/>
              <a:gdLst/>
              <a:ahLst/>
              <a:cxnLst/>
              <a:rect l="l" t="t" r="r" b="b"/>
              <a:pathLst>
                <a:path w="387" h="586" extrusionOk="0">
                  <a:moveTo>
                    <a:pt x="71" y="0"/>
                  </a:moveTo>
                  <a:lnTo>
                    <a:pt x="0" y="47"/>
                  </a:lnTo>
                  <a:lnTo>
                    <a:pt x="47" y="94"/>
                  </a:lnTo>
                  <a:cubicBezTo>
                    <a:pt x="94" y="170"/>
                    <a:pt x="147" y="240"/>
                    <a:pt x="194" y="340"/>
                  </a:cubicBezTo>
                  <a:cubicBezTo>
                    <a:pt x="264" y="439"/>
                    <a:pt x="293" y="510"/>
                    <a:pt x="317" y="586"/>
                  </a:cubicBezTo>
                  <a:lnTo>
                    <a:pt x="387" y="562"/>
                  </a:lnTo>
                  <a:cubicBezTo>
                    <a:pt x="363" y="463"/>
                    <a:pt x="293" y="316"/>
                    <a:pt x="217" y="217"/>
                  </a:cubicBezTo>
                  <a:cubicBezTo>
                    <a:pt x="147" y="94"/>
                    <a:pt x="71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2696;p52">
              <a:extLst>
                <a:ext uri="{FF2B5EF4-FFF2-40B4-BE49-F238E27FC236}">
                  <a16:creationId xmlns:a16="http://schemas.microsoft.com/office/drawing/2014/main" id="{D1392803-F39F-0563-B6AF-AE3A5CC5E16B}"/>
                </a:ext>
              </a:extLst>
            </p:cNvPr>
            <p:cNvSpPr/>
            <p:nvPr/>
          </p:nvSpPr>
          <p:spPr>
            <a:xfrm>
              <a:off x="7535415" y="3508522"/>
              <a:ext cx="292634" cy="1152915"/>
            </a:xfrm>
            <a:custGeom>
              <a:avLst/>
              <a:gdLst/>
              <a:ahLst/>
              <a:cxnLst/>
              <a:rect l="l" t="t" r="r" b="b"/>
              <a:pathLst>
                <a:path w="3338" h="13151" extrusionOk="0">
                  <a:moveTo>
                    <a:pt x="264" y="0"/>
                  </a:moveTo>
                  <a:lnTo>
                    <a:pt x="264" y="0"/>
                  </a:lnTo>
                  <a:cubicBezTo>
                    <a:pt x="0" y="1511"/>
                    <a:pt x="586" y="13151"/>
                    <a:pt x="586" y="13151"/>
                  </a:cubicBezTo>
                  <a:lnTo>
                    <a:pt x="3144" y="13151"/>
                  </a:lnTo>
                  <a:lnTo>
                    <a:pt x="3144" y="3051"/>
                  </a:lnTo>
                  <a:cubicBezTo>
                    <a:pt x="3144" y="3051"/>
                    <a:pt x="3338" y="2196"/>
                    <a:pt x="3144" y="1364"/>
                  </a:cubicBezTo>
                  <a:cubicBezTo>
                    <a:pt x="3021" y="826"/>
                    <a:pt x="2606" y="123"/>
                    <a:pt x="2606" y="123"/>
                  </a:cubicBez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2697;p52">
              <a:extLst>
                <a:ext uri="{FF2B5EF4-FFF2-40B4-BE49-F238E27FC236}">
                  <a16:creationId xmlns:a16="http://schemas.microsoft.com/office/drawing/2014/main" id="{C585FC6D-4258-1BF0-8B6D-A57B5E94AEDD}"/>
                </a:ext>
              </a:extLst>
            </p:cNvPr>
            <p:cNvSpPr/>
            <p:nvPr/>
          </p:nvSpPr>
          <p:spPr>
            <a:xfrm>
              <a:off x="7584157" y="3508522"/>
              <a:ext cx="38574" cy="1152915"/>
            </a:xfrm>
            <a:custGeom>
              <a:avLst/>
              <a:gdLst/>
              <a:ahLst/>
              <a:cxnLst/>
              <a:rect l="l" t="t" r="r" b="b"/>
              <a:pathLst>
                <a:path w="440" h="13151" extrusionOk="0">
                  <a:moveTo>
                    <a:pt x="53" y="0"/>
                  </a:moveTo>
                  <a:cubicBezTo>
                    <a:pt x="0" y="269"/>
                    <a:pt x="0" y="878"/>
                    <a:pt x="0" y="1704"/>
                  </a:cubicBezTo>
                  <a:cubicBezTo>
                    <a:pt x="0" y="5363"/>
                    <a:pt x="369" y="13151"/>
                    <a:pt x="369" y="13151"/>
                  </a:cubicBezTo>
                  <a:lnTo>
                    <a:pt x="440" y="13151"/>
                  </a:lnTo>
                  <a:lnTo>
                    <a:pt x="440" y="12805"/>
                  </a:lnTo>
                  <a:cubicBezTo>
                    <a:pt x="369" y="11271"/>
                    <a:pt x="77" y="4901"/>
                    <a:pt x="77" y="1704"/>
                  </a:cubicBezTo>
                  <a:cubicBezTo>
                    <a:pt x="77" y="878"/>
                    <a:pt x="77" y="269"/>
                    <a:pt x="123" y="0"/>
                  </a:cubicBez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2698;p52">
              <a:extLst>
                <a:ext uri="{FF2B5EF4-FFF2-40B4-BE49-F238E27FC236}">
                  <a16:creationId xmlns:a16="http://schemas.microsoft.com/office/drawing/2014/main" id="{862A8B6D-1632-875E-F4CC-F4A446AFB8B6}"/>
                </a:ext>
              </a:extLst>
            </p:cNvPr>
            <p:cNvSpPr/>
            <p:nvPr/>
          </p:nvSpPr>
          <p:spPr>
            <a:xfrm>
              <a:off x="7363941" y="4414991"/>
              <a:ext cx="310168" cy="421067"/>
            </a:xfrm>
            <a:custGeom>
              <a:avLst/>
              <a:gdLst/>
              <a:ahLst/>
              <a:cxnLst/>
              <a:rect l="l" t="t" r="r" b="b"/>
              <a:pathLst>
                <a:path w="3538" h="4803" extrusionOk="0">
                  <a:moveTo>
                    <a:pt x="2126" y="0"/>
                  </a:moveTo>
                  <a:lnTo>
                    <a:pt x="1" y="586"/>
                  </a:lnTo>
                  <a:lnTo>
                    <a:pt x="1341" y="3297"/>
                  </a:lnTo>
                  <a:lnTo>
                    <a:pt x="170" y="4538"/>
                  </a:lnTo>
                  <a:cubicBezTo>
                    <a:pt x="123" y="4567"/>
                    <a:pt x="123" y="4637"/>
                    <a:pt x="147" y="4714"/>
                  </a:cubicBezTo>
                  <a:cubicBezTo>
                    <a:pt x="164" y="4764"/>
                    <a:pt x="220" y="4803"/>
                    <a:pt x="279" y="4803"/>
                  </a:cubicBezTo>
                  <a:cubicBezTo>
                    <a:pt x="302" y="4803"/>
                    <a:pt x="325" y="4797"/>
                    <a:pt x="346" y="4784"/>
                  </a:cubicBezTo>
                  <a:lnTo>
                    <a:pt x="3537" y="3513"/>
                  </a:lnTo>
                  <a:lnTo>
                    <a:pt x="3297" y="2635"/>
                  </a:lnTo>
                  <a:lnTo>
                    <a:pt x="21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2699;p52">
              <a:extLst>
                <a:ext uri="{FF2B5EF4-FFF2-40B4-BE49-F238E27FC236}">
                  <a16:creationId xmlns:a16="http://schemas.microsoft.com/office/drawing/2014/main" id="{58D0E53D-0A83-9385-EDE9-E9A4D12737F6}"/>
                </a:ext>
              </a:extLst>
            </p:cNvPr>
            <p:cNvSpPr/>
            <p:nvPr/>
          </p:nvSpPr>
          <p:spPr>
            <a:xfrm>
              <a:off x="7365957" y="4643888"/>
              <a:ext cx="336380" cy="229163"/>
            </a:xfrm>
            <a:custGeom>
              <a:avLst/>
              <a:gdLst/>
              <a:ahLst/>
              <a:cxnLst/>
              <a:rect l="l" t="t" r="r" b="b"/>
              <a:pathLst>
                <a:path w="3837" h="2614" extrusionOk="0">
                  <a:moveTo>
                    <a:pt x="3274" y="1"/>
                  </a:moveTo>
                  <a:cubicBezTo>
                    <a:pt x="3274" y="1"/>
                    <a:pt x="2296" y="686"/>
                    <a:pt x="1318" y="686"/>
                  </a:cubicBezTo>
                  <a:lnTo>
                    <a:pt x="77" y="1956"/>
                  </a:lnTo>
                  <a:cubicBezTo>
                    <a:pt x="30" y="2003"/>
                    <a:pt x="1" y="2149"/>
                    <a:pt x="30" y="2272"/>
                  </a:cubicBezTo>
                  <a:cubicBezTo>
                    <a:pt x="30" y="2272"/>
                    <a:pt x="118" y="2613"/>
                    <a:pt x="193" y="2613"/>
                  </a:cubicBezTo>
                  <a:cubicBezTo>
                    <a:pt x="195" y="2613"/>
                    <a:pt x="198" y="2613"/>
                    <a:pt x="200" y="2612"/>
                  </a:cubicBezTo>
                  <a:lnTo>
                    <a:pt x="3760" y="1195"/>
                  </a:lnTo>
                  <a:cubicBezTo>
                    <a:pt x="3807" y="1195"/>
                    <a:pt x="3836" y="1148"/>
                    <a:pt x="3807" y="1101"/>
                  </a:cubicBezTo>
                  <a:lnTo>
                    <a:pt x="32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2700;p52">
              <a:extLst>
                <a:ext uri="{FF2B5EF4-FFF2-40B4-BE49-F238E27FC236}">
                  <a16:creationId xmlns:a16="http://schemas.microsoft.com/office/drawing/2014/main" id="{FF44F23D-F78F-EC93-148E-2F1938B78CF3}"/>
                </a:ext>
              </a:extLst>
            </p:cNvPr>
            <p:cNvSpPr/>
            <p:nvPr/>
          </p:nvSpPr>
          <p:spPr>
            <a:xfrm>
              <a:off x="7453798" y="4718842"/>
              <a:ext cx="34453" cy="27791"/>
            </a:xfrm>
            <a:custGeom>
              <a:avLst/>
              <a:gdLst/>
              <a:ahLst/>
              <a:cxnLst/>
              <a:rect l="l" t="t" r="r" b="b"/>
              <a:pathLst>
                <a:path w="393" h="317" extrusionOk="0">
                  <a:moveTo>
                    <a:pt x="53" y="0"/>
                  </a:moveTo>
                  <a:lnTo>
                    <a:pt x="0" y="77"/>
                  </a:lnTo>
                  <a:cubicBezTo>
                    <a:pt x="123" y="147"/>
                    <a:pt x="246" y="223"/>
                    <a:pt x="346" y="317"/>
                  </a:cubicBezTo>
                  <a:lnTo>
                    <a:pt x="392" y="270"/>
                  </a:lnTo>
                  <a:cubicBezTo>
                    <a:pt x="293" y="170"/>
                    <a:pt x="170" y="77"/>
                    <a:pt x="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2701;p52">
              <a:extLst>
                <a:ext uri="{FF2B5EF4-FFF2-40B4-BE49-F238E27FC236}">
                  <a16:creationId xmlns:a16="http://schemas.microsoft.com/office/drawing/2014/main" id="{07CD3482-CF58-B0C7-8CA9-BB8A26069BA7}"/>
                </a:ext>
              </a:extLst>
            </p:cNvPr>
            <p:cNvSpPr/>
            <p:nvPr/>
          </p:nvSpPr>
          <p:spPr>
            <a:xfrm>
              <a:off x="7440911" y="4735762"/>
              <a:ext cx="30421" cy="25774"/>
            </a:xfrm>
            <a:custGeom>
              <a:avLst/>
              <a:gdLst/>
              <a:ahLst/>
              <a:cxnLst/>
              <a:rect l="l" t="t" r="r" b="b"/>
              <a:pathLst>
                <a:path w="347" h="294" extrusionOk="0">
                  <a:moveTo>
                    <a:pt x="54" y="1"/>
                  </a:moveTo>
                  <a:lnTo>
                    <a:pt x="1" y="53"/>
                  </a:lnTo>
                  <a:cubicBezTo>
                    <a:pt x="147" y="147"/>
                    <a:pt x="200" y="200"/>
                    <a:pt x="294" y="293"/>
                  </a:cubicBezTo>
                  <a:lnTo>
                    <a:pt x="346" y="247"/>
                  </a:lnTo>
                  <a:cubicBezTo>
                    <a:pt x="247" y="147"/>
                    <a:pt x="171" y="77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2702;p52">
              <a:extLst>
                <a:ext uri="{FF2B5EF4-FFF2-40B4-BE49-F238E27FC236}">
                  <a16:creationId xmlns:a16="http://schemas.microsoft.com/office/drawing/2014/main" id="{55A02EF9-7FBD-69BB-3E01-F6F7806A6AC5}"/>
                </a:ext>
              </a:extLst>
            </p:cNvPr>
            <p:cNvSpPr/>
            <p:nvPr/>
          </p:nvSpPr>
          <p:spPr>
            <a:xfrm>
              <a:off x="7430128" y="4748649"/>
              <a:ext cx="28317" cy="23670"/>
            </a:xfrm>
            <a:custGeom>
              <a:avLst/>
              <a:gdLst/>
              <a:ahLst/>
              <a:cxnLst/>
              <a:rect l="l" t="t" r="r" b="b"/>
              <a:pathLst>
                <a:path w="323" h="270" extrusionOk="0">
                  <a:moveTo>
                    <a:pt x="30" y="0"/>
                  </a:moveTo>
                  <a:lnTo>
                    <a:pt x="1" y="53"/>
                  </a:lnTo>
                  <a:cubicBezTo>
                    <a:pt x="77" y="123"/>
                    <a:pt x="200" y="199"/>
                    <a:pt x="270" y="269"/>
                  </a:cubicBezTo>
                  <a:lnTo>
                    <a:pt x="323" y="223"/>
                  </a:lnTo>
                  <a:cubicBezTo>
                    <a:pt x="247" y="146"/>
                    <a:pt x="124" y="53"/>
                    <a:pt x="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2703;p52">
              <a:extLst>
                <a:ext uri="{FF2B5EF4-FFF2-40B4-BE49-F238E27FC236}">
                  <a16:creationId xmlns:a16="http://schemas.microsoft.com/office/drawing/2014/main" id="{0116479A-75A5-4611-8B67-25E0659ED75C}"/>
                </a:ext>
              </a:extLst>
            </p:cNvPr>
            <p:cNvSpPr/>
            <p:nvPr/>
          </p:nvSpPr>
          <p:spPr>
            <a:xfrm>
              <a:off x="7368587" y="4722963"/>
              <a:ext cx="324983" cy="132992"/>
            </a:xfrm>
            <a:custGeom>
              <a:avLst/>
              <a:gdLst/>
              <a:ahLst/>
              <a:cxnLst/>
              <a:rect l="l" t="t" r="r" b="b"/>
              <a:pathLst>
                <a:path w="3707" h="1517" extrusionOk="0">
                  <a:moveTo>
                    <a:pt x="3683" y="0"/>
                  </a:moveTo>
                  <a:lnTo>
                    <a:pt x="0" y="1441"/>
                  </a:lnTo>
                  <a:lnTo>
                    <a:pt x="24" y="1517"/>
                  </a:lnTo>
                  <a:lnTo>
                    <a:pt x="3707" y="76"/>
                  </a:lnTo>
                  <a:lnTo>
                    <a:pt x="3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2704;p52">
              <a:extLst>
                <a:ext uri="{FF2B5EF4-FFF2-40B4-BE49-F238E27FC236}">
                  <a16:creationId xmlns:a16="http://schemas.microsoft.com/office/drawing/2014/main" id="{9E934FAA-A896-2169-2C17-4473450BB5BF}"/>
                </a:ext>
              </a:extLst>
            </p:cNvPr>
            <p:cNvSpPr/>
            <p:nvPr/>
          </p:nvSpPr>
          <p:spPr>
            <a:xfrm>
              <a:off x="7603618" y="4676236"/>
              <a:ext cx="66364" cy="83196"/>
            </a:xfrm>
            <a:custGeom>
              <a:avLst/>
              <a:gdLst/>
              <a:ahLst/>
              <a:cxnLst/>
              <a:rect l="l" t="t" r="r" b="b"/>
              <a:pathLst>
                <a:path w="757" h="949" extrusionOk="0">
                  <a:moveTo>
                    <a:pt x="733" y="0"/>
                  </a:moveTo>
                  <a:cubicBezTo>
                    <a:pt x="733" y="0"/>
                    <a:pt x="563" y="71"/>
                    <a:pt x="364" y="217"/>
                  </a:cubicBezTo>
                  <a:cubicBezTo>
                    <a:pt x="270" y="293"/>
                    <a:pt x="194" y="363"/>
                    <a:pt x="124" y="463"/>
                  </a:cubicBezTo>
                  <a:cubicBezTo>
                    <a:pt x="48" y="586"/>
                    <a:pt x="1" y="680"/>
                    <a:pt x="1" y="826"/>
                  </a:cubicBezTo>
                  <a:lnTo>
                    <a:pt x="1" y="949"/>
                  </a:lnTo>
                  <a:lnTo>
                    <a:pt x="71" y="926"/>
                  </a:lnTo>
                  <a:lnTo>
                    <a:pt x="71" y="826"/>
                  </a:lnTo>
                  <a:cubicBezTo>
                    <a:pt x="71" y="709"/>
                    <a:pt x="124" y="609"/>
                    <a:pt x="171" y="510"/>
                  </a:cubicBezTo>
                  <a:cubicBezTo>
                    <a:pt x="270" y="363"/>
                    <a:pt x="417" y="270"/>
                    <a:pt x="540" y="194"/>
                  </a:cubicBezTo>
                  <a:cubicBezTo>
                    <a:pt x="610" y="147"/>
                    <a:pt x="657" y="123"/>
                    <a:pt x="709" y="94"/>
                  </a:cubicBezTo>
                  <a:cubicBezTo>
                    <a:pt x="733" y="94"/>
                    <a:pt x="733" y="71"/>
                    <a:pt x="756" y="71"/>
                  </a:cubicBezTo>
                  <a:lnTo>
                    <a:pt x="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2705;p52">
              <a:extLst>
                <a:ext uri="{FF2B5EF4-FFF2-40B4-BE49-F238E27FC236}">
                  <a16:creationId xmlns:a16="http://schemas.microsoft.com/office/drawing/2014/main" id="{CCC97792-0752-071A-BF00-C51F37A9191A}"/>
                </a:ext>
              </a:extLst>
            </p:cNvPr>
            <p:cNvSpPr/>
            <p:nvPr/>
          </p:nvSpPr>
          <p:spPr>
            <a:xfrm>
              <a:off x="7394186" y="4789677"/>
              <a:ext cx="46814" cy="38574"/>
            </a:xfrm>
            <a:custGeom>
              <a:avLst/>
              <a:gdLst/>
              <a:ahLst/>
              <a:cxnLst/>
              <a:rect l="l" t="t" r="r" b="b"/>
              <a:pathLst>
                <a:path w="534" h="440" extrusionOk="0">
                  <a:moveTo>
                    <a:pt x="24" y="0"/>
                  </a:moveTo>
                  <a:lnTo>
                    <a:pt x="1" y="47"/>
                  </a:lnTo>
                  <a:cubicBezTo>
                    <a:pt x="1" y="47"/>
                    <a:pt x="24" y="71"/>
                    <a:pt x="48" y="94"/>
                  </a:cubicBezTo>
                  <a:cubicBezTo>
                    <a:pt x="95" y="147"/>
                    <a:pt x="194" y="194"/>
                    <a:pt x="264" y="264"/>
                  </a:cubicBezTo>
                  <a:cubicBezTo>
                    <a:pt x="364" y="317"/>
                    <a:pt x="440" y="387"/>
                    <a:pt x="487" y="440"/>
                  </a:cubicBezTo>
                  <a:lnTo>
                    <a:pt x="534" y="387"/>
                  </a:lnTo>
                  <a:cubicBezTo>
                    <a:pt x="464" y="317"/>
                    <a:pt x="341" y="217"/>
                    <a:pt x="241" y="147"/>
                  </a:cubicBezTo>
                  <a:cubicBezTo>
                    <a:pt x="118" y="71"/>
                    <a:pt x="24" y="0"/>
                    <a:pt x="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2706;p52">
              <a:extLst>
                <a:ext uri="{FF2B5EF4-FFF2-40B4-BE49-F238E27FC236}">
                  <a16:creationId xmlns:a16="http://schemas.microsoft.com/office/drawing/2014/main" id="{6B746F68-9914-3E2B-42E0-9EE6AF046BFC}"/>
                </a:ext>
              </a:extLst>
            </p:cNvPr>
            <p:cNvSpPr/>
            <p:nvPr/>
          </p:nvSpPr>
          <p:spPr>
            <a:xfrm>
              <a:off x="7220696" y="3544903"/>
              <a:ext cx="541171" cy="1129420"/>
            </a:xfrm>
            <a:custGeom>
              <a:avLst/>
              <a:gdLst/>
              <a:ahLst/>
              <a:cxnLst/>
              <a:rect l="l" t="t" r="r" b="b"/>
              <a:pathLst>
                <a:path w="6173" h="12883" extrusionOk="0">
                  <a:moveTo>
                    <a:pt x="5833" y="1"/>
                  </a:moveTo>
                  <a:lnTo>
                    <a:pt x="1781" y="1365"/>
                  </a:lnTo>
                  <a:cubicBezTo>
                    <a:pt x="463" y="4585"/>
                    <a:pt x="440" y="4925"/>
                    <a:pt x="223" y="6512"/>
                  </a:cubicBezTo>
                  <a:cubicBezTo>
                    <a:pt x="1" y="8122"/>
                    <a:pt x="2443" y="12882"/>
                    <a:pt x="2443" y="12882"/>
                  </a:cubicBezTo>
                  <a:lnTo>
                    <a:pt x="4761" y="11857"/>
                  </a:lnTo>
                  <a:cubicBezTo>
                    <a:pt x="4761" y="11857"/>
                    <a:pt x="3221" y="7490"/>
                    <a:pt x="3321" y="6758"/>
                  </a:cubicBezTo>
                  <a:cubicBezTo>
                    <a:pt x="3514" y="5364"/>
                    <a:pt x="5101" y="3022"/>
                    <a:pt x="5101" y="3022"/>
                  </a:cubicBezTo>
                  <a:cubicBezTo>
                    <a:pt x="5101" y="3022"/>
                    <a:pt x="5856" y="2413"/>
                    <a:pt x="6026" y="1634"/>
                  </a:cubicBezTo>
                  <a:cubicBezTo>
                    <a:pt x="6172" y="826"/>
                    <a:pt x="5833" y="1"/>
                    <a:pt x="5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2707;p52">
              <a:extLst>
                <a:ext uri="{FF2B5EF4-FFF2-40B4-BE49-F238E27FC236}">
                  <a16:creationId xmlns:a16="http://schemas.microsoft.com/office/drawing/2014/main" id="{771FCD07-EFA0-6D9C-EDFB-B639035B19E5}"/>
                </a:ext>
              </a:extLst>
            </p:cNvPr>
            <p:cNvSpPr/>
            <p:nvPr/>
          </p:nvSpPr>
          <p:spPr>
            <a:xfrm>
              <a:off x="7586699" y="3664568"/>
              <a:ext cx="94067" cy="36470"/>
            </a:xfrm>
            <a:custGeom>
              <a:avLst/>
              <a:gdLst/>
              <a:ahLst/>
              <a:cxnLst/>
              <a:rect l="l" t="t" r="r" b="b"/>
              <a:pathLst>
                <a:path w="1073" h="416" extrusionOk="0">
                  <a:moveTo>
                    <a:pt x="1049" y="0"/>
                  </a:moveTo>
                  <a:cubicBezTo>
                    <a:pt x="1049" y="0"/>
                    <a:pt x="24" y="316"/>
                    <a:pt x="1" y="340"/>
                  </a:cubicBezTo>
                  <a:lnTo>
                    <a:pt x="24" y="416"/>
                  </a:lnTo>
                  <a:cubicBezTo>
                    <a:pt x="24" y="392"/>
                    <a:pt x="293" y="316"/>
                    <a:pt x="557" y="246"/>
                  </a:cubicBezTo>
                  <a:cubicBezTo>
                    <a:pt x="680" y="193"/>
                    <a:pt x="803" y="146"/>
                    <a:pt x="902" y="123"/>
                  </a:cubicBezTo>
                  <a:cubicBezTo>
                    <a:pt x="996" y="100"/>
                    <a:pt x="1072" y="70"/>
                    <a:pt x="1072" y="70"/>
                  </a:cubicBezTo>
                  <a:lnTo>
                    <a:pt x="1049" y="0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2708;p52">
              <a:extLst>
                <a:ext uri="{FF2B5EF4-FFF2-40B4-BE49-F238E27FC236}">
                  <a16:creationId xmlns:a16="http://schemas.microsoft.com/office/drawing/2014/main" id="{533E13C3-79B8-000D-995F-08467DAF38D1}"/>
                </a:ext>
              </a:extLst>
            </p:cNvPr>
            <p:cNvSpPr/>
            <p:nvPr/>
          </p:nvSpPr>
          <p:spPr>
            <a:xfrm>
              <a:off x="7781229" y="3630115"/>
              <a:ext cx="31911" cy="14991"/>
            </a:xfrm>
            <a:custGeom>
              <a:avLst/>
              <a:gdLst/>
              <a:ahLst/>
              <a:cxnLst/>
              <a:rect l="l" t="t" r="r" b="b"/>
              <a:pathLst>
                <a:path w="364" h="171" extrusionOk="0">
                  <a:moveTo>
                    <a:pt x="340" y="1"/>
                  </a:moveTo>
                  <a:lnTo>
                    <a:pt x="1" y="100"/>
                  </a:lnTo>
                  <a:lnTo>
                    <a:pt x="24" y="171"/>
                  </a:lnTo>
                  <a:lnTo>
                    <a:pt x="364" y="77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2709;p52">
              <a:extLst>
                <a:ext uri="{FF2B5EF4-FFF2-40B4-BE49-F238E27FC236}">
                  <a16:creationId xmlns:a16="http://schemas.microsoft.com/office/drawing/2014/main" id="{ECB1B4FF-B77D-C9A0-818F-8D618D502D09}"/>
                </a:ext>
              </a:extLst>
            </p:cNvPr>
            <p:cNvSpPr/>
            <p:nvPr/>
          </p:nvSpPr>
          <p:spPr>
            <a:xfrm>
              <a:off x="7278730" y="3653785"/>
              <a:ext cx="194622" cy="1000988"/>
            </a:xfrm>
            <a:custGeom>
              <a:avLst/>
              <a:gdLst/>
              <a:ahLst/>
              <a:cxnLst/>
              <a:rect l="l" t="t" r="r" b="b"/>
              <a:pathLst>
                <a:path w="2220" h="11418" extrusionOk="0">
                  <a:moveTo>
                    <a:pt x="1874" y="0"/>
                  </a:moveTo>
                  <a:cubicBezTo>
                    <a:pt x="1874" y="0"/>
                    <a:pt x="1464" y="878"/>
                    <a:pt x="1025" y="1979"/>
                  </a:cubicBezTo>
                  <a:cubicBezTo>
                    <a:pt x="586" y="3051"/>
                    <a:pt x="118" y="4345"/>
                    <a:pt x="24" y="5147"/>
                  </a:cubicBezTo>
                  <a:cubicBezTo>
                    <a:pt x="1" y="5223"/>
                    <a:pt x="1" y="5317"/>
                    <a:pt x="1" y="5393"/>
                  </a:cubicBezTo>
                  <a:cubicBezTo>
                    <a:pt x="1" y="5855"/>
                    <a:pt x="147" y="6441"/>
                    <a:pt x="340" y="7102"/>
                  </a:cubicBezTo>
                  <a:cubicBezTo>
                    <a:pt x="949" y="9052"/>
                    <a:pt x="2167" y="11418"/>
                    <a:pt x="2167" y="11418"/>
                  </a:cubicBezTo>
                  <a:lnTo>
                    <a:pt x="2220" y="11394"/>
                  </a:lnTo>
                  <a:cubicBezTo>
                    <a:pt x="2220" y="11394"/>
                    <a:pt x="2196" y="11318"/>
                    <a:pt x="2144" y="11201"/>
                  </a:cubicBezTo>
                  <a:cubicBezTo>
                    <a:pt x="1927" y="10785"/>
                    <a:pt x="1412" y="9737"/>
                    <a:pt x="949" y="8566"/>
                  </a:cubicBezTo>
                  <a:cubicBezTo>
                    <a:pt x="487" y="7419"/>
                    <a:pt x="71" y="6171"/>
                    <a:pt x="71" y="5393"/>
                  </a:cubicBezTo>
                  <a:cubicBezTo>
                    <a:pt x="71" y="5317"/>
                    <a:pt x="71" y="5246"/>
                    <a:pt x="94" y="5170"/>
                  </a:cubicBezTo>
                  <a:cubicBezTo>
                    <a:pt x="194" y="4368"/>
                    <a:pt x="656" y="3074"/>
                    <a:pt x="1095" y="2003"/>
                  </a:cubicBezTo>
                  <a:cubicBezTo>
                    <a:pt x="1318" y="1464"/>
                    <a:pt x="1511" y="954"/>
                    <a:pt x="1681" y="609"/>
                  </a:cubicBezTo>
                  <a:cubicBezTo>
                    <a:pt x="1757" y="416"/>
                    <a:pt x="1827" y="293"/>
                    <a:pt x="1874" y="170"/>
                  </a:cubicBezTo>
                  <a:cubicBezTo>
                    <a:pt x="1904" y="76"/>
                    <a:pt x="1927" y="24"/>
                    <a:pt x="1927" y="24"/>
                  </a:cubicBezTo>
                  <a:lnTo>
                    <a:pt x="1874" y="0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2710;p52">
              <a:extLst>
                <a:ext uri="{FF2B5EF4-FFF2-40B4-BE49-F238E27FC236}">
                  <a16:creationId xmlns:a16="http://schemas.microsoft.com/office/drawing/2014/main" id="{D75BE0F6-6ABB-493A-A50F-304E4695C217}"/>
                </a:ext>
              </a:extLst>
            </p:cNvPr>
            <p:cNvSpPr/>
            <p:nvPr/>
          </p:nvSpPr>
          <p:spPr>
            <a:xfrm>
              <a:off x="7556454" y="3686046"/>
              <a:ext cx="194622" cy="316304"/>
            </a:xfrm>
            <a:custGeom>
              <a:avLst/>
              <a:gdLst/>
              <a:ahLst/>
              <a:cxnLst/>
              <a:rect l="l" t="t" r="r" b="b"/>
              <a:pathLst>
                <a:path w="2220" h="3608" extrusionOk="0">
                  <a:moveTo>
                    <a:pt x="2149" y="1"/>
                  </a:moveTo>
                  <a:cubicBezTo>
                    <a:pt x="2073" y="387"/>
                    <a:pt x="1856" y="733"/>
                    <a:pt x="1634" y="973"/>
                  </a:cubicBezTo>
                  <a:cubicBezTo>
                    <a:pt x="1540" y="1096"/>
                    <a:pt x="1441" y="1195"/>
                    <a:pt x="1370" y="1266"/>
                  </a:cubicBezTo>
                  <a:cubicBezTo>
                    <a:pt x="1318" y="1318"/>
                    <a:pt x="1294" y="1342"/>
                    <a:pt x="1271" y="1342"/>
                  </a:cubicBezTo>
                  <a:cubicBezTo>
                    <a:pt x="1271" y="1365"/>
                    <a:pt x="1271" y="1365"/>
                    <a:pt x="1247" y="1365"/>
                  </a:cubicBezTo>
                  <a:lnTo>
                    <a:pt x="1247" y="1389"/>
                  </a:lnTo>
                  <a:cubicBezTo>
                    <a:pt x="1247" y="1389"/>
                    <a:pt x="515" y="2460"/>
                    <a:pt x="0" y="3561"/>
                  </a:cubicBezTo>
                  <a:lnTo>
                    <a:pt x="76" y="3608"/>
                  </a:lnTo>
                  <a:cubicBezTo>
                    <a:pt x="316" y="3046"/>
                    <a:pt x="638" y="2513"/>
                    <a:pt x="878" y="2097"/>
                  </a:cubicBezTo>
                  <a:cubicBezTo>
                    <a:pt x="1001" y="1904"/>
                    <a:pt x="1101" y="1728"/>
                    <a:pt x="1171" y="1611"/>
                  </a:cubicBezTo>
                  <a:cubicBezTo>
                    <a:pt x="1224" y="1558"/>
                    <a:pt x="1247" y="1512"/>
                    <a:pt x="1271" y="1465"/>
                  </a:cubicBezTo>
                  <a:cubicBezTo>
                    <a:pt x="1281" y="1452"/>
                    <a:pt x="1287" y="1440"/>
                    <a:pt x="1290" y="1431"/>
                  </a:cubicBezTo>
                  <a:lnTo>
                    <a:pt x="1290" y="1431"/>
                  </a:lnTo>
                  <a:lnTo>
                    <a:pt x="1294" y="1435"/>
                  </a:lnTo>
                  <a:cubicBezTo>
                    <a:pt x="1294" y="1435"/>
                    <a:pt x="1487" y="1289"/>
                    <a:pt x="1687" y="1026"/>
                  </a:cubicBezTo>
                  <a:cubicBezTo>
                    <a:pt x="1903" y="780"/>
                    <a:pt x="2149" y="411"/>
                    <a:pt x="2219" y="24"/>
                  </a:cubicBezTo>
                  <a:lnTo>
                    <a:pt x="2149" y="1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2711;p52">
              <a:extLst>
                <a:ext uri="{FF2B5EF4-FFF2-40B4-BE49-F238E27FC236}">
                  <a16:creationId xmlns:a16="http://schemas.microsoft.com/office/drawing/2014/main" id="{F10CCF4F-FD72-6588-6990-E4184A767EB5}"/>
                </a:ext>
              </a:extLst>
            </p:cNvPr>
            <p:cNvSpPr/>
            <p:nvPr/>
          </p:nvSpPr>
          <p:spPr>
            <a:xfrm>
              <a:off x="7261285" y="2962887"/>
              <a:ext cx="154119" cy="150963"/>
            </a:xfrm>
            <a:custGeom>
              <a:avLst/>
              <a:gdLst/>
              <a:ahLst/>
              <a:cxnLst/>
              <a:rect l="l" t="t" r="r" b="b"/>
              <a:pathLst>
                <a:path w="1758" h="1722" extrusionOk="0">
                  <a:moveTo>
                    <a:pt x="1101" y="0"/>
                  </a:moveTo>
                  <a:lnTo>
                    <a:pt x="0" y="1001"/>
                  </a:lnTo>
                  <a:lnTo>
                    <a:pt x="293" y="1610"/>
                  </a:lnTo>
                  <a:cubicBezTo>
                    <a:pt x="499" y="1690"/>
                    <a:pt x="680" y="1722"/>
                    <a:pt x="838" y="1722"/>
                  </a:cubicBezTo>
                  <a:cubicBezTo>
                    <a:pt x="1504" y="1722"/>
                    <a:pt x="1757" y="1148"/>
                    <a:pt x="1757" y="1148"/>
                  </a:cubicBezTo>
                  <a:lnTo>
                    <a:pt x="110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2712;p52">
              <a:extLst>
                <a:ext uri="{FF2B5EF4-FFF2-40B4-BE49-F238E27FC236}">
                  <a16:creationId xmlns:a16="http://schemas.microsoft.com/office/drawing/2014/main" id="{F8448D8C-0FEC-5A37-2B8E-03809A9EC912}"/>
                </a:ext>
              </a:extLst>
            </p:cNvPr>
            <p:cNvSpPr/>
            <p:nvPr/>
          </p:nvSpPr>
          <p:spPr>
            <a:xfrm>
              <a:off x="7173531" y="2878289"/>
              <a:ext cx="179718" cy="180858"/>
            </a:xfrm>
            <a:custGeom>
              <a:avLst/>
              <a:gdLst/>
              <a:ahLst/>
              <a:cxnLst/>
              <a:rect l="l" t="t" r="r" b="b"/>
              <a:pathLst>
                <a:path w="2050" h="2063" extrusionOk="0">
                  <a:moveTo>
                    <a:pt x="1056" y="0"/>
                  </a:moveTo>
                  <a:cubicBezTo>
                    <a:pt x="645" y="0"/>
                    <a:pt x="322" y="186"/>
                    <a:pt x="322" y="186"/>
                  </a:cubicBezTo>
                  <a:cubicBezTo>
                    <a:pt x="322" y="186"/>
                    <a:pt x="0" y="1720"/>
                    <a:pt x="562" y="1990"/>
                  </a:cubicBezTo>
                  <a:cubicBezTo>
                    <a:pt x="659" y="2038"/>
                    <a:pt x="815" y="2063"/>
                    <a:pt x="987" y="2063"/>
                  </a:cubicBezTo>
                  <a:cubicBezTo>
                    <a:pt x="1337" y="2063"/>
                    <a:pt x="1758" y="1961"/>
                    <a:pt x="1903" y="1750"/>
                  </a:cubicBezTo>
                  <a:cubicBezTo>
                    <a:pt x="2050" y="1504"/>
                    <a:pt x="1979" y="380"/>
                    <a:pt x="1810" y="257"/>
                  </a:cubicBezTo>
                  <a:cubicBezTo>
                    <a:pt x="1559" y="62"/>
                    <a:pt x="1293" y="0"/>
                    <a:pt x="10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2713;p52">
              <a:extLst>
                <a:ext uri="{FF2B5EF4-FFF2-40B4-BE49-F238E27FC236}">
                  <a16:creationId xmlns:a16="http://schemas.microsoft.com/office/drawing/2014/main" id="{45A9DA63-45F2-54CB-4E00-6B7E0AA56DFF}"/>
                </a:ext>
              </a:extLst>
            </p:cNvPr>
            <p:cNvSpPr/>
            <p:nvPr/>
          </p:nvSpPr>
          <p:spPr>
            <a:xfrm>
              <a:off x="7158628" y="2828495"/>
              <a:ext cx="243891" cy="201197"/>
            </a:xfrm>
            <a:custGeom>
              <a:avLst/>
              <a:gdLst/>
              <a:ahLst/>
              <a:cxnLst/>
              <a:rect l="l" t="t" r="r" b="b"/>
              <a:pathLst>
                <a:path w="2782" h="2295" extrusionOk="0">
                  <a:moveTo>
                    <a:pt x="1440" y="0"/>
                  </a:moveTo>
                  <a:cubicBezTo>
                    <a:pt x="1162" y="0"/>
                    <a:pt x="801" y="143"/>
                    <a:pt x="346" y="415"/>
                  </a:cubicBezTo>
                  <a:cubicBezTo>
                    <a:pt x="246" y="462"/>
                    <a:pt x="0" y="485"/>
                    <a:pt x="0" y="608"/>
                  </a:cubicBezTo>
                  <a:cubicBezTo>
                    <a:pt x="0" y="778"/>
                    <a:pt x="123" y="1071"/>
                    <a:pt x="317" y="1117"/>
                  </a:cubicBezTo>
                  <a:cubicBezTo>
                    <a:pt x="378" y="1132"/>
                    <a:pt x="428" y="1139"/>
                    <a:pt x="478" y="1139"/>
                  </a:cubicBezTo>
                  <a:cubicBezTo>
                    <a:pt x="527" y="1139"/>
                    <a:pt x="577" y="1132"/>
                    <a:pt x="639" y="1117"/>
                  </a:cubicBezTo>
                  <a:cubicBezTo>
                    <a:pt x="671" y="1108"/>
                    <a:pt x="706" y="1104"/>
                    <a:pt x="742" y="1104"/>
                  </a:cubicBezTo>
                  <a:cubicBezTo>
                    <a:pt x="892" y="1104"/>
                    <a:pt x="1049" y="1184"/>
                    <a:pt x="1049" y="1340"/>
                  </a:cubicBezTo>
                  <a:cubicBezTo>
                    <a:pt x="1049" y="1387"/>
                    <a:pt x="1025" y="1486"/>
                    <a:pt x="1078" y="1510"/>
                  </a:cubicBezTo>
                  <a:cubicBezTo>
                    <a:pt x="1086" y="1518"/>
                    <a:pt x="1099" y="1520"/>
                    <a:pt x="1113" y="1520"/>
                  </a:cubicBezTo>
                  <a:cubicBezTo>
                    <a:pt x="1143" y="1520"/>
                    <a:pt x="1179" y="1510"/>
                    <a:pt x="1195" y="1510"/>
                  </a:cubicBezTo>
                  <a:cubicBezTo>
                    <a:pt x="1271" y="1510"/>
                    <a:pt x="1318" y="1609"/>
                    <a:pt x="1294" y="1679"/>
                  </a:cubicBezTo>
                  <a:cubicBezTo>
                    <a:pt x="1294" y="1779"/>
                    <a:pt x="1341" y="1826"/>
                    <a:pt x="1318" y="1902"/>
                  </a:cubicBezTo>
                  <a:cubicBezTo>
                    <a:pt x="1294" y="2095"/>
                    <a:pt x="1540" y="2288"/>
                    <a:pt x="1734" y="2288"/>
                  </a:cubicBezTo>
                  <a:cubicBezTo>
                    <a:pt x="1752" y="2292"/>
                    <a:pt x="1777" y="2294"/>
                    <a:pt x="1805" y="2294"/>
                  </a:cubicBezTo>
                  <a:cubicBezTo>
                    <a:pt x="2000" y="2294"/>
                    <a:pt x="2395" y="2201"/>
                    <a:pt x="2588" y="1925"/>
                  </a:cubicBezTo>
                  <a:cubicBezTo>
                    <a:pt x="2782" y="1656"/>
                    <a:pt x="2758" y="1217"/>
                    <a:pt x="2419" y="561"/>
                  </a:cubicBezTo>
                  <a:cubicBezTo>
                    <a:pt x="2325" y="357"/>
                    <a:pt x="2148" y="264"/>
                    <a:pt x="2037" y="264"/>
                  </a:cubicBezTo>
                  <a:cubicBezTo>
                    <a:pt x="2002" y="264"/>
                    <a:pt x="1973" y="273"/>
                    <a:pt x="1956" y="292"/>
                  </a:cubicBezTo>
                  <a:cubicBezTo>
                    <a:pt x="1835" y="95"/>
                    <a:pt x="1665" y="0"/>
                    <a:pt x="1440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2714;p52">
              <a:extLst>
                <a:ext uri="{FF2B5EF4-FFF2-40B4-BE49-F238E27FC236}">
                  <a16:creationId xmlns:a16="http://schemas.microsoft.com/office/drawing/2014/main" id="{A8EF2749-1DF7-8D63-F682-9AD0D1DF0DD1}"/>
                </a:ext>
              </a:extLst>
            </p:cNvPr>
            <p:cNvSpPr/>
            <p:nvPr/>
          </p:nvSpPr>
          <p:spPr>
            <a:xfrm>
              <a:off x="7248485" y="2946230"/>
              <a:ext cx="38574" cy="63296"/>
            </a:xfrm>
            <a:custGeom>
              <a:avLst/>
              <a:gdLst/>
              <a:ahLst/>
              <a:cxnLst/>
              <a:rect l="l" t="t" r="r" b="b"/>
              <a:pathLst>
                <a:path w="440" h="722" extrusionOk="0">
                  <a:moveTo>
                    <a:pt x="199" y="1"/>
                  </a:moveTo>
                  <a:cubicBezTo>
                    <a:pt x="113" y="1"/>
                    <a:pt x="39" y="61"/>
                    <a:pt x="0" y="243"/>
                  </a:cubicBezTo>
                  <a:lnTo>
                    <a:pt x="24" y="653"/>
                  </a:lnTo>
                  <a:cubicBezTo>
                    <a:pt x="53" y="700"/>
                    <a:pt x="92" y="722"/>
                    <a:pt x="135" y="722"/>
                  </a:cubicBezTo>
                  <a:cubicBezTo>
                    <a:pt x="205" y="722"/>
                    <a:pt x="284" y="664"/>
                    <a:pt x="346" y="559"/>
                  </a:cubicBezTo>
                  <a:cubicBezTo>
                    <a:pt x="416" y="483"/>
                    <a:pt x="439" y="120"/>
                    <a:pt x="293" y="20"/>
                  </a:cubicBezTo>
                  <a:cubicBezTo>
                    <a:pt x="261" y="8"/>
                    <a:pt x="229" y="1"/>
                    <a:pt x="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2715;p52">
              <a:extLst>
                <a:ext uri="{FF2B5EF4-FFF2-40B4-BE49-F238E27FC236}">
                  <a16:creationId xmlns:a16="http://schemas.microsoft.com/office/drawing/2014/main" id="{83E82A47-AC64-FF3A-DD6C-B30743F87301}"/>
                </a:ext>
              </a:extLst>
            </p:cNvPr>
            <p:cNvSpPr/>
            <p:nvPr/>
          </p:nvSpPr>
          <p:spPr>
            <a:xfrm>
              <a:off x="7265931" y="3022938"/>
              <a:ext cx="14903" cy="38574"/>
            </a:xfrm>
            <a:custGeom>
              <a:avLst/>
              <a:gdLst/>
              <a:ahLst/>
              <a:cxnLst/>
              <a:rect l="l" t="t" r="r" b="b"/>
              <a:pathLst>
                <a:path w="170" h="440" extrusionOk="0">
                  <a:moveTo>
                    <a:pt x="117" y="0"/>
                  </a:moveTo>
                  <a:lnTo>
                    <a:pt x="117" y="47"/>
                  </a:lnTo>
                  <a:cubicBezTo>
                    <a:pt x="117" y="123"/>
                    <a:pt x="117" y="293"/>
                    <a:pt x="0" y="392"/>
                  </a:cubicBezTo>
                  <a:lnTo>
                    <a:pt x="24" y="439"/>
                  </a:lnTo>
                  <a:cubicBezTo>
                    <a:pt x="170" y="316"/>
                    <a:pt x="170" y="123"/>
                    <a:pt x="170" y="47"/>
                  </a:cubicBezTo>
                  <a:lnTo>
                    <a:pt x="170" y="0"/>
                  </a:lnTo>
                  <a:close/>
                </a:path>
              </a:pathLst>
            </a:custGeom>
            <a:solidFill>
              <a:srgbClr val="E888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2716;p52">
              <a:extLst>
                <a:ext uri="{FF2B5EF4-FFF2-40B4-BE49-F238E27FC236}">
                  <a16:creationId xmlns:a16="http://schemas.microsoft.com/office/drawing/2014/main" id="{A53A3301-5D7F-5C5D-DE89-DB8DB765F4FF}"/>
                </a:ext>
              </a:extLst>
            </p:cNvPr>
            <p:cNvSpPr/>
            <p:nvPr/>
          </p:nvSpPr>
          <p:spPr>
            <a:xfrm>
              <a:off x="7203776" y="2955786"/>
              <a:ext cx="13238" cy="17972"/>
            </a:xfrm>
            <a:custGeom>
              <a:avLst/>
              <a:gdLst/>
              <a:ahLst/>
              <a:cxnLst/>
              <a:rect l="l" t="t" r="r" b="b"/>
              <a:pathLst>
                <a:path w="151" h="205" extrusionOk="0">
                  <a:moveTo>
                    <a:pt x="56" y="0"/>
                  </a:moveTo>
                  <a:cubicBezTo>
                    <a:pt x="45" y="0"/>
                    <a:pt x="33" y="10"/>
                    <a:pt x="24" y="34"/>
                  </a:cubicBezTo>
                  <a:cubicBezTo>
                    <a:pt x="1" y="81"/>
                    <a:pt x="1" y="157"/>
                    <a:pt x="48" y="204"/>
                  </a:cubicBezTo>
                  <a:lnTo>
                    <a:pt x="71" y="204"/>
                  </a:lnTo>
                  <a:cubicBezTo>
                    <a:pt x="151" y="166"/>
                    <a:pt x="102" y="0"/>
                    <a:pt x="56" y="0"/>
                  </a:cubicBezTo>
                  <a:close/>
                </a:path>
              </a:pathLst>
            </a:custGeom>
            <a:solidFill>
              <a:srgbClr val="2836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2717;p52">
              <a:extLst>
                <a:ext uri="{FF2B5EF4-FFF2-40B4-BE49-F238E27FC236}">
                  <a16:creationId xmlns:a16="http://schemas.microsoft.com/office/drawing/2014/main" id="{8EA36E7E-3DAB-275D-DE2E-021C46290F62}"/>
                </a:ext>
              </a:extLst>
            </p:cNvPr>
            <p:cNvSpPr/>
            <p:nvPr/>
          </p:nvSpPr>
          <p:spPr>
            <a:xfrm>
              <a:off x="7199217" y="2939217"/>
              <a:ext cx="25687" cy="10871"/>
            </a:xfrm>
            <a:custGeom>
              <a:avLst/>
              <a:gdLst/>
              <a:ahLst/>
              <a:cxnLst/>
              <a:rect l="l" t="t" r="r" b="b"/>
              <a:pathLst>
                <a:path w="293" h="124" extrusionOk="0">
                  <a:moveTo>
                    <a:pt x="0" y="1"/>
                  </a:moveTo>
                  <a:lnTo>
                    <a:pt x="0" y="77"/>
                  </a:lnTo>
                  <a:lnTo>
                    <a:pt x="53" y="77"/>
                  </a:lnTo>
                  <a:cubicBezTo>
                    <a:pt x="123" y="77"/>
                    <a:pt x="199" y="100"/>
                    <a:pt x="246" y="124"/>
                  </a:cubicBezTo>
                  <a:lnTo>
                    <a:pt x="293" y="77"/>
                  </a:lnTo>
                  <a:cubicBezTo>
                    <a:pt x="223" y="30"/>
                    <a:pt x="123" y="1"/>
                    <a:pt x="53" y="1"/>
                  </a:cubicBezTo>
                  <a:close/>
                </a:path>
              </a:pathLst>
            </a:custGeom>
            <a:solidFill>
              <a:srgbClr val="2836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2718;p52">
              <a:extLst>
                <a:ext uri="{FF2B5EF4-FFF2-40B4-BE49-F238E27FC236}">
                  <a16:creationId xmlns:a16="http://schemas.microsoft.com/office/drawing/2014/main" id="{901EA2CF-EEFC-E730-A481-2204F1C12890}"/>
                </a:ext>
              </a:extLst>
            </p:cNvPr>
            <p:cNvSpPr/>
            <p:nvPr/>
          </p:nvSpPr>
          <p:spPr>
            <a:xfrm>
              <a:off x="7201760" y="3008035"/>
              <a:ext cx="23144" cy="27791"/>
            </a:xfrm>
            <a:custGeom>
              <a:avLst/>
              <a:gdLst/>
              <a:ahLst/>
              <a:cxnLst/>
              <a:rect l="l" t="t" r="r" b="b"/>
              <a:pathLst>
                <a:path w="264" h="317" extrusionOk="0">
                  <a:moveTo>
                    <a:pt x="24" y="0"/>
                  </a:moveTo>
                  <a:cubicBezTo>
                    <a:pt x="24" y="0"/>
                    <a:pt x="0" y="293"/>
                    <a:pt x="117" y="317"/>
                  </a:cubicBezTo>
                  <a:cubicBezTo>
                    <a:pt x="240" y="317"/>
                    <a:pt x="264" y="0"/>
                    <a:pt x="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2719;p52">
              <a:extLst>
                <a:ext uri="{FF2B5EF4-FFF2-40B4-BE49-F238E27FC236}">
                  <a16:creationId xmlns:a16="http://schemas.microsoft.com/office/drawing/2014/main" id="{E98B2B7E-A41C-2355-7B21-21DC7EC212F3}"/>
                </a:ext>
              </a:extLst>
            </p:cNvPr>
            <p:cNvSpPr/>
            <p:nvPr/>
          </p:nvSpPr>
          <p:spPr>
            <a:xfrm>
              <a:off x="7402426" y="3036088"/>
              <a:ext cx="421505" cy="513030"/>
            </a:xfrm>
            <a:custGeom>
              <a:avLst/>
              <a:gdLst/>
              <a:ahLst/>
              <a:cxnLst/>
              <a:rect l="l" t="t" r="r" b="b"/>
              <a:pathLst>
                <a:path w="4808" h="5852" extrusionOk="0">
                  <a:moveTo>
                    <a:pt x="465" y="0"/>
                  </a:moveTo>
                  <a:cubicBezTo>
                    <a:pt x="174" y="0"/>
                    <a:pt x="1" y="43"/>
                    <a:pt x="1" y="43"/>
                  </a:cubicBezTo>
                  <a:lnTo>
                    <a:pt x="346" y="2093"/>
                  </a:lnTo>
                  <a:cubicBezTo>
                    <a:pt x="346" y="2093"/>
                    <a:pt x="1441" y="2262"/>
                    <a:pt x="2220" y="3047"/>
                  </a:cubicBezTo>
                  <a:cubicBezTo>
                    <a:pt x="3004" y="3849"/>
                    <a:pt x="2782" y="5805"/>
                    <a:pt x="2782" y="5805"/>
                  </a:cubicBezTo>
                  <a:lnTo>
                    <a:pt x="4269" y="5852"/>
                  </a:lnTo>
                  <a:cubicBezTo>
                    <a:pt x="4269" y="5852"/>
                    <a:pt x="4808" y="2801"/>
                    <a:pt x="3660" y="1583"/>
                  </a:cubicBezTo>
                  <a:cubicBezTo>
                    <a:pt x="3004" y="875"/>
                    <a:pt x="2103" y="360"/>
                    <a:pt x="1418" y="143"/>
                  </a:cubicBezTo>
                  <a:cubicBezTo>
                    <a:pt x="1038" y="31"/>
                    <a:pt x="710" y="0"/>
                    <a:pt x="4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2720;p52">
              <a:extLst>
                <a:ext uri="{FF2B5EF4-FFF2-40B4-BE49-F238E27FC236}">
                  <a16:creationId xmlns:a16="http://schemas.microsoft.com/office/drawing/2014/main" id="{9587269B-230A-B0FF-771F-5517C2EC71DD}"/>
                </a:ext>
              </a:extLst>
            </p:cNvPr>
            <p:cNvSpPr/>
            <p:nvPr/>
          </p:nvSpPr>
          <p:spPr>
            <a:xfrm>
              <a:off x="6645347" y="3416648"/>
              <a:ext cx="231092" cy="129397"/>
            </a:xfrm>
            <a:custGeom>
              <a:avLst/>
              <a:gdLst/>
              <a:ahLst/>
              <a:cxnLst/>
              <a:rect l="l" t="t" r="r" b="b"/>
              <a:pathLst>
                <a:path w="2636" h="1476" extrusionOk="0">
                  <a:moveTo>
                    <a:pt x="2272" y="0"/>
                  </a:moveTo>
                  <a:cubicBezTo>
                    <a:pt x="1810" y="117"/>
                    <a:pt x="393" y="293"/>
                    <a:pt x="369" y="386"/>
                  </a:cubicBezTo>
                  <a:cubicBezTo>
                    <a:pt x="346" y="486"/>
                    <a:pt x="832" y="439"/>
                    <a:pt x="808" y="509"/>
                  </a:cubicBezTo>
                  <a:cubicBezTo>
                    <a:pt x="756" y="586"/>
                    <a:pt x="0" y="703"/>
                    <a:pt x="0" y="802"/>
                  </a:cubicBezTo>
                  <a:cubicBezTo>
                    <a:pt x="0" y="846"/>
                    <a:pt x="71" y="862"/>
                    <a:pt x="171" y="862"/>
                  </a:cubicBezTo>
                  <a:cubicBezTo>
                    <a:pt x="337" y="862"/>
                    <a:pt x="583" y="819"/>
                    <a:pt x="707" y="794"/>
                  </a:cubicBezTo>
                  <a:lnTo>
                    <a:pt x="707" y="794"/>
                  </a:lnTo>
                  <a:cubicBezTo>
                    <a:pt x="616" y="817"/>
                    <a:pt x="480" y="865"/>
                    <a:pt x="516" y="949"/>
                  </a:cubicBezTo>
                  <a:cubicBezTo>
                    <a:pt x="534" y="1025"/>
                    <a:pt x="610" y="1056"/>
                    <a:pt x="766" y="1056"/>
                  </a:cubicBezTo>
                  <a:cubicBezTo>
                    <a:pt x="814" y="1056"/>
                    <a:pt x="868" y="1054"/>
                    <a:pt x="931" y="1048"/>
                  </a:cubicBezTo>
                  <a:lnTo>
                    <a:pt x="931" y="1048"/>
                  </a:lnTo>
                  <a:cubicBezTo>
                    <a:pt x="785" y="1072"/>
                    <a:pt x="732" y="1142"/>
                    <a:pt x="756" y="1241"/>
                  </a:cubicBezTo>
                  <a:cubicBezTo>
                    <a:pt x="774" y="1288"/>
                    <a:pt x="836" y="1306"/>
                    <a:pt x="909" y="1306"/>
                  </a:cubicBezTo>
                  <a:cubicBezTo>
                    <a:pt x="954" y="1306"/>
                    <a:pt x="1004" y="1299"/>
                    <a:pt x="1048" y="1288"/>
                  </a:cubicBezTo>
                  <a:lnTo>
                    <a:pt x="1048" y="1288"/>
                  </a:lnTo>
                  <a:cubicBezTo>
                    <a:pt x="955" y="1317"/>
                    <a:pt x="879" y="1388"/>
                    <a:pt x="955" y="1435"/>
                  </a:cubicBezTo>
                  <a:cubicBezTo>
                    <a:pt x="979" y="1461"/>
                    <a:pt x="1069" y="1476"/>
                    <a:pt x="1218" y="1476"/>
                  </a:cubicBezTo>
                  <a:cubicBezTo>
                    <a:pt x="1493" y="1476"/>
                    <a:pt x="1972" y="1427"/>
                    <a:pt x="2635" y="1317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2721;p52">
              <a:extLst>
                <a:ext uri="{FF2B5EF4-FFF2-40B4-BE49-F238E27FC236}">
                  <a16:creationId xmlns:a16="http://schemas.microsoft.com/office/drawing/2014/main" id="{37B03F38-418A-AC38-2090-86BC43F9FA2E}"/>
                </a:ext>
              </a:extLst>
            </p:cNvPr>
            <p:cNvSpPr/>
            <p:nvPr/>
          </p:nvSpPr>
          <p:spPr>
            <a:xfrm>
              <a:off x="7209913" y="3039858"/>
              <a:ext cx="582200" cy="669429"/>
            </a:xfrm>
            <a:custGeom>
              <a:avLst/>
              <a:gdLst/>
              <a:ahLst/>
              <a:cxnLst/>
              <a:rect l="l" t="t" r="r" b="b"/>
              <a:pathLst>
                <a:path w="6641" h="7636" extrusionOk="0">
                  <a:moveTo>
                    <a:pt x="2212" y="0"/>
                  </a:moveTo>
                  <a:cubicBezTo>
                    <a:pt x="2202" y="0"/>
                    <a:pt x="2197" y="0"/>
                    <a:pt x="2197" y="0"/>
                  </a:cubicBezTo>
                  <a:cubicBezTo>
                    <a:pt x="2197" y="0"/>
                    <a:pt x="2003" y="223"/>
                    <a:pt x="1564" y="393"/>
                  </a:cubicBezTo>
                  <a:cubicBezTo>
                    <a:pt x="1418" y="457"/>
                    <a:pt x="1274" y="479"/>
                    <a:pt x="1148" y="479"/>
                  </a:cubicBezTo>
                  <a:cubicBezTo>
                    <a:pt x="894" y="479"/>
                    <a:pt x="709" y="393"/>
                    <a:pt x="709" y="393"/>
                  </a:cubicBezTo>
                  <a:cubicBezTo>
                    <a:pt x="709" y="393"/>
                    <a:pt x="1" y="1757"/>
                    <a:pt x="346" y="3150"/>
                  </a:cubicBezTo>
                  <a:cubicBezTo>
                    <a:pt x="686" y="4562"/>
                    <a:pt x="1564" y="7635"/>
                    <a:pt x="1564" y="7635"/>
                  </a:cubicBezTo>
                  <a:lnTo>
                    <a:pt x="6641" y="5932"/>
                  </a:lnTo>
                  <a:cubicBezTo>
                    <a:pt x="6641" y="5932"/>
                    <a:pt x="5663" y="2419"/>
                    <a:pt x="4445" y="1171"/>
                  </a:cubicBezTo>
                  <a:cubicBezTo>
                    <a:pt x="3287" y="41"/>
                    <a:pt x="2341" y="0"/>
                    <a:pt x="22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2722;p52">
              <a:extLst>
                <a:ext uri="{FF2B5EF4-FFF2-40B4-BE49-F238E27FC236}">
                  <a16:creationId xmlns:a16="http://schemas.microsoft.com/office/drawing/2014/main" id="{948811A0-A3A3-0566-5805-D81A008EA6B6}"/>
                </a:ext>
              </a:extLst>
            </p:cNvPr>
            <p:cNvSpPr/>
            <p:nvPr/>
          </p:nvSpPr>
          <p:spPr>
            <a:xfrm>
              <a:off x="7590819" y="3112709"/>
              <a:ext cx="203389" cy="447192"/>
            </a:xfrm>
            <a:custGeom>
              <a:avLst/>
              <a:gdLst/>
              <a:ahLst/>
              <a:cxnLst/>
              <a:rect l="l" t="t" r="r" b="b"/>
              <a:pathLst>
                <a:path w="2320" h="5101" extrusionOk="0">
                  <a:moveTo>
                    <a:pt x="47" y="1"/>
                  </a:moveTo>
                  <a:lnTo>
                    <a:pt x="1" y="48"/>
                  </a:lnTo>
                  <a:cubicBezTo>
                    <a:pt x="486" y="633"/>
                    <a:pt x="1072" y="1904"/>
                    <a:pt x="1511" y="3028"/>
                  </a:cubicBezTo>
                  <a:cubicBezTo>
                    <a:pt x="1734" y="3584"/>
                    <a:pt x="1903" y="4099"/>
                    <a:pt x="2050" y="4492"/>
                  </a:cubicBezTo>
                  <a:cubicBezTo>
                    <a:pt x="2120" y="4685"/>
                    <a:pt x="2173" y="4831"/>
                    <a:pt x="2196" y="4931"/>
                  </a:cubicBezTo>
                  <a:cubicBezTo>
                    <a:pt x="2243" y="5048"/>
                    <a:pt x="2266" y="5101"/>
                    <a:pt x="2266" y="5101"/>
                  </a:cubicBezTo>
                  <a:lnTo>
                    <a:pt x="2319" y="5077"/>
                  </a:lnTo>
                  <a:cubicBezTo>
                    <a:pt x="2319" y="5077"/>
                    <a:pt x="2026" y="4099"/>
                    <a:pt x="1564" y="2975"/>
                  </a:cubicBezTo>
                  <a:cubicBezTo>
                    <a:pt x="1125" y="1857"/>
                    <a:pt x="563" y="586"/>
                    <a:pt x="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2723;p52">
              <a:extLst>
                <a:ext uri="{FF2B5EF4-FFF2-40B4-BE49-F238E27FC236}">
                  <a16:creationId xmlns:a16="http://schemas.microsoft.com/office/drawing/2014/main" id="{3FCE6384-48AC-BD46-B45A-CFD5422F7E50}"/>
                </a:ext>
              </a:extLst>
            </p:cNvPr>
            <p:cNvSpPr/>
            <p:nvPr/>
          </p:nvSpPr>
          <p:spPr>
            <a:xfrm>
              <a:off x="6795167" y="3074223"/>
              <a:ext cx="498565" cy="479015"/>
            </a:xfrm>
            <a:custGeom>
              <a:avLst/>
              <a:gdLst/>
              <a:ahLst/>
              <a:cxnLst/>
              <a:rect l="l" t="t" r="r" b="b"/>
              <a:pathLst>
                <a:path w="5687" h="5464" extrusionOk="0">
                  <a:moveTo>
                    <a:pt x="5440" y="1"/>
                  </a:moveTo>
                  <a:cubicBezTo>
                    <a:pt x="4785" y="270"/>
                    <a:pt x="4199" y="926"/>
                    <a:pt x="3854" y="1587"/>
                  </a:cubicBezTo>
                  <a:cubicBezTo>
                    <a:pt x="3268" y="2682"/>
                    <a:pt x="2929" y="3467"/>
                    <a:pt x="2929" y="3467"/>
                  </a:cubicBezTo>
                  <a:lnTo>
                    <a:pt x="1" y="3906"/>
                  </a:lnTo>
                  <a:lnTo>
                    <a:pt x="147" y="5463"/>
                  </a:lnTo>
                  <a:cubicBezTo>
                    <a:pt x="147" y="5463"/>
                    <a:pt x="2121" y="5417"/>
                    <a:pt x="3707" y="5171"/>
                  </a:cubicBezTo>
                  <a:cubicBezTo>
                    <a:pt x="4832" y="5001"/>
                    <a:pt x="5686" y="2682"/>
                    <a:pt x="5686" y="2682"/>
                  </a:cubicBezTo>
                  <a:lnTo>
                    <a:pt x="54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2724;p52">
              <a:extLst>
                <a:ext uri="{FF2B5EF4-FFF2-40B4-BE49-F238E27FC236}">
                  <a16:creationId xmlns:a16="http://schemas.microsoft.com/office/drawing/2014/main" id="{9CDE4FDA-B4A6-714C-BDEF-DCFC15378022}"/>
                </a:ext>
              </a:extLst>
            </p:cNvPr>
            <p:cNvSpPr/>
            <p:nvPr/>
          </p:nvSpPr>
          <p:spPr>
            <a:xfrm>
              <a:off x="7253044" y="3037754"/>
              <a:ext cx="171039" cy="68381"/>
            </a:xfrm>
            <a:custGeom>
              <a:avLst/>
              <a:gdLst/>
              <a:ahLst/>
              <a:cxnLst/>
              <a:rect l="l" t="t" r="r" b="b"/>
              <a:pathLst>
                <a:path w="1951" h="780" extrusionOk="0">
                  <a:moveTo>
                    <a:pt x="1874" y="1"/>
                  </a:moveTo>
                  <a:cubicBezTo>
                    <a:pt x="1874" y="1"/>
                    <a:pt x="1874" y="100"/>
                    <a:pt x="1781" y="223"/>
                  </a:cubicBezTo>
                  <a:cubicBezTo>
                    <a:pt x="1681" y="317"/>
                    <a:pt x="1488" y="487"/>
                    <a:pt x="1119" y="610"/>
                  </a:cubicBezTo>
                  <a:cubicBezTo>
                    <a:pt x="926" y="686"/>
                    <a:pt x="756" y="709"/>
                    <a:pt x="633" y="709"/>
                  </a:cubicBezTo>
                  <a:cubicBezTo>
                    <a:pt x="411" y="709"/>
                    <a:pt x="294" y="663"/>
                    <a:pt x="194" y="610"/>
                  </a:cubicBezTo>
                  <a:cubicBezTo>
                    <a:pt x="147" y="586"/>
                    <a:pt x="118" y="540"/>
                    <a:pt x="94" y="540"/>
                  </a:cubicBezTo>
                  <a:cubicBezTo>
                    <a:pt x="71" y="516"/>
                    <a:pt x="71" y="516"/>
                    <a:pt x="71" y="487"/>
                  </a:cubicBezTo>
                  <a:lnTo>
                    <a:pt x="48" y="487"/>
                  </a:lnTo>
                  <a:lnTo>
                    <a:pt x="1" y="540"/>
                  </a:lnTo>
                  <a:cubicBezTo>
                    <a:pt x="1" y="540"/>
                    <a:pt x="194" y="780"/>
                    <a:pt x="633" y="780"/>
                  </a:cubicBezTo>
                  <a:cubicBezTo>
                    <a:pt x="780" y="780"/>
                    <a:pt x="949" y="756"/>
                    <a:pt x="1143" y="686"/>
                  </a:cubicBezTo>
                  <a:cubicBezTo>
                    <a:pt x="1535" y="540"/>
                    <a:pt x="1728" y="370"/>
                    <a:pt x="1851" y="247"/>
                  </a:cubicBezTo>
                  <a:cubicBezTo>
                    <a:pt x="1951" y="124"/>
                    <a:pt x="1951" y="24"/>
                    <a:pt x="19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2725;p52">
              <a:extLst>
                <a:ext uri="{FF2B5EF4-FFF2-40B4-BE49-F238E27FC236}">
                  <a16:creationId xmlns:a16="http://schemas.microsoft.com/office/drawing/2014/main" id="{B864EF4B-373B-B84C-BB62-094AB94AF727}"/>
                </a:ext>
              </a:extLst>
            </p:cNvPr>
            <p:cNvSpPr/>
            <p:nvPr/>
          </p:nvSpPr>
          <p:spPr>
            <a:xfrm>
              <a:off x="7259268" y="3320127"/>
              <a:ext cx="32349" cy="60140"/>
            </a:xfrm>
            <a:custGeom>
              <a:avLst/>
              <a:gdLst/>
              <a:ahLst/>
              <a:cxnLst/>
              <a:rect l="l" t="t" r="r" b="b"/>
              <a:pathLst>
                <a:path w="369" h="686" extrusionOk="0">
                  <a:moveTo>
                    <a:pt x="316" y="0"/>
                  </a:moveTo>
                  <a:lnTo>
                    <a:pt x="0" y="662"/>
                  </a:lnTo>
                  <a:lnTo>
                    <a:pt x="47" y="685"/>
                  </a:lnTo>
                  <a:lnTo>
                    <a:pt x="369" y="24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2726;p52">
              <a:extLst>
                <a:ext uri="{FF2B5EF4-FFF2-40B4-BE49-F238E27FC236}">
                  <a16:creationId xmlns:a16="http://schemas.microsoft.com/office/drawing/2014/main" id="{47036A16-BACD-390F-9616-56C3F20EEC74}"/>
                </a:ext>
              </a:extLst>
            </p:cNvPr>
            <p:cNvSpPr/>
            <p:nvPr/>
          </p:nvSpPr>
          <p:spPr>
            <a:xfrm>
              <a:off x="6833740" y="3409897"/>
              <a:ext cx="14903" cy="141320"/>
            </a:xfrm>
            <a:custGeom>
              <a:avLst/>
              <a:gdLst/>
              <a:ahLst/>
              <a:cxnLst/>
              <a:rect l="l" t="t" r="r" b="b"/>
              <a:pathLst>
                <a:path w="170" h="1612" extrusionOk="0">
                  <a:moveTo>
                    <a:pt x="47" y="1"/>
                  </a:moveTo>
                  <a:lnTo>
                    <a:pt x="0" y="24"/>
                  </a:lnTo>
                  <a:lnTo>
                    <a:pt x="100" y="1611"/>
                  </a:lnTo>
                  <a:lnTo>
                    <a:pt x="170" y="1611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2727;p52">
              <a:extLst>
                <a:ext uri="{FF2B5EF4-FFF2-40B4-BE49-F238E27FC236}">
                  <a16:creationId xmlns:a16="http://schemas.microsoft.com/office/drawing/2014/main" id="{7199FD73-215C-3402-BBB7-1905196B564C}"/>
                </a:ext>
              </a:extLst>
            </p:cNvPr>
            <p:cNvSpPr/>
            <p:nvPr/>
          </p:nvSpPr>
          <p:spPr>
            <a:xfrm>
              <a:off x="7336239" y="3529562"/>
              <a:ext cx="447192" cy="154032"/>
            </a:xfrm>
            <a:custGeom>
              <a:avLst/>
              <a:gdLst/>
              <a:ahLst/>
              <a:cxnLst/>
              <a:rect l="l" t="t" r="r" b="b"/>
              <a:pathLst>
                <a:path w="5101" h="1757" extrusionOk="0">
                  <a:moveTo>
                    <a:pt x="5077" y="0"/>
                  </a:moveTo>
                  <a:lnTo>
                    <a:pt x="0" y="1686"/>
                  </a:lnTo>
                  <a:lnTo>
                    <a:pt x="24" y="1757"/>
                  </a:lnTo>
                  <a:lnTo>
                    <a:pt x="5100" y="76"/>
                  </a:lnTo>
                  <a:lnTo>
                    <a:pt x="50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2728;p52">
              <a:extLst>
                <a:ext uri="{FF2B5EF4-FFF2-40B4-BE49-F238E27FC236}">
                  <a16:creationId xmlns:a16="http://schemas.microsoft.com/office/drawing/2014/main" id="{67BA29BE-FCCE-CF99-6FA1-F9186D0CC592}"/>
                </a:ext>
              </a:extLst>
            </p:cNvPr>
            <p:cNvSpPr/>
            <p:nvPr/>
          </p:nvSpPr>
          <p:spPr>
            <a:xfrm>
              <a:off x="5252325" y="2483200"/>
              <a:ext cx="18600" cy="14150"/>
            </a:xfrm>
            <a:custGeom>
              <a:avLst/>
              <a:gdLst/>
              <a:ahLst/>
              <a:cxnLst/>
              <a:rect l="l" t="t" r="r" b="b"/>
              <a:pathLst>
                <a:path w="744" h="566" fill="none" extrusionOk="0">
                  <a:moveTo>
                    <a:pt x="744" y="0"/>
                  </a:moveTo>
                  <a:cubicBezTo>
                    <a:pt x="372" y="0"/>
                    <a:pt x="119" y="312"/>
                    <a:pt x="1" y="565"/>
                  </a:cubicBezTo>
                </a:path>
              </a:pathLst>
            </a:custGeom>
            <a:noFill/>
            <a:ln w="2975" cap="rnd" cmpd="sng">
              <a:solidFill>
                <a:srgbClr val="28364C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2729;p52">
              <a:extLst>
                <a:ext uri="{FF2B5EF4-FFF2-40B4-BE49-F238E27FC236}">
                  <a16:creationId xmlns:a16="http://schemas.microsoft.com/office/drawing/2014/main" id="{B604D082-2A3C-D3BE-B5B6-1E8A1B954D69}"/>
                </a:ext>
              </a:extLst>
            </p:cNvPr>
            <p:cNvSpPr/>
            <p:nvPr/>
          </p:nvSpPr>
          <p:spPr>
            <a:xfrm>
              <a:off x="5123775" y="2384225"/>
              <a:ext cx="57250" cy="50150"/>
            </a:xfrm>
            <a:custGeom>
              <a:avLst/>
              <a:gdLst/>
              <a:ahLst/>
              <a:cxnLst/>
              <a:rect l="l" t="t" r="r" b="b"/>
              <a:pathLst>
                <a:path w="2290" h="2006" extrusionOk="0">
                  <a:moveTo>
                    <a:pt x="1121" y="1"/>
                  </a:moveTo>
                  <a:cubicBezTo>
                    <a:pt x="991" y="1"/>
                    <a:pt x="863" y="20"/>
                    <a:pt x="744" y="66"/>
                  </a:cubicBezTo>
                  <a:cubicBezTo>
                    <a:pt x="625" y="66"/>
                    <a:pt x="506" y="125"/>
                    <a:pt x="432" y="185"/>
                  </a:cubicBezTo>
                  <a:cubicBezTo>
                    <a:pt x="1" y="497"/>
                    <a:pt x="1" y="1180"/>
                    <a:pt x="313" y="1611"/>
                  </a:cubicBezTo>
                  <a:cubicBezTo>
                    <a:pt x="432" y="1805"/>
                    <a:pt x="625" y="1923"/>
                    <a:pt x="803" y="1983"/>
                  </a:cubicBezTo>
                  <a:cubicBezTo>
                    <a:pt x="851" y="1998"/>
                    <a:pt x="915" y="2005"/>
                    <a:pt x="986" y="2005"/>
                  </a:cubicBezTo>
                  <a:cubicBezTo>
                    <a:pt x="1201" y="2005"/>
                    <a:pt x="1490" y="1938"/>
                    <a:pt x="1680" y="1805"/>
                  </a:cubicBezTo>
                  <a:lnTo>
                    <a:pt x="1739" y="1671"/>
                  </a:lnTo>
                  <a:cubicBezTo>
                    <a:pt x="2051" y="1611"/>
                    <a:pt x="2289" y="1299"/>
                    <a:pt x="2289" y="928"/>
                  </a:cubicBezTo>
                  <a:cubicBezTo>
                    <a:pt x="2230" y="616"/>
                    <a:pt x="2051" y="318"/>
                    <a:pt x="1739" y="125"/>
                  </a:cubicBezTo>
                  <a:cubicBezTo>
                    <a:pt x="1547" y="52"/>
                    <a:pt x="1331" y="1"/>
                    <a:pt x="1121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2730;p52">
              <a:extLst>
                <a:ext uri="{FF2B5EF4-FFF2-40B4-BE49-F238E27FC236}">
                  <a16:creationId xmlns:a16="http://schemas.microsoft.com/office/drawing/2014/main" id="{BF0560F8-8D1E-AEBA-0C02-2D77D9D880A8}"/>
                </a:ext>
              </a:extLst>
            </p:cNvPr>
            <p:cNvSpPr/>
            <p:nvPr/>
          </p:nvSpPr>
          <p:spPr>
            <a:xfrm>
              <a:off x="5473750" y="3158275"/>
              <a:ext cx="170200" cy="79725"/>
            </a:xfrm>
            <a:custGeom>
              <a:avLst/>
              <a:gdLst/>
              <a:ahLst/>
              <a:cxnLst/>
              <a:rect l="l" t="t" r="r" b="b"/>
              <a:pathLst>
                <a:path w="6808" h="3189" extrusionOk="0">
                  <a:moveTo>
                    <a:pt x="1" y="0"/>
                  </a:moveTo>
                  <a:cubicBezTo>
                    <a:pt x="120" y="59"/>
                    <a:pt x="179" y="59"/>
                    <a:pt x="253" y="119"/>
                  </a:cubicBezTo>
                  <a:cubicBezTo>
                    <a:pt x="1115" y="684"/>
                    <a:pt x="1977" y="1234"/>
                    <a:pt x="2914" y="1486"/>
                  </a:cubicBezTo>
                  <a:cubicBezTo>
                    <a:pt x="3463" y="1679"/>
                    <a:pt x="4088" y="1739"/>
                    <a:pt x="4519" y="2110"/>
                  </a:cubicBezTo>
                  <a:cubicBezTo>
                    <a:pt x="4712" y="2229"/>
                    <a:pt x="4890" y="2422"/>
                    <a:pt x="5083" y="2541"/>
                  </a:cubicBezTo>
                  <a:cubicBezTo>
                    <a:pt x="5135" y="2541"/>
                    <a:pt x="5560" y="2733"/>
                    <a:pt x="5628" y="2733"/>
                  </a:cubicBezTo>
                  <a:cubicBezTo>
                    <a:pt x="5636" y="2733"/>
                    <a:pt x="5639" y="2731"/>
                    <a:pt x="5637" y="2726"/>
                  </a:cubicBezTo>
                  <a:lnTo>
                    <a:pt x="5637" y="2726"/>
                  </a:lnTo>
                  <a:cubicBezTo>
                    <a:pt x="5756" y="2914"/>
                    <a:pt x="5947" y="2973"/>
                    <a:pt x="6124" y="3032"/>
                  </a:cubicBezTo>
                  <a:cubicBezTo>
                    <a:pt x="6124" y="3091"/>
                    <a:pt x="6198" y="3091"/>
                    <a:pt x="6198" y="3091"/>
                  </a:cubicBezTo>
                  <a:cubicBezTo>
                    <a:pt x="6257" y="3091"/>
                    <a:pt x="6257" y="3032"/>
                    <a:pt x="6257" y="3032"/>
                  </a:cubicBezTo>
                  <a:cubicBezTo>
                    <a:pt x="6301" y="3130"/>
                    <a:pt x="6450" y="3189"/>
                    <a:pt x="6549" y="3189"/>
                  </a:cubicBezTo>
                  <a:cubicBezTo>
                    <a:pt x="6584" y="3189"/>
                    <a:pt x="6613" y="3181"/>
                    <a:pt x="6629" y="3165"/>
                  </a:cubicBezTo>
                  <a:cubicBezTo>
                    <a:pt x="6688" y="3091"/>
                    <a:pt x="6495" y="2720"/>
                    <a:pt x="6495" y="2720"/>
                  </a:cubicBezTo>
                  <a:lnTo>
                    <a:pt x="6688" y="2720"/>
                  </a:lnTo>
                  <a:cubicBezTo>
                    <a:pt x="6748" y="2601"/>
                    <a:pt x="6748" y="2541"/>
                    <a:pt x="6748" y="2422"/>
                  </a:cubicBezTo>
                  <a:cubicBezTo>
                    <a:pt x="6807" y="1546"/>
                    <a:pt x="6495" y="684"/>
                    <a:pt x="5826" y="5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2731;p52">
              <a:extLst>
                <a:ext uri="{FF2B5EF4-FFF2-40B4-BE49-F238E27FC236}">
                  <a16:creationId xmlns:a16="http://schemas.microsoft.com/office/drawing/2014/main" id="{4783E0A2-5D68-F900-4A07-6BCA5D8DB58B}"/>
                </a:ext>
              </a:extLst>
            </p:cNvPr>
            <p:cNvSpPr/>
            <p:nvPr/>
          </p:nvSpPr>
          <p:spPr>
            <a:xfrm>
              <a:off x="5623850" y="3201725"/>
              <a:ext cx="12300" cy="23075"/>
            </a:xfrm>
            <a:custGeom>
              <a:avLst/>
              <a:gdLst/>
              <a:ahLst/>
              <a:cxnLst/>
              <a:rect l="l" t="t" r="r" b="b"/>
              <a:pathLst>
                <a:path w="492" h="923" extrusionOk="0">
                  <a:moveTo>
                    <a:pt x="60" y="1"/>
                  </a:moveTo>
                  <a:lnTo>
                    <a:pt x="1" y="60"/>
                  </a:lnTo>
                  <a:cubicBezTo>
                    <a:pt x="60" y="179"/>
                    <a:pt x="120" y="313"/>
                    <a:pt x="194" y="432"/>
                  </a:cubicBezTo>
                  <a:cubicBezTo>
                    <a:pt x="253" y="610"/>
                    <a:pt x="313" y="744"/>
                    <a:pt x="372" y="922"/>
                  </a:cubicBezTo>
                  <a:cubicBezTo>
                    <a:pt x="432" y="922"/>
                    <a:pt x="491" y="922"/>
                    <a:pt x="432" y="863"/>
                  </a:cubicBezTo>
                  <a:cubicBezTo>
                    <a:pt x="372" y="610"/>
                    <a:pt x="253" y="239"/>
                    <a:pt x="60" y="1"/>
                  </a:cubicBezTo>
                  <a:close/>
                </a:path>
              </a:pathLst>
            </a:custGeom>
            <a:solidFill>
              <a:srgbClr val="B87F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2732;p52">
              <a:extLst>
                <a:ext uri="{FF2B5EF4-FFF2-40B4-BE49-F238E27FC236}">
                  <a16:creationId xmlns:a16="http://schemas.microsoft.com/office/drawing/2014/main" id="{03996656-E222-9137-678E-103C75561928}"/>
                </a:ext>
              </a:extLst>
            </p:cNvPr>
            <p:cNvSpPr/>
            <p:nvPr/>
          </p:nvSpPr>
          <p:spPr>
            <a:xfrm>
              <a:off x="5600825" y="3201725"/>
              <a:ext cx="26025" cy="29000"/>
            </a:xfrm>
            <a:custGeom>
              <a:avLst/>
              <a:gdLst/>
              <a:ahLst/>
              <a:cxnLst/>
              <a:rect l="l" t="t" r="r" b="b"/>
              <a:pathLst>
                <a:path w="1041" h="1160" extrusionOk="0">
                  <a:moveTo>
                    <a:pt x="60" y="1"/>
                  </a:moveTo>
                  <a:cubicBezTo>
                    <a:pt x="60" y="1"/>
                    <a:pt x="0" y="60"/>
                    <a:pt x="60" y="60"/>
                  </a:cubicBezTo>
                  <a:cubicBezTo>
                    <a:pt x="372" y="432"/>
                    <a:pt x="743" y="744"/>
                    <a:pt x="981" y="1115"/>
                  </a:cubicBezTo>
                  <a:cubicBezTo>
                    <a:pt x="981" y="1145"/>
                    <a:pt x="996" y="1160"/>
                    <a:pt x="1011" y="1160"/>
                  </a:cubicBezTo>
                  <a:cubicBezTo>
                    <a:pt x="1026" y="1160"/>
                    <a:pt x="1041" y="1145"/>
                    <a:pt x="1041" y="1115"/>
                  </a:cubicBezTo>
                  <a:cubicBezTo>
                    <a:pt x="862" y="610"/>
                    <a:pt x="431" y="372"/>
                    <a:pt x="60" y="1"/>
                  </a:cubicBezTo>
                  <a:close/>
                </a:path>
              </a:pathLst>
            </a:custGeom>
            <a:solidFill>
              <a:srgbClr val="B87F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2733;p52">
              <a:extLst>
                <a:ext uri="{FF2B5EF4-FFF2-40B4-BE49-F238E27FC236}">
                  <a16:creationId xmlns:a16="http://schemas.microsoft.com/office/drawing/2014/main" id="{F607481D-ED74-16E1-5A67-0827F5B74C78}"/>
                </a:ext>
              </a:extLst>
            </p:cNvPr>
            <p:cNvSpPr/>
            <p:nvPr/>
          </p:nvSpPr>
          <p:spPr>
            <a:xfrm>
              <a:off x="5295800" y="3198850"/>
              <a:ext cx="159400" cy="1639600"/>
            </a:xfrm>
            <a:custGeom>
              <a:avLst/>
              <a:gdLst/>
              <a:ahLst/>
              <a:cxnLst/>
              <a:rect l="l" t="t" r="r" b="b"/>
              <a:pathLst>
                <a:path w="6376" h="65584" fill="none" extrusionOk="0">
                  <a:moveTo>
                    <a:pt x="6376" y="65583"/>
                  </a:moveTo>
                  <a:lnTo>
                    <a:pt x="0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2734;p52">
              <a:extLst>
                <a:ext uri="{FF2B5EF4-FFF2-40B4-BE49-F238E27FC236}">
                  <a16:creationId xmlns:a16="http://schemas.microsoft.com/office/drawing/2014/main" id="{80E9B29B-9452-92B5-CDDD-9C9DF573DC4A}"/>
                </a:ext>
              </a:extLst>
            </p:cNvPr>
            <p:cNvSpPr/>
            <p:nvPr/>
          </p:nvSpPr>
          <p:spPr>
            <a:xfrm>
              <a:off x="5295800" y="3198850"/>
              <a:ext cx="786175" cy="1639600"/>
            </a:xfrm>
            <a:custGeom>
              <a:avLst/>
              <a:gdLst/>
              <a:ahLst/>
              <a:cxnLst/>
              <a:rect l="l" t="t" r="r" b="b"/>
              <a:pathLst>
                <a:path w="31447" h="65584" fill="none" extrusionOk="0">
                  <a:moveTo>
                    <a:pt x="31447" y="65583"/>
                  </a:moveTo>
                  <a:lnTo>
                    <a:pt x="25012" y="1"/>
                  </a:lnTo>
                  <a:lnTo>
                    <a:pt x="0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2735;p52">
              <a:extLst>
                <a:ext uri="{FF2B5EF4-FFF2-40B4-BE49-F238E27FC236}">
                  <a16:creationId xmlns:a16="http://schemas.microsoft.com/office/drawing/2014/main" id="{64FA2AC2-0A98-846A-806E-9B1353E5E9E0}"/>
                </a:ext>
              </a:extLst>
            </p:cNvPr>
            <p:cNvSpPr/>
            <p:nvPr/>
          </p:nvSpPr>
          <p:spPr>
            <a:xfrm>
              <a:off x="5760200" y="3198850"/>
              <a:ext cx="160900" cy="1639600"/>
            </a:xfrm>
            <a:custGeom>
              <a:avLst/>
              <a:gdLst/>
              <a:ahLst/>
              <a:cxnLst/>
              <a:rect l="l" t="t" r="r" b="b"/>
              <a:pathLst>
                <a:path w="6436" h="65584" fill="none" extrusionOk="0">
                  <a:moveTo>
                    <a:pt x="1" y="65583"/>
                  </a:moveTo>
                  <a:lnTo>
                    <a:pt x="6436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2736;p52">
              <a:extLst>
                <a:ext uri="{FF2B5EF4-FFF2-40B4-BE49-F238E27FC236}">
                  <a16:creationId xmlns:a16="http://schemas.microsoft.com/office/drawing/2014/main" id="{A20F8234-2012-0DC1-E9F1-152231E7E01B}"/>
                </a:ext>
              </a:extLst>
            </p:cNvPr>
            <p:cNvSpPr/>
            <p:nvPr/>
          </p:nvSpPr>
          <p:spPr>
            <a:xfrm>
              <a:off x="5134550" y="3198850"/>
              <a:ext cx="786550" cy="1639600"/>
            </a:xfrm>
            <a:custGeom>
              <a:avLst/>
              <a:gdLst/>
              <a:ahLst/>
              <a:cxnLst/>
              <a:rect l="l" t="t" r="r" b="b"/>
              <a:pathLst>
                <a:path w="31462" h="65584" fill="none" extrusionOk="0">
                  <a:moveTo>
                    <a:pt x="1" y="65583"/>
                  </a:moveTo>
                  <a:lnTo>
                    <a:pt x="6450" y="1"/>
                  </a:lnTo>
                  <a:lnTo>
                    <a:pt x="31462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2737;p52">
              <a:extLst>
                <a:ext uri="{FF2B5EF4-FFF2-40B4-BE49-F238E27FC236}">
                  <a16:creationId xmlns:a16="http://schemas.microsoft.com/office/drawing/2014/main" id="{5B85C11C-3768-995A-43EE-D700CC3CA4EF}"/>
                </a:ext>
              </a:extLst>
            </p:cNvPr>
            <p:cNvSpPr/>
            <p:nvPr/>
          </p:nvSpPr>
          <p:spPr>
            <a:xfrm>
              <a:off x="5156475" y="4606200"/>
              <a:ext cx="899500" cy="25"/>
            </a:xfrm>
            <a:custGeom>
              <a:avLst/>
              <a:gdLst/>
              <a:ahLst/>
              <a:cxnLst/>
              <a:rect l="l" t="t" r="r" b="b"/>
              <a:pathLst>
                <a:path w="35980" h="1" fill="none" extrusionOk="0">
                  <a:moveTo>
                    <a:pt x="35979" y="1"/>
                  </a:moveTo>
                  <a:lnTo>
                    <a:pt x="0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2738;p52">
              <a:extLst>
                <a:ext uri="{FF2B5EF4-FFF2-40B4-BE49-F238E27FC236}">
                  <a16:creationId xmlns:a16="http://schemas.microsoft.com/office/drawing/2014/main" id="{0EF36EF1-9A93-859D-57A9-B5206B55AE5F}"/>
                </a:ext>
              </a:extLst>
            </p:cNvPr>
            <p:cNvSpPr/>
            <p:nvPr/>
          </p:nvSpPr>
          <p:spPr>
            <a:xfrm>
              <a:off x="5176525" y="4406325"/>
              <a:ext cx="859000" cy="25"/>
            </a:xfrm>
            <a:custGeom>
              <a:avLst/>
              <a:gdLst/>
              <a:ahLst/>
              <a:cxnLst/>
              <a:rect l="l" t="t" r="r" b="b"/>
              <a:pathLst>
                <a:path w="34360" h="1" fill="none" extrusionOk="0">
                  <a:moveTo>
                    <a:pt x="34360" y="1"/>
                  </a:moveTo>
                  <a:lnTo>
                    <a:pt x="1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2739;p52">
              <a:extLst>
                <a:ext uri="{FF2B5EF4-FFF2-40B4-BE49-F238E27FC236}">
                  <a16:creationId xmlns:a16="http://schemas.microsoft.com/office/drawing/2014/main" id="{ABB054ED-9D78-61BC-8BFB-935328965E78}"/>
                </a:ext>
              </a:extLst>
            </p:cNvPr>
            <p:cNvSpPr/>
            <p:nvPr/>
          </p:nvSpPr>
          <p:spPr>
            <a:xfrm>
              <a:off x="5196600" y="4199025"/>
              <a:ext cx="822225" cy="25"/>
            </a:xfrm>
            <a:custGeom>
              <a:avLst/>
              <a:gdLst/>
              <a:ahLst/>
              <a:cxnLst/>
              <a:rect l="l" t="t" r="r" b="b"/>
              <a:pathLst>
                <a:path w="32889" h="1" fill="none" extrusionOk="0">
                  <a:moveTo>
                    <a:pt x="32888" y="0"/>
                  </a:moveTo>
                  <a:lnTo>
                    <a:pt x="0" y="0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2740;p52">
              <a:extLst>
                <a:ext uri="{FF2B5EF4-FFF2-40B4-BE49-F238E27FC236}">
                  <a16:creationId xmlns:a16="http://schemas.microsoft.com/office/drawing/2014/main" id="{4EFCF78F-DCA8-9067-16C6-E9DA4713B0C9}"/>
                </a:ext>
              </a:extLst>
            </p:cNvPr>
            <p:cNvSpPr/>
            <p:nvPr/>
          </p:nvSpPr>
          <p:spPr>
            <a:xfrm>
              <a:off x="5216650" y="4002475"/>
              <a:ext cx="781725" cy="25"/>
            </a:xfrm>
            <a:custGeom>
              <a:avLst/>
              <a:gdLst/>
              <a:ahLst/>
              <a:cxnLst/>
              <a:rect l="l" t="t" r="r" b="b"/>
              <a:pathLst>
                <a:path w="31269" h="1" fill="none" extrusionOk="0">
                  <a:moveTo>
                    <a:pt x="31269" y="1"/>
                  </a:moveTo>
                  <a:lnTo>
                    <a:pt x="1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2741;p52">
              <a:extLst>
                <a:ext uri="{FF2B5EF4-FFF2-40B4-BE49-F238E27FC236}">
                  <a16:creationId xmlns:a16="http://schemas.microsoft.com/office/drawing/2014/main" id="{77F4A21B-BDF3-45D5-F52D-694B5A7E0C7B}"/>
                </a:ext>
              </a:extLst>
            </p:cNvPr>
            <p:cNvSpPr/>
            <p:nvPr/>
          </p:nvSpPr>
          <p:spPr>
            <a:xfrm>
              <a:off x="5235225" y="3796650"/>
              <a:ext cx="744575" cy="25"/>
            </a:xfrm>
            <a:custGeom>
              <a:avLst/>
              <a:gdLst/>
              <a:ahLst/>
              <a:cxnLst/>
              <a:rect l="l" t="t" r="r" b="b"/>
              <a:pathLst>
                <a:path w="29783" h="1" fill="none" extrusionOk="0">
                  <a:moveTo>
                    <a:pt x="29783" y="1"/>
                  </a:moveTo>
                  <a:lnTo>
                    <a:pt x="1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2742;p52">
              <a:extLst>
                <a:ext uri="{FF2B5EF4-FFF2-40B4-BE49-F238E27FC236}">
                  <a16:creationId xmlns:a16="http://schemas.microsoft.com/office/drawing/2014/main" id="{D0E7B007-8A26-9728-748C-143F0BFC99E2}"/>
                </a:ext>
              </a:extLst>
            </p:cNvPr>
            <p:cNvSpPr/>
            <p:nvPr/>
          </p:nvSpPr>
          <p:spPr>
            <a:xfrm>
              <a:off x="5255300" y="3593800"/>
              <a:ext cx="704450" cy="25"/>
            </a:xfrm>
            <a:custGeom>
              <a:avLst/>
              <a:gdLst/>
              <a:ahLst/>
              <a:cxnLst/>
              <a:rect l="l" t="t" r="r" b="b"/>
              <a:pathLst>
                <a:path w="28178" h="1" fill="none" extrusionOk="0">
                  <a:moveTo>
                    <a:pt x="28177" y="0"/>
                  </a:moveTo>
                  <a:lnTo>
                    <a:pt x="0" y="0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2743;p52">
              <a:extLst>
                <a:ext uri="{FF2B5EF4-FFF2-40B4-BE49-F238E27FC236}">
                  <a16:creationId xmlns:a16="http://schemas.microsoft.com/office/drawing/2014/main" id="{34069D50-1865-6ED8-6362-38D7F1A0EDE2}"/>
                </a:ext>
              </a:extLst>
            </p:cNvPr>
            <p:cNvSpPr/>
            <p:nvPr/>
          </p:nvSpPr>
          <p:spPr>
            <a:xfrm>
              <a:off x="5275725" y="3400225"/>
              <a:ext cx="660975" cy="25"/>
            </a:xfrm>
            <a:custGeom>
              <a:avLst/>
              <a:gdLst/>
              <a:ahLst/>
              <a:cxnLst/>
              <a:rect l="l" t="t" r="r" b="b"/>
              <a:pathLst>
                <a:path w="26439" h="1" fill="none" extrusionOk="0">
                  <a:moveTo>
                    <a:pt x="26439" y="1"/>
                  </a:moveTo>
                  <a:lnTo>
                    <a:pt x="1" y="1"/>
                  </a:lnTo>
                </a:path>
              </a:pathLst>
            </a:custGeom>
            <a:noFill/>
            <a:ln w="63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2744;p52">
              <a:extLst>
                <a:ext uri="{FF2B5EF4-FFF2-40B4-BE49-F238E27FC236}">
                  <a16:creationId xmlns:a16="http://schemas.microsoft.com/office/drawing/2014/main" id="{F79B2CE8-588B-50A5-FF1D-04F3FF27AEDA}"/>
                </a:ext>
              </a:extLst>
            </p:cNvPr>
            <p:cNvSpPr/>
            <p:nvPr/>
          </p:nvSpPr>
          <p:spPr>
            <a:xfrm>
              <a:off x="5439575" y="3108850"/>
              <a:ext cx="192100" cy="66525"/>
            </a:xfrm>
            <a:custGeom>
              <a:avLst/>
              <a:gdLst/>
              <a:ahLst/>
              <a:cxnLst/>
              <a:rect l="l" t="t" r="r" b="b"/>
              <a:pathLst>
                <a:path w="7684" h="2661" extrusionOk="0">
                  <a:moveTo>
                    <a:pt x="2170" y="1"/>
                  </a:moveTo>
                  <a:lnTo>
                    <a:pt x="1" y="2661"/>
                  </a:lnTo>
                  <a:lnTo>
                    <a:pt x="7684" y="2661"/>
                  </a:lnTo>
                  <a:cubicBezTo>
                    <a:pt x="7431" y="2230"/>
                    <a:pt x="7312" y="1918"/>
                    <a:pt x="7000" y="1665"/>
                  </a:cubicBezTo>
                  <a:cubicBezTo>
                    <a:pt x="6688" y="1293"/>
                    <a:pt x="6450" y="1115"/>
                    <a:pt x="6079" y="922"/>
                  </a:cubicBezTo>
                  <a:cubicBezTo>
                    <a:pt x="4830" y="313"/>
                    <a:pt x="3538" y="1"/>
                    <a:pt x="2170" y="1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2745;p52">
              <a:extLst>
                <a:ext uri="{FF2B5EF4-FFF2-40B4-BE49-F238E27FC236}">
                  <a16:creationId xmlns:a16="http://schemas.microsoft.com/office/drawing/2014/main" id="{11D0631A-F9C7-F6AF-4C00-8618CEFF3A6C}"/>
                </a:ext>
              </a:extLst>
            </p:cNvPr>
            <p:cNvSpPr/>
            <p:nvPr/>
          </p:nvSpPr>
          <p:spPr>
            <a:xfrm>
              <a:off x="5041675" y="2732500"/>
              <a:ext cx="514225" cy="506400"/>
            </a:xfrm>
            <a:custGeom>
              <a:avLst/>
              <a:gdLst/>
              <a:ahLst/>
              <a:cxnLst/>
              <a:rect l="l" t="t" r="r" b="b"/>
              <a:pathLst>
                <a:path w="20569" h="20256" extrusionOk="0">
                  <a:moveTo>
                    <a:pt x="6940" y="0"/>
                  </a:moveTo>
                  <a:lnTo>
                    <a:pt x="0" y="2541"/>
                  </a:lnTo>
                  <a:cubicBezTo>
                    <a:pt x="446" y="7995"/>
                    <a:pt x="5023" y="13435"/>
                    <a:pt x="6510" y="14861"/>
                  </a:cubicBezTo>
                  <a:cubicBezTo>
                    <a:pt x="7936" y="16288"/>
                    <a:pt x="18027" y="20256"/>
                    <a:pt x="18027" y="20256"/>
                  </a:cubicBezTo>
                  <a:lnTo>
                    <a:pt x="20568" y="14861"/>
                  </a:lnTo>
                  <a:cubicBezTo>
                    <a:pt x="20568" y="14861"/>
                    <a:pt x="12201" y="10715"/>
                    <a:pt x="11339" y="9913"/>
                  </a:cubicBezTo>
                  <a:cubicBezTo>
                    <a:pt x="10477" y="9170"/>
                    <a:pt x="6940" y="0"/>
                    <a:pt x="6940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2746;p52">
              <a:extLst>
                <a:ext uri="{FF2B5EF4-FFF2-40B4-BE49-F238E27FC236}">
                  <a16:creationId xmlns:a16="http://schemas.microsoft.com/office/drawing/2014/main" id="{C9365DCE-CFCC-8591-7D5F-EF3F5068EA27}"/>
                </a:ext>
              </a:extLst>
            </p:cNvPr>
            <p:cNvSpPr/>
            <p:nvPr/>
          </p:nvSpPr>
          <p:spPr>
            <a:xfrm>
              <a:off x="5038700" y="4209325"/>
              <a:ext cx="314325" cy="343675"/>
            </a:xfrm>
            <a:custGeom>
              <a:avLst/>
              <a:gdLst/>
              <a:ahLst/>
              <a:cxnLst/>
              <a:rect l="l" t="t" r="r" b="b"/>
              <a:pathLst>
                <a:path w="12573" h="13747" extrusionOk="0">
                  <a:moveTo>
                    <a:pt x="7862" y="0"/>
                  </a:moveTo>
                  <a:lnTo>
                    <a:pt x="313" y="803"/>
                  </a:lnTo>
                  <a:lnTo>
                    <a:pt x="0" y="10656"/>
                  </a:lnTo>
                  <a:lnTo>
                    <a:pt x="313" y="13747"/>
                  </a:lnTo>
                  <a:lnTo>
                    <a:pt x="12008" y="13747"/>
                  </a:lnTo>
                  <a:cubicBezTo>
                    <a:pt x="12320" y="13747"/>
                    <a:pt x="12573" y="13509"/>
                    <a:pt x="12573" y="13197"/>
                  </a:cubicBezTo>
                  <a:cubicBezTo>
                    <a:pt x="12573" y="13004"/>
                    <a:pt x="12454" y="12766"/>
                    <a:pt x="12201" y="12692"/>
                  </a:cubicBezTo>
                  <a:lnTo>
                    <a:pt x="7000" y="10284"/>
                  </a:lnTo>
                  <a:lnTo>
                    <a:pt x="7862" y="0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2747;p52">
              <a:extLst>
                <a:ext uri="{FF2B5EF4-FFF2-40B4-BE49-F238E27FC236}">
                  <a16:creationId xmlns:a16="http://schemas.microsoft.com/office/drawing/2014/main" id="{C1F82252-1101-9D19-EC33-95A17FD8F64C}"/>
                </a:ext>
              </a:extLst>
            </p:cNvPr>
            <p:cNvSpPr/>
            <p:nvPr/>
          </p:nvSpPr>
          <p:spPr>
            <a:xfrm>
              <a:off x="5029400" y="4466425"/>
              <a:ext cx="340725" cy="115925"/>
            </a:xfrm>
            <a:custGeom>
              <a:avLst/>
              <a:gdLst/>
              <a:ahLst/>
              <a:cxnLst/>
              <a:rect l="l" t="t" r="r" b="b"/>
              <a:pathLst>
                <a:path w="13629" h="4637" extrusionOk="0">
                  <a:moveTo>
                    <a:pt x="7372" y="0"/>
                  </a:moveTo>
                  <a:cubicBezTo>
                    <a:pt x="6179" y="476"/>
                    <a:pt x="4855" y="622"/>
                    <a:pt x="3679" y="622"/>
                  </a:cubicBezTo>
                  <a:cubicBezTo>
                    <a:pt x="1809" y="622"/>
                    <a:pt x="313" y="253"/>
                    <a:pt x="313" y="253"/>
                  </a:cubicBezTo>
                  <a:lnTo>
                    <a:pt x="1" y="4399"/>
                  </a:lnTo>
                  <a:cubicBezTo>
                    <a:pt x="1" y="4577"/>
                    <a:pt x="120" y="4637"/>
                    <a:pt x="254" y="4637"/>
                  </a:cubicBezTo>
                  <a:lnTo>
                    <a:pt x="13376" y="4637"/>
                  </a:lnTo>
                  <a:cubicBezTo>
                    <a:pt x="13629" y="4637"/>
                    <a:pt x="13495" y="3344"/>
                    <a:pt x="13495" y="3344"/>
                  </a:cubicBezTo>
                  <a:cubicBezTo>
                    <a:pt x="13376" y="2972"/>
                    <a:pt x="13123" y="2482"/>
                    <a:pt x="12886" y="2408"/>
                  </a:cubicBezTo>
                  <a:lnTo>
                    <a:pt x="7372" y="0"/>
                  </a:ln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2748;p52">
              <a:extLst>
                <a:ext uri="{FF2B5EF4-FFF2-40B4-BE49-F238E27FC236}">
                  <a16:creationId xmlns:a16="http://schemas.microsoft.com/office/drawing/2014/main" id="{BC4DE67B-218F-D8AB-9BCA-18038C614121}"/>
                </a:ext>
              </a:extLst>
            </p:cNvPr>
            <p:cNvSpPr/>
            <p:nvPr/>
          </p:nvSpPr>
          <p:spPr>
            <a:xfrm>
              <a:off x="5222975" y="4472725"/>
              <a:ext cx="20100" cy="32350"/>
            </a:xfrm>
            <a:custGeom>
              <a:avLst/>
              <a:gdLst/>
              <a:ahLst/>
              <a:cxnLst/>
              <a:rect l="l" t="t" r="r" b="b"/>
              <a:pathLst>
                <a:path w="804" h="1294" fill="none" extrusionOk="0">
                  <a:moveTo>
                    <a:pt x="803" y="1"/>
                  </a:moveTo>
                  <a:cubicBezTo>
                    <a:pt x="491" y="372"/>
                    <a:pt x="253" y="803"/>
                    <a:pt x="1" y="1294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2749;p52">
              <a:extLst>
                <a:ext uri="{FF2B5EF4-FFF2-40B4-BE49-F238E27FC236}">
                  <a16:creationId xmlns:a16="http://schemas.microsoft.com/office/drawing/2014/main" id="{A88C3EB3-AB92-BB0D-1A0C-5DBC8ECFBC40}"/>
                </a:ext>
              </a:extLst>
            </p:cNvPr>
            <p:cNvSpPr/>
            <p:nvPr/>
          </p:nvSpPr>
          <p:spPr>
            <a:xfrm>
              <a:off x="5244525" y="4482025"/>
              <a:ext cx="15625" cy="29375"/>
            </a:xfrm>
            <a:custGeom>
              <a:avLst/>
              <a:gdLst/>
              <a:ahLst/>
              <a:cxnLst/>
              <a:rect l="l" t="t" r="r" b="b"/>
              <a:pathLst>
                <a:path w="625" h="1175" fill="none" extrusionOk="0">
                  <a:moveTo>
                    <a:pt x="625" y="0"/>
                  </a:moveTo>
                  <a:cubicBezTo>
                    <a:pt x="313" y="491"/>
                    <a:pt x="194" y="743"/>
                    <a:pt x="1" y="1174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2750;p52">
              <a:extLst>
                <a:ext uri="{FF2B5EF4-FFF2-40B4-BE49-F238E27FC236}">
                  <a16:creationId xmlns:a16="http://schemas.microsoft.com/office/drawing/2014/main" id="{8EAC1631-DD85-0F36-407F-AA74C821890A}"/>
                </a:ext>
              </a:extLst>
            </p:cNvPr>
            <p:cNvSpPr/>
            <p:nvPr/>
          </p:nvSpPr>
          <p:spPr>
            <a:xfrm>
              <a:off x="5260125" y="4489450"/>
              <a:ext cx="15625" cy="26400"/>
            </a:xfrm>
            <a:custGeom>
              <a:avLst/>
              <a:gdLst/>
              <a:ahLst/>
              <a:cxnLst/>
              <a:rect l="l" t="t" r="r" b="b"/>
              <a:pathLst>
                <a:path w="625" h="1056" fill="none" extrusionOk="0">
                  <a:moveTo>
                    <a:pt x="625" y="0"/>
                  </a:moveTo>
                  <a:cubicBezTo>
                    <a:pt x="372" y="313"/>
                    <a:pt x="179" y="743"/>
                    <a:pt x="1" y="1056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2751;p52">
              <a:extLst>
                <a:ext uri="{FF2B5EF4-FFF2-40B4-BE49-F238E27FC236}">
                  <a16:creationId xmlns:a16="http://schemas.microsoft.com/office/drawing/2014/main" id="{BF56A923-28A7-9457-7124-96721E94339B}"/>
                </a:ext>
              </a:extLst>
            </p:cNvPr>
            <p:cNvSpPr/>
            <p:nvPr/>
          </p:nvSpPr>
          <p:spPr>
            <a:xfrm>
              <a:off x="5030900" y="4560775"/>
              <a:ext cx="335875" cy="25"/>
            </a:xfrm>
            <a:custGeom>
              <a:avLst/>
              <a:gdLst/>
              <a:ahLst/>
              <a:cxnLst/>
              <a:rect l="l" t="t" r="r" b="b"/>
              <a:pathLst>
                <a:path w="13435" h="1" fill="none" extrusionOk="0">
                  <a:moveTo>
                    <a:pt x="0" y="1"/>
                  </a:moveTo>
                  <a:lnTo>
                    <a:pt x="13435" y="1"/>
                  </a:ln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2752;p52">
              <a:extLst>
                <a:ext uri="{FF2B5EF4-FFF2-40B4-BE49-F238E27FC236}">
                  <a16:creationId xmlns:a16="http://schemas.microsoft.com/office/drawing/2014/main" id="{3DCF9771-7451-E1FD-81C4-9122CBE34787}"/>
                </a:ext>
              </a:extLst>
            </p:cNvPr>
            <p:cNvSpPr/>
            <p:nvPr/>
          </p:nvSpPr>
          <p:spPr>
            <a:xfrm>
              <a:off x="5034250" y="4511375"/>
              <a:ext cx="85100" cy="49425"/>
            </a:xfrm>
            <a:custGeom>
              <a:avLst/>
              <a:gdLst/>
              <a:ahLst/>
              <a:cxnLst/>
              <a:rect l="l" t="t" r="r" b="b"/>
              <a:pathLst>
                <a:path w="3404" h="1977" fill="none" extrusionOk="0">
                  <a:moveTo>
                    <a:pt x="0" y="0"/>
                  </a:moveTo>
                  <a:cubicBezTo>
                    <a:pt x="0" y="0"/>
                    <a:pt x="3151" y="0"/>
                    <a:pt x="3403" y="1977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2753;p52">
              <a:extLst>
                <a:ext uri="{FF2B5EF4-FFF2-40B4-BE49-F238E27FC236}">
                  <a16:creationId xmlns:a16="http://schemas.microsoft.com/office/drawing/2014/main" id="{6DF9803E-D091-32D5-7E5D-467C01B1EDC4}"/>
                </a:ext>
              </a:extLst>
            </p:cNvPr>
            <p:cNvSpPr/>
            <p:nvPr/>
          </p:nvSpPr>
          <p:spPr>
            <a:xfrm>
              <a:off x="5295800" y="4514350"/>
              <a:ext cx="27875" cy="46450"/>
            </a:xfrm>
            <a:custGeom>
              <a:avLst/>
              <a:gdLst/>
              <a:ahLst/>
              <a:cxnLst/>
              <a:rect l="l" t="t" r="r" b="b"/>
              <a:pathLst>
                <a:path w="1115" h="1858" fill="none" extrusionOk="0">
                  <a:moveTo>
                    <a:pt x="1115" y="0"/>
                  </a:moveTo>
                  <a:cubicBezTo>
                    <a:pt x="1115" y="0"/>
                    <a:pt x="179" y="1234"/>
                    <a:pt x="0" y="1858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2754;p52">
              <a:extLst>
                <a:ext uri="{FF2B5EF4-FFF2-40B4-BE49-F238E27FC236}">
                  <a16:creationId xmlns:a16="http://schemas.microsoft.com/office/drawing/2014/main" id="{F590CE39-39BB-CDD9-EC37-2CBF021A7E0E}"/>
                </a:ext>
              </a:extLst>
            </p:cNvPr>
            <p:cNvSpPr/>
            <p:nvPr/>
          </p:nvSpPr>
          <p:spPr>
            <a:xfrm>
              <a:off x="4953625" y="3240375"/>
              <a:ext cx="348150" cy="1190400"/>
            </a:xfrm>
            <a:custGeom>
              <a:avLst/>
              <a:gdLst/>
              <a:ahLst/>
              <a:cxnLst/>
              <a:rect l="l" t="t" r="r" b="b"/>
              <a:pathLst>
                <a:path w="13926" h="47616" extrusionOk="0">
                  <a:moveTo>
                    <a:pt x="12944" y="0"/>
                  </a:moveTo>
                  <a:lnTo>
                    <a:pt x="1174" y="2482"/>
                  </a:lnTo>
                  <a:cubicBezTo>
                    <a:pt x="1174" y="2482"/>
                    <a:pt x="0" y="7490"/>
                    <a:pt x="2482" y="13628"/>
                  </a:cubicBezTo>
                  <a:cubicBezTo>
                    <a:pt x="2482" y="13628"/>
                    <a:pt x="3656" y="19944"/>
                    <a:pt x="3716" y="27241"/>
                  </a:cubicBezTo>
                  <a:cubicBezTo>
                    <a:pt x="3834" y="34671"/>
                    <a:pt x="2854" y="44093"/>
                    <a:pt x="2854" y="47615"/>
                  </a:cubicBezTo>
                  <a:lnTo>
                    <a:pt x="12513" y="47615"/>
                  </a:lnTo>
                  <a:cubicBezTo>
                    <a:pt x="12513" y="47615"/>
                    <a:pt x="13687" y="37584"/>
                    <a:pt x="13806" y="27434"/>
                  </a:cubicBezTo>
                  <a:cubicBezTo>
                    <a:pt x="13925" y="16095"/>
                    <a:pt x="12944" y="3285"/>
                    <a:pt x="12944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2755;p52">
              <a:extLst>
                <a:ext uri="{FF2B5EF4-FFF2-40B4-BE49-F238E27FC236}">
                  <a16:creationId xmlns:a16="http://schemas.microsoft.com/office/drawing/2014/main" id="{38F388F3-40D1-DDC2-5C4E-5E820E98263F}"/>
                </a:ext>
              </a:extLst>
            </p:cNvPr>
            <p:cNvSpPr/>
            <p:nvPr/>
          </p:nvSpPr>
          <p:spPr>
            <a:xfrm>
              <a:off x="5230775" y="3240375"/>
              <a:ext cx="33825" cy="1190400"/>
            </a:xfrm>
            <a:custGeom>
              <a:avLst/>
              <a:gdLst/>
              <a:ahLst/>
              <a:cxnLst/>
              <a:rect l="l" t="t" r="r" b="b"/>
              <a:pathLst>
                <a:path w="1353" h="47616" fill="none" extrusionOk="0">
                  <a:moveTo>
                    <a:pt x="1" y="47615"/>
                  </a:moveTo>
                  <a:cubicBezTo>
                    <a:pt x="1" y="47615"/>
                    <a:pt x="1175" y="37406"/>
                    <a:pt x="1234" y="27122"/>
                  </a:cubicBezTo>
                  <a:cubicBezTo>
                    <a:pt x="1353" y="15857"/>
                    <a:pt x="432" y="3285"/>
                    <a:pt x="432" y="0"/>
                  </a:cubicBezTo>
                </a:path>
              </a:pathLst>
            </a:custGeom>
            <a:noFill/>
            <a:ln w="48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2756;p52">
              <a:extLst>
                <a:ext uri="{FF2B5EF4-FFF2-40B4-BE49-F238E27FC236}">
                  <a16:creationId xmlns:a16="http://schemas.microsoft.com/office/drawing/2014/main" id="{52756C95-2EFF-1A27-9E25-4AB9BB1FAB3F}"/>
                </a:ext>
              </a:extLst>
            </p:cNvPr>
            <p:cNvSpPr/>
            <p:nvPr/>
          </p:nvSpPr>
          <p:spPr>
            <a:xfrm>
              <a:off x="5447375" y="4009800"/>
              <a:ext cx="314350" cy="342200"/>
            </a:xfrm>
            <a:custGeom>
              <a:avLst/>
              <a:gdLst/>
              <a:ahLst/>
              <a:cxnLst/>
              <a:rect l="l" t="t" r="r" b="b"/>
              <a:pathLst>
                <a:path w="12574" h="13688" extrusionOk="0">
                  <a:moveTo>
                    <a:pt x="7862" y="1"/>
                  </a:moveTo>
                  <a:lnTo>
                    <a:pt x="313" y="744"/>
                  </a:lnTo>
                  <a:lnTo>
                    <a:pt x="1" y="10582"/>
                  </a:lnTo>
                  <a:lnTo>
                    <a:pt x="313" y="13688"/>
                  </a:lnTo>
                  <a:lnTo>
                    <a:pt x="12008" y="13688"/>
                  </a:lnTo>
                  <a:cubicBezTo>
                    <a:pt x="12321" y="13688"/>
                    <a:pt x="12573" y="13435"/>
                    <a:pt x="12573" y="13183"/>
                  </a:cubicBezTo>
                  <a:cubicBezTo>
                    <a:pt x="12573" y="12945"/>
                    <a:pt x="12454" y="12752"/>
                    <a:pt x="12202" y="12692"/>
                  </a:cubicBezTo>
                  <a:lnTo>
                    <a:pt x="7000" y="10210"/>
                  </a:lnTo>
                  <a:lnTo>
                    <a:pt x="7862" y="1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2757;p52">
              <a:extLst>
                <a:ext uri="{FF2B5EF4-FFF2-40B4-BE49-F238E27FC236}">
                  <a16:creationId xmlns:a16="http://schemas.microsoft.com/office/drawing/2014/main" id="{7E406BC9-0C09-481C-102B-8D63B88821F3}"/>
                </a:ext>
              </a:extLst>
            </p:cNvPr>
            <p:cNvSpPr/>
            <p:nvPr/>
          </p:nvSpPr>
          <p:spPr>
            <a:xfrm>
              <a:off x="5438100" y="4265050"/>
              <a:ext cx="340700" cy="117800"/>
            </a:xfrm>
            <a:custGeom>
              <a:avLst/>
              <a:gdLst/>
              <a:ahLst/>
              <a:cxnLst/>
              <a:rect l="l" t="t" r="r" b="b"/>
              <a:pathLst>
                <a:path w="13628" h="4712" extrusionOk="0">
                  <a:moveTo>
                    <a:pt x="7371" y="0"/>
                  </a:moveTo>
                  <a:cubicBezTo>
                    <a:pt x="6180" y="481"/>
                    <a:pt x="4859" y="629"/>
                    <a:pt x="3685" y="629"/>
                  </a:cubicBezTo>
                  <a:cubicBezTo>
                    <a:pt x="1811" y="629"/>
                    <a:pt x="312" y="253"/>
                    <a:pt x="312" y="253"/>
                  </a:cubicBezTo>
                  <a:lnTo>
                    <a:pt x="0" y="4459"/>
                  </a:lnTo>
                  <a:cubicBezTo>
                    <a:pt x="0" y="4592"/>
                    <a:pt x="119" y="4711"/>
                    <a:pt x="253" y="4711"/>
                  </a:cubicBezTo>
                  <a:lnTo>
                    <a:pt x="13375" y="4711"/>
                  </a:lnTo>
                  <a:cubicBezTo>
                    <a:pt x="13628" y="4711"/>
                    <a:pt x="13494" y="3344"/>
                    <a:pt x="13494" y="3344"/>
                  </a:cubicBezTo>
                  <a:cubicBezTo>
                    <a:pt x="13375" y="2973"/>
                    <a:pt x="13123" y="2542"/>
                    <a:pt x="12885" y="2423"/>
                  </a:cubicBezTo>
                  <a:lnTo>
                    <a:pt x="7371" y="0"/>
                  </a:ln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2758;p52">
              <a:extLst>
                <a:ext uri="{FF2B5EF4-FFF2-40B4-BE49-F238E27FC236}">
                  <a16:creationId xmlns:a16="http://schemas.microsoft.com/office/drawing/2014/main" id="{659CB207-E918-EC94-319E-B88AC7177004}"/>
                </a:ext>
              </a:extLst>
            </p:cNvPr>
            <p:cNvSpPr/>
            <p:nvPr/>
          </p:nvSpPr>
          <p:spPr>
            <a:xfrm>
              <a:off x="5631650" y="4271350"/>
              <a:ext cx="20100" cy="32350"/>
            </a:xfrm>
            <a:custGeom>
              <a:avLst/>
              <a:gdLst/>
              <a:ahLst/>
              <a:cxnLst/>
              <a:rect l="l" t="t" r="r" b="b"/>
              <a:pathLst>
                <a:path w="804" h="1294" fill="none" extrusionOk="0">
                  <a:moveTo>
                    <a:pt x="803" y="1"/>
                  </a:moveTo>
                  <a:cubicBezTo>
                    <a:pt x="491" y="432"/>
                    <a:pt x="253" y="863"/>
                    <a:pt x="1" y="1294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2759;p52">
              <a:extLst>
                <a:ext uri="{FF2B5EF4-FFF2-40B4-BE49-F238E27FC236}">
                  <a16:creationId xmlns:a16="http://schemas.microsoft.com/office/drawing/2014/main" id="{B6D17BC6-9E33-3855-D7E7-528B2DED2CF9}"/>
                </a:ext>
              </a:extLst>
            </p:cNvPr>
            <p:cNvSpPr/>
            <p:nvPr/>
          </p:nvSpPr>
          <p:spPr>
            <a:xfrm>
              <a:off x="5653200" y="4282125"/>
              <a:ext cx="15625" cy="27900"/>
            </a:xfrm>
            <a:custGeom>
              <a:avLst/>
              <a:gdLst/>
              <a:ahLst/>
              <a:cxnLst/>
              <a:rect l="l" t="t" r="r" b="b"/>
              <a:pathLst>
                <a:path w="625" h="1116" fill="none" extrusionOk="0">
                  <a:moveTo>
                    <a:pt x="625" y="1"/>
                  </a:moveTo>
                  <a:cubicBezTo>
                    <a:pt x="313" y="432"/>
                    <a:pt x="194" y="685"/>
                    <a:pt x="1" y="1116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2760;p52">
              <a:extLst>
                <a:ext uri="{FF2B5EF4-FFF2-40B4-BE49-F238E27FC236}">
                  <a16:creationId xmlns:a16="http://schemas.microsoft.com/office/drawing/2014/main" id="{28C65414-0680-2931-E4D1-2731BF16E502}"/>
                </a:ext>
              </a:extLst>
            </p:cNvPr>
            <p:cNvSpPr/>
            <p:nvPr/>
          </p:nvSpPr>
          <p:spPr>
            <a:xfrm>
              <a:off x="5668800" y="4289950"/>
              <a:ext cx="15650" cy="24900"/>
            </a:xfrm>
            <a:custGeom>
              <a:avLst/>
              <a:gdLst/>
              <a:ahLst/>
              <a:cxnLst/>
              <a:rect l="l" t="t" r="r" b="b"/>
              <a:pathLst>
                <a:path w="626" h="996" fill="none" extrusionOk="0">
                  <a:moveTo>
                    <a:pt x="625" y="0"/>
                  </a:moveTo>
                  <a:cubicBezTo>
                    <a:pt x="372" y="312"/>
                    <a:pt x="179" y="684"/>
                    <a:pt x="1" y="996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2761;p52">
              <a:extLst>
                <a:ext uri="{FF2B5EF4-FFF2-40B4-BE49-F238E27FC236}">
                  <a16:creationId xmlns:a16="http://schemas.microsoft.com/office/drawing/2014/main" id="{AD2A2140-A3A0-01A6-BA3A-89EB92E44C9D}"/>
                </a:ext>
              </a:extLst>
            </p:cNvPr>
            <p:cNvSpPr/>
            <p:nvPr/>
          </p:nvSpPr>
          <p:spPr>
            <a:xfrm>
              <a:off x="5439575" y="4359425"/>
              <a:ext cx="335900" cy="25"/>
            </a:xfrm>
            <a:custGeom>
              <a:avLst/>
              <a:gdLst/>
              <a:ahLst/>
              <a:cxnLst/>
              <a:rect l="l" t="t" r="r" b="b"/>
              <a:pathLst>
                <a:path w="13436" h="1" fill="none" extrusionOk="0">
                  <a:moveTo>
                    <a:pt x="1" y="0"/>
                  </a:moveTo>
                  <a:lnTo>
                    <a:pt x="13435" y="0"/>
                  </a:ln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2762;p52">
              <a:extLst>
                <a:ext uri="{FF2B5EF4-FFF2-40B4-BE49-F238E27FC236}">
                  <a16:creationId xmlns:a16="http://schemas.microsoft.com/office/drawing/2014/main" id="{D19B29C7-9E1D-5A8D-63DE-54BD2EB8A7CF}"/>
                </a:ext>
              </a:extLst>
            </p:cNvPr>
            <p:cNvSpPr/>
            <p:nvPr/>
          </p:nvSpPr>
          <p:spPr>
            <a:xfrm>
              <a:off x="5442925" y="4310000"/>
              <a:ext cx="85100" cy="49450"/>
            </a:xfrm>
            <a:custGeom>
              <a:avLst/>
              <a:gdLst/>
              <a:ahLst/>
              <a:cxnLst/>
              <a:rect l="l" t="t" r="r" b="b"/>
              <a:pathLst>
                <a:path w="3404" h="1978" fill="none" extrusionOk="0">
                  <a:moveTo>
                    <a:pt x="0" y="1"/>
                  </a:moveTo>
                  <a:cubicBezTo>
                    <a:pt x="0" y="1"/>
                    <a:pt x="3151" y="60"/>
                    <a:pt x="3404" y="1977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2763;p52">
              <a:extLst>
                <a:ext uri="{FF2B5EF4-FFF2-40B4-BE49-F238E27FC236}">
                  <a16:creationId xmlns:a16="http://schemas.microsoft.com/office/drawing/2014/main" id="{8397F928-2E24-FCE0-A62F-CAFE12FFCE37}"/>
                </a:ext>
              </a:extLst>
            </p:cNvPr>
            <p:cNvSpPr/>
            <p:nvPr/>
          </p:nvSpPr>
          <p:spPr>
            <a:xfrm>
              <a:off x="5704475" y="4312975"/>
              <a:ext cx="27900" cy="46475"/>
            </a:xfrm>
            <a:custGeom>
              <a:avLst/>
              <a:gdLst/>
              <a:ahLst/>
              <a:cxnLst/>
              <a:rect l="l" t="t" r="r" b="b"/>
              <a:pathLst>
                <a:path w="1116" h="1859" fill="none" extrusionOk="0">
                  <a:moveTo>
                    <a:pt x="1115" y="0"/>
                  </a:moveTo>
                  <a:cubicBezTo>
                    <a:pt x="1115" y="0"/>
                    <a:pt x="179" y="1308"/>
                    <a:pt x="1" y="1858"/>
                  </a:cubicBezTo>
                </a:path>
              </a:pathLst>
            </a:custGeom>
            <a:noFill/>
            <a:ln w="63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2764;p52">
              <a:extLst>
                <a:ext uri="{FF2B5EF4-FFF2-40B4-BE49-F238E27FC236}">
                  <a16:creationId xmlns:a16="http://schemas.microsoft.com/office/drawing/2014/main" id="{375CE578-F7DC-CBFF-19CB-1BF3B461FF05}"/>
                </a:ext>
              </a:extLst>
            </p:cNvPr>
            <p:cNvSpPr/>
            <p:nvPr/>
          </p:nvSpPr>
          <p:spPr>
            <a:xfrm>
              <a:off x="5062100" y="3266750"/>
              <a:ext cx="648350" cy="968975"/>
            </a:xfrm>
            <a:custGeom>
              <a:avLst/>
              <a:gdLst/>
              <a:ahLst/>
              <a:cxnLst/>
              <a:rect l="l" t="t" r="r" b="b"/>
              <a:pathLst>
                <a:path w="25934" h="38759" extrusionOk="0">
                  <a:moveTo>
                    <a:pt x="669" y="0"/>
                  </a:moveTo>
                  <a:lnTo>
                    <a:pt x="669" y="0"/>
                  </a:lnTo>
                  <a:cubicBezTo>
                    <a:pt x="669" y="1"/>
                    <a:pt x="1" y="3954"/>
                    <a:pt x="1487" y="7178"/>
                  </a:cubicBezTo>
                  <a:cubicBezTo>
                    <a:pt x="3032" y="10775"/>
                    <a:pt x="6436" y="11577"/>
                    <a:pt x="6436" y="11577"/>
                  </a:cubicBezTo>
                  <a:cubicBezTo>
                    <a:pt x="6436" y="11577"/>
                    <a:pt x="14416" y="18443"/>
                    <a:pt x="15100" y="20435"/>
                  </a:cubicBezTo>
                  <a:cubicBezTo>
                    <a:pt x="15664" y="22158"/>
                    <a:pt x="14550" y="38758"/>
                    <a:pt x="14550" y="38758"/>
                  </a:cubicBezTo>
                  <a:lnTo>
                    <a:pt x="23838" y="38758"/>
                  </a:lnTo>
                  <a:cubicBezTo>
                    <a:pt x="23838" y="38758"/>
                    <a:pt x="25933" y="20553"/>
                    <a:pt x="24447" y="16526"/>
                  </a:cubicBezTo>
                  <a:cubicBezTo>
                    <a:pt x="22411" y="10775"/>
                    <a:pt x="13123" y="1977"/>
                    <a:pt x="13123" y="1977"/>
                  </a:cubicBezTo>
                  <a:lnTo>
                    <a:pt x="669" y="0"/>
                  </a:ln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2765;p52">
              <a:extLst>
                <a:ext uri="{FF2B5EF4-FFF2-40B4-BE49-F238E27FC236}">
                  <a16:creationId xmlns:a16="http://schemas.microsoft.com/office/drawing/2014/main" id="{B2951379-339B-C1B0-F64F-BC804CC65DF3}"/>
                </a:ext>
              </a:extLst>
            </p:cNvPr>
            <p:cNvSpPr/>
            <p:nvPr/>
          </p:nvSpPr>
          <p:spPr>
            <a:xfrm>
              <a:off x="5334425" y="3316175"/>
              <a:ext cx="318800" cy="919550"/>
            </a:xfrm>
            <a:custGeom>
              <a:avLst/>
              <a:gdLst/>
              <a:ahLst/>
              <a:cxnLst/>
              <a:rect l="l" t="t" r="r" b="b"/>
              <a:pathLst>
                <a:path w="12752" h="36782" fill="none" extrusionOk="0">
                  <a:moveTo>
                    <a:pt x="1" y="0"/>
                  </a:moveTo>
                  <a:cubicBezTo>
                    <a:pt x="1" y="0"/>
                    <a:pt x="9661" y="10224"/>
                    <a:pt x="11399" y="14549"/>
                  </a:cubicBezTo>
                  <a:cubicBezTo>
                    <a:pt x="12752" y="17833"/>
                    <a:pt x="10775" y="36781"/>
                    <a:pt x="10775" y="36781"/>
                  </a:cubicBezTo>
                </a:path>
              </a:pathLst>
            </a:custGeom>
            <a:noFill/>
            <a:ln w="48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2766;p52">
              <a:extLst>
                <a:ext uri="{FF2B5EF4-FFF2-40B4-BE49-F238E27FC236}">
                  <a16:creationId xmlns:a16="http://schemas.microsoft.com/office/drawing/2014/main" id="{E83BEF93-0411-398C-BCF1-A98BD85D9FA8}"/>
                </a:ext>
              </a:extLst>
            </p:cNvPr>
            <p:cNvSpPr/>
            <p:nvPr/>
          </p:nvSpPr>
          <p:spPr>
            <a:xfrm>
              <a:off x="5099250" y="3446200"/>
              <a:ext cx="195075" cy="172050"/>
            </a:xfrm>
            <a:custGeom>
              <a:avLst/>
              <a:gdLst/>
              <a:ahLst/>
              <a:cxnLst/>
              <a:rect l="l" t="t" r="r" b="b"/>
              <a:pathLst>
                <a:path w="7803" h="6882" fill="none" extrusionOk="0">
                  <a:moveTo>
                    <a:pt x="7803" y="6881"/>
                  </a:moveTo>
                  <a:cubicBezTo>
                    <a:pt x="7060" y="6257"/>
                    <a:pt x="5752" y="5083"/>
                    <a:pt x="5381" y="4771"/>
                  </a:cubicBezTo>
                  <a:cubicBezTo>
                    <a:pt x="5128" y="4518"/>
                    <a:pt x="4890" y="4340"/>
                    <a:pt x="4578" y="4280"/>
                  </a:cubicBezTo>
                  <a:cubicBezTo>
                    <a:pt x="3582" y="3909"/>
                    <a:pt x="1234" y="2854"/>
                    <a:pt x="1" y="0"/>
                  </a:cubicBezTo>
                </a:path>
              </a:pathLst>
            </a:custGeom>
            <a:noFill/>
            <a:ln w="48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2767;p52">
              <a:extLst>
                <a:ext uri="{FF2B5EF4-FFF2-40B4-BE49-F238E27FC236}">
                  <a16:creationId xmlns:a16="http://schemas.microsoft.com/office/drawing/2014/main" id="{FE6C63BE-AD3F-1CA9-AC9C-5E0CF4ABD726}"/>
                </a:ext>
              </a:extLst>
            </p:cNvPr>
            <p:cNvSpPr/>
            <p:nvPr/>
          </p:nvSpPr>
          <p:spPr>
            <a:xfrm>
              <a:off x="5162425" y="3395300"/>
              <a:ext cx="97725" cy="3000"/>
            </a:xfrm>
            <a:custGeom>
              <a:avLst/>
              <a:gdLst/>
              <a:ahLst/>
              <a:cxnLst/>
              <a:rect l="l" t="t" r="r" b="b"/>
              <a:pathLst>
                <a:path w="3909" h="120" fill="none" extrusionOk="0">
                  <a:moveTo>
                    <a:pt x="0" y="0"/>
                  </a:moveTo>
                  <a:cubicBezTo>
                    <a:pt x="0" y="0"/>
                    <a:pt x="2794" y="119"/>
                    <a:pt x="3909" y="0"/>
                  </a:cubicBezTo>
                </a:path>
              </a:pathLst>
            </a:custGeom>
            <a:noFill/>
            <a:ln w="48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2768;p52">
              <a:extLst>
                <a:ext uri="{FF2B5EF4-FFF2-40B4-BE49-F238E27FC236}">
                  <a16:creationId xmlns:a16="http://schemas.microsoft.com/office/drawing/2014/main" id="{DF709BC9-36CF-8931-ACE8-7B777B0726F8}"/>
                </a:ext>
              </a:extLst>
            </p:cNvPr>
            <p:cNvSpPr/>
            <p:nvPr/>
          </p:nvSpPr>
          <p:spPr>
            <a:xfrm>
              <a:off x="4975175" y="3395300"/>
              <a:ext cx="55750" cy="25"/>
            </a:xfrm>
            <a:custGeom>
              <a:avLst/>
              <a:gdLst/>
              <a:ahLst/>
              <a:cxnLst/>
              <a:rect l="l" t="t" r="r" b="b"/>
              <a:pathLst>
                <a:path w="2230" h="1" fill="none" extrusionOk="0">
                  <a:moveTo>
                    <a:pt x="0" y="0"/>
                  </a:moveTo>
                  <a:lnTo>
                    <a:pt x="2229" y="0"/>
                  </a:lnTo>
                </a:path>
              </a:pathLst>
            </a:custGeom>
            <a:noFill/>
            <a:ln w="48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2769;p52">
              <a:extLst>
                <a:ext uri="{FF2B5EF4-FFF2-40B4-BE49-F238E27FC236}">
                  <a16:creationId xmlns:a16="http://schemas.microsoft.com/office/drawing/2014/main" id="{5ABB4A31-6408-19E1-F4D3-143570B82DA1}"/>
                </a:ext>
              </a:extLst>
            </p:cNvPr>
            <p:cNvSpPr/>
            <p:nvPr/>
          </p:nvSpPr>
          <p:spPr>
            <a:xfrm>
              <a:off x="5805150" y="2705600"/>
              <a:ext cx="205875" cy="167725"/>
            </a:xfrm>
            <a:custGeom>
              <a:avLst/>
              <a:gdLst/>
              <a:ahLst/>
              <a:cxnLst/>
              <a:rect l="l" t="t" r="r" b="b"/>
              <a:pathLst>
                <a:path w="8235" h="6709" extrusionOk="0">
                  <a:moveTo>
                    <a:pt x="5387" y="1"/>
                  </a:moveTo>
                  <a:cubicBezTo>
                    <a:pt x="4875" y="1"/>
                    <a:pt x="869" y="1725"/>
                    <a:pt x="1" y="2131"/>
                  </a:cubicBezTo>
                  <a:lnTo>
                    <a:pt x="1725" y="6709"/>
                  </a:lnTo>
                  <a:cubicBezTo>
                    <a:pt x="1725" y="6709"/>
                    <a:pt x="6376" y="5104"/>
                    <a:pt x="6243" y="4361"/>
                  </a:cubicBezTo>
                  <a:cubicBezTo>
                    <a:pt x="6212" y="4112"/>
                    <a:pt x="6056" y="4050"/>
                    <a:pt x="5909" y="4050"/>
                  </a:cubicBezTo>
                  <a:cubicBezTo>
                    <a:pt x="5767" y="4050"/>
                    <a:pt x="5633" y="4108"/>
                    <a:pt x="5633" y="4108"/>
                  </a:cubicBezTo>
                  <a:cubicBezTo>
                    <a:pt x="5633" y="4108"/>
                    <a:pt x="6317" y="3811"/>
                    <a:pt x="6183" y="3365"/>
                  </a:cubicBezTo>
                  <a:cubicBezTo>
                    <a:pt x="6101" y="3166"/>
                    <a:pt x="5950" y="3113"/>
                    <a:pt x="5810" y="3113"/>
                  </a:cubicBezTo>
                  <a:cubicBezTo>
                    <a:pt x="5651" y="3113"/>
                    <a:pt x="5508" y="3182"/>
                    <a:pt x="5500" y="3186"/>
                  </a:cubicBezTo>
                  <a:lnTo>
                    <a:pt x="5500" y="3186"/>
                  </a:lnTo>
                  <a:cubicBezTo>
                    <a:pt x="5520" y="3176"/>
                    <a:pt x="6371" y="2750"/>
                    <a:pt x="5945" y="2250"/>
                  </a:cubicBezTo>
                  <a:cubicBezTo>
                    <a:pt x="5838" y="2093"/>
                    <a:pt x="5675" y="2047"/>
                    <a:pt x="5523" y="2047"/>
                  </a:cubicBezTo>
                  <a:cubicBezTo>
                    <a:pt x="5316" y="2047"/>
                    <a:pt x="5128" y="2131"/>
                    <a:pt x="5128" y="2131"/>
                  </a:cubicBezTo>
                  <a:cubicBezTo>
                    <a:pt x="5128" y="2131"/>
                    <a:pt x="8234" y="705"/>
                    <a:pt x="7922" y="274"/>
                  </a:cubicBezTo>
                  <a:cubicBezTo>
                    <a:pt x="7894" y="214"/>
                    <a:pt x="7821" y="189"/>
                    <a:pt x="7718" y="189"/>
                  </a:cubicBezTo>
                  <a:cubicBezTo>
                    <a:pt x="7384" y="189"/>
                    <a:pt x="6737" y="452"/>
                    <a:pt x="6317" y="645"/>
                  </a:cubicBezTo>
                  <a:cubicBezTo>
                    <a:pt x="5693" y="957"/>
                    <a:pt x="4385" y="1269"/>
                    <a:pt x="4326" y="1269"/>
                  </a:cubicBezTo>
                  <a:cubicBezTo>
                    <a:pt x="4207" y="1210"/>
                    <a:pt x="5574" y="274"/>
                    <a:pt x="5440" y="21"/>
                  </a:cubicBezTo>
                  <a:cubicBezTo>
                    <a:pt x="5437" y="7"/>
                    <a:pt x="5418" y="1"/>
                    <a:pt x="5387" y="1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2770;p52">
              <a:extLst>
                <a:ext uri="{FF2B5EF4-FFF2-40B4-BE49-F238E27FC236}">
                  <a16:creationId xmlns:a16="http://schemas.microsoft.com/office/drawing/2014/main" id="{D388654A-8C4A-B4CD-8F60-3360829844DD}"/>
                </a:ext>
              </a:extLst>
            </p:cNvPr>
            <p:cNvSpPr/>
            <p:nvPr/>
          </p:nvSpPr>
          <p:spPr>
            <a:xfrm>
              <a:off x="4959925" y="2635150"/>
              <a:ext cx="471875" cy="701100"/>
            </a:xfrm>
            <a:custGeom>
              <a:avLst/>
              <a:gdLst/>
              <a:ahLst/>
              <a:cxnLst/>
              <a:rect l="l" t="t" r="r" b="b"/>
              <a:pathLst>
                <a:path w="18875" h="28044" extrusionOk="0">
                  <a:moveTo>
                    <a:pt x="7119" y="1"/>
                  </a:moveTo>
                  <a:cubicBezTo>
                    <a:pt x="7119" y="1"/>
                    <a:pt x="3211" y="550"/>
                    <a:pt x="1353" y="12633"/>
                  </a:cubicBezTo>
                  <a:cubicBezTo>
                    <a:pt x="1" y="21178"/>
                    <a:pt x="432" y="28044"/>
                    <a:pt x="432" y="28044"/>
                  </a:cubicBezTo>
                  <a:lnTo>
                    <a:pt x="18325" y="28044"/>
                  </a:lnTo>
                  <a:cubicBezTo>
                    <a:pt x="18325" y="28044"/>
                    <a:pt x="18875" y="9601"/>
                    <a:pt x="17953" y="6123"/>
                  </a:cubicBezTo>
                  <a:lnTo>
                    <a:pt x="11385" y="491"/>
                  </a:lnTo>
                  <a:cubicBezTo>
                    <a:pt x="11385" y="491"/>
                    <a:pt x="10711" y="1034"/>
                    <a:pt x="9588" y="1034"/>
                  </a:cubicBezTo>
                  <a:cubicBezTo>
                    <a:pt x="9397" y="1034"/>
                    <a:pt x="9193" y="1018"/>
                    <a:pt x="8977" y="981"/>
                  </a:cubicBezTo>
                  <a:cubicBezTo>
                    <a:pt x="7491" y="744"/>
                    <a:pt x="7119" y="1"/>
                    <a:pt x="7119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2771;p52">
              <a:extLst>
                <a:ext uri="{FF2B5EF4-FFF2-40B4-BE49-F238E27FC236}">
                  <a16:creationId xmlns:a16="http://schemas.microsoft.com/office/drawing/2014/main" id="{E63C0A9F-5095-E6C3-7164-4096DBC9F20D}"/>
                </a:ext>
              </a:extLst>
            </p:cNvPr>
            <p:cNvSpPr/>
            <p:nvPr/>
          </p:nvSpPr>
          <p:spPr>
            <a:xfrm>
              <a:off x="5244525" y="2647425"/>
              <a:ext cx="647225" cy="368575"/>
            </a:xfrm>
            <a:custGeom>
              <a:avLst/>
              <a:gdLst/>
              <a:ahLst/>
              <a:cxnLst/>
              <a:rect l="l" t="t" r="r" b="b"/>
              <a:pathLst>
                <a:path w="25889" h="14743" extrusionOk="0">
                  <a:moveTo>
                    <a:pt x="1" y="0"/>
                  </a:moveTo>
                  <a:lnTo>
                    <a:pt x="1427" y="8857"/>
                  </a:lnTo>
                  <a:cubicBezTo>
                    <a:pt x="1427" y="8857"/>
                    <a:pt x="6688" y="14742"/>
                    <a:pt x="11652" y="14742"/>
                  </a:cubicBezTo>
                  <a:cubicBezTo>
                    <a:pt x="16600" y="14742"/>
                    <a:pt x="25889" y="9481"/>
                    <a:pt x="25889" y="9481"/>
                  </a:cubicBezTo>
                  <a:lnTo>
                    <a:pt x="23659" y="3403"/>
                  </a:lnTo>
                  <a:lnTo>
                    <a:pt x="12885" y="7252"/>
                  </a:lnTo>
                  <a:cubicBezTo>
                    <a:pt x="12885" y="7252"/>
                    <a:pt x="7193" y="1917"/>
                    <a:pt x="4518" y="996"/>
                  </a:cubicBezTo>
                  <a:cubicBezTo>
                    <a:pt x="1918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2772;p52">
              <a:extLst>
                <a:ext uri="{FF2B5EF4-FFF2-40B4-BE49-F238E27FC236}">
                  <a16:creationId xmlns:a16="http://schemas.microsoft.com/office/drawing/2014/main" id="{2F7058E9-1B35-8657-C912-1B5DB1811D0E}"/>
                </a:ext>
              </a:extLst>
            </p:cNvPr>
            <p:cNvSpPr/>
            <p:nvPr/>
          </p:nvSpPr>
          <p:spPr>
            <a:xfrm>
              <a:off x="5298775" y="2888900"/>
              <a:ext cx="123725" cy="92925"/>
            </a:xfrm>
            <a:custGeom>
              <a:avLst/>
              <a:gdLst/>
              <a:ahLst/>
              <a:cxnLst/>
              <a:rect l="l" t="t" r="r" b="b"/>
              <a:pathLst>
                <a:path w="4949" h="3717" fill="none" extrusionOk="0">
                  <a:moveTo>
                    <a:pt x="4949" y="3716"/>
                  </a:moveTo>
                  <a:cubicBezTo>
                    <a:pt x="4949" y="3716"/>
                    <a:pt x="1605" y="1175"/>
                    <a:pt x="0" y="1"/>
                  </a:cubicBezTo>
                </a:path>
              </a:pathLst>
            </a:custGeom>
            <a:noFill/>
            <a:ln w="6325" cap="flat" cmpd="sng">
              <a:solidFill>
                <a:srgbClr val="212237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2773;p52">
              <a:extLst>
                <a:ext uri="{FF2B5EF4-FFF2-40B4-BE49-F238E27FC236}">
                  <a16:creationId xmlns:a16="http://schemas.microsoft.com/office/drawing/2014/main" id="{60E98454-DCEF-D68E-3D7E-E0D343665A8C}"/>
                </a:ext>
              </a:extLst>
            </p:cNvPr>
            <p:cNvSpPr/>
            <p:nvPr/>
          </p:nvSpPr>
          <p:spPr>
            <a:xfrm>
              <a:off x="5811100" y="2741775"/>
              <a:ext cx="51300" cy="159425"/>
            </a:xfrm>
            <a:custGeom>
              <a:avLst/>
              <a:gdLst/>
              <a:ahLst/>
              <a:cxnLst/>
              <a:rect l="l" t="t" r="r" b="b"/>
              <a:pathLst>
                <a:path w="2052" h="6377" fill="none" extrusionOk="0">
                  <a:moveTo>
                    <a:pt x="1" y="1"/>
                  </a:moveTo>
                  <a:lnTo>
                    <a:pt x="2052" y="6376"/>
                  </a:lnTo>
                </a:path>
              </a:pathLst>
            </a:custGeom>
            <a:noFill/>
            <a:ln w="6325" cap="flat" cmpd="sng">
              <a:solidFill>
                <a:srgbClr val="212237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2774;p52">
              <a:extLst>
                <a:ext uri="{FF2B5EF4-FFF2-40B4-BE49-F238E27FC236}">
                  <a16:creationId xmlns:a16="http://schemas.microsoft.com/office/drawing/2014/main" id="{57A8A19E-4992-71F2-69C0-CBE9E0860272}"/>
                </a:ext>
              </a:extLst>
            </p:cNvPr>
            <p:cNvSpPr/>
            <p:nvPr/>
          </p:nvSpPr>
          <p:spPr>
            <a:xfrm>
              <a:off x="4969225" y="3299075"/>
              <a:ext cx="450325" cy="25"/>
            </a:xfrm>
            <a:custGeom>
              <a:avLst/>
              <a:gdLst/>
              <a:ahLst/>
              <a:cxnLst/>
              <a:rect l="l" t="t" r="r" b="b"/>
              <a:pathLst>
                <a:path w="18013" h="1" fill="none" extrusionOk="0">
                  <a:moveTo>
                    <a:pt x="0" y="0"/>
                  </a:moveTo>
                  <a:lnTo>
                    <a:pt x="18012" y="0"/>
                  </a:lnTo>
                </a:path>
              </a:pathLst>
            </a:custGeom>
            <a:noFill/>
            <a:ln w="6325" cap="flat" cmpd="sng">
              <a:solidFill>
                <a:srgbClr val="212237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2775;p52">
              <a:extLst>
                <a:ext uri="{FF2B5EF4-FFF2-40B4-BE49-F238E27FC236}">
                  <a16:creationId xmlns:a16="http://schemas.microsoft.com/office/drawing/2014/main" id="{4F50DCE6-88C5-F519-FF62-D86B04AF9C13}"/>
                </a:ext>
              </a:extLst>
            </p:cNvPr>
            <p:cNvSpPr/>
            <p:nvPr/>
          </p:nvSpPr>
          <p:spPr>
            <a:xfrm>
              <a:off x="5343725" y="2923075"/>
              <a:ext cx="3000" cy="413175"/>
            </a:xfrm>
            <a:custGeom>
              <a:avLst/>
              <a:gdLst/>
              <a:ahLst/>
              <a:cxnLst/>
              <a:rect l="l" t="t" r="r" b="b"/>
              <a:pathLst>
                <a:path w="120" h="16527" fill="none" extrusionOk="0">
                  <a:moveTo>
                    <a:pt x="0" y="1"/>
                  </a:moveTo>
                  <a:cubicBezTo>
                    <a:pt x="119" y="5143"/>
                    <a:pt x="0" y="16527"/>
                    <a:pt x="0" y="16527"/>
                  </a:cubicBezTo>
                </a:path>
              </a:pathLst>
            </a:custGeom>
            <a:noFill/>
            <a:ln w="6325" cap="flat" cmpd="sng">
              <a:solidFill>
                <a:srgbClr val="212237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2776;p52">
              <a:extLst>
                <a:ext uri="{FF2B5EF4-FFF2-40B4-BE49-F238E27FC236}">
                  <a16:creationId xmlns:a16="http://schemas.microsoft.com/office/drawing/2014/main" id="{A7C1E547-236E-0A54-2490-1EE53851C01A}"/>
                </a:ext>
              </a:extLst>
            </p:cNvPr>
            <p:cNvSpPr/>
            <p:nvPr/>
          </p:nvSpPr>
          <p:spPr>
            <a:xfrm>
              <a:off x="5130100" y="2568650"/>
              <a:ext cx="131550" cy="99575"/>
            </a:xfrm>
            <a:custGeom>
              <a:avLst/>
              <a:gdLst/>
              <a:ahLst/>
              <a:cxnLst/>
              <a:rect l="l" t="t" r="r" b="b"/>
              <a:pathLst>
                <a:path w="5262" h="3983" extrusionOk="0">
                  <a:moveTo>
                    <a:pt x="431" y="0"/>
                  </a:moveTo>
                  <a:lnTo>
                    <a:pt x="0" y="3270"/>
                  </a:lnTo>
                  <a:cubicBezTo>
                    <a:pt x="0" y="3270"/>
                    <a:pt x="1337" y="3982"/>
                    <a:pt x="2852" y="3982"/>
                  </a:cubicBezTo>
                  <a:cubicBezTo>
                    <a:pt x="3663" y="3982"/>
                    <a:pt x="4525" y="3778"/>
                    <a:pt x="5261" y="3151"/>
                  </a:cubicBezTo>
                  <a:lnTo>
                    <a:pt x="5261" y="1293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2777;p52">
              <a:extLst>
                <a:ext uri="{FF2B5EF4-FFF2-40B4-BE49-F238E27FC236}">
                  <a16:creationId xmlns:a16="http://schemas.microsoft.com/office/drawing/2014/main" id="{35925CCD-889A-152D-9BA5-7C061AD9EBA4}"/>
                </a:ext>
              </a:extLst>
            </p:cNvPr>
            <p:cNvSpPr/>
            <p:nvPr/>
          </p:nvSpPr>
          <p:spPr>
            <a:xfrm>
              <a:off x="5127125" y="2441500"/>
              <a:ext cx="211800" cy="173150"/>
            </a:xfrm>
            <a:custGeom>
              <a:avLst/>
              <a:gdLst/>
              <a:ahLst/>
              <a:cxnLst/>
              <a:rect l="l" t="t" r="r" b="b"/>
              <a:pathLst>
                <a:path w="8472" h="6926" extrusionOk="0">
                  <a:moveTo>
                    <a:pt x="4689" y="1"/>
                  </a:moveTo>
                  <a:cubicBezTo>
                    <a:pt x="4061" y="1"/>
                    <a:pt x="1502" y="148"/>
                    <a:pt x="372" y="2486"/>
                  </a:cubicBezTo>
                  <a:cubicBezTo>
                    <a:pt x="0" y="3155"/>
                    <a:pt x="2289" y="5830"/>
                    <a:pt x="3092" y="6320"/>
                  </a:cubicBezTo>
                  <a:cubicBezTo>
                    <a:pt x="3658" y="6687"/>
                    <a:pt x="4579" y="6925"/>
                    <a:pt x="5416" y="6925"/>
                  </a:cubicBezTo>
                  <a:cubicBezTo>
                    <a:pt x="6140" y="6925"/>
                    <a:pt x="6802" y="6747"/>
                    <a:pt x="7119" y="6320"/>
                  </a:cubicBezTo>
                  <a:cubicBezTo>
                    <a:pt x="8471" y="4641"/>
                    <a:pt x="4830" y="4"/>
                    <a:pt x="4830" y="4"/>
                  </a:cubicBezTo>
                  <a:cubicBezTo>
                    <a:pt x="4830" y="4"/>
                    <a:pt x="4780" y="1"/>
                    <a:pt x="4689" y="1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2778;p52">
              <a:extLst>
                <a:ext uri="{FF2B5EF4-FFF2-40B4-BE49-F238E27FC236}">
                  <a16:creationId xmlns:a16="http://schemas.microsoft.com/office/drawing/2014/main" id="{D9E73F06-909E-5F42-F134-9A9C6C2CA0F4}"/>
                </a:ext>
              </a:extLst>
            </p:cNvPr>
            <p:cNvSpPr/>
            <p:nvPr/>
          </p:nvSpPr>
          <p:spPr>
            <a:xfrm>
              <a:off x="5024950" y="2418650"/>
              <a:ext cx="247475" cy="287275"/>
            </a:xfrm>
            <a:custGeom>
              <a:avLst/>
              <a:gdLst/>
              <a:ahLst/>
              <a:cxnLst/>
              <a:rect l="l" t="t" r="r" b="b"/>
              <a:pathLst>
                <a:path w="9899" h="11491" extrusionOk="0">
                  <a:moveTo>
                    <a:pt x="7104" y="0"/>
                  </a:moveTo>
                  <a:cubicBezTo>
                    <a:pt x="5874" y="0"/>
                    <a:pt x="4524" y="426"/>
                    <a:pt x="3344" y="1408"/>
                  </a:cubicBezTo>
                  <a:cubicBezTo>
                    <a:pt x="1041" y="3325"/>
                    <a:pt x="1" y="9775"/>
                    <a:pt x="1" y="9775"/>
                  </a:cubicBezTo>
                  <a:cubicBezTo>
                    <a:pt x="2109" y="11255"/>
                    <a:pt x="5055" y="11491"/>
                    <a:pt x="6715" y="11491"/>
                  </a:cubicBezTo>
                  <a:cubicBezTo>
                    <a:pt x="7487" y="11491"/>
                    <a:pt x="7981" y="11440"/>
                    <a:pt x="7981" y="11440"/>
                  </a:cubicBezTo>
                  <a:lnTo>
                    <a:pt x="8234" y="5317"/>
                  </a:lnTo>
                  <a:cubicBezTo>
                    <a:pt x="8234" y="5317"/>
                    <a:pt x="8471" y="3638"/>
                    <a:pt x="8412" y="1720"/>
                  </a:cubicBezTo>
                  <a:cubicBezTo>
                    <a:pt x="8412" y="1720"/>
                    <a:pt x="9096" y="1720"/>
                    <a:pt x="9408" y="1602"/>
                  </a:cubicBezTo>
                  <a:cubicBezTo>
                    <a:pt x="9660" y="1468"/>
                    <a:pt x="9898" y="918"/>
                    <a:pt x="9898" y="918"/>
                  </a:cubicBezTo>
                  <a:cubicBezTo>
                    <a:pt x="9198" y="337"/>
                    <a:pt x="8199" y="0"/>
                    <a:pt x="7104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2779;p52">
              <a:extLst>
                <a:ext uri="{FF2B5EF4-FFF2-40B4-BE49-F238E27FC236}">
                  <a16:creationId xmlns:a16="http://schemas.microsoft.com/office/drawing/2014/main" id="{0ABB4A91-0DE0-C68C-B9C9-63B6408EC670}"/>
                </a:ext>
              </a:extLst>
            </p:cNvPr>
            <p:cNvSpPr/>
            <p:nvPr/>
          </p:nvSpPr>
          <p:spPr>
            <a:xfrm>
              <a:off x="5210725" y="2525600"/>
              <a:ext cx="43125" cy="46750"/>
            </a:xfrm>
            <a:custGeom>
              <a:avLst/>
              <a:gdLst/>
              <a:ahLst/>
              <a:cxnLst/>
              <a:rect l="l" t="t" r="r" b="b"/>
              <a:pathLst>
                <a:path w="1725" h="1870" extrusionOk="0">
                  <a:moveTo>
                    <a:pt x="671" y="1"/>
                  </a:moveTo>
                  <a:cubicBezTo>
                    <a:pt x="516" y="1"/>
                    <a:pt x="387" y="91"/>
                    <a:pt x="297" y="236"/>
                  </a:cubicBezTo>
                  <a:cubicBezTo>
                    <a:pt x="0" y="667"/>
                    <a:pt x="550" y="1529"/>
                    <a:pt x="803" y="1648"/>
                  </a:cubicBezTo>
                  <a:cubicBezTo>
                    <a:pt x="1028" y="1792"/>
                    <a:pt x="1241" y="1869"/>
                    <a:pt x="1405" y="1869"/>
                  </a:cubicBezTo>
                  <a:cubicBezTo>
                    <a:pt x="1598" y="1869"/>
                    <a:pt x="1724" y="1762"/>
                    <a:pt x="1724" y="1529"/>
                  </a:cubicBezTo>
                  <a:lnTo>
                    <a:pt x="1293" y="415"/>
                  </a:lnTo>
                  <a:cubicBezTo>
                    <a:pt x="1062" y="121"/>
                    <a:pt x="849" y="1"/>
                    <a:pt x="671" y="1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2780;p52">
              <a:extLst>
                <a:ext uri="{FF2B5EF4-FFF2-40B4-BE49-F238E27FC236}">
                  <a16:creationId xmlns:a16="http://schemas.microsoft.com/office/drawing/2014/main" id="{0352F70B-8E30-350B-492C-8F5E3E8EC211}"/>
                </a:ext>
              </a:extLst>
            </p:cNvPr>
            <p:cNvSpPr/>
            <p:nvPr/>
          </p:nvSpPr>
          <p:spPr>
            <a:xfrm>
              <a:off x="5244525" y="2602450"/>
              <a:ext cx="17125" cy="12675"/>
            </a:xfrm>
            <a:custGeom>
              <a:avLst/>
              <a:gdLst/>
              <a:ahLst/>
              <a:cxnLst/>
              <a:rect l="l" t="t" r="r" b="b"/>
              <a:pathLst>
                <a:path w="685" h="507" fill="none" extrusionOk="0">
                  <a:moveTo>
                    <a:pt x="684" y="506"/>
                  </a:moveTo>
                  <a:cubicBezTo>
                    <a:pt x="194" y="506"/>
                    <a:pt x="1" y="1"/>
                    <a:pt x="1" y="1"/>
                  </a:cubicBezTo>
                </a:path>
              </a:pathLst>
            </a:custGeom>
            <a:noFill/>
            <a:ln w="2975" cap="flat" cmpd="sng">
              <a:solidFill>
                <a:srgbClr val="B87F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2781;p52">
              <a:extLst>
                <a:ext uri="{FF2B5EF4-FFF2-40B4-BE49-F238E27FC236}">
                  <a16:creationId xmlns:a16="http://schemas.microsoft.com/office/drawing/2014/main" id="{0E02782C-F7C2-D030-2797-0C323BFC9F46}"/>
                </a:ext>
              </a:extLst>
            </p:cNvPr>
            <p:cNvSpPr/>
            <p:nvPr/>
          </p:nvSpPr>
          <p:spPr>
            <a:xfrm>
              <a:off x="5263725" y="2498600"/>
              <a:ext cx="15000" cy="15825"/>
            </a:xfrm>
            <a:custGeom>
              <a:avLst/>
              <a:gdLst/>
              <a:ahLst/>
              <a:cxnLst/>
              <a:rect l="l" t="t" r="r" b="b"/>
              <a:pathLst>
                <a:path w="600" h="633" extrusionOk="0">
                  <a:moveTo>
                    <a:pt x="171" y="1"/>
                  </a:moveTo>
                  <a:cubicBezTo>
                    <a:pt x="1" y="1"/>
                    <a:pt x="91" y="633"/>
                    <a:pt x="407" y="633"/>
                  </a:cubicBezTo>
                  <a:cubicBezTo>
                    <a:pt x="481" y="633"/>
                    <a:pt x="481" y="633"/>
                    <a:pt x="540" y="573"/>
                  </a:cubicBezTo>
                  <a:cubicBezTo>
                    <a:pt x="600" y="440"/>
                    <a:pt x="481" y="202"/>
                    <a:pt x="288" y="68"/>
                  </a:cubicBezTo>
                  <a:cubicBezTo>
                    <a:pt x="240" y="21"/>
                    <a:pt x="202" y="1"/>
                    <a:pt x="171" y="1"/>
                  </a:cubicBezTo>
                  <a:close/>
                </a:path>
              </a:pathLst>
            </a:custGeom>
            <a:solidFill>
              <a:srgbClr val="2836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2782;p52">
              <a:extLst>
                <a:ext uri="{FF2B5EF4-FFF2-40B4-BE49-F238E27FC236}">
                  <a16:creationId xmlns:a16="http://schemas.microsoft.com/office/drawing/2014/main" id="{898F7B1A-44FF-527D-2DFD-979EA65EA068}"/>
                </a:ext>
              </a:extLst>
            </p:cNvPr>
            <p:cNvSpPr/>
            <p:nvPr/>
          </p:nvSpPr>
          <p:spPr>
            <a:xfrm>
              <a:off x="5278700" y="2553050"/>
              <a:ext cx="27900" cy="29600"/>
            </a:xfrm>
            <a:custGeom>
              <a:avLst/>
              <a:gdLst/>
              <a:ahLst/>
              <a:cxnLst/>
              <a:rect l="l" t="t" r="r" b="b"/>
              <a:pathLst>
                <a:path w="1116" h="1184" extrusionOk="0">
                  <a:moveTo>
                    <a:pt x="803" y="0"/>
                  </a:moveTo>
                  <a:lnTo>
                    <a:pt x="1" y="253"/>
                  </a:lnTo>
                  <a:cubicBezTo>
                    <a:pt x="1" y="253"/>
                    <a:pt x="280" y="1184"/>
                    <a:pt x="675" y="1184"/>
                  </a:cubicBezTo>
                  <a:cubicBezTo>
                    <a:pt x="698" y="1184"/>
                    <a:pt x="720" y="1181"/>
                    <a:pt x="744" y="1174"/>
                  </a:cubicBezTo>
                  <a:cubicBezTo>
                    <a:pt x="1115" y="996"/>
                    <a:pt x="803" y="0"/>
                    <a:pt x="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2783;p52">
              <a:extLst>
                <a:ext uri="{FF2B5EF4-FFF2-40B4-BE49-F238E27FC236}">
                  <a16:creationId xmlns:a16="http://schemas.microsoft.com/office/drawing/2014/main" id="{518F9353-4612-72C8-DFEA-8CCBA389696D}"/>
                </a:ext>
              </a:extLst>
            </p:cNvPr>
            <p:cNvSpPr/>
            <p:nvPr/>
          </p:nvSpPr>
          <p:spPr>
            <a:xfrm>
              <a:off x="5281675" y="2498800"/>
              <a:ext cx="26400" cy="32725"/>
            </a:xfrm>
            <a:custGeom>
              <a:avLst/>
              <a:gdLst/>
              <a:ahLst/>
              <a:cxnLst/>
              <a:rect l="l" t="t" r="r" b="b"/>
              <a:pathLst>
                <a:path w="1056" h="1309" extrusionOk="0">
                  <a:moveTo>
                    <a:pt x="1" y="1"/>
                  </a:moveTo>
                  <a:lnTo>
                    <a:pt x="506" y="1308"/>
                  </a:lnTo>
                  <a:cubicBezTo>
                    <a:pt x="506" y="1308"/>
                    <a:pt x="1056" y="1056"/>
                    <a:pt x="1056" y="863"/>
                  </a:cubicBezTo>
                  <a:cubicBezTo>
                    <a:pt x="1056" y="432"/>
                    <a:pt x="60" y="60"/>
                    <a:pt x="1" y="1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2784;p52">
              <a:extLst>
                <a:ext uri="{FF2B5EF4-FFF2-40B4-BE49-F238E27FC236}">
                  <a16:creationId xmlns:a16="http://schemas.microsoft.com/office/drawing/2014/main" id="{F422AE39-6084-33D9-26ED-4097347802E9}"/>
                </a:ext>
              </a:extLst>
            </p:cNvPr>
            <p:cNvSpPr/>
            <p:nvPr/>
          </p:nvSpPr>
          <p:spPr>
            <a:xfrm>
              <a:off x="5533950" y="3156775"/>
              <a:ext cx="91425" cy="47450"/>
            </a:xfrm>
            <a:custGeom>
              <a:avLst/>
              <a:gdLst/>
              <a:ahLst/>
              <a:cxnLst/>
              <a:rect l="l" t="t" r="r" b="b"/>
              <a:pathLst>
                <a:path w="3657" h="1898" extrusionOk="0">
                  <a:moveTo>
                    <a:pt x="0" y="1"/>
                  </a:moveTo>
                  <a:cubicBezTo>
                    <a:pt x="372" y="684"/>
                    <a:pt x="1115" y="1056"/>
                    <a:pt x="1932" y="1115"/>
                  </a:cubicBezTo>
                  <a:cubicBezTo>
                    <a:pt x="2111" y="1175"/>
                    <a:pt x="2304" y="1175"/>
                    <a:pt x="2482" y="1294"/>
                  </a:cubicBezTo>
                  <a:cubicBezTo>
                    <a:pt x="2542" y="1294"/>
                    <a:pt x="2675" y="1427"/>
                    <a:pt x="2735" y="1487"/>
                  </a:cubicBezTo>
                  <a:cubicBezTo>
                    <a:pt x="2913" y="1606"/>
                    <a:pt x="3166" y="1799"/>
                    <a:pt x="3418" y="1858"/>
                  </a:cubicBezTo>
                  <a:cubicBezTo>
                    <a:pt x="3468" y="1883"/>
                    <a:pt x="3517" y="1897"/>
                    <a:pt x="3558" y="1897"/>
                  </a:cubicBezTo>
                  <a:cubicBezTo>
                    <a:pt x="3615" y="1897"/>
                    <a:pt x="3656" y="1868"/>
                    <a:pt x="3656" y="1799"/>
                  </a:cubicBezTo>
                  <a:lnTo>
                    <a:pt x="3656" y="1739"/>
                  </a:lnTo>
                  <a:cubicBezTo>
                    <a:pt x="3418" y="1234"/>
                    <a:pt x="3225" y="625"/>
                    <a:pt x="2675" y="1"/>
                  </a:cubicBezTo>
                  <a:close/>
                </a:path>
              </a:pathLst>
            </a:custGeom>
            <a:solidFill>
              <a:srgbClr val="966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2785;p52">
              <a:extLst>
                <a:ext uri="{FF2B5EF4-FFF2-40B4-BE49-F238E27FC236}">
                  <a16:creationId xmlns:a16="http://schemas.microsoft.com/office/drawing/2014/main" id="{AADE8EF5-F8C2-A99C-AE12-B9E140D38A06}"/>
                </a:ext>
              </a:extLst>
            </p:cNvPr>
            <p:cNvSpPr/>
            <p:nvPr/>
          </p:nvSpPr>
          <p:spPr>
            <a:xfrm>
              <a:off x="5533950" y="3156775"/>
              <a:ext cx="92900" cy="48625"/>
            </a:xfrm>
            <a:custGeom>
              <a:avLst/>
              <a:gdLst/>
              <a:ahLst/>
              <a:cxnLst/>
              <a:rect l="l" t="t" r="r" b="b"/>
              <a:pathLst>
                <a:path w="3716" h="1945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58"/>
                    <a:pt x="72" y="113"/>
                    <a:pt x="114" y="167"/>
                  </a:cubicBezTo>
                  <a:lnTo>
                    <a:pt x="114" y="167"/>
                  </a:lnTo>
                  <a:cubicBezTo>
                    <a:pt x="75" y="107"/>
                    <a:pt x="38" y="51"/>
                    <a:pt x="0" y="1"/>
                  </a:cubicBezTo>
                  <a:close/>
                  <a:moveTo>
                    <a:pt x="2675" y="1"/>
                  </a:moveTo>
                  <a:lnTo>
                    <a:pt x="2675" y="1"/>
                  </a:lnTo>
                  <a:cubicBezTo>
                    <a:pt x="2973" y="372"/>
                    <a:pt x="3225" y="863"/>
                    <a:pt x="3478" y="1368"/>
                  </a:cubicBezTo>
                  <a:cubicBezTo>
                    <a:pt x="3478" y="1487"/>
                    <a:pt x="3537" y="1606"/>
                    <a:pt x="3597" y="1739"/>
                  </a:cubicBezTo>
                  <a:cubicBezTo>
                    <a:pt x="3656" y="1799"/>
                    <a:pt x="3597" y="1799"/>
                    <a:pt x="3597" y="1799"/>
                  </a:cubicBezTo>
                  <a:cubicBezTo>
                    <a:pt x="3567" y="1829"/>
                    <a:pt x="3537" y="1843"/>
                    <a:pt x="3508" y="1843"/>
                  </a:cubicBezTo>
                  <a:cubicBezTo>
                    <a:pt x="3478" y="1843"/>
                    <a:pt x="3448" y="1829"/>
                    <a:pt x="3418" y="1799"/>
                  </a:cubicBezTo>
                  <a:cubicBezTo>
                    <a:pt x="3166" y="1739"/>
                    <a:pt x="2973" y="1606"/>
                    <a:pt x="2735" y="1427"/>
                  </a:cubicBezTo>
                  <a:cubicBezTo>
                    <a:pt x="2675" y="1294"/>
                    <a:pt x="2542" y="1234"/>
                    <a:pt x="2423" y="1175"/>
                  </a:cubicBezTo>
                  <a:cubicBezTo>
                    <a:pt x="2304" y="1115"/>
                    <a:pt x="2111" y="1115"/>
                    <a:pt x="1992" y="1115"/>
                  </a:cubicBezTo>
                  <a:cubicBezTo>
                    <a:pt x="1739" y="1056"/>
                    <a:pt x="1486" y="996"/>
                    <a:pt x="1249" y="922"/>
                  </a:cubicBezTo>
                  <a:cubicBezTo>
                    <a:pt x="811" y="767"/>
                    <a:pt x="384" y="512"/>
                    <a:pt x="114" y="167"/>
                  </a:cubicBezTo>
                  <a:lnTo>
                    <a:pt x="114" y="167"/>
                  </a:lnTo>
                  <a:cubicBezTo>
                    <a:pt x="212" y="317"/>
                    <a:pt x="324" y="486"/>
                    <a:pt x="506" y="625"/>
                  </a:cubicBezTo>
                  <a:cubicBezTo>
                    <a:pt x="684" y="803"/>
                    <a:pt x="937" y="922"/>
                    <a:pt x="1189" y="996"/>
                  </a:cubicBezTo>
                  <a:cubicBezTo>
                    <a:pt x="1427" y="1115"/>
                    <a:pt x="1739" y="1175"/>
                    <a:pt x="1992" y="1175"/>
                  </a:cubicBezTo>
                  <a:cubicBezTo>
                    <a:pt x="2111" y="1234"/>
                    <a:pt x="2230" y="1234"/>
                    <a:pt x="2363" y="1294"/>
                  </a:cubicBezTo>
                  <a:cubicBezTo>
                    <a:pt x="2482" y="1294"/>
                    <a:pt x="2542" y="1427"/>
                    <a:pt x="2675" y="1487"/>
                  </a:cubicBezTo>
                  <a:cubicBezTo>
                    <a:pt x="2913" y="1665"/>
                    <a:pt x="3106" y="1858"/>
                    <a:pt x="3418" y="1918"/>
                  </a:cubicBezTo>
                  <a:cubicBezTo>
                    <a:pt x="3458" y="1918"/>
                    <a:pt x="3498" y="1944"/>
                    <a:pt x="3537" y="1944"/>
                  </a:cubicBezTo>
                  <a:cubicBezTo>
                    <a:pt x="3557" y="1944"/>
                    <a:pt x="3577" y="1938"/>
                    <a:pt x="3597" y="1918"/>
                  </a:cubicBezTo>
                  <a:cubicBezTo>
                    <a:pt x="3656" y="1918"/>
                    <a:pt x="3716" y="1858"/>
                    <a:pt x="3716" y="1799"/>
                  </a:cubicBezTo>
                  <a:lnTo>
                    <a:pt x="3716" y="1665"/>
                  </a:lnTo>
                  <a:lnTo>
                    <a:pt x="3537" y="1294"/>
                  </a:lnTo>
                  <a:cubicBezTo>
                    <a:pt x="3418" y="1056"/>
                    <a:pt x="3285" y="803"/>
                    <a:pt x="3166" y="625"/>
                  </a:cubicBezTo>
                  <a:cubicBezTo>
                    <a:pt x="2973" y="372"/>
                    <a:pt x="2854" y="179"/>
                    <a:pt x="2675" y="1"/>
                  </a:cubicBezTo>
                  <a:close/>
                </a:path>
              </a:pathLst>
            </a:custGeom>
            <a:solidFill>
              <a:srgbClr val="B87F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2786;p52">
              <a:extLst>
                <a:ext uri="{FF2B5EF4-FFF2-40B4-BE49-F238E27FC236}">
                  <a16:creationId xmlns:a16="http://schemas.microsoft.com/office/drawing/2014/main" id="{1BA15D4C-E1BC-5A49-499F-590C0AA8F531}"/>
                </a:ext>
              </a:extLst>
            </p:cNvPr>
            <p:cNvSpPr/>
            <p:nvPr/>
          </p:nvSpPr>
          <p:spPr>
            <a:xfrm>
              <a:off x="3959775" y="4190950"/>
              <a:ext cx="468900" cy="658400"/>
            </a:xfrm>
            <a:custGeom>
              <a:avLst/>
              <a:gdLst/>
              <a:ahLst/>
              <a:cxnLst/>
              <a:rect l="l" t="t" r="r" b="b"/>
              <a:pathLst>
                <a:path w="18756" h="26336" extrusionOk="0">
                  <a:moveTo>
                    <a:pt x="6731" y="1"/>
                  </a:moveTo>
                  <a:cubicBezTo>
                    <a:pt x="3837" y="1"/>
                    <a:pt x="1432" y="2225"/>
                    <a:pt x="803" y="5015"/>
                  </a:cubicBezTo>
                  <a:cubicBezTo>
                    <a:pt x="1" y="8537"/>
                    <a:pt x="1175" y="12312"/>
                    <a:pt x="2482" y="15537"/>
                  </a:cubicBezTo>
                  <a:cubicBezTo>
                    <a:pt x="3894" y="19312"/>
                    <a:pt x="5886" y="22967"/>
                    <a:pt x="8174" y="26311"/>
                  </a:cubicBezTo>
                  <a:cubicBezTo>
                    <a:pt x="8174" y="26329"/>
                    <a:pt x="8190" y="26336"/>
                    <a:pt x="8210" y="26336"/>
                  </a:cubicBezTo>
                  <a:cubicBezTo>
                    <a:pt x="8258" y="26336"/>
                    <a:pt x="8335" y="26294"/>
                    <a:pt x="8293" y="26252"/>
                  </a:cubicBezTo>
                  <a:cubicBezTo>
                    <a:pt x="6436" y="23458"/>
                    <a:pt x="4831" y="20560"/>
                    <a:pt x="3463" y="17513"/>
                  </a:cubicBezTo>
                  <a:cubicBezTo>
                    <a:pt x="2037" y="14244"/>
                    <a:pt x="684" y="10588"/>
                    <a:pt x="803" y="6932"/>
                  </a:cubicBezTo>
                  <a:cubicBezTo>
                    <a:pt x="803" y="5446"/>
                    <a:pt x="1175" y="3901"/>
                    <a:pt x="2111" y="2593"/>
                  </a:cubicBezTo>
                  <a:cubicBezTo>
                    <a:pt x="3092" y="1240"/>
                    <a:pt x="4712" y="304"/>
                    <a:pt x="6376" y="245"/>
                  </a:cubicBezTo>
                  <a:cubicBezTo>
                    <a:pt x="6494" y="238"/>
                    <a:pt x="6611" y="235"/>
                    <a:pt x="6727" y="235"/>
                  </a:cubicBezTo>
                  <a:cubicBezTo>
                    <a:pt x="10981" y="235"/>
                    <a:pt x="13663" y="4679"/>
                    <a:pt x="14921" y="8166"/>
                  </a:cubicBezTo>
                  <a:cubicBezTo>
                    <a:pt x="16972" y="13991"/>
                    <a:pt x="17715" y="20188"/>
                    <a:pt x="18577" y="26252"/>
                  </a:cubicBezTo>
                  <a:cubicBezTo>
                    <a:pt x="18577" y="26297"/>
                    <a:pt x="18603" y="26316"/>
                    <a:pt x="18635" y="26316"/>
                  </a:cubicBezTo>
                  <a:cubicBezTo>
                    <a:pt x="18687" y="26316"/>
                    <a:pt x="18755" y="26266"/>
                    <a:pt x="18755" y="26192"/>
                  </a:cubicBezTo>
                  <a:cubicBezTo>
                    <a:pt x="17953" y="20367"/>
                    <a:pt x="17269" y="14482"/>
                    <a:pt x="15352" y="8968"/>
                  </a:cubicBezTo>
                  <a:cubicBezTo>
                    <a:pt x="14119" y="5193"/>
                    <a:pt x="11830" y="676"/>
                    <a:pt x="7491" y="52"/>
                  </a:cubicBezTo>
                  <a:cubicBezTo>
                    <a:pt x="7234" y="17"/>
                    <a:pt x="6981" y="1"/>
                    <a:pt x="6731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2787;p52">
              <a:extLst>
                <a:ext uri="{FF2B5EF4-FFF2-40B4-BE49-F238E27FC236}">
                  <a16:creationId xmlns:a16="http://schemas.microsoft.com/office/drawing/2014/main" id="{DE02653C-2272-2765-5286-A645A011F80F}"/>
                </a:ext>
              </a:extLst>
            </p:cNvPr>
            <p:cNvSpPr/>
            <p:nvPr/>
          </p:nvSpPr>
          <p:spPr>
            <a:xfrm>
              <a:off x="4092775" y="4200025"/>
              <a:ext cx="222950" cy="648725"/>
            </a:xfrm>
            <a:custGeom>
              <a:avLst/>
              <a:gdLst/>
              <a:ahLst/>
              <a:cxnLst/>
              <a:rect l="l" t="t" r="r" b="b"/>
              <a:pathLst>
                <a:path w="8918" h="25949" fill="none" extrusionOk="0">
                  <a:moveTo>
                    <a:pt x="1" y="1"/>
                  </a:moveTo>
                  <a:lnTo>
                    <a:pt x="8918" y="25948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2788;p52">
              <a:extLst>
                <a:ext uri="{FF2B5EF4-FFF2-40B4-BE49-F238E27FC236}">
                  <a16:creationId xmlns:a16="http://schemas.microsoft.com/office/drawing/2014/main" id="{FBE523BF-EEC2-8B53-2FF5-6A4285B3416E}"/>
                </a:ext>
              </a:extLst>
            </p:cNvPr>
            <p:cNvSpPr/>
            <p:nvPr/>
          </p:nvSpPr>
          <p:spPr>
            <a:xfrm>
              <a:off x="3605350" y="4362100"/>
              <a:ext cx="394575" cy="487250"/>
            </a:xfrm>
            <a:custGeom>
              <a:avLst/>
              <a:gdLst/>
              <a:ahLst/>
              <a:cxnLst/>
              <a:rect l="l" t="t" r="r" b="b"/>
              <a:pathLst>
                <a:path w="15783" h="19490" extrusionOk="0">
                  <a:moveTo>
                    <a:pt x="5538" y="1"/>
                  </a:moveTo>
                  <a:cubicBezTo>
                    <a:pt x="3190" y="1"/>
                    <a:pt x="1020" y="1555"/>
                    <a:pt x="550" y="3920"/>
                  </a:cubicBezTo>
                  <a:cubicBezTo>
                    <a:pt x="0" y="6462"/>
                    <a:pt x="1055" y="9256"/>
                    <a:pt x="2170" y="11544"/>
                  </a:cubicBezTo>
                  <a:cubicBezTo>
                    <a:pt x="3522" y="14383"/>
                    <a:pt x="5261" y="17058"/>
                    <a:pt x="7178" y="19465"/>
                  </a:cubicBezTo>
                  <a:cubicBezTo>
                    <a:pt x="7195" y="19483"/>
                    <a:pt x="7219" y="19490"/>
                    <a:pt x="7242" y="19490"/>
                  </a:cubicBezTo>
                  <a:cubicBezTo>
                    <a:pt x="7298" y="19490"/>
                    <a:pt x="7350" y="19448"/>
                    <a:pt x="7297" y="19406"/>
                  </a:cubicBezTo>
                  <a:cubicBezTo>
                    <a:pt x="5751" y="17429"/>
                    <a:pt x="4399" y="15319"/>
                    <a:pt x="3151" y="13090"/>
                  </a:cubicBezTo>
                  <a:cubicBezTo>
                    <a:pt x="1858" y="10801"/>
                    <a:pt x="609" y="8067"/>
                    <a:pt x="550" y="5347"/>
                  </a:cubicBezTo>
                  <a:cubicBezTo>
                    <a:pt x="550" y="4232"/>
                    <a:pt x="803" y="3058"/>
                    <a:pt x="1546" y="2122"/>
                  </a:cubicBezTo>
                  <a:cubicBezTo>
                    <a:pt x="2408" y="1008"/>
                    <a:pt x="3775" y="339"/>
                    <a:pt x="5142" y="205"/>
                  </a:cubicBezTo>
                  <a:cubicBezTo>
                    <a:pt x="5304" y="190"/>
                    <a:pt x="5464" y="183"/>
                    <a:pt x="5622" y="183"/>
                  </a:cubicBezTo>
                  <a:cubicBezTo>
                    <a:pt x="8778" y="183"/>
                    <a:pt x="11072" y="3075"/>
                    <a:pt x="12261" y="5778"/>
                  </a:cubicBezTo>
                  <a:cubicBezTo>
                    <a:pt x="14118" y="10117"/>
                    <a:pt x="14802" y="14828"/>
                    <a:pt x="15545" y="19406"/>
                  </a:cubicBezTo>
                  <a:cubicBezTo>
                    <a:pt x="15568" y="19451"/>
                    <a:pt x="15608" y="19470"/>
                    <a:pt x="15648" y="19470"/>
                  </a:cubicBezTo>
                  <a:cubicBezTo>
                    <a:pt x="15715" y="19470"/>
                    <a:pt x="15783" y="19420"/>
                    <a:pt x="15783" y="19346"/>
                  </a:cubicBezTo>
                  <a:cubicBezTo>
                    <a:pt x="15040" y="14947"/>
                    <a:pt x="14356" y="10370"/>
                    <a:pt x="12692" y="6209"/>
                  </a:cubicBezTo>
                  <a:cubicBezTo>
                    <a:pt x="11518" y="3371"/>
                    <a:pt x="9407" y="339"/>
                    <a:pt x="6063" y="27"/>
                  </a:cubicBezTo>
                  <a:cubicBezTo>
                    <a:pt x="5888" y="9"/>
                    <a:pt x="5712" y="1"/>
                    <a:pt x="5538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2789;p52">
              <a:extLst>
                <a:ext uri="{FF2B5EF4-FFF2-40B4-BE49-F238E27FC236}">
                  <a16:creationId xmlns:a16="http://schemas.microsoft.com/office/drawing/2014/main" id="{A2E23E16-B758-9D2C-97BE-2887EB08A1C4}"/>
                </a:ext>
              </a:extLst>
            </p:cNvPr>
            <p:cNvSpPr/>
            <p:nvPr/>
          </p:nvSpPr>
          <p:spPr>
            <a:xfrm>
              <a:off x="3716800" y="4368700"/>
              <a:ext cx="191725" cy="480050"/>
            </a:xfrm>
            <a:custGeom>
              <a:avLst/>
              <a:gdLst/>
              <a:ahLst/>
              <a:cxnLst/>
              <a:rect l="l" t="t" r="r" b="b"/>
              <a:pathLst>
                <a:path w="7669" h="19202" fill="none" extrusionOk="0">
                  <a:moveTo>
                    <a:pt x="0" y="1"/>
                  </a:moveTo>
                  <a:lnTo>
                    <a:pt x="7669" y="19201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2790;p52">
              <a:extLst>
                <a:ext uri="{FF2B5EF4-FFF2-40B4-BE49-F238E27FC236}">
                  <a16:creationId xmlns:a16="http://schemas.microsoft.com/office/drawing/2014/main" id="{B0F77D36-41AA-6730-84DE-D6D2455D0FA6}"/>
                </a:ext>
              </a:extLst>
            </p:cNvPr>
            <p:cNvSpPr/>
            <p:nvPr/>
          </p:nvSpPr>
          <p:spPr>
            <a:xfrm>
              <a:off x="4371425" y="3659825"/>
              <a:ext cx="655050" cy="1187425"/>
            </a:xfrm>
            <a:custGeom>
              <a:avLst/>
              <a:gdLst/>
              <a:ahLst/>
              <a:cxnLst/>
              <a:rect l="l" t="t" r="r" b="b"/>
              <a:pathLst>
                <a:path w="26202" h="47497" fill="none" extrusionOk="0">
                  <a:moveTo>
                    <a:pt x="14743" y="47497"/>
                  </a:moveTo>
                  <a:cubicBezTo>
                    <a:pt x="5767" y="31268"/>
                    <a:pt x="1" y="15174"/>
                    <a:pt x="7253" y="7550"/>
                  </a:cubicBezTo>
                  <a:cubicBezTo>
                    <a:pt x="14372" y="1"/>
                    <a:pt x="21862" y="8977"/>
                    <a:pt x="23660" y="16913"/>
                  </a:cubicBezTo>
                  <a:cubicBezTo>
                    <a:pt x="25889" y="26632"/>
                    <a:pt x="26201" y="37153"/>
                    <a:pt x="26142" y="47497"/>
                  </a:cubicBez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2791;p52">
              <a:extLst>
                <a:ext uri="{FF2B5EF4-FFF2-40B4-BE49-F238E27FC236}">
                  <a16:creationId xmlns:a16="http://schemas.microsoft.com/office/drawing/2014/main" id="{A4FF1D09-0872-DA6B-5047-E57613897F4C}"/>
                </a:ext>
              </a:extLst>
            </p:cNvPr>
            <p:cNvSpPr/>
            <p:nvPr/>
          </p:nvSpPr>
          <p:spPr>
            <a:xfrm>
              <a:off x="4617750" y="3799150"/>
              <a:ext cx="269400" cy="1046625"/>
            </a:xfrm>
            <a:custGeom>
              <a:avLst/>
              <a:gdLst/>
              <a:ahLst/>
              <a:cxnLst/>
              <a:rect l="l" t="t" r="r" b="b"/>
              <a:pathLst>
                <a:path w="10776" h="41865" fill="none" extrusionOk="0">
                  <a:moveTo>
                    <a:pt x="1" y="0"/>
                  </a:moveTo>
                  <a:lnTo>
                    <a:pt x="10775" y="41864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2792;p52">
              <a:extLst>
                <a:ext uri="{FF2B5EF4-FFF2-40B4-BE49-F238E27FC236}">
                  <a16:creationId xmlns:a16="http://schemas.microsoft.com/office/drawing/2014/main" id="{560CBB90-6433-859F-C2C4-F501082B00C4}"/>
                </a:ext>
              </a:extLst>
            </p:cNvPr>
            <p:cNvSpPr/>
            <p:nvPr/>
          </p:nvSpPr>
          <p:spPr>
            <a:xfrm>
              <a:off x="4201275" y="4033550"/>
              <a:ext cx="545975" cy="816175"/>
            </a:xfrm>
            <a:custGeom>
              <a:avLst/>
              <a:gdLst/>
              <a:ahLst/>
              <a:cxnLst/>
              <a:rect l="l" t="t" r="r" b="b"/>
              <a:pathLst>
                <a:path w="21839" h="32647" extrusionOk="0">
                  <a:moveTo>
                    <a:pt x="5279" y="0"/>
                  </a:moveTo>
                  <a:cubicBezTo>
                    <a:pt x="4390" y="0"/>
                    <a:pt x="3503" y="226"/>
                    <a:pt x="2720" y="775"/>
                  </a:cubicBezTo>
                  <a:cubicBezTo>
                    <a:pt x="1427" y="1651"/>
                    <a:pt x="684" y="3138"/>
                    <a:pt x="372" y="4683"/>
                  </a:cubicBezTo>
                  <a:cubicBezTo>
                    <a:pt x="0" y="6600"/>
                    <a:pt x="179" y="8577"/>
                    <a:pt x="431" y="10509"/>
                  </a:cubicBezTo>
                  <a:cubicBezTo>
                    <a:pt x="803" y="12916"/>
                    <a:pt x="1487" y="15339"/>
                    <a:pt x="2230" y="17627"/>
                  </a:cubicBezTo>
                  <a:cubicBezTo>
                    <a:pt x="3835" y="22769"/>
                    <a:pt x="6004" y="27658"/>
                    <a:pt x="8055" y="32607"/>
                  </a:cubicBezTo>
                  <a:cubicBezTo>
                    <a:pt x="8080" y="32632"/>
                    <a:pt x="8115" y="32646"/>
                    <a:pt x="8143" y="32646"/>
                  </a:cubicBezTo>
                  <a:cubicBezTo>
                    <a:pt x="8182" y="32646"/>
                    <a:pt x="8209" y="32617"/>
                    <a:pt x="8174" y="32548"/>
                  </a:cubicBezTo>
                  <a:cubicBezTo>
                    <a:pt x="6495" y="28401"/>
                    <a:pt x="4711" y="24315"/>
                    <a:pt x="3225" y="20168"/>
                  </a:cubicBezTo>
                  <a:cubicBezTo>
                    <a:pt x="1739" y="15948"/>
                    <a:pt x="253" y="11371"/>
                    <a:pt x="372" y="6853"/>
                  </a:cubicBezTo>
                  <a:cubicBezTo>
                    <a:pt x="372" y="5174"/>
                    <a:pt x="684" y="3375"/>
                    <a:pt x="1739" y="2023"/>
                  </a:cubicBezTo>
                  <a:cubicBezTo>
                    <a:pt x="2612" y="812"/>
                    <a:pt x="3895" y="204"/>
                    <a:pt x="5303" y="204"/>
                  </a:cubicBezTo>
                  <a:cubicBezTo>
                    <a:pt x="5693" y="204"/>
                    <a:pt x="6092" y="250"/>
                    <a:pt x="6495" y="344"/>
                  </a:cubicBezTo>
                  <a:cubicBezTo>
                    <a:pt x="8664" y="849"/>
                    <a:pt x="10582" y="2394"/>
                    <a:pt x="12008" y="4059"/>
                  </a:cubicBezTo>
                  <a:cubicBezTo>
                    <a:pt x="14059" y="6288"/>
                    <a:pt x="15352" y="8948"/>
                    <a:pt x="16467" y="11742"/>
                  </a:cubicBezTo>
                  <a:cubicBezTo>
                    <a:pt x="19008" y="18430"/>
                    <a:pt x="20063" y="25548"/>
                    <a:pt x="21609" y="32488"/>
                  </a:cubicBezTo>
                  <a:cubicBezTo>
                    <a:pt x="21609" y="32534"/>
                    <a:pt x="21645" y="32553"/>
                    <a:pt x="21688" y="32553"/>
                  </a:cubicBezTo>
                  <a:cubicBezTo>
                    <a:pt x="21756" y="32553"/>
                    <a:pt x="21838" y="32502"/>
                    <a:pt x="21802" y="32429"/>
                  </a:cubicBezTo>
                  <a:cubicBezTo>
                    <a:pt x="20316" y="25920"/>
                    <a:pt x="19320" y="19173"/>
                    <a:pt x="17091" y="12857"/>
                  </a:cubicBezTo>
                  <a:cubicBezTo>
                    <a:pt x="16095" y="10063"/>
                    <a:pt x="14921" y="7343"/>
                    <a:pt x="13063" y="4995"/>
                  </a:cubicBezTo>
                  <a:cubicBezTo>
                    <a:pt x="11637" y="3138"/>
                    <a:pt x="9838" y="1399"/>
                    <a:pt x="7609" y="477"/>
                  </a:cubicBezTo>
                  <a:cubicBezTo>
                    <a:pt x="6878" y="182"/>
                    <a:pt x="6078" y="0"/>
                    <a:pt x="5279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2793;p52">
              <a:extLst>
                <a:ext uri="{FF2B5EF4-FFF2-40B4-BE49-F238E27FC236}">
                  <a16:creationId xmlns:a16="http://schemas.microsoft.com/office/drawing/2014/main" id="{7ED5FA8B-5E7A-A873-A898-AA7C97C9E8F4}"/>
                </a:ext>
              </a:extLst>
            </p:cNvPr>
            <p:cNvSpPr/>
            <p:nvPr/>
          </p:nvSpPr>
          <p:spPr>
            <a:xfrm>
              <a:off x="4304925" y="4039150"/>
              <a:ext cx="274225" cy="809600"/>
            </a:xfrm>
            <a:custGeom>
              <a:avLst/>
              <a:gdLst/>
              <a:ahLst/>
              <a:cxnLst/>
              <a:rect l="l" t="t" r="r" b="b"/>
              <a:pathLst>
                <a:path w="10969" h="32384" fill="none" extrusionOk="0">
                  <a:moveTo>
                    <a:pt x="1" y="1"/>
                  </a:moveTo>
                  <a:lnTo>
                    <a:pt x="10968" y="32383"/>
                  </a:lnTo>
                </a:path>
              </a:pathLst>
            </a:custGeom>
            <a:noFill/>
            <a:ln w="63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2794;p52">
              <a:extLst>
                <a:ext uri="{FF2B5EF4-FFF2-40B4-BE49-F238E27FC236}">
                  <a16:creationId xmlns:a16="http://schemas.microsoft.com/office/drawing/2014/main" id="{503B3135-0800-B39C-4C30-97DFAB9C1659}"/>
                </a:ext>
              </a:extLst>
            </p:cNvPr>
            <p:cNvSpPr/>
            <p:nvPr/>
          </p:nvSpPr>
          <p:spPr>
            <a:xfrm>
              <a:off x="4592875" y="3850425"/>
              <a:ext cx="25" cy="49425"/>
            </a:xfrm>
            <a:custGeom>
              <a:avLst/>
              <a:gdLst/>
              <a:ahLst/>
              <a:cxnLst/>
              <a:rect l="l" t="t" r="r" b="b"/>
              <a:pathLst>
                <a:path w="1" h="1977" fill="none" extrusionOk="0">
                  <a:moveTo>
                    <a:pt x="0" y="0"/>
                  </a:moveTo>
                  <a:lnTo>
                    <a:pt x="0" y="1977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2795;p52">
              <a:extLst>
                <a:ext uri="{FF2B5EF4-FFF2-40B4-BE49-F238E27FC236}">
                  <a16:creationId xmlns:a16="http://schemas.microsoft.com/office/drawing/2014/main" id="{5F47F2A1-0ACE-0683-482D-600CF53120C4}"/>
                </a:ext>
              </a:extLst>
            </p:cNvPr>
            <p:cNvSpPr/>
            <p:nvPr/>
          </p:nvSpPr>
          <p:spPr>
            <a:xfrm>
              <a:off x="4566475" y="3874950"/>
              <a:ext cx="51300" cy="25"/>
            </a:xfrm>
            <a:custGeom>
              <a:avLst/>
              <a:gdLst/>
              <a:ahLst/>
              <a:cxnLst/>
              <a:rect l="l" t="t" r="r" b="b"/>
              <a:pathLst>
                <a:path w="2052" h="1" fill="none" extrusionOk="0">
                  <a:moveTo>
                    <a:pt x="2052" y="0"/>
                  </a:moveTo>
                  <a:lnTo>
                    <a:pt x="1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2796;p52">
              <a:extLst>
                <a:ext uri="{FF2B5EF4-FFF2-40B4-BE49-F238E27FC236}">
                  <a16:creationId xmlns:a16="http://schemas.microsoft.com/office/drawing/2014/main" id="{0ED2B132-D1F3-BE7D-3208-32EA19F34D0C}"/>
                </a:ext>
              </a:extLst>
            </p:cNvPr>
            <p:cNvSpPr/>
            <p:nvPr/>
          </p:nvSpPr>
          <p:spPr>
            <a:xfrm>
              <a:off x="6280350" y="3689175"/>
              <a:ext cx="25" cy="49800"/>
            </a:xfrm>
            <a:custGeom>
              <a:avLst/>
              <a:gdLst/>
              <a:ahLst/>
              <a:cxnLst/>
              <a:rect l="l" t="t" r="r" b="b"/>
              <a:pathLst>
                <a:path w="1" h="1992" fill="none" extrusionOk="0">
                  <a:moveTo>
                    <a:pt x="0" y="1"/>
                  </a:moveTo>
                  <a:lnTo>
                    <a:pt x="0" y="1992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2797;p52">
              <a:extLst>
                <a:ext uri="{FF2B5EF4-FFF2-40B4-BE49-F238E27FC236}">
                  <a16:creationId xmlns:a16="http://schemas.microsoft.com/office/drawing/2014/main" id="{31CB6BFB-329D-07A4-1294-A00354C36D66}"/>
                </a:ext>
              </a:extLst>
            </p:cNvPr>
            <p:cNvSpPr/>
            <p:nvPr/>
          </p:nvSpPr>
          <p:spPr>
            <a:xfrm>
              <a:off x="6253975" y="3714075"/>
              <a:ext cx="50925" cy="25"/>
            </a:xfrm>
            <a:custGeom>
              <a:avLst/>
              <a:gdLst/>
              <a:ahLst/>
              <a:cxnLst/>
              <a:rect l="l" t="t" r="r" b="b"/>
              <a:pathLst>
                <a:path w="2037" h="1" fill="none" extrusionOk="0">
                  <a:moveTo>
                    <a:pt x="2036" y="0"/>
                  </a:moveTo>
                  <a:lnTo>
                    <a:pt x="0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2798;p52">
              <a:extLst>
                <a:ext uri="{FF2B5EF4-FFF2-40B4-BE49-F238E27FC236}">
                  <a16:creationId xmlns:a16="http://schemas.microsoft.com/office/drawing/2014/main" id="{4A4502D4-15BD-7088-2BEA-2D5F5B0842F5}"/>
                </a:ext>
              </a:extLst>
            </p:cNvPr>
            <p:cNvSpPr/>
            <p:nvPr/>
          </p:nvSpPr>
          <p:spPr>
            <a:xfrm>
              <a:off x="4955100" y="3435425"/>
              <a:ext cx="47950" cy="47950"/>
            </a:xfrm>
            <a:custGeom>
              <a:avLst/>
              <a:gdLst/>
              <a:ahLst/>
              <a:cxnLst/>
              <a:rect l="l" t="t" r="r" b="b"/>
              <a:pathLst>
                <a:path w="1918" h="1918" fill="none" extrusionOk="0">
                  <a:moveTo>
                    <a:pt x="1918" y="996"/>
                  </a:moveTo>
                  <a:cubicBezTo>
                    <a:pt x="1918" y="1487"/>
                    <a:pt x="1487" y="1918"/>
                    <a:pt x="996" y="1918"/>
                  </a:cubicBezTo>
                  <a:cubicBezTo>
                    <a:pt x="432" y="1918"/>
                    <a:pt x="1" y="1487"/>
                    <a:pt x="1" y="996"/>
                  </a:cubicBezTo>
                  <a:cubicBezTo>
                    <a:pt x="1" y="431"/>
                    <a:pt x="432" y="0"/>
                    <a:pt x="996" y="0"/>
                  </a:cubicBezTo>
                  <a:cubicBezTo>
                    <a:pt x="1487" y="0"/>
                    <a:pt x="1918" y="431"/>
                    <a:pt x="1918" y="996"/>
                  </a:cubicBezTo>
                  <a:close/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2799;p52">
              <a:extLst>
                <a:ext uri="{FF2B5EF4-FFF2-40B4-BE49-F238E27FC236}">
                  <a16:creationId xmlns:a16="http://schemas.microsoft.com/office/drawing/2014/main" id="{EBD0C3B7-15BD-7DDE-0A2B-175097BACE02}"/>
                </a:ext>
              </a:extLst>
            </p:cNvPr>
            <p:cNvSpPr/>
            <p:nvPr/>
          </p:nvSpPr>
          <p:spPr>
            <a:xfrm>
              <a:off x="3749125" y="4627275"/>
              <a:ext cx="267900" cy="25"/>
            </a:xfrm>
            <a:custGeom>
              <a:avLst/>
              <a:gdLst/>
              <a:ahLst/>
              <a:cxnLst/>
              <a:rect l="l" t="t" r="r" b="b"/>
              <a:pathLst>
                <a:path w="10716" h="1" fill="none" extrusionOk="0">
                  <a:moveTo>
                    <a:pt x="0" y="1"/>
                  </a:moveTo>
                  <a:lnTo>
                    <a:pt x="10715" y="1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2800;p52">
              <a:extLst>
                <a:ext uri="{FF2B5EF4-FFF2-40B4-BE49-F238E27FC236}">
                  <a16:creationId xmlns:a16="http://schemas.microsoft.com/office/drawing/2014/main" id="{4EF2345F-5606-879B-F7A6-93898D837D3B}"/>
                </a:ext>
              </a:extLst>
            </p:cNvPr>
            <p:cNvSpPr/>
            <p:nvPr/>
          </p:nvSpPr>
          <p:spPr>
            <a:xfrm>
              <a:off x="4099100" y="4627275"/>
              <a:ext cx="119300" cy="25"/>
            </a:xfrm>
            <a:custGeom>
              <a:avLst/>
              <a:gdLst/>
              <a:ahLst/>
              <a:cxnLst/>
              <a:rect l="l" t="t" r="r" b="b"/>
              <a:pathLst>
                <a:path w="4772" h="1" fill="none" extrusionOk="0">
                  <a:moveTo>
                    <a:pt x="1" y="1"/>
                  </a:moveTo>
                  <a:lnTo>
                    <a:pt x="4771" y="1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2801;p52">
              <a:extLst>
                <a:ext uri="{FF2B5EF4-FFF2-40B4-BE49-F238E27FC236}">
                  <a16:creationId xmlns:a16="http://schemas.microsoft.com/office/drawing/2014/main" id="{D896F44A-E9CF-4CE9-FC63-78BC8E920D54}"/>
                </a:ext>
              </a:extLst>
            </p:cNvPr>
            <p:cNvSpPr/>
            <p:nvPr/>
          </p:nvSpPr>
          <p:spPr>
            <a:xfrm>
              <a:off x="5676625" y="4692300"/>
              <a:ext cx="25" cy="49800"/>
            </a:xfrm>
            <a:custGeom>
              <a:avLst/>
              <a:gdLst/>
              <a:ahLst/>
              <a:cxnLst/>
              <a:rect l="l" t="t" r="r" b="b"/>
              <a:pathLst>
                <a:path w="1" h="1992" fill="none" extrusionOk="0">
                  <a:moveTo>
                    <a:pt x="0" y="1"/>
                  </a:moveTo>
                  <a:lnTo>
                    <a:pt x="0" y="1992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2802;p52">
              <a:extLst>
                <a:ext uri="{FF2B5EF4-FFF2-40B4-BE49-F238E27FC236}">
                  <a16:creationId xmlns:a16="http://schemas.microsoft.com/office/drawing/2014/main" id="{7C55B294-0CBA-8381-3782-74A849BA38C3}"/>
                </a:ext>
              </a:extLst>
            </p:cNvPr>
            <p:cNvSpPr/>
            <p:nvPr/>
          </p:nvSpPr>
          <p:spPr>
            <a:xfrm>
              <a:off x="5650225" y="4717200"/>
              <a:ext cx="50925" cy="25"/>
            </a:xfrm>
            <a:custGeom>
              <a:avLst/>
              <a:gdLst/>
              <a:ahLst/>
              <a:cxnLst/>
              <a:rect l="l" t="t" r="r" b="b"/>
              <a:pathLst>
                <a:path w="2037" h="1" fill="none" extrusionOk="0">
                  <a:moveTo>
                    <a:pt x="2037" y="0"/>
                  </a:moveTo>
                  <a:lnTo>
                    <a:pt x="1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2803;p52">
              <a:extLst>
                <a:ext uri="{FF2B5EF4-FFF2-40B4-BE49-F238E27FC236}">
                  <a16:creationId xmlns:a16="http://schemas.microsoft.com/office/drawing/2014/main" id="{C198D16A-0D0E-2FDC-D364-F474CCD795F9}"/>
                </a:ext>
              </a:extLst>
            </p:cNvPr>
            <p:cNvSpPr/>
            <p:nvPr/>
          </p:nvSpPr>
          <p:spPr>
            <a:xfrm>
              <a:off x="6733975" y="4218600"/>
              <a:ext cx="47950" cy="47950"/>
            </a:xfrm>
            <a:custGeom>
              <a:avLst/>
              <a:gdLst/>
              <a:ahLst/>
              <a:cxnLst/>
              <a:rect l="l" t="t" r="r" b="b"/>
              <a:pathLst>
                <a:path w="1918" h="1918" fill="none" extrusionOk="0">
                  <a:moveTo>
                    <a:pt x="1918" y="996"/>
                  </a:moveTo>
                  <a:cubicBezTo>
                    <a:pt x="1918" y="1487"/>
                    <a:pt x="1487" y="1918"/>
                    <a:pt x="922" y="1918"/>
                  </a:cubicBezTo>
                  <a:cubicBezTo>
                    <a:pt x="432" y="1918"/>
                    <a:pt x="1" y="1487"/>
                    <a:pt x="1" y="996"/>
                  </a:cubicBezTo>
                  <a:cubicBezTo>
                    <a:pt x="1" y="432"/>
                    <a:pt x="432" y="1"/>
                    <a:pt x="922" y="1"/>
                  </a:cubicBezTo>
                  <a:cubicBezTo>
                    <a:pt x="1487" y="1"/>
                    <a:pt x="1918" y="432"/>
                    <a:pt x="1918" y="996"/>
                  </a:cubicBezTo>
                  <a:close/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2804;p52">
              <a:extLst>
                <a:ext uri="{FF2B5EF4-FFF2-40B4-BE49-F238E27FC236}">
                  <a16:creationId xmlns:a16="http://schemas.microsoft.com/office/drawing/2014/main" id="{AA12DA2A-C702-58AD-AFF1-209A95FD8659}"/>
                </a:ext>
              </a:extLst>
            </p:cNvPr>
            <p:cNvSpPr/>
            <p:nvPr/>
          </p:nvSpPr>
          <p:spPr>
            <a:xfrm>
              <a:off x="5707450" y="4195575"/>
              <a:ext cx="181325" cy="25"/>
            </a:xfrm>
            <a:custGeom>
              <a:avLst/>
              <a:gdLst/>
              <a:ahLst/>
              <a:cxnLst/>
              <a:rect l="l" t="t" r="r" b="b"/>
              <a:pathLst>
                <a:path w="7253" h="1" fill="none" extrusionOk="0">
                  <a:moveTo>
                    <a:pt x="7253" y="0"/>
                  </a:moveTo>
                  <a:lnTo>
                    <a:pt x="0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2805;p52">
              <a:extLst>
                <a:ext uri="{FF2B5EF4-FFF2-40B4-BE49-F238E27FC236}">
                  <a16:creationId xmlns:a16="http://schemas.microsoft.com/office/drawing/2014/main" id="{5FD39055-7C26-30D6-9C74-D31631A66891}"/>
                </a:ext>
              </a:extLst>
            </p:cNvPr>
            <p:cNvSpPr/>
            <p:nvPr/>
          </p:nvSpPr>
          <p:spPr>
            <a:xfrm>
              <a:off x="5548075" y="4195575"/>
              <a:ext cx="99200" cy="25"/>
            </a:xfrm>
            <a:custGeom>
              <a:avLst/>
              <a:gdLst/>
              <a:ahLst/>
              <a:cxnLst/>
              <a:rect l="l" t="t" r="r" b="b"/>
              <a:pathLst>
                <a:path w="3968" h="1" fill="none" extrusionOk="0">
                  <a:moveTo>
                    <a:pt x="3968" y="0"/>
                  </a:moveTo>
                  <a:lnTo>
                    <a:pt x="0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2806;p52">
              <a:extLst>
                <a:ext uri="{FF2B5EF4-FFF2-40B4-BE49-F238E27FC236}">
                  <a16:creationId xmlns:a16="http://schemas.microsoft.com/office/drawing/2014/main" id="{8B50F8D6-4863-FF08-9264-6ADF94AD9EEE}"/>
                </a:ext>
              </a:extLst>
            </p:cNvPr>
            <p:cNvSpPr/>
            <p:nvPr/>
          </p:nvSpPr>
          <p:spPr>
            <a:xfrm>
              <a:off x="4843650" y="4345675"/>
              <a:ext cx="25" cy="50925"/>
            </a:xfrm>
            <a:custGeom>
              <a:avLst/>
              <a:gdLst/>
              <a:ahLst/>
              <a:cxnLst/>
              <a:rect l="l" t="t" r="r" b="b"/>
              <a:pathLst>
                <a:path w="1" h="2037" fill="none" extrusionOk="0">
                  <a:moveTo>
                    <a:pt x="0" y="0"/>
                  </a:moveTo>
                  <a:lnTo>
                    <a:pt x="0" y="2036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2807;p52">
              <a:extLst>
                <a:ext uri="{FF2B5EF4-FFF2-40B4-BE49-F238E27FC236}">
                  <a16:creationId xmlns:a16="http://schemas.microsoft.com/office/drawing/2014/main" id="{21BDC683-8E34-876D-6C9C-50099E27DB2E}"/>
                </a:ext>
              </a:extLst>
            </p:cNvPr>
            <p:cNvSpPr/>
            <p:nvPr/>
          </p:nvSpPr>
          <p:spPr>
            <a:xfrm>
              <a:off x="4818750" y="4372050"/>
              <a:ext cx="51300" cy="25"/>
            </a:xfrm>
            <a:custGeom>
              <a:avLst/>
              <a:gdLst/>
              <a:ahLst/>
              <a:cxnLst/>
              <a:rect l="l" t="t" r="r" b="b"/>
              <a:pathLst>
                <a:path w="2052" h="1" fill="none" extrusionOk="0">
                  <a:moveTo>
                    <a:pt x="2051" y="0"/>
                  </a:moveTo>
                  <a:lnTo>
                    <a:pt x="1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2808;p52">
              <a:extLst>
                <a:ext uri="{FF2B5EF4-FFF2-40B4-BE49-F238E27FC236}">
                  <a16:creationId xmlns:a16="http://schemas.microsoft.com/office/drawing/2014/main" id="{459AA678-AC89-13A9-7717-DB15C833EAD4}"/>
                </a:ext>
              </a:extLst>
            </p:cNvPr>
            <p:cNvSpPr/>
            <p:nvPr/>
          </p:nvSpPr>
          <p:spPr>
            <a:xfrm>
              <a:off x="3950500" y="3752700"/>
              <a:ext cx="47950" cy="47950"/>
            </a:xfrm>
            <a:custGeom>
              <a:avLst/>
              <a:gdLst/>
              <a:ahLst/>
              <a:cxnLst/>
              <a:rect l="l" t="t" r="r" b="b"/>
              <a:pathLst>
                <a:path w="1918" h="1918" fill="none" extrusionOk="0">
                  <a:moveTo>
                    <a:pt x="1917" y="997"/>
                  </a:moveTo>
                  <a:cubicBezTo>
                    <a:pt x="1917" y="1487"/>
                    <a:pt x="1486" y="1918"/>
                    <a:pt x="922" y="1918"/>
                  </a:cubicBezTo>
                  <a:cubicBezTo>
                    <a:pt x="431" y="1918"/>
                    <a:pt x="0" y="1487"/>
                    <a:pt x="0" y="997"/>
                  </a:cubicBezTo>
                  <a:cubicBezTo>
                    <a:pt x="0" y="432"/>
                    <a:pt x="431" y="1"/>
                    <a:pt x="922" y="1"/>
                  </a:cubicBezTo>
                  <a:cubicBezTo>
                    <a:pt x="1486" y="1"/>
                    <a:pt x="1917" y="432"/>
                    <a:pt x="1917" y="997"/>
                  </a:cubicBezTo>
                  <a:close/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2809;p52">
              <a:extLst>
                <a:ext uri="{FF2B5EF4-FFF2-40B4-BE49-F238E27FC236}">
                  <a16:creationId xmlns:a16="http://schemas.microsoft.com/office/drawing/2014/main" id="{958B9877-DEC0-A4A0-9E4E-03B8F3CC5F41}"/>
                </a:ext>
              </a:extLst>
            </p:cNvPr>
            <p:cNvSpPr/>
            <p:nvPr/>
          </p:nvSpPr>
          <p:spPr>
            <a:xfrm>
              <a:off x="4696525" y="3759025"/>
              <a:ext cx="195075" cy="25"/>
            </a:xfrm>
            <a:custGeom>
              <a:avLst/>
              <a:gdLst/>
              <a:ahLst/>
              <a:cxnLst/>
              <a:rect l="l" t="t" r="r" b="b"/>
              <a:pathLst>
                <a:path w="7803" h="1" fill="none" extrusionOk="0">
                  <a:moveTo>
                    <a:pt x="0" y="0"/>
                  </a:moveTo>
                  <a:lnTo>
                    <a:pt x="7802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810;p52">
              <a:extLst>
                <a:ext uri="{FF2B5EF4-FFF2-40B4-BE49-F238E27FC236}">
                  <a16:creationId xmlns:a16="http://schemas.microsoft.com/office/drawing/2014/main" id="{FD023FDB-D562-38B7-3EC3-3ABB5089BBEB}"/>
                </a:ext>
              </a:extLst>
            </p:cNvPr>
            <p:cNvSpPr/>
            <p:nvPr/>
          </p:nvSpPr>
          <p:spPr>
            <a:xfrm>
              <a:off x="4792750" y="2591675"/>
              <a:ext cx="25" cy="34225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1"/>
                  </a:moveTo>
                  <a:lnTo>
                    <a:pt x="0" y="1368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811;p52">
              <a:extLst>
                <a:ext uri="{FF2B5EF4-FFF2-40B4-BE49-F238E27FC236}">
                  <a16:creationId xmlns:a16="http://schemas.microsoft.com/office/drawing/2014/main" id="{BB51BE67-E0F7-29C2-6FC8-6DA5E089D195}"/>
                </a:ext>
              </a:extLst>
            </p:cNvPr>
            <p:cNvSpPr/>
            <p:nvPr/>
          </p:nvSpPr>
          <p:spPr>
            <a:xfrm>
              <a:off x="4775650" y="2608775"/>
              <a:ext cx="35700" cy="25"/>
            </a:xfrm>
            <a:custGeom>
              <a:avLst/>
              <a:gdLst/>
              <a:ahLst/>
              <a:cxnLst/>
              <a:rect l="l" t="t" r="r" b="b"/>
              <a:pathLst>
                <a:path w="1428" h="1" fill="none" extrusionOk="0">
                  <a:moveTo>
                    <a:pt x="1427" y="0"/>
                  </a:moveTo>
                  <a:lnTo>
                    <a:pt x="1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812;p52">
              <a:extLst>
                <a:ext uri="{FF2B5EF4-FFF2-40B4-BE49-F238E27FC236}">
                  <a16:creationId xmlns:a16="http://schemas.microsoft.com/office/drawing/2014/main" id="{C7C64246-7A02-82A6-E2B0-A7142AC7D40B}"/>
                </a:ext>
              </a:extLst>
            </p:cNvPr>
            <p:cNvSpPr/>
            <p:nvPr/>
          </p:nvSpPr>
          <p:spPr>
            <a:xfrm>
              <a:off x="4775650" y="2608775"/>
              <a:ext cx="35700" cy="25"/>
            </a:xfrm>
            <a:custGeom>
              <a:avLst/>
              <a:gdLst/>
              <a:ahLst/>
              <a:cxnLst/>
              <a:rect l="l" t="t" r="r" b="b"/>
              <a:pathLst>
                <a:path w="1428" h="1" fill="none" extrusionOk="0">
                  <a:moveTo>
                    <a:pt x="1427" y="0"/>
                  </a:moveTo>
                  <a:lnTo>
                    <a:pt x="1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813;p52">
              <a:extLst>
                <a:ext uri="{FF2B5EF4-FFF2-40B4-BE49-F238E27FC236}">
                  <a16:creationId xmlns:a16="http://schemas.microsoft.com/office/drawing/2014/main" id="{C8A1E56A-E694-1C54-C31A-77E4A52A5DD3}"/>
                </a:ext>
              </a:extLst>
            </p:cNvPr>
            <p:cNvSpPr/>
            <p:nvPr/>
          </p:nvSpPr>
          <p:spPr>
            <a:xfrm>
              <a:off x="4535650" y="4840925"/>
              <a:ext cx="238550" cy="25"/>
            </a:xfrm>
            <a:custGeom>
              <a:avLst/>
              <a:gdLst/>
              <a:ahLst/>
              <a:cxnLst/>
              <a:rect l="l" t="t" r="r" b="b"/>
              <a:pathLst>
                <a:path w="9542" h="1" fill="none" extrusionOk="0">
                  <a:moveTo>
                    <a:pt x="0" y="0"/>
                  </a:moveTo>
                  <a:lnTo>
                    <a:pt x="9541" y="0"/>
                  </a:lnTo>
                </a:path>
              </a:pathLst>
            </a:custGeom>
            <a:noFill/>
            <a:ln w="63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40336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2">
          <a:extLst>
            <a:ext uri="{FF2B5EF4-FFF2-40B4-BE49-F238E27FC236}">
              <a16:creationId xmlns:a16="http://schemas.microsoft.com/office/drawing/2014/main" id="{CB313F77-7F9F-F152-05F5-F0D6BECB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p49">
            <a:extLst>
              <a:ext uri="{FF2B5EF4-FFF2-40B4-BE49-F238E27FC236}">
                <a16:creationId xmlns:a16="http://schemas.microsoft.com/office/drawing/2014/main" id="{2CEB435F-F18C-68BF-50FC-5106EB80E2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4279050" y="1728950"/>
            <a:ext cx="4864950" cy="91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dirty="0"/>
              <a:t>Attrition by gender section</a:t>
            </a:r>
          </a:p>
        </p:txBody>
      </p:sp>
      <p:sp>
        <p:nvSpPr>
          <p:cNvPr id="2444" name="Google Shape;2444;p49">
            <a:extLst>
              <a:ext uri="{FF2B5EF4-FFF2-40B4-BE49-F238E27FC236}">
                <a16:creationId xmlns:a16="http://schemas.microsoft.com/office/drawing/2014/main" id="{2B2A545F-DB2A-7B28-CD84-92734F5FCFC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 flipH="1">
            <a:off x="3799350" y="641825"/>
            <a:ext cx="1907700" cy="9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2446" name="Google Shape;2446;p49">
            <a:extLst>
              <a:ext uri="{FF2B5EF4-FFF2-40B4-BE49-F238E27FC236}">
                <a16:creationId xmlns:a16="http://schemas.microsoft.com/office/drawing/2014/main" id="{24D1746D-6C8F-8597-C6AB-634B6AFE83C8}"/>
              </a:ext>
            </a:extLst>
          </p:cNvPr>
          <p:cNvGrpSpPr/>
          <p:nvPr/>
        </p:nvGrpSpPr>
        <p:grpSpPr>
          <a:xfrm>
            <a:off x="755613" y="1806551"/>
            <a:ext cx="3816387" cy="3060650"/>
            <a:chOff x="617501" y="1797025"/>
            <a:chExt cx="3954809" cy="3064853"/>
          </a:xfrm>
        </p:grpSpPr>
        <p:sp>
          <p:nvSpPr>
            <p:cNvPr id="2447" name="Google Shape;2447;p49">
              <a:extLst>
                <a:ext uri="{FF2B5EF4-FFF2-40B4-BE49-F238E27FC236}">
                  <a16:creationId xmlns:a16="http://schemas.microsoft.com/office/drawing/2014/main" id="{E8D693B9-6C54-A1C3-8E07-CEEDC138F5F6}"/>
                </a:ext>
              </a:extLst>
            </p:cNvPr>
            <p:cNvSpPr/>
            <p:nvPr/>
          </p:nvSpPr>
          <p:spPr>
            <a:xfrm>
              <a:off x="2194733" y="2099424"/>
              <a:ext cx="393646" cy="443125"/>
            </a:xfrm>
            <a:custGeom>
              <a:avLst/>
              <a:gdLst/>
              <a:ahLst/>
              <a:cxnLst/>
              <a:rect l="l" t="t" r="r" b="b"/>
              <a:pathLst>
                <a:path w="3421" h="3851" extrusionOk="0">
                  <a:moveTo>
                    <a:pt x="1904" y="0"/>
                  </a:moveTo>
                  <a:cubicBezTo>
                    <a:pt x="1640" y="100"/>
                    <a:pt x="1394" y="217"/>
                    <a:pt x="1225" y="416"/>
                  </a:cubicBezTo>
                  <a:cubicBezTo>
                    <a:pt x="955" y="656"/>
                    <a:pt x="1026" y="832"/>
                    <a:pt x="932" y="1095"/>
                  </a:cubicBezTo>
                  <a:cubicBezTo>
                    <a:pt x="832" y="1388"/>
                    <a:pt x="516" y="1534"/>
                    <a:pt x="294" y="1780"/>
                  </a:cubicBezTo>
                  <a:cubicBezTo>
                    <a:pt x="1" y="2120"/>
                    <a:pt x="1" y="2659"/>
                    <a:pt x="223" y="3051"/>
                  </a:cubicBezTo>
                  <a:cubicBezTo>
                    <a:pt x="440" y="3437"/>
                    <a:pt x="856" y="3683"/>
                    <a:pt x="1295" y="3806"/>
                  </a:cubicBezTo>
                  <a:cubicBezTo>
                    <a:pt x="1439" y="3834"/>
                    <a:pt x="1586" y="3850"/>
                    <a:pt x="1733" y="3850"/>
                  </a:cubicBezTo>
                  <a:cubicBezTo>
                    <a:pt x="1960" y="3850"/>
                    <a:pt x="2185" y="3810"/>
                    <a:pt x="2396" y="3707"/>
                  </a:cubicBezTo>
                  <a:cubicBezTo>
                    <a:pt x="2712" y="3560"/>
                    <a:pt x="2958" y="3244"/>
                    <a:pt x="3104" y="2904"/>
                  </a:cubicBezTo>
                  <a:cubicBezTo>
                    <a:pt x="3274" y="2588"/>
                    <a:pt x="3344" y="2219"/>
                    <a:pt x="3420" y="1856"/>
                  </a:cubicBezTo>
                  <a:lnTo>
                    <a:pt x="19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49">
              <a:extLst>
                <a:ext uri="{FF2B5EF4-FFF2-40B4-BE49-F238E27FC236}">
                  <a16:creationId xmlns:a16="http://schemas.microsoft.com/office/drawing/2014/main" id="{85A26C01-AE13-C3EA-AE3C-EEEC7E7621B9}"/>
                </a:ext>
              </a:extLst>
            </p:cNvPr>
            <p:cNvSpPr/>
            <p:nvPr/>
          </p:nvSpPr>
          <p:spPr>
            <a:xfrm>
              <a:off x="1552080" y="2520459"/>
              <a:ext cx="718942" cy="519645"/>
            </a:xfrm>
            <a:custGeom>
              <a:avLst/>
              <a:gdLst/>
              <a:ahLst/>
              <a:cxnLst/>
              <a:rect l="l" t="t" r="r" b="b"/>
              <a:pathLst>
                <a:path w="6248" h="4516" extrusionOk="0">
                  <a:moveTo>
                    <a:pt x="4661" y="1"/>
                  </a:moveTo>
                  <a:lnTo>
                    <a:pt x="3419" y="1242"/>
                  </a:lnTo>
                  <a:lnTo>
                    <a:pt x="0" y="3877"/>
                  </a:lnTo>
                  <a:lnTo>
                    <a:pt x="662" y="4515"/>
                  </a:lnTo>
                  <a:cubicBezTo>
                    <a:pt x="662" y="4515"/>
                    <a:pt x="4075" y="2975"/>
                    <a:pt x="4491" y="2682"/>
                  </a:cubicBezTo>
                  <a:cubicBezTo>
                    <a:pt x="5076" y="2267"/>
                    <a:pt x="6247" y="1002"/>
                    <a:pt x="6247" y="1002"/>
                  </a:cubicBezTo>
                  <a:lnTo>
                    <a:pt x="4661" y="1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49">
              <a:extLst>
                <a:ext uri="{FF2B5EF4-FFF2-40B4-BE49-F238E27FC236}">
                  <a16:creationId xmlns:a16="http://schemas.microsoft.com/office/drawing/2014/main" id="{0CCB101E-5C08-6910-8C4A-BE99C9E5D9C2}"/>
                </a:ext>
              </a:extLst>
            </p:cNvPr>
            <p:cNvSpPr/>
            <p:nvPr/>
          </p:nvSpPr>
          <p:spPr>
            <a:xfrm>
              <a:off x="2026389" y="2321046"/>
              <a:ext cx="398939" cy="426555"/>
            </a:xfrm>
            <a:custGeom>
              <a:avLst/>
              <a:gdLst/>
              <a:ahLst/>
              <a:cxnLst/>
              <a:rect l="l" t="t" r="r" b="b"/>
              <a:pathLst>
                <a:path w="3467" h="3707" extrusionOk="0">
                  <a:moveTo>
                    <a:pt x="3466" y="1"/>
                  </a:moveTo>
                  <a:cubicBezTo>
                    <a:pt x="3466" y="1"/>
                    <a:pt x="2079" y="100"/>
                    <a:pt x="1493" y="586"/>
                  </a:cubicBezTo>
                  <a:cubicBezTo>
                    <a:pt x="878" y="1072"/>
                    <a:pt x="0" y="2126"/>
                    <a:pt x="0" y="2126"/>
                  </a:cubicBezTo>
                  <a:lnTo>
                    <a:pt x="1317" y="3707"/>
                  </a:lnTo>
                  <a:lnTo>
                    <a:pt x="2418" y="2489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49">
              <a:extLst>
                <a:ext uri="{FF2B5EF4-FFF2-40B4-BE49-F238E27FC236}">
                  <a16:creationId xmlns:a16="http://schemas.microsoft.com/office/drawing/2014/main" id="{A1A6298D-7C2F-9071-1A21-3B3A2C96F765}"/>
                </a:ext>
              </a:extLst>
            </p:cNvPr>
            <p:cNvSpPr/>
            <p:nvPr/>
          </p:nvSpPr>
          <p:spPr>
            <a:xfrm>
              <a:off x="1431374" y="2941609"/>
              <a:ext cx="202289" cy="181231"/>
            </a:xfrm>
            <a:custGeom>
              <a:avLst/>
              <a:gdLst/>
              <a:ahLst/>
              <a:cxnLst/>
              <a:rect l="l" t="t" r="r" b="b"/>
              <a:pathLst>
                <a:path w="1758" h="1575" extrusionOk="0">
                  <a:moveTo>
                    <a:pt x="1418" y="0"/>
                  </a:moveTo>
                  <a:cubicBezTo>
                    <a:pt x="1195" y="100"/>
                    <a:pt x="832" y="270"/>
                    <a:pt x="610" y="363"/>
                  </a:cubicBezTo>
                  <a:cubicBezTo>
                    <a:pt x="487" y="416"/>
                    <a:pt x="294" y="539"/>
                    <a:pt x="317" y="586"/>
                  </a:cubicBezTo>
                  <a:cubicBezTo>
                    <a:pt x="323" y="621"/>
                    <a:pt x="344" y="633"/>
                    <a:pt x="373" y="633"/>
                  </a:cubicBezTo>
                  <a:cubicBezTo>
                    <a:pt x="448" y="633"/>
                    <a:pt x="579" y="547"/>
                    <a:pt x="636" y="547"/>
                  </a:cubicBezTo>
                  <a:cubicBezTo>
                    <a:pt x="649" y="547"/>
                    <a:pt x="658" y="552"/>
                    <a:pt x="663" y="562"/>
                  </a:cubicBezTo>
                  <a:cubicBezTo>
                    <a:pt x="686" y="609"/>
                    <a:pt x="417" y="732"/>
                    <a:pt x="270" y="779"/>
                  </a:cubicBezTo>
                  <a:cubicBezTo>
                    <a:pt x="147" y="855"/>
                    <a:pt x="1" y="925"/>
                    <a:pt x="24" y="1025"/>
                  </a:cubicBezTo>
                  <a:cubicBezTo>
                    <a:pt x="24" y="1038"/>
                    <a:pt x="37" y="1044"/>
                    <a:pt x="58" y="1044"/>
                  </a:cubicBezTo>
                  <a:cubicBezTo>
                    <a:pt x="195" y="1044"/>
                    <a:pt x="709" y="803"/>
                    <a:pt x="709" y="802"/>
                  </a:cubicBezTo>
                  <a:lnTo>
                    <a:pt x="709" y="802"/>
                  </a:lnTo>
                  <a:cubicBezTo>
                    <a:pt x="709" y="803"/>
                    <a:pt x="24" y="1171"/>
                    <a:pt x="24" y="1271"/>
                  </a:cubicBezTo>
                  <a:cubicBezTo>
                    <a:pt x="28" y="1287"/>
                    <a:pt x="44" y="1294"/>
                    <a:pt x="70" y="1294"/>
                  </a:cubicBezTo>
                  <a:cubicBezTo>
                    <a:pt x="231" y="1294"/>
                    <a:pt x="756" y="1025"/>
                    <a:pt x="756" y="1025"/>
                  </a:cubicBezTo>
                  <a:lnTo>
                    <a:pt x="756" y="1025"/>
                  </a:lnTo>
                  <a:cubicBezTo>
                    <a:pt x="756" y="1025"/>
                    <a:pt x="171" y="1341"/>
                    <a:pt x="194" y="1441"/>
                  </a:cubicBezTo>
                  <a:cubicBezTo>
                    <a:pt x="198" y="1454"/>
                    <a:pt x="211" y="1461"/>
                    <a:pt x="230" y="1461"/>
                  </a:cubicBezTo>
                  <a:cubicBezTo>
                    <a:pt x="339" y="1461"/>
                    <a:pt x="659" y="1260"/>
                    <a:pt x="809" y="1195"/>
                  </a:cubicBezTo>
                  <a:lnTo>
                    <a:pt x="809" y="1195"/>
                  </a:lnTo>
                  <a:cubicBezTo>
                    <a:pt x="686" y="1271"/>
                    <a:pt x="341" y="1511"/>
                    <a:pt x="393" y="1564"/>
                  </a:cubicBezTo>
                  <a:cubicBezTo>
                    <a:pt x="401" y="1571"/>
                    <a:pt x="413" y="1574"/>
                    <a:pt x="429" y="1574"/>
                  </a:cubicBezTo>
                  <a:cubicBezTo>
                    <a:pt x="513" y="1574"/>
                    <a:pt x="697" y="1484"/>
                    <a:pt x="756" y="1464"/>
                  </a:cubicBezTo>
                  <a:cubicBezTo>
                    <a:pt x="1365" y="1195"/>
                    <a:pt x="1757" y="832"/>
                    <a:pt x="1757" y="832"/>
                  </a:cubicBezTo>
                  <a:lnTo>
                    <a:pt x="1418" y="0"/>
                  </a:lnTo>
                  <a:close/>
                </a:path>
              </a:pathLst>
            </a:custGeom>
            <a:solidFill>
              <a:srgbClr val="FFD9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49">
              <a:extLst>
                <a:ext uri="{FF2B5EF4-FFF2-40B4-BE49-F238E27FC236}">
                  <a16:creationId xmlns:a16="http://schemas.microsoft.com/office/drawing/2014/main" id="{A1D75B83-9DB5-4B03-B5EC-D3CB44D134C6}"/>
                </a:ext>
              </a:extLst>
            </p:cNvPr>
            <p:cNvSpPr/>
            <p:nvPr/>
          </p:nvSpPr>
          <p:spPr>
            <a:xfrm>
              <a:off x="1535165" y="2977970"/>
              <a:ext cx="64783" cy="31068"/>
            </a:xfrm>
            <a:custGeom>
              <a:avLst/>
              <a:gdLst/>
              <a:ahLst/>
              <a:cxnLst/>
              <a:rect l="l" t="t" r="r" b="b"/>
              <a:pathLst>
                <a:path w="563" h="270" extrusionOk="0">
                  <a:moveTo>
                    <a:pt x="492" y="0"/>
                  </a:moveTo>
                  <a:cubicBezTo>
                    <a:pt x="492" y="24"/>
                    <a:pt x="293" y="194"/>
                    <a:pt x="77" y="194"/>
                  </a:cubicBezTo>
                  <a:lnTo>
                    <a:pt x="1" y="194"/>
                  </a:lnTo>
                  <a:lnTo>
                    <a:pt x="1" y="270"/>
                  </a:lnTo>
                  <a:lnTo>
                    <a:pt x="77" y="270"/>
                  </a:lnTo>
                  <a:cubicBezTo>
                    <a:pt x="200" y="270"/>
                    <a:pt x="317" y="223"/>
                    <a:pt x="416" y="147"/>
                  </a:cubicBezTo>
                  <a:cubicBezTo>
                    <a:pt x="492" y="100"/>
                    <a:pt x="563" y="47"/>
                    <a:pt x="563" y="47"/>
                  </a:cubicBezTo>
                  <a:lnTo>
                    <a:pt x="516" y="0"/>
                  </a:lnTo>
                  <a:close/>
                </a:path>
              </a:pathLst>
            </a:custGeom>
            <a:solidFill>
              <a:srgbClr val="FFA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49">
              <a:extLst>
                <a:ext uri="{FF2B5EF4-FFF2-40B4-BE49-F238E27FC236}">
                  <a16:creationId xmlns:a16="http://schemas.microsoft.com/office/drawing/2014/main" id="{EC15D13E-8E08-8C6E-7CAB-94DCE5004981}"/>
                </a:ext>
              </a:extLst>
            </p:cNvPr>
            <p:cNvSpPr/>
            <p:nvPr/>
          </p:nvSpPr>
          <p:spPr>
            <a:xfrm>
              <a:off x="2683195" y="4488471"/>
              <a:ext cx="151774" cy="339679"/>
            </a:xfrm>
            <a:custGeom>
              <a:avLst/>
              <a:gdLst/>
              <a:ahLst/>
              <a:cxnLst/>
              <a:rect l="l" t="t" r="r" b="b"/>
              <a:pathLst>
                <a:path w="1319" h="2952" extrusionOk="0">
                  <a:moveTo>
                    <a:pt x="1" y="1"/>
                  </a:moveTo>
                  <a:lnTo>
                    <a:pt x="393" y="2097"/>
                  </a:lnTo>
                  <a:lnTo>
                    <a:pt x="1248" y="2952"/>
                  </a:lnTo>
                  <a:lnTo>
                    <a:pt x="1318" y="2097"/>
                  </a:lnTo>
                  <a:lnTo>
                    <a:pt x="1295" y="2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49">
              <a:extLst>
                <a:ext uri="{FF2B5EF4-FFF2-40B4-BE49-F238E27FC236}">
                  <a16:creationId xmlns:a16="http://schemas.microsoft.com/office/drawing/2014/main" id="{669C0EDC-BF35-ADDF-C398-0264AEE223C8}"/>
                </a:ext>
              </a:extLst>
            </p:cNvPr>
            <p:cNvSpPr/>
            <p:nvPr/>
          </p:nvSpPr>
          <p:spPr>
            <a:xfrm>
              <a:off x="2663749" y="4721599"/>
              <a:ext cx="204935" cy="114607"/>
            </a:xfrm>
            <a:custGeom>
              <a:avLst/>
              <a:gdLst/>
              <a:ahLst/>
              <a:cxnLst/>
              <a:rect l="l" t="t" r="r" b="b"/>
              <a:pathLst>
                <a:path w="1781" h="996" extrusionOk="0">
                  <a:moveTo>
                    <a:pt x="463" y="0"/>
                  </a:moveTo>
                  <a:cubicBezTo>
                    <a:pt x="463" y="0"/>
                    <a:pt x="199" y="533"/>
                    <a:pt x="100" y="680"/>
                  </a:cubicBezTo>
                  <a:cubicBezTo>
                    <a:pt x="0" y="849"/>
                    <a:pt x="23" y="996"/>
                    <a:pt x="23" y="996"/>
                  </a:cubicBezTo>
                  <a:lnTo>
                    <a:pt x="1710" y="996"/>
                  </a:lnTo>
                  <a:cubicBezTo>
                    <a:pt x="1780" y="756"/>
                    <a:pt x="1487" y="0"/>
                    <a:pt x="1487" y="0"/>
                  </a:cubicBezTo>
                  <a:cubicBezTo>
                    <a:pt x="1487" y="0"/>
                    <a:pt x="1227" y="32"/>
                    <a:pt x="923" y="32"/>
                  </a:cubicBezTo>
                  <a:cubicBezTo>
                    <a:pt x="772" y="32"/>
                    <a:pt x="609" y="24"/>
                    <a:pt x="4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49">
              <a:extLst>
                <a:ext uri="{FF2B5EF4-FFF2-40B4-BE49-F238E27FC236}">
                  <a16:creationId xmlns:a16="http://schemas.microsoft.com/office/drawing/2014/main" id="{4F753B92-239E-B351-0561-7637C589E614}"/>
                </a:ext>
              </a:extLst>
            </p:cNvPr>
            <p:cNvSpPr/>
            <p:nvPr/>
          </p:nvSpPr>
          <p:spPr>
            <a:xfrm>
              <a:off x="2666395" y="4825390"/>
              <a:ext cx="194119" cy="36476"/>
            </a:xfrm>
            <a:custGeom>
              <a:avLst/>
              <a:gdLst/>
              <a:ahLst/>
              <a:cxnLst/>
              <a:rect l="l" t="t" r="r" b="b"/>
              <a:pathLst>
                <a:path w="1687" h="317" extrusionOk="0">
                  <a:moveTo>
                    <a:pt x="0" y="0"/>
                  </a:moveTo>
                  <a:lnTo>
                    <a:pt x="0" y="316"/>
                  </a:lnTo>
                  <a:lnTo>
                    <a:pt x="1687" y="316"/>
                  </a:lnTo>
                  <a:lnTo>
                    <a:pt x="16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49">
              <a:extLst>
                <a:ext uri="{FF2B5EF4-FFF2-40B4-BE49-F238E27FC236}">
                  <a16:creationId xmlns:a16="http://schemas.microsoft.com/office/drawing/2014/main" id="{086904E2-EE0E-206D-7307-B569C73876D8}"/>
                </a:ext>
              </a:extLst>
            </p:cNvPr>
            <p:cNvSpPr/>
            <p:nvPr/>
          </p:nvSpPr>
          <p:spPr>
            <a:xfrm>
              <a:off x="2739809" y="4755314"/>
              <a:ext cx="67545" cy="16915"/>
            </a:xfrm>
            <a:custGeom>
              <a:avLst/>
              <a:gdLst/>
              <a:ahLst/>
              <a:cxnLst/>
              <a:rect l="l" t="t" r="r" b="b"/>
              <a:pathLst>
                <a:path w="587" h="147" extrusionOk="0">
                  <a:moveTo>
                    <a:pt x="317" y="0"/>
                  </a:moveTo>
                  <a:cubicBezTo>
                    <a:pt x="217" y="0"/>
                    <a:pt x="124" y="24"/>
                    <a:pt x="48" y="47"/>
                  </a:cubicBezTo>
                  <a:cubicBezTo>
                    <a:pt x="24" y="47"/>
                    <a:pt x="1" y="94"/>
                    <a:pt x="24" y="117"/>
                  </a:cubicBezTo>
                  <a:cubicBezTo>
                    <a:pt x="24" y="147"/>
                    <a:pt x="48" y="147"/>
                    <a:pt x="71" y="147"/>
                  </a:cubicBezTo>
                  <a:cubicBezTo>
                    <a:pt x="147" y="117"/>
                    <a:pt x="217" y="94"/>
                    <a:pt x="317" y="94"/>
                  </a:cubicBezTo>
                  <a:cubicBezTo>
                    <a:pt x="387" y="94"/>
                    <a:pt x="463" y="117"/>
                    <a:pt x="510" y="147"/>
                  </a:cubicBezTo>
                  <a:cubicBezTo>
                    <a:pt x="534" y="147"/>
                    <a:pt x="563" y="147"/>
                    <a:pt x="586" y="117"/>
                  </a:cubicBezTo>
                  <a:cubicBezTo>
                    <a:pt x="586" y="94"/>
                    <a:pt x="586" y="70"/>
                    <a:pt x="563" y="47"/>
                  </a:cubicBezTo>
                  <a:cubicBezTo>
                    <a:pt x="487" y="24"/>
                    <a:pt x="387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49">
              <a:extLst>
                <a:ext uri="{FF2B5EF4-FFF2-40B4-BE49-F238E27FC236}">
                  <a16:creationId xmlns:a16="http://schemas.microsoft.com/office/drawing/2014/main" id="{8CB598B6-00D4-405D-9A9E-BCFADB874B42}"/>
                </a:ext>
              </a:extLst>
            </p:cNvPr>
            <p:cNvSpPr/>
            <p:nvPr/>
          </p:nvSpPr>
          <p:spPr>
            <a:xfrm>
              <a:off x="2739809" y="4774875"/>
              <a:ext cx="67545" cy="15304"/>
            </a:xfrm>
            <a:custGeom>
              <a:avLst/>
              <a:gdLst/>
              <a:ahLst/>
              <a:cxnLst/>
              <a:rect l="l" t="t" r="r" b="b"/>
              <a:pathLst>
                <a:path w="587" h="133" extrusionOk="0">
                  <a:moveTo>
                    <a:pt x="317" y="0"/>
                  </a:moveTo>
                  <a:cubicBezTo>
                    <a:pt x="217" y="0"/>
                    <a:pt x="124" y="0"/>
                    <a:pt x="48" y="47"/>
                  </a:cubicBezTo>
                  <a:cubicBezTo>
                    <a:pt x="24" y="47"/>
                    <a:pt x="1" y="70"/>
                    <a:pt x="24" y="94"/>
                  </a:cubicBezTo>
                  <a:cubicBezTo>
                    <a:pt x="24" y="115"/>
                    <a:pt x="36" y="133"/>
                    <a:pt x="51" y="133"/>
                  </a:cubicBezTo>
                  <a:cubicBezTo>
                    <a:pt x="58" y="133"/>
                    <a:pt x="64" y="130"/>
                    <a:pt x="71" y="123"/>
                  </a:cubicBezTo>
                  <a:cubicBezTo>
                    <a:pt x="125" y="102"/>
                    <a:pt x="177" y="84"/>
                    <a:pt x="238" y="84"/>
                  </a:cubicBezTo>
                  <a:cubicBezTo>
                    <a:pt x="262" y="84"/>
                    <a:pt x="288" y="87"/>
                    <a:pt x="317" y="94"/>
                  </a:cubicBezTo>
                  <a:cubicBezTo>
                    <a:pt x="337" y="87"/>
                    <a:pt x="357" y="84"/>
                    <a:pt x="378" y="84"/>
                  </a:cubicBezTo>
                  <a:cubicBezTo>
                    <a:pt x="428" y="84"/>
                    <a:pt x="477" y="102"/>
                    <a:pt x="510" y="123"/>
                  </a:cubicBezTo>
                  <a:cubicBezTo>
                    <a:pt x="517" y="130"/>
                    <a:pt x="524" y="133"/>
                    <a:pt x="531" y="133"/>
                  </a:cubicBezTo>
                  <a:cubicBezTo>
                    <a:pt x="550" y="133"/>
                    <a:pt x="569" y="115"/>
                    <a:pt x="586" y="94"/>
                  </a:cubicBezTo>
                  <a:cubicBezTo>
                    <a:pt x="586" y="70"/>
                    <a:pt x="586" y="47"/>
                    <a:pt x="563" y="47"/>
                  </a:cubicBezTo>
                  <a:cubicBezTo>
                    <a:pt x="487" y="0"/>
                    <a:pt x="387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49">
              <a:extLst>
                <a:ext uri="{FF2B5EF4-FFF2-40B4-BE49-F238E27FC236}">
                  <a16:creationId xmlns:a16="http://schemas.microsoft.com/office/drawing/2014/main" id="{F1D5D3C7-FDF1-61FF-5BAE-A8C0D383B30E}"/>
                </a:ext>
              </a:extLst>
            </p:cNvPr>
            <p:cNvSpPr/>
            <p:nvPr/>
          </p:nvSpPr>
          <p:spPr>
            <a:xfrm>
              <a:off x="2742570" y="4738399"/>
              <a:ext cx="64783" cy="17030"/>
            </a:xfrm>
            <a:custGeom>
              <a:avLst/>
              <a:gdLst/>
              <a:ahLst/>
              <a:cxnLst/>
              <a:rect l="l" t="t" r="r" b="b"/>
              <a:pathLst>
                <a:path w="563" h="148" extrusionOk="0">
                  <a:moveTo>
                    <a:pt x="293" y="1"/>
                  </a:moveTo>
                  <a:cubicBezTo>
                    <a:pt x="193" y="1"/>
                    <a:pt x="100" y="24"/>
                    <a:pt x="24" y="48"/>
                  </a:cubicBezTo>
                  <a:cubicBezTo>
                    <a:pt x="0" y="48"/>
                    <a:pt x="0" y="95"/>
                    <a:pt x="0" y="118"/>
                  </a:cubicBezTo>
                  <a:cubicBezTo>
                    <a:pt x="24" y="147"/>
                    <a:pt x="47" y="147"/>
                    <a:pt x="70" y="147"/>
                  </a:cubicBezTo>
                  <a:cubicBezTo>
                    <a:pt x="123" y="118"/>
                    <a:pt x="217" y="95"/>
                    <a:pt x="293" y="95"/>
                  </a:cubicBezTo>
                  <a:cubicBezTo>
                    <a:pt x="363" y="95"/>
                    <a:pt x="439" y="118"/>
                    <a:pt x="463" y="147"/>
                  </a:cubicBezTo>
                  <a:cubicBezTo>
                    <a:pt x="486" y="147"/>
                    <a:pt x="539" y="147"/>
                    <a:pt x="539" y="118"/>
                  </a:cubicBezTo>
                  <a:cubicBezTo>
                    <a:pt x="562" y="95"/>
                    <a:pt x="539" y="71"/>
                    <a:pt x="510" y="48"/>
                  </a:cubicBezTo>
                  <a:cubicBezTo>
                    <a:pt x="463" y="24"/>
                    <a:pt x="363" y="1"/>
                    <a:pt x="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49">
              <a:extLst>
                <a:ext uri="{FF2B5EF4-FFF2-40B4-BE49-F238E27FC236}">
                  <a16:creationId xmlns:a16="http://schemas.microsoft.com/office/drawing/2014/main" id="{1DDC58B4-1B63-5C94-7574-66DB1B635BE7}"/>
                </a:ext>
              </a:extLst>
            </p:cNvPr>
            <p:cNvSpPr/>
            <p:nvPr/>
          </p:nvSpPr>
          <p:spPr>
            <a:xfrm>
              <a:off x="2113956" y="4819292"/>
              <a:ext cx="272250" cy="42575"/>
            </a:xfrm>
            <a:custGeom>
              <a:avLst/>
              <a:gdLst/>
              <a:ahLst/>
              <a:cxnLst/>
              <a:rect l="l" t="t" r="r" b="b"/>
              <a:pathLst>
                <a:path w="2366" h="370" extrusionOk="0">
                  <a:moveTo>
                    <a:pt x="0" y="0"/>
                  </a:moveTo>
                  <a:lnTo>
                    <a:pt x="0" y="246"/>
                  </a:lnTo>
                  <a:lnTo>
                    <a:pt x="0" y="270"/>
                  </a:lnTo>
                  <a:lnTo>
                    <a:pt x="0" y="293"/>
                  </a:lnTo>
                  <a:cubicBezTo>
                    <a:pt x="47" y="322"/>
                    <a:pt x="94" y="369"/>
                    <a:pt x="170" y="369"/>
                  </a:cubicBezTo>
                  <a:lnTo>
                    <a:pt x="2313" y="369"/>
                  </a:lnTo>
                  <a:cubicBezTo>
                    <a:pt x="2342" y="369"/>
                    <a:pt x="2366" y="322"/>
                    <a:pt x="2366" y="293"/>
                  </a:cubicBezTo>
                  <a:lnTo>
                    <a:pt x="2366" y="147"/>
                  </a:lnTo>
                  <a:lnTo>
                    <a:pt x="264" y="147"/>
                  </a:lnTo>
                  <a:cubicBezTo>
                    <a:pt x="147" y="147"/>
                    <a:pt x="70" y="7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49">
              <a:extLst>
                <a:ext uri="{FF2B5EF4-FFF2-40B4-BE49-F238E27FC236}">
                  <a16:creationId xmlns:a16="http://schemas.microsoft.com/office/drawing/2014/main" id="{CB682DA7-48C2-D298-8EB6-278C5AB5172D}"/>
                </a:ext>
              </a:extLst>
            </p:cNvPr>
            <p:cNvSpPr/>
            <p:nvPr/>
          </p:nvSpPr>
          <p:spPr>
            <a:xfrm>
              <a:off x="2122010" y="4477079"/>
              <a:ext cx="255450" cy="351071"/>
            </a:xfrm>
            <a:custGeom>
              <a:avLst/>
              <a:gdLst/>
              <a:ahLst/>
              <a:cxnLst/>
              <a:rect l="l" t="t" r="r" b="b"/>
              <a:pathLst>
                <a:path w="2220" h="3051" extrusionOk="0">
                  <a:moveTo>
                    <a:pt x="1049" y="0"/>
                  </a:moveTo>
                  <a:lnTo>
                    <a:pt x="1248" y="2243"/>
                  </a:lnTo>
                  <a:lnTo>
                    <a:pt x="77" y="2828"/>
                  </a:lnTo>
                  <a:cubicBezTo>
                    <a:pt x="24" y="2828"/>
                    <a:pt x="0" y="2881"/>
                    <a:pt x="0" y="2928"/>
                  </a:cubicBezTo>
                  <a:cubicBezTo>
                    <a:pt x="0" y="3004"/>
                    <a:pt x="47" y="3051"/>
                    <a:pt x="123" y="3051"/>
                  </a:cubicBezTo>
                  <a:lnTo>
                    <a:pt x="2149" y="3051"/>
                  </a:lnTo>
                  <a:lnTo>
                    <a:pt x="2220" y="2243"/>
                  </a:lnTo>
                  <a:lnTo>
                    <a:pt x="2220" y="316"/>
                  </a:lnTo>
                  <a:lnTo>
                    <a:pt x="1049" y="0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49">
              <a:extLst>
                <a:ext uri="{FF2B5EF4-FFF2-40B4-BE49-F238E27FC236}">
                  <a16:creationId xmlns:a16="http://schemas.microsoft.com/office/drawing/2014/main" id="{E19E676E-B1D1-BC8D-BC5D-39FBDFDA7868}"/>
                </a:ext>
              </a:extLst>
            </p:cNvPr>
            <p:cNvSpPr/>
            <p:nvPr/>
          </p:nvSpPr>
          <p:spPr>
            <a:xfrm>
              <a:off x="2113956" y="4721599"/>
              <a:ext cx="272250" cy="114607"/>
            </a:xfrm>
            <a:custGeom>
              <a:avLst/>
              <a:gdLst/>
              <a:ahLst/>
              <a:cxnLst/>
              <a:rect l="l" t="t" r="r" b="b"/>
              <a:pathLst>
                <a:path w="2366" h="996" extrusionOk="0">
                  <a:moveTo>
                    <a:pt x="1288" y="0"/>
                  </a:moveTo>
                  <a:lnTo>
                    <a:pt x="70" y="680"/>
                  </a:lnTo>
                  <a:cubicBezTo>
                    <a:pt x="24" y="703"/>
                    <a:pt x="0" y="779"/>
                    <a:pt x="0" y="826"/>
                  </a:cubicBezTo>
                  <a:cubicBezTo>
                    <a:pt x="0" y="926"/>
                    <a:pt x="70" y="996"/>
                    <a:pt x="147" y="996"/>
                  </a:cubicBezTo>
                  <a:lnTo>
                    <a:pt x="2366" y="996"/>
                  </a:lnTo>
                  <a:lnTo>
                    <a:pt x="2313" y="94"/>
                  </a:lnTo>
                  <a:cubicBezTo>
                    <a:pt x="2313" y="94"/>
                    <a:pt x="2159" y="180"/>
                    <a:pt x="1913" y="180"/>
                  </a:cubicBezTo>
                  <a:cubicBezTo>
                    <a:pt x="1742" y="180"/>
                    <a:pt x="1528" y="139"/>
                    <a:pt x="1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49">
              <a:extLst>
                <a:ext uri="{FF2B5EF4-FFF2-40B4-BE49-F238E27FC236}">
                  <a16:creationId xmlns:a16="http://schemas.microsoft.com/office/drawing/2014/main" id="{365DC6D8-B612-C3DF-1603-F2ADAFDC1C74}"/>
                </a:ext>
              </a:extLst>
            </p:cNvPr>
            <p:cNvSpPr/>
            <p:nvPr/>
          </p:nvSpPr>
          <p:spPr>
            <a:xfrm>
              <a:off x="2225801" y="4733911"/>
              <a:ext cx="33715" cy="46372"/>
            </a:xfrm>
            <a:custGeom>
              <a:avLst/>
              <a:gdLst/>
              <a:ahLst/>
              <a:cxnLst/>
              <a:rect l="l" t="t" r="r" b="b"/>
              <a:pathLst>
                <a:path w="293" h="403" extrusionOk="0">
                  <a:moveTo>
                    <a:pt x="65" y="0"/>
                  </a:moveTo>
                  <a:cubicBezTo>
                    <a:pt x="58" y="0"/>
                    <a:pt x="53" y="3"/>
                    <a:pt x="53" y="11"/>
                  </a:cubicBezTo>
                  <a:cubicBezTo>
                    <a:pt x="24" y="40"/>
                    <a:pt x="0" y="63"/>
                    <a:pt x="24" y="87"/>
                  </a:cubicBezTo>
                  <a:cubicBezTo>
                    <a:pt x="100" y="186"/>
                    <a:pt x="147" y="280"/>
                    <a:pt x="199" y="379"/>
                  </a:cubicBezTo>
                  <a:cubicBezTo>
                    <a:pt x="223" y="403"/>
                    <a:pt x="246" y="403"/>
                    <a:pt x="270" y="403"/>
                  </a:cubicBezTo>
                  <a:cubicBezTo>
                    <a:pt x="293" y="379"/>
                    <a:pt x="293" y="356"/>
                    <a:pt x="293" y="333"/>
                  </a:cubicBezTo>
                  <a:cubicBezTo>
                    <a:pt x="246" y="233"/>
                    <a:pt x="170" y="110"/>
                    <a:pt x="100" y="11"/>
                  </a:cubicBezTo>
                  <a:cubicBezTo>
                    <a:pt x="100" y="11"/>
                    <a:pt x="79" y="0"/>
                    <a:pt x="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49">
              <a:extLst>
                <a:ext uri="{FF2B5EF4-FFF2-40B4-BE49-F238E27FC236}">
                  <a16:creationId xmlns:a16="http://schemas.microsoft.com/office/drawing/2014/main" id="{77AFCD44-B197-0CA8-12C5-B09371D7CAA0}"/>
                </a:ext>
              </a:extLst>
            </p:cNvPr>
            <p:cNvSpPr/>
            <p:nvPr/>
          </p:nvSpPr>
          <p:spPr>
            <a:xfrm>
              <a:off x="2208886" y="4745303"/>
              <a:ext cx="31183" cy="40389"/>
            </a:xfrm>
            <a:custGeom>
              <a:avLst/>
              <a:gdLst/>
              <a:ahLst/>
              <a:cxnLst/>
              <a:rect l="l" t="t" r="r" b="b"/>
              <a:pathLst>
                <a:path w="271" h="351" extrusionOk="0">
                  <a:moveTo>
                    <a:pt x="52" y="1"/>
                  </a:moveTo>
                  <a:cubicBezTo>
                    <a:pt x="43" y="1"/>
                    <a:pt x="34" y="3"/>
                    <a:pt x="24" y="11"/>
                  </a:cubicBezTo>
                  <a:cubicBezTo>
                    <a:pt x="1" y="35"/>
                    <a:pt x="1" y="58"/>
                    <a:pt x="24" y="87"/>
                  </a:cubicBezTo>
                  <a:cubicBezTo>
                    <a:pt x="100" y="181"/>
                    <a:pt x="124" y="234"/>
                    <a:pt x="171" y="327"/>
                  </a:cubicBezTo>
                  <a:cubicBezTo>
                    <a:pt x="171" y="351"/>
                    <a:pt x="200" y="351"/>
                    <a:pt x="223" y="351"/>
                  </a:cubicBezTo>
                  <a:cubicBezTo>
                    <a:pt x="247" y="327"/>
                    <a:pt x="270" y="304"/>
                    <a:pt x="247" y="280"/>
                  </a:cubicBezTo>
                  <a:cubicBezTo>
                    <a:pt x="200" y="181"/>
                    <a:pt x="171" y="134"/>
                    <a:pt x="100" y="11"/>
                  </a:cubicBezTo>
                  <a:cubicBezTo>
                    <a:pt x="85" y="11"/>
                    <a:pt x="69" y="1"/>
                    <a:pt x="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9">
              <a:extLst>
                <a:ext uri="{FF2B5EF4-FFF2-40B4-BE49-F238E27FC236}">
                  <a16:creationId xmlns:a16="http://schemas.microsoft.com/office/drawing/2014/main" id="{BBBCE801-7B77-0F22-60E6-D0BDF846E2B3}"/>
                </a:ext>
              </a:extLst>
            </p:cNvPr>
            <p:cNvSpPr/>
            <p:nvPr/>
          </p:nvSpPr>
          <p:spPr>
            <a:xfrm>
              <a:off x="2192086" y="4752782"/>
              <a:ext cx="31068" cy="39008"/>
            </a:xfrm>
            <a:custGeom>
              <a:avLst/>
              <a:gdLst/>
              <a:ahLst/>
              <a:cxnLst/>
              <a:rect l="l" t="t" r="r" b="b"/>
              <a:pathLst>
                <a:path w="270" h="339" extrusionOk="0">
                  <a:moveTo>
                    <a:pt x="77" y="0"/>
                  </a:moveTo>
                  <a:cubicBezTo>
                    <a:pt x="65" y="0"/>
                    <a:pt x="53" y="8"/>
                    <a:pt x="53" y="22"/>
                  </a:cubicBezTo>
                  <a:cubicBezTo>
                    <a:pt x="24" y="46"/>
                    <a:pt x="0" y="69"/>
                    <a:pt x="24" y="92"/>
                  </a:cubicBezTo>
                  <a:cubicBezTo>
                    <a:pt x="77" y="139"/>
                    <a:pt x="123" y="239"/>
                    <a:pt x="147" y="315"/>
                  </a:cubicBezTo>
                  <a:cubicBezTo>
                    <a:pt x="170" y="338"/>
                    <a:pt x="200" y="338"/>
                    <a:pt x="223" y="338"/>
                  </a:cubicBezTo>
                  <a:cubicBezTo>
                    <a:pt x="246" y="315"/>
                    <a:pt x="270" y="286"/>
                    <a:pt x="246" y="262"/>
                  </a:cubicBezTo>
                  <a:cubicBezTo>
                    <a:pt x="200" y="192"/>
                    <a:pt x="170" y="92"/>
                    <a:pt x="100" y="22"/>
                  </a:cubicBezTo>
                  <a:cubicBezTo>
                    <a:pt x="100" y="8"/>
                    <a:pt x="88" y="0"/>
                    <a:pt x="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9">
              <a:extLst>
                <a:ext uri="{FF2B5EF4-FFF2-40B4-BE49-F238E27FC236}">
                  <a16:creationId xmlns:a16="http://schemas.microsoft.com/office/drawing/2014/main" id="{5111905D-7EC1-40F0-F388-1DB035569730}"/>
                </a:ext>
              </a:extLst>
            </p:cNvPr>
            <p:cNvSpPr/>
            <p:nvPr/>
          </p:nvSpPr>
          <p:spPr>
            <a:xfrm>
              <a:off x="2110504" y="2781203"/>
              <a:ext cx="353833" cy="1760648"/>
            </a:xfrm>
            <a:custGeom>
              <a:avLst/>
              <a:gdLst/>
              <a:ahLst/>
              <a:cxnLst/>
              <a:rect l="l" t="t" r="r" b="b"/>
              <a:pathLst>
                <a:path w="3075" h="15301" extrusionOk="0">
                  <a:moveTo>
                    <a:pt x="3052" y="1"/>
                  </a:moveTo>
                  <a:lnTo>
                    <a:pt x="1640" y="879"/>
                  </a:lnTo>
                  <a:lnTo>
                    <a:pt x="1078" y="1418"/>
                  </a:lnTo>
                  <a:cubicBezTo>
                    <a:pt x="979" y="1787"/>
                    <a:pt x="177" y="2688"/>
                    <a:pt x="77" y="5540"/>
                  </a:cubicBezTo>
                  <a:cubicBezTo>
                    <a:pt x="1" y="8690"/>
                    <a:pt x="540" y="15300"/>
                    <a:pt x="540" y="15300"/>
                  </a:cubicBezTo>
                  <a:lnTo>
                    <a:pt x="2858" y="15300"/>
                  </a:lnTo>
                  <a:lnTo>
                    <a:pt x="3075" y="4076"/>
                  </a:lnTo>
                  <a:lnTo>
                    <a:pt x="30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49">
              <a:extLst>
                <a:ext uri="{FF2B5EF4-FFF2-40B4-BE49-F238E27FC236}">
                  <a16:creationId xmlns:a16="http://schemas.microsoft.com/office/drawing/2014/main" id="{BC60ED4E-9102-2830-B24B-93ED504D7A51}"/>
                </a:ext>
              </a:extLst>
            </p:cNvPr>
            <p:cNvSpPr/>
            <p:nvPr/>
          </p:nvSpPr>
          <p:spPr>
            <a:xfrm>
              <a:off x="2394145" y="2915948"/>
              <a:ext cx="494675" cy="1625904"/>
            </a:xfrm>
            <a:custGeom>
              <a:avLst/>
              <a:gdLst/>
              <a:ahLst/>
              <a:cxnLst/>
              <a:rect l="l" t="t" r="r" b="b"/>
              <a:pathLst>
                <a:path w="4299" h="14130" extrusionOk="0">
                  <a:moveTo>
                    <a:pt x="2419" y="1"/>
                  </a:moveTo>
                  <a:lnTo>
                    <a:pt x="1" y="200"/>
                  </a:lnTo>
                  <a:cubicBezTo>
                    <a:pt x="1" y="1857"/>
                    <a:pt x="147" y="2858"/>
                    <a:pt x="147" y="2858"/>
                  </a:cubicBezTo>
                  <a:lnTo>
                    <a:pt x="2126" y="14129"/>
                  </a:lnTo>
                  <a:lnTo>
                    <a:pt x="4199" y="14129"/>
                  </a:lnTo>
                  <a:cubicBezTo>
                    <a:pt x="4199" y="14129"/>
                    <a:pt x="4299" y="5469"/>
                    <a:pt x="3737" y="3127"/>
                  </a:cubicBezTo>
                  <a:cubicBezTo>
                    <a:pt x="3391" y="1640"/>
                    <a:pt x="2636" y="539"/>
                    <a:pt x="2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49">
              <a:extLst>
                <a:ext uri="{FF2B5EF4-FFF2-40B4-BE49-F238E27FC236}">
                  <a16:creationId xmlns:a16="http://schemas.microsoft.com/office/drawing/2014/main" id="{6F6D0039-D7A7-3CA9-D966-A8626D841C49}"/>
                </a:ext>
              </a:extLst>
            </p:cNvPr>
            <p:cNvSpPr/>
            <p:nvPr/>
          </p:nvSpPr>
          <p:spPr>
            <a:xfrm>
              <a:off x="2388852" y="2938847"/>
              <a:ext cx="78936" cy="592367"/>
            </a:xfrm>
            <a:custGeom>
              <a:avLst/>
              <a:gdLst/>
              <a:ahLst/>
              <a:cxnLst/>
              <a:rect l="l" t="t" r="r" b="b"/>
              <a:pathLst>
                <a:path w="686" h="5148" extrusionOk="0">
                  <a:moveTo>
                    <a:pt x="0" y="1"/>
                  </a:moveTo>
                  <a:cubicBezTo>
                    <a:pt x="70" y="780"/>
                    <a:pt x="170" y="1904"/>
                    <a:pt x="293" y="2928"/>
                  </a:cubicBezTo>
                  <a:cubicBezTo>
                    <a:pt x="340" y="3438"/>
                    <a:pt x="392" y="3930"/>
                    <a:pt x="463" y="4316"/>
                  </a:cubicBezTo>
                  <a:cubicBezTo>
                    <a:pt x="510" y="4708"/>
                    <a:pt x="562" y="5001"/>
                    <a:pt x="609" y="5147"/>
                  </a:cubicBezTo>
                  <a:lnTo>
                    <a:pt x="685" y="5124"/>
                  </a:lnTo>
                  <a:cubicBezTo>
                    <a:pt x="633" y="4978"/>
                    <a:pt x="586" y="4685"/>
                    <a:pt x="539" y="4293"/>
                  </a:cubicBezTo>
                  <a:cubicBezTo>
                    <a:pt x="363" y="3122"/>
                    <a:pt x="170" y="1148"/>
                    <a:pt x="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49">
              <a:extLst>
                <a:ext uri="{FF2B5EF4-FFF2-40B4-BE49-F238E27FC236}">
                  <a16:creationId xmlns:a16="http://schemas.microsoft.com/office/drawing/2014/main" id="{312009D0-FDE7-E22D-8341-D95F31DA4651}"/>
                </a:ext>
              </a:extLst>
            </p:cNvPr>
            <p:cNvSpPr/>
            <p:nvPr/>
          </p:nvSpPr>
          <p:spPr>
            <a:xfrm>
              <a:off x="2588264" y="2913302"/>
              <a:ext cx="269603" cy="1628550"/>
            </a:xfrm>
            <a:custGeom>
              <a:avLst/>
              <a:gdLst/>
              <a:ahLst/>
              <a:cxnLst/>
              <a:rect l="l" t="t" r="r" b="b"/>
              <a:pathLst>
                <a:path w="2343" h="14153" extrusionOk="0">
                  <a:moveTo>
                    <a:pt x="47" y="0"/>
                  </a:moveTo>
                  <a:lnTo>
                    <a:pt x="0" y="53"/>
                  </a:lnTo>
                  <a:lnTo>
                    <a:pt x="24" y="76"/>
                  </a:lnTo>
                  <a:cubicBezTo>
                    <a:pt x="123" y="199"/>
                    <a:pt x="1072" y="1370"/>
                    <a:pt x="1388" y="3027"/>
                  </a:cubicBezTo>
                  <a:cubicBezTo>
                    <a:pt x="1464" y="3390"/>
                    <a:pt x="1558" y="4269"/>
                    <a:pt x="1657" y="5369"/>
                  </a:cubicBezTo>
                  <a:cubicBezTo>
                    <a:pt x="1804" y="7050"/>
                    <a:pt x="1950" y="9246"/>
                    <a:pt x="2073" y="11002"/>
                  </a:cubicBezTo>
                  <a:cubicBezTo>
                    <a:pt x="2120" y="11910"/>
                    <a:pt x="2173" y="12688"/>
                    <a:pt x="2219" y="13250"/>
                  </a:cubicBezTo>
                  <a:cubicBezTo>
                    <a:pt x="2243" y="13520"/>
                    <a:pt x="2243" y="13760"/>
                    <a:pt x="2266" y="13906"/>
                  </a:cubicBezTo>
                  <a:lnTo>
                    <a:pt x="2266" y="14152"/>
                  </a:lnTo>
                  <a:lnTo>
                    <a:pt x="2342" y="14152"/>
                  </a:lnTo>
                  <a:cubicBezTo>
                    <a:pt x="2342" y="14152"/>
                    <a:pt x="2196" y="11734"/>
                    <a:pt x="2026" y="9128"/>
                  </a:cubicBezTo>
                  <a:cubicBezTo>
                    <a:pt x="1927" y="7834"/>
                    <a:pt x="1827" y="6494"/>
                    <a:pt x="1733" y="5369"/>
                  </a:cubicBezTo>
                  <a:cubicBezTo>
                    <a:pt x="1634" y="4245"/>
                    <a:pt x="1534" y="3367"/>
                    <a:pt x="1464" y="3004"/>
                  </a:cubicBezTo>
                  <a:cubicBezTo>
                    <a:pt x="1095" y="1224"/>
                    <a:pt x="47" y="0"/>
                    <a:pt x="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49">
              <a:extLst>
                <a:ext uri="{FF2B5EF4-FFF2-40B4-BE49-F238E27FC236}">
                  <a16:creationId xmlns:a16="http://schemas.microsoft.com/office/drawing/2014/main" id="{A70AEFF5-382A-DD12-439D-D4D956B1EBC4}"/>
                </a:ext>
              </a:extLst>
            </p:cNvPr>
            <p:cNvSpPr/>
            <p:nvPr/>
          </p:nvSpPr>
          <p:spPr>
            <a:xfrm>
              <a:off x="2489882" y="2938847"/>
              <a:ext cx="190782" cy="120706"/>
            </a:xfrm>
            <a:custGeom>
              <a:avLst/>
              <a:gdLst/>
              <a:ahLst/>
              <a:cxnLst/>
              <a:rect l="l" t="t" r="r" b="b"/>
              <a:pathLst>
                <a:path w="1658" h="1049" extrusionOk="0">
                  <a:moveTo>
                    <a:pt x="47" y="1"/>
                  </a:moveTo>
                  <a:lnTo>
                    <a:pt x="0" y="24"/>
                  </a:lnTo>
                  <a:cubicBezTo>
                    <a:pt x="0" y="24"/>
                    <a:pt x="71" y="241"/>
                    <a:pt x="293" y="487"/>
                  </a:cubicBezTo>
                  <a:cubicBezTo>
                    <a:pt x="539" y="733"/>
                    <a:pt x="978" y="1002"/>
                    <a:pt x="1657" y="1049"/>
                  </a:cubicBezTo>
                  <a:lnTo>
                    <a:pt x="1657" y="973"/>
                  </a:lnTo>
                  <a:cubicBezTo>
                    <a:pt x="978" y="926"/>
                    <a:pt x="586" y="657"/>
                    <a:pt x="363" y="440"/>
                  </a:cubicBezTo>
                  <a:cubicBezTo>
                    <a:pt x="246" y="317"/>
                    <a:pt x="170" y="217"/>
                    <a:pt x="123" y="124"/>
                  </a:cubicBezTo>
                  <a:cubicBezTo>
                    <a:pt x="100" y="71"/>
                    <a:pt x="71" y="48"/>
                    <a:pt x="71" y="24"/>
                  </a:cubicBezTo>
                  <a:lnTo>
                    <a:pt x="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49">
              <a:extLst>
                <a:ext uri="{FF2B5EF4-FFF2-40B4-BE49-F238E27FC236}">
                  <a16:creationId xmlns:a16="http://schemas.microsoft.com/office/drawing/2014/main" id="{7C242B1C-CC8E-435B-9331-50381B14189E}"/>
                </a:ext>
              </a:extLst>
            </p:cNvPr>
            <p:cNvSpPr/>
            <p:nvPr/>
          </p:nvSpPr>
          <p:spPr>
            <a:xfrm>
              <a:off x="2186678" y="2938847"/>
              <a:ext cx="134859" cy="109314"/>
            </a:xfrm>
            <a:custGeom>
              <a:avLst/>
              <a:gdLst/>
              <a:ahLst/>
              <a:cxnLst/>
              <a:rect l="l" t="t" r="r" b="b"/>
              <a:pathLst>
                <a:path w="1172" h="950" extrusionOk="0">
                  <a:moveTo>
                    <a:pt x="1125" y="1"/>
                  </a:moveTo>
                  <a:cubicBezTo>
                    <a:pt x="1072" y="71"/>
                    <a:pt x="978" y="194"/>
                    <a:pt x="879" y="294"/>
                  </a:cubicBezTo>
                  <a:cubicBezTo>
                    <a:pt x="709" y="440"/>
                    <a:pt x="487" y="586"/>
                    <a:pt x="317" y="709"/>
                  </a:cubicBezTo>
                  <a:cubicBezTo>
                    <a:pt x="217" y="756"/>
                    <a:pt x="147" y="803"/>
                    <a:pt x="100" y="856"/>
                  </a:cubicBezTo>
                  <a:cubicBezTo>
                    <a:pt x="24" y="879"/>
                    <a:pt x="1" y="903"/>
                    <a:pt x="1" y="903"/>
                  </a:cubicBezTo>
                  <a:lnTo>
                    <a:pt x="24" y="949"/>
                  </a:lnTo>
                  <a:cubicBezTo>
                    <a:pt x="24" y="949"/>
                    <a:pt x="270" y="826"/>
                    <a:pt x="539" y="633"/>
                  </a:cubicBezTo>
                  <a:cubicBezTo>
                    <a:pt x="656" y="563"/>
                    <a:pt x="803" y="440"/>
                    <a:pt x="926" y="340"/>
                  </a:cubicBezTo>
                  <a:cubicBezTo>
                    <a:pt x="1049" y="241"/>
                    <a:pt x="1125" y="124"/>
                    <a:pt x="1172" y="24"/>
                  </a:cubicBezTo>
                  <a:lnTo>
                    <a:pt x="11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49">
              <a:extLst>
                <a:ext uri="{FF2B5EF4-FFF2-40B4-BE49-F238E27FC236}">
                  <a16:creationId xmlns:a16="http://schemas.microsoft.com/office/drawing/2014/main" id="{6F81703F-F62C-FF10-DB38-7EF76FF111D0}"/>
                </a:ext>
              </a:extLst>
            </p:cNvPr>
            <p:cNvSpPr/>
            <p:nvPr/>
          </p:nvSpPr>
          <p:spPr>
            <a:xfrm>
              <a:off x="2346392" y="2955762"/>
              <a:ext cx="70882" cy="199527"/>
            </a:xfrm>
            <a:custGeom>
              <a:avLst/>
              <a:gdLst/>
              <a:ahLst/>
              <a:cxnLst/>
              <a:rect l="l" t="t" r="r" b="b"/>
              <a:pathLst>
                <a:path w="616" h="1734" extrusionOk="0">
                  <a:moveTo>
                    <a:pt x="0" y="0"/>
                  </a:moveTo>
                  <a:cubicBezTo>
                    <a:pt x="0" y="0"/>
                    <a:pt x="30" y="340"/>
                    <a:pt x="53" y="732"/>
                  </a:cubicBezTo>
                  <a:cubicBezTo>
                    <a:pt x="76" y="902"/>
                    <a:pt x="100" y="1095"/>
                    <a:pt x="123" y="1241"/>
                  </a:cubicBezTo>
                  <a:cubicBezTo>
                    <a:pt x="147" y="1318"/>
                    <a:pt x="147" y="1388"/>
                    <a:pt x="176" y="1441"/>
                  </a:cubicBezTo>
                  <a:cubicBezTo>
                    <a:pt x="176" y="1487"/>
                    <a:pt x="199" y="1534"/>
                    <a:pt x="223" y="1558"/>
                  </a:cubicBezTo>
                  <a:cubicBezTo>
                    <a:pt x="293" y="1634"/>
                    <a:pt x="393" y="1657"/>
                    <a:pt x="469" y="1681"/>
                  </a:cubicBezTo>
                  <a:cubicBezTo>
                    <a:pt x="539" y="1704"/>
                    <a:pt x="615" y="1733"/>
                    <a:pt x="615" y="1733"/>
                  </a:cubicBezTo>
                  <a:lnTo>
                    <a:pt x="615" y="1657"/>
                  </a:lnTo>
                  <a:cubicBezTo>
                    <a:pt x="562" y="1634"/>
                    <a:pt x="369" y="1610"/>
                    <a:pt x="270" y="1511"/>
                  </a:cubicBezTo>
                  <a:cubicBezTo>
                    <a:pt x="270" y="1511"/>
                    <a:pt x="246" y="1464"/>
                    <a:pt x="246" y="1411"/>
                  </a:cubicBezTo>
                  <a:cubicBezTo>
                    <a:pt x="199" y="1241"/>
                    <a:pt x="147" y="902"/>
                    <a:pt x="123" y="586"/>
                  </a:cubicBezTo>
                  <a:cubicBezTo>
                    <a:pt x="100" y="416"/>
                    <a:pt x="76" y="270"/>
                    <a:pt x="76" y="170"/>
                  </a:cubicBezTo>
                  <a:lnTo>
                    <a:pt x="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49">
              <a:extLst>
                <a:ext uri="{FF2B5EF4-FFF2-40B4-BE49-F238E27FC236}">
                  <a16:creationId xmlns:a16="http://schemas.microsoft.com/office/drawing/2014/main" id="{B262D1BD-18A2-3C6C-D285-4C6B0C99F777}"/>
                </a:ext>
              </a:extLst>
            </p:cNvPr>
            <p:cNvSpPr/>
            <p:nvPr/>
          </p:nvSpPr>
          <p:spPr>
            <a:xfrm>
              <a:off x="2413707" y="3384851"/>
              <a:ext cx="28422" cy="1145497"/>
            </a:xfrm>
            <a:custGeom>
              <a:avLst/>
              <a:gdLst/>
              <a:ahLst/>
              <a:cxnLst/>
              <a:rect l="l" t="t" r="r" b="b"/>
              <a:pathLst>
                <a:path w="247" h="9955" extrusionOk="0">
                  <a:moveTo>
                    <a:pt x="176" y="1"/>
                  </a:moveTo>
                  <a:cubicBezTo>
                    <a:pt x="124" y="1611"/>
                    <a:pt x="1" y="9955"/>
                    <a:pt x="1" y="9955"/>
                  </a:cubicBezTo>
                  <a:lnTo>
                    <a:pt x="77" y="9955"/>
                  </a:lnTo>
                  <a:cubicBezTo>
                    <a:pt x="77" y="9955"/>
                    <a:pt x="77" y="9832"/>
                    <a:pt x="100" y="9592"/>
                  </a:cubicBezTo>
                  <a:cubicBezTo>
                    <a:pt x="100" y="7981"/>
                    <a:pt x="200" y="1418"/>
                    <a:pt x="2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49">
              <a:extLst>
                <a:ext uri="{FF2B5EF4-FFF2-40B4-BE49-F238E27FC236}">
                  <a16:creationId xmlns:a16="http://schemas.microsoft.com/office/drawing/2014/main" id="{F8FC3A8C-CB67-2AC3-CD78-04D64AB8D61C}"/>
                </a:ext>
              </a:extLst>
            </p:cNvPr>
            <p:cNvSpPr/>
            <p:nvPr/>
          </p:nvSpPr>
          <p:spPr>
            <a:xfrm>
              <a:off x="2161133" y="4505270"/>
              <a:ext cx="286403" cy="70191"/>
            </a:xfrm>
            <a:custGeom>
              <a:avLst/>
              <a:gdLst/>
              <a:ahLst/>
              <a:cxnLst/>
              <a:rect l="l" t="t" r="r" b="b"/>
              <a:pathLst>
                <a:path w="2489" h="610" extrusionOk="0">
                  <a:moveTo>
                    <a:pt x="0" y="1"/>
                  </a:moveTo>
                  <a:lnTo>
                    <a:pt x="0" y="610"/>
                  </a:lnTo>
                  <a:lnTo>
                    <a:pt x="2489" y="610"/>
                  </a:lnTo>
                  <a:lnTo>
                    <a:pt x="24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49">
              <a:extLst>
                <a:ext uri="{FF2B5EF4-FFF2-40B4-BE49-F238E27FC236}">
                  <a16:creationId xmlns:a16="http://schemas.microsoft.com/office/drawing/2014/main" id="{1786E50D-1351-AA37-79B5-D33DAC252503}"/>
                </a:ext>
              </a:extLst>
            </p:cNvPr>
            <p:cNvSpPr/>
            <p:nvPr/>
          </p:nvSpPr>
          <p:spPr>
            <a:xfrm>
              <a:off x="2621979" y="4505270"/>
              <a:ext cx="266842" cy="70191"/>
            </a:xfrm>
            <a:custGeom>
              <a:avLst/>
              <a:gdLst/>
              <a:ahLst/>
              <a:cxnLst/>
              <a:rect l="l" t="t" r="r" b="b"/>
              <a:pathLst>
                <a:path w="2319" h="610" extrusionOk="0">
                  <a:moveTo>
                    <a:pt x="0" y="1"/>
                  </a:moveTo>
                  <a:lnTo>
                    <a:pt x="70" y="610"/>
                  </a:lnTo>
                  <a:lnTo>
                    <a:pt x="2319" y="610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49">
              <a:extLst>
                <a:ext uri="{FF2B5EF4-FFF2-40B4-BE49-F238E27FC236}">
                  <a16:creationId xmlns:a16="http://schemas.microsoft.com/office/drawing/2014/main" id="{9062EF8F-E98D-FC07-16A0-5595B687C5BE}"/>
                </a:ext>
              </a:extLst>
            </p:cNvPr>
            <p:cNvSpPr/>
            <p:nvPr/>
          </p:nvSpPr>
          <p:spPr>
            <a:xfrm>
              <a:off x="2186678" y="2320355"/>
              <a:ext cx="567398" cy="648751"/>
            </a:xfrm>
            <a:custGeom>
              <a:avLst/>
              <a:gdLst/>
              <a:ahLst/>
              <a:cxnLst/>
              <a:rect l="l" t="t" r="r" b="b"/>
              <a:pathLst>
                <a:path w="4931" h="5638" extrusionOk="0">
                  <a:moveTo>
                    <a:pt x="2242" y="1"/>
                  </a:moveTo>
                  <a:cubicBezTo>
                    <a:pt x="2044" y="1"/>
                    <a:pt x="1904" y="7"/>
                    <a:pt x="1904" y="7"/>
                  </a:cubicBezTo>
                  <a:cubicBezTo>
                    <a:pt x="1904" y="7"/>
                    <a:pt x="1148" y="668"/>
                    <a:pt x="610" y="1400"/>
                  </a:cubicBezTo>
                  <a:cubicBezTo>
                    <a:pt x="170" y="1839"/>
                    <a:pt x="1" y="2179"/>
                    <a:pt x="24" y="2618"/>
                  </a:cubicBezTo>
                  <a:cubicBezTo>
                    <a:pt x="24" y="2934"/>
                    <a:pt x="170" y="3204"/>
                    <a:pt x="270" y="3666"/>
                  </a:cubicBezTo>
                  <a:cubicBezTo>
                    <a:pt x="364" y="4181"/>
                    <a:pt x="416" y="5423"/>
                    <a:pt x="416" y="5423"/>
                  </a:cubicBezTo>
                  <a:cubicBezTo>
                    <a:pt x="823" y="5569"/>
                    <a:pt x="1418" y="5638"/>
                    <a:pt x="2066" y="5638"/>
                  </a:cubicBezTo>
                  <a:cubicBezTo>
                    <a:pt x="2816" y="5638"/>
                    <a:pt x="3637" y="5546"/>
                    <a:pt x="4316" y="5376"/>
                  </a:cubicBezTo>
                  <a:cubicBezTo>
                    <a:pt x="4439" y="4205"/>
                    <a:pt x="4931" y="1693"/>
                    <a:pt x="4661" y="1277"/>
                  </a:cubicBezTo>
                  <a:cubicBezTo>
                    <a:pt x="4392" y="862"/>
                    <a:pt x="2928" y="30"/>
                    <a:pt x="2928" y="30"/>
                  </a:cubicBezTo>
                  <a:cubicBezTo>
                    <a:pt x="2697" y="7"/>
                    <a:pt x="2441" y="1"/>
                    <a:pt x="22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49">
              <a:extLst>
                <a:ext uri="{FF2B5EF4-FFF2-40B4-BE49-F238E27FC236}">
                  <a16:creationId xmlns:a16="http://schemas.microsoft.com/office/drawing/2014/main" id="{A1B6A167-E1A1-26AD-DD0C-09FF22BD74D2}"/>
                </a:ext>
              </a:extLst>
            </p:cNvPr>
            <p:cNvSpPr/>
            <p:nvPr/>
          </p:nvSpPr>
          <p:spPr>
            <a:xfrm>
              <a:off x="2184032" y="2477999"/>
              <a:ext cx="75484" cy="233242"/>
            </a:xfrm>
            <a:custGeom>
              <a:avLst/>
              <a:gdLst/>
              <a:ahLst/>
              <a:cxnLst/>
              <a:rect l="l" t="t" r="r" b="b"/>
              <a:pathLst>
                <a:path w="656" h="2027" extrusionOk="0">
                  <a:moveTo>
                    <a:pt x="609" y="1"/>
                  </a:moveTo>
                  <a:cubicBezTo>
                    <a:pt x="387" y="223"/>
                    <a:pt x="240" y="417"/>
                    <a:pt x="147" y="616"/>
                  </a:cubicBezTo>
                  <a:cubicBezTo>
                    <a:pt x="47" y="809"/>
                    <a:pt x="0" y="1002"/>
                    <a:pt x="0" y="1225"/>
                  </a:cubicBezTo>
                  <a:lnTo>
                    <a:pt x="0" y="1248"/>
                  </a:lnTo>
                  <a:cubicBezTo>
                    <a:pt x="0" y="1418"/>
                    <a:pt x="24" y="1541"/>
                    <a:pt x="70" y="1664"/>
                  </a:cubicBezTo>
                  <a:cubicBezTo>
                    <a:pt x="94" y="1787"/>
                    <a:pt x="147" y="1880"/>
                    <a:pt x="193" y="2027"/>
                  </a:cubicBezTo>
                  <a:lnTo>
                    <a:pt x="270" y="2027"/>
                  </a:lnTo>
                  <a:cubicBezTo>
                    <a:pt x="217" y="1857"/>
                    <a:pt x="170" y="1757"/>
                    <a:pt x="147" y="1640"/>
                  </a:cubicBezTo>
                  <a:cubicBezTo>
                    <a:pt x="94" y="1517"/>
                    <a:pt x="70" y="1394"/>
                    <a:pt x="70" y="1248"/>
                  </a:cubicBezTo>
                  <a:lnTo>
                    <a:pt x="70" y="1225"/>
                  </a:lnTo>
                  <a:cubicBezTo>
                    <a:pt x="70" y="1002"/>
                    <a:pt x="123" y="832"/>
                    <a:pt x="217" y="639"/>
                  </a:cubicBezTo>
                  <a:cubicBezTo>
                    <a:pt x="316" y="469"/>
                    <a:pt x="463" y="270"/>
                    <a:pt x="656" y="54"/>
                  </a:cubicBezTo>
                  <a:lnTo>
                    <a:pt x="609" y="1"/>
                  </a:lnTo>
                  <a:close/>
                </a:path>
              </a:pathLst>
            </a:custGeom>
            <a:solidFill>
              <a:srgbClr val="AA31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49">
              <a:extLst>
                <a:ext uri="{FF2B5EF4-FFF2-40B4-BE49-F238E27FC236}">
                  <a16:creationId xmlns:a16="http://schemas.microsoft.com/office/drawing/2014/main" id="{FDABB8DD-3082-B8E0-BD92-FF241FD1B6FA}"/>
                </a:ext>
              </a:extLst>
            </p:cNvPr>
            <p:cNvSpPr/>
            <p:nvPr/>
          </p:nvSpPr>
          <p:spPr>
            <a:xfrm>
              <a:off x="2419805" y="2363506"/>
              <a:ext cx="22323" cy="252803"/>
            </a:xfrm>
            <a:custGeom>
              <a:avLst/>
              <a:gdLst/>
              <a:ahLst/>
              <a:cxnLst/>
              <a:rect l="l" t="t" r="r" b="b"/>
              <a:pathLst>
                <a:path w="194" h="2197" extrusionOk="0">
                  <a:moveTo>
                    <a:pt x="123" y="1"/>
                  </a:moveTo>
                  <a:lnTo>
                    <a:pt x="0" y="2167"/>
                  </a:lnTo>
                  <a:lnTo>
                    <a:pt x="71" y="2196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AA31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49">
              <a:extLst>
                <a:ext uri="{FF2B5EF4-FFF2-40B4-BE49-F238E27FC236}">
                  <a16:creationId xmlns:a16="http://schemas.microsoft.com/office/drawing/2014/main" id="{DD39D726-A02F-1409-3928-78DF99606EA8}"/>
                </a:ext>
              </a:extLst>
            </p:cNvPr>
            <p:cNvSpPr/>
            <p:nvPr/>
          </p:nvSpPr>
          <p:spPr>
            <a:xfrm>
              <a:off x="2450759" y="2430936"/>
              <a:ext cx="10931" cy="10816"/>
            </a:xfrm>
            <a:custGeom>
              <a:avLst/>
              <a:gdLst/>
              <a:ahLst/>
              <a:cxnLst/>
              <a:rect l="l" t="t" r="r" b="b"/>
              <a:pathLst>
                <a:path w="95" h="94" extrusionOk="0">
                  <a:moveTo>
                    <a:pt x="48" y="0"/>
                  </a:moveTo>
                  <a:cubicBezTo>
                    <a:pt x="24" y="0"/>
                    <a:pt x="1" y="23"/>
                    <a:pt x="1" y="47"/>
                  </a:cubicBezTo>
                  <a:cubicBezTo>
                    <a:pt x="1" y="70"/>
                    <a:pt x="24" y="94"/>
                    <a:pt x="48" y="94"/>
                  </a:cubicBezTo>
                  <a:cubicBezTo>
                    <a:pt x="71" y="94"/>
                    <a:pt x="95" y="70"/>
                    <a:pt x="95" y="47"/>
                  </a:cubicBezTo>
                  <a:cubicBezTo>
                    <a:pt x="95" y="23"/>
                    <a:pt x="71" y="0"/>
                    <a:pt x="48" y="0"/>
                  </a:cubicBezTo>
                  <a:close/>
                </a:path>
              </a:pathLst>
            </a:custGeom>
            <a:solidFill>
              <a:srgbClr val="AA31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49">
              <a:extLst>
                <a:ext uri="{FF2B5EF4-FFF2-40B4-BE49-F238E27FC236}">
                  <a16:creationId xmlns:a16="http://schemas.microsoft.com/office/drawing/2014/main" id="{8293D1B0-9D77-006F-C9B6-ABDDF8345F3F}"/>
                </a:ext>
              </a:extLst>
            </p:cNvPr>
            <p:cNvSpPr/>
            <p:nvPr/>
          </p:nvSpPr>
          <p:spPr>
            <a:xfrm>
              <a:off x="2447422" y="2515051"/>
              <a:ext cx="8860" cy="8285"/>
            </a:xfrm>
            <a:custGeom>
              <a:avLst/>
              <a:gdLst/>
              <a:ahLst/>
              <a:cxnLst/>
              <a:rect l="l" t="t" r="r" b="b"/>
              <a:pathLst>
                <a:path w="77" h="72" extrusionOk="0">
                  <a:moveTo>
                    <a:pt x="30" y="1"/>
                  </a:moveTo>
                  <a:cubicBezTo>
                    <a:pt x="1" y="1"/>
                    <a:pt x="1" y="24"/>
                    <a:pt x="1" y="48"/>
                  </a:cubicBezTo>
                  <a:cubicBezTo>
                    <a:pt x="1" y="48"/>
                    <a:pt x="1" y="71"/>
                    <a:pt x="30" y="71"/>
                  </a:cubicBezTo>
                  <a:cubicBezTo>
                    <a:pt x="53" y="71"/>
                    <a:pt x="77" y="48"/>
                    <a:pt x="77" y="48"/>
                  </a:cubicBezTo>
                  <a:cubicBezTo>
                    <a:pt x="77" y="24"/>
                    <a:pt x="53" y="1"/>
                    <a:pt x="30" y="1"/>
                  </a:cubicBezTo>
                  <a:close/>
                </a:path>
              </a:pathLst>
            </a:custGeom>
            <a:solidFill>
              <a:srgbClr val="AA31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49">
              <a:extLst>
                <a:ext uri="{FF2B5EF4-FFF2-40B4-BE49-F238E27FC236}">
                  <a16:creationId xmlns:a16="http://schemas.microsoft.com/office/drawing/2014/main" id="{FF0BF8D8-380C-1756-1F49-DA93C9219243}"/>
                </a:ext>
              </a:extLst>
            </p:cNvPr>
            <p:cNvSpPr/>
            <p:nvPr/>
          </p:nvSpPr>
          <p:spPr>
            <a:xfrm>
              <a:off x="2442013" y="2595944"/>
              <a:ext cx="8860" cy="11622"/>
            </a:xfrm>
            <a:custGeom>
              <a:avLst/>
              <a:gdLst/>
              <a:ahLst/>
              <a:cxnLst/>
              <a:rect l="l" t="t" r="r" b="b"/>
              <a:pathLst>
                <a:path w="77" h="101" extrusionOk="0">
                  <a:moveTo>
                    <a:pt x="48" y="1"/>
                  </a:moveTo>
                  <a:cubicBezTo>
                    <a:pt x="24" y="1"/>
                    <a:pt x="1" y="30"/>
                    <a:pt x="1" y="53"/>
                  </a:cubicBezTo>
                  <a:cubicBezTo>
                    <a:pt x="1" y="77"/>
                    <a:pt x="24" y="100"/>
                    <a:pt x="48" y="100"/>
                  </a:cubicBezTo>
                  <a:cubicBezTo>
                    <a:pt x="77" y="100"/>
                    <a:pt x="77" y="77"/>
                    <a:pt x="77" y="53"/>
                  </a:cubicBezTo>
                  <a:cubicBezTo>
                    <a:pt x="77" y="30"/>
                    <a:pt x="77" y="1"/>
                    <a:pt x="48" y="1"/>
                  </a:cubicBezTo>
                  <a:close/>
                </a:path>
              </a:pathLst>
            </a:custGeom>
            <a:solidFill>
              <a:srgbClr val="AA31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49">
              <a:extLst>
                <a:ext uri="{FF2B5EF4-FFF2-40B4-BE49-F238E27FC236}">
                  <a16:creationId xmlns:a16="http://schemas.microsoft.com/office/drawing/2014/main" id="{05DB6F0F-AA92-75DF-2836-0D53222BE302}"/>
                </a:ext>
              </a:extLst>
            </p:cNvPr>
            <p:cNvSpPr/>
            <p:nvPr/>
          </p:nvSpPr>
          <p:spPr>
            <a:xfrm>
              <a:off x="2621979" y="2506305"/>
              <a:ext cx="785681" cy="536445"/>
            </a:xfrm>
            <a:custGeom>
              <a:avLst/>
              <a:gdLst/>
              <a:ahLst/>
              <a:cxnLst/>
              <a:rect l="l" t="t" r="r" b="b"/>
              <a:pathLst>
                <a:path w="6828" h="4662" extrusionOk="0">
                  <a:moveTo>
                    <a:pt x="1657" y="1"/>
                  </a:moveTo>
                  <a:lnTo>
                    <a:pt x="0" y="926"/>
                  </a:lnTo>
                  <a:cubicBezTo>
                    <a:pt x="0" y="926"/>
                    <a:pt x="1733" y="2659"/>
                    <a:pt x="2412" y="3122"/>
                  </a:cubicBezTo>
                  <a:cubicBezTo>
                    <a:pt x="2928" y="3444"/>
                    <a:pt x="6611" y="4662"/>
                    <a:pt x="6611" y="4662"/>
                  </a:cubicBezTo>
                  <a:lnTo>
                    <a:pt x="6827" y="3854"/>
                  </a:lnTo>
                  <a:cubicBezTo>
                    <a:pt x="6827" y="3854"/>
                    <a:pt x="3952" y="2150"/>
                    <a:pt x="3607" y="1904"/>
                  </a:cubicBezTo>
                  <a:cubicBezTo>
                    <a:pt x="3267" y="1634"/>
                    <a:pt x="1657" y="1"/>
                    <a:pt x="1657" y="1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49">
              <a:extLst>
                <a:ext uri="{FF2B5EF4-FFF2-40B4-BE49-F238E27FC236}">
                  <a16:creationId xmlns:a16="http://schemas.microsoft.com/office/drawing/2014/main" id="{A6C6897A-5A09-CA34-54A4-249407228C69}"/>
                </a:ext>
              </a:extLst>
            </p:cNvPr>
            <p:cNvSpPr/>
            <p:nvPr/>
          </p:nvSpPr>
          <p:spPr>
            <a:xfrm>
              <a:off x="2529005" y="2326454"/>
              <a:ext cx="370632" cy="413092"/>
            </a:xfrm>
            <a:custGeom>
              <a:avLst/>
              <a:gdLst/>
              <a:ahLst/>
              <a:cxnLst/>
              <a:rect l="l" t="t" r="r" b="b"/>
              <a:pathLst>
                <a:path w="3221" h="3590" extrusionOk="0">
                  <a:moveTo>
                    <a:pt x="0" y="1"/>
                  </a:moveTo>
                  <a:lnTo>
                    <a:pt x="223" y="2249"/>
                  </a:lnTo>
                  <a:lnTo>
                    <a:pt x="1757" y="3590"/>
                  </a:lnTo>
                  <a:lnTo>
                    <a:pt x="3220" y="2003"/>
                  </a:lnTo>
                  <a:cubicBezTo>
                    <a:pt x="3220" y="2003"/>
                    <a:pt x="2073" y="762"/>
                    <a:pt x="1563" y="492"/>
                  </a:cubicBezTo>
                  <a:cubicBezTo>
                    <a:pt x="855" y="147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49">
              <a:extLst>
                <a:ext uri="{FF2B5EF4-FFF2-40B4-BE49-F238E27FC236}">
                  <a16:creationId xmlns:a16="http://schemas.microsoft.com/office/drawing/2014/main" id="{65D90C25-D69B-D8B0-A17D-FA8B5277D575}"/>
                </a:ext>
              </a:extLst>
            </p:cNvPr>
            <p:cNvSpPr/>
            <p:nvPr/>
          </p:nvSpPr>
          <p:spPr>
            <a:xfrm>
              <a:off x="2596319" y="2621604"/>
              <a:ext cx="112651" cy="98383"/>
            </a:xfrm>
            <a:custGeom>
              <a:avLst/>
              <a:gdLst/>
              <a:ahLst/>
              <a:cxnLst/>
              <a:rect l="l" t="t" r="r" b="b"/>
              <a:pathLst>
                <a:path w="979" h="855" extrusionOk="0">
                  <a:moveTo>
                    <a:pt x="53" y="0"/>
                  </a:moveTo>
                  <a:lnTo>
                    <a:pt x="1" y="47"/>
                  </a:lnTo>
                  <a:lnTo>
                    <a:pt x="932" y="855"/>
                  </a:lnTo>
                  <a:lnTo>
                    <a:pt x="978" y="80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AA31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49">
              <a:extLst>
                <a:ext uri="{FF2B5EF4-FFF2-40B4-BE49-F238E27FC236}">
                  <a16:creationId xmlns:a16="http://schemas.microsoft.com/office/drawing/2014/main" id="{86000BE4-0BC7-1CE0-783A-39D80ADE1C7E}"/>
                </a:ext>
              </a:extLst>
            </p:cNvPr>
            <p:cNvSpPr/>
            <p:nvPr/>
          </p:nvSpPr>
          <p:spPr>
            <a:xfrm>
              <a:off x="3334708" y="2924693"/>
              <a:ext cx="202289" cy="160979"/>
            </a:xfrm>
            <a:custGeom>
              <a:avLst/>
              <a:gdLst/>
              <a:ahLst/>
              <a:cxnLst/>
              <a:rect l="l" t="t" r="r" b="b"/>
              <a:pathLst>
                <a:path w="1758" h="1399" extrusionOk="0">
                  <a:moveTo>
                    <a:pt x="194" y="1"/>
                  </a:moveTo>
                  <a:lnTo>
                    <a:pt x="1" y="879"/>
                  </a:lnTo>
                  <a:cubicBezTo>
                    <a:pt x="1" y="879"/>
                    <a:pt x="487" y="1219"/>
                    <a:pt x="1125" y="1365"/>
                  </a:cubicBezTo>
                  <a:cubicBezTo>
                    <a:pt x="1172" y="1365"/>
                    <a:pt x="1307" y="1399"/>
                    <a:pt x="1392" y="1399"/>
                  </a:cubicBezTo>
                  <a:cubicBezTo>
                    <a:pt x="1435" y="1399"/>
                    <a:pt x="1465" y="1390"/>
                    <a:pt x="1465" y="1365"/>
                  </a:cubicBezTo>
                  <a:cubicBezTo>
                    <a:pt x="1488" y="1295"/>
                    <a:pt x="1125" y="1172"/>
                    <a:pt x="979" y="1125"/>
                  </a:cubicBezTo>
                  <a:lnTo>
                    <a:pt x="979" y="1125"/>
                  </a:lnTo>
                  <a:cubicBezTo>
                    <a:pt x="1129" y="1143"/>
                    <a:pt x="1441" y="1250"/>
                    <a:pt x="1573" y="1250"/>
                  </a:cubicBezTo>
                  <a:cubicBezTo>
                    <a:pt x="1611" y="1250"/>
                    <a:pt x="1634" y="1241"/>
                    <a:pt x="1634" y="1219"/>
                  </a:cubicBezTo>
                  <a:cubicBezTo>
                    <a:pt x="1634" y="1125"/>
                    <a:pt x="1026" y="903"/>
                    <a:pt x="1025" y="903"/>
                  </a:cubicBezTo>
                  <a:lnTo>
                    <a:pt x="1025" y="903"/>
                  </a:lnTo>
                  <a:cubicBezTo>
                    <a:pt x="1026" y="903"/>
                    <a:pt x="1494" y="1060"/>
                    <a:pt x="1681" y="1060"/>
                  </a:cubicBezTo>
                  <a:cubicBezTo>
                    <a:pt x="1728" y="1060"/>
                    <a:pt x="1757" y="1050"/>
                    <a:pt x="1757" y="1026"/>
                  </a:cubicBezTo>
                  <a:cubicBezTo>
                    <a:pt x="1757" y="926"/>
                    <a:pt x="1026" y="686"/>
                    <a:pt x="1025" y="686"/>
                  </a:cubicBezTo>
                  <a:lnTo>
                    <a:pt x="1025" y="686"/>
                  </a:lnTo>
                  <a:cubicBezTo>
                    <a:pt x="1026" y="686"/>
                    <a:pt x="1473" y="808"/>
                    <a:pt x="1657" y="808"/>
                  </a:cubicBezTo>
                  <a:cubicBezTo>
                    <a:pt x="1704" y="808"/>
                    <a:pt x="1734" y="800"/>
                    <a:pt x="1734" y="780"/>
                  </a:cubicBezTo>
                  <a:cubicBezTo>
                    <a:pt x="1734" y="686"/>
                    <a:pt x="1564" y="633"/>
                    <a:pt x="1441" y="586"/>
                  </a:cubicBezTo>
                  <a:cubicBezTo>
                    <a:pt x="1295" y="563"/>
                    <a:pt x="1025" y="487"/>
                    <a:pt x="1025" y="440"/>
                  </a:cubicBezTo>
                  <a:cubicBezTo>
                    <a:pt x="1025" y="427"/>
                    <a:pt x="1036" y="422"/>
                    <a:pt x="1053" y="422"/>
                  </a:cubicBezTo>
                  <a:cubicBezTo>
                    <a:pt x="1103" y="422"/>
                    <a:pt x="1211" y="464"/>
                    <a:pt x="1293" y="464"/>
                  </a:cubicBezTo>
                  <a:cubicBezTo>
                    <a:pt x="1344" y="464"/>
                    <a:pt x="1385" y="447"/>
                    <a:pt x="1394" y="393"/>
                  </a:cubicBezTo>
                  <a:cubicBezTo>
                    <a:pt x="1394" y="340"/>
                    <a:pt x="1172" y="270"/>
                    <a:pt x="1025" y="218"/>
                  </a:cubicBezTo>
                  <a:cubicBezTo>
                    <a:pt x="832" y="147"/>
                    <a:pt x="417" y="48"/>
                    <a:pt x="194" y="1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49">
              <a:extLst>
                <a:ext uri="{FF2B5EF4-FFF2-40B4-BE49-F238E27FC236}">
                  <a16:creationId xmlns:a16="http://schemas.microsoft.com/office/drawing/2014/main" id="{BA443A24-9A41-44F9-251B-FFA9A1277D19}"/>
                </a:ext>
              </a:extLst>
            </p:cNvPr>
            <p:cNvSpPr/>
            <p:nvPr/>
          </p:nvSpPr>
          <p:spPr>
            <a:xfrm>
              <a:off x="3360368" y="2961170"/>
              <a:ext cx="64093" cy="22323"/>
            </a:xfrm>
            <a:custGeom>
              <a:avLst/>
              <a:gdLst/>
              <a:ahLst/>
              <a:cxnLst/>
              <a:rect l="l" t="t" r="r" b="b"/>
              <a:pathLst>
                <a:path w="557" h="194" extrusionOk="0">
                  <a:moveTo>
                    <a:pt x="24" y="0"/>
                  </a:moveTo>
                  <a:lnTo>
                    <a:pt x="0" y="47"/>
                  </a:lnTo>
                  <a:cubicBezTo>
                    <a:pt x="0" y="47"/>
                    <a:pt x="194" y="193"/>
                    <a:pt x="410" y="193"/>
                  </a:cubicBezTo>
                  <a:cubicBezTo>
                    <a:pt x="463" y="193"/>
                    <a:pt x="510" y="193"/>
                    <a:pt x="557" y="170"/>
                  </a:cubicBezTo>
                  <a:lnTo>
                    <a:pt x="533" y="100"/>
                  </a:lnTo>
                  <a:cubicBezTo>
                    <a:pt x="510" y="123"/>
                    <a:pt x="463" y="123"/>
                    <a:pt x="410" y="123"/>
                  </a:cubicBezTo>
                  <a:cubicBezTo>
                    <a:pt x="316" y="123"/>
                    <a:pt x="217" y="100"/>
                    <a:pt x="147" y="47"/>
                  </a:cubicBezTo>
                  <a:cubicBezTo>
                    <a:pt x="117" y="47"/>
                    <a:pt x="71" y="23"/>
                    <a:pt x="71" y="0"/>
                  </a:cubicBez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49">
              <a:extLst>
                <a:ext uri="{FF2B5EF4-FFF2-40B4-BE49-F238E27FC236}">
                  <a16:creationId xmlns:a16="http://schemas.microsoft.com/office/drawing/2014/main" id="{DFCBB689-3B46-067A-F482-E2D847F1D89E}"/>
                </a:ext>
              </a:extLst>
            </p:cNvPr>
            <p:cNvSpPr/>
            <p:nvPr/>
          </p:nvSpPr>
          <p:spPr>
            <a:xfrm>
              <a:off x="2388852" y="2189062"/>
              <a:ext cx="134859" cy="174672"/>
            </a:xfrm>
            <a:custGeom>
              <a:avLst/>
              <a:gdLst/>
              <a:ahLst/>
              <a:cxnLst/>
              <a:rect l="l" t="t" r="r" b="b"/>
              <a:pathLst>
                <a:path w="1172" h="1518" extrusionOk="0">
                  <a:moveTo>
                    <a:pt x="925" y="0"/>
                  </a:moveTo>
                  <a:lnTo>
                    <a:pt x="193" y="439"/>
                  </a:lnTo>
                  <a:lnTo>
                    <a:pt x="147" y="1195"/>
                  </a:lnTo>
                  <a:cubicBezTo>
                    <a:pt x="147" y="1195"/>
                    <a:pt x="0" y="1517"/>
                    <a:pt x="586" y="1517"/>
                  </a:cubicBezTo>
                  <a:cubicBezTo>
                    <a:pt x="599" y="1517"/>
                    <a:pt x="612" y="1518"/>
                    <a:pt x="625" y="1518"/>
                  </a:cubicBezTo>
                  <a:cubicBezTo>
                    <a:pt x="1034" y="1518"/>
                    <a:pt x="1171" y="1171"/>
                    <a:pt x="1171" y="1171"/>
                  </a:cubicBezTo>
                  <a:lnTo>
                    <a:pt x="925" y="0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49">
              <a:extLst>
                <a:ext uri="{FF2B5EF4-FFF2-40B4-BE49-F238E27FC236}">
                  <a16:creationId xmlns:a16="http://schemas.microsoft.com/office/drawing/2014/main" id="{E02D2C01-77BC-040C-BBF5-655BA0FC9E2F}"/>
                </a:ext>
              </a:extLst>
            </p:cNvPr>
            <p:cNvSpPr/>
            <p:nvPr/>
          </p:nvSpPr>
          <p:spPr>
            <a:xfrm>
              <a:off x="2299214" y="2014389"/>
              <a:ext cx="221850" cy="241642"/>
            </a:xfrm>
            <a:custGeom>
              <a:avLst/>
              <a:gdLst/>
              <a:ahLst/>
              <a:cxnLst/>
              <a:rect l="l" t="t" r="r" b="b"/>
              <a:pathLst>
                <a:path w="1928" h="2100" extrusionOk="0">
                  <a:moveTo>
                    <a:pt x="766" y="0"/>
                  </a:moveTo>
                  <a:cubicBezTo>
                    <a:pt x="598" y="0"/>
                    <a:pt x="434" y="79"/>
                    <a:pt x="293" y="277"/>
                  </a:cubicBezTo>
                  <a:cubicBezTo>
                    <a:pt x="170" y="763"/>
                    <a:pt x="0" y="1764"/>
                    <a:pt x="586" y="2057"/>
                  </a:cubicBezTo>
                  <a:cubicBezTo>
                    <a:pt x="635" y="2086"/>
                    <a:pt x="698" y="2099"/>
                    <a:pt x="770" y="2099"/>
                  </a:cubicBezTo>
                  <a:cubicBezTo>
                    <a:pt x="869" y="2099"/>
                    <a:pt x="983" y="2074"/>
                    <a:pt x="1095" y="2033"/>
                  </a:cubicBezTo>
                  <a:cubicBezTo>
                    <a:pt x="1534" y="1834"/>
                    <a:pt x="1804" y="1471"/>
                    <a:pt x="1851" y="1178"/>
                  </a:cubicBezTo>
                  <a:cubicBezTo>
                    <a:pt x="1927" y="877"/>
                    <a:pt x="1325" y="0"/>
                    <a:pt x="766" y="0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49">
              <a:extLst>
                <a:ext uri="{FF2B5EF4-FFF2-40B4-BE49-F238E27FC236}">
                  <a16:creationId xmlns:a16="http://schemas.microsoft.com/office/drawing/2014/main" id="{AD7104DD-1406-D092-F9F3-D77F61DBF115}"/>
                </a:ext>
              </a:extLst>
            </p:cNvPr>
            <p:cNvSpPr/>
            <p:nvPr/>
          </p:nvSpPr>
          <p:spPr>
            <a:xfrm>
              <a:off x="2293116" y="1970088"/>
              <a:ext cx="398939" cy="401586"/>
            </a:xfrm>
            <a:custGeom>
              <a:avLst/>
              <a:gdLst/>
              <a:ahLst/>
              <a:cxnLst/>
              <a:rect l="l" t="t" r="r" b="b"/>
              <a:pathLst>
                <a:path w="3467" h="3490" extrusionOk="0">
                  <a:moveTo>
                    <a:pt x="1394" y="0"/>
                  </a:moveTo>
                  <a:cubicBezTo>
                    <a:pt x="1101" y="0"/>
                    <a:pt x="902" y="170"/>
                    <a:pt x="662" y="199"/>
                  </a:cubicBezTo>
                  <a:cubicBezTo>
                    <a:pt x="223" y="246"/>
                    <a:pt x="1" y="732"/>
                    <a:pt x="223" y="1078"/>
                  </a:cubicBezTo>
                  <a:cubicBezTo>
                    <a:pt x="346" y="931"/>
                    <a:pt x="662" y="755"/>
                    <a:pt x="832" y="662"/>
                  </a:cubicBezTo>
                  <a:cubicBezTo>
                    <a:pt x="879" y="785"/>
                    <a:pt x="1101" y="1048"/>
                    <a:pt x="1465" y="1171"/>
                  </a:cubicBezTo>
                  <a:cubicBezTo>
                    <a:pt x="1517" y="1171"/>
                    <a:pt x="1757" y="1903"/>
                    <a:pt x="1757" y="1903"/>
                  </a:cubicBezTo>
                  <a:lnTo>
                    <a:pt x="1980" y="2904"/>
                  </a:lnTo>
                  <a:cubicBezTo>
                    <a:pt x="2027" y="3004"/>
                    <a:pt x="2103" y="3098"/>
                    <a:pt x="2150" y="3127"/>
                  </a:cubicBezTo>
                  <a:cubicBezTo>
                    <a:pt x="2542" y="3197"/>
                    <a:pt x="3098" y="3367"/>
                    <a:pt x="3367" y="3490"/>
                  </a:cubicBezTo>
                  <a:cubicBezTo>
                    <a:pt x="3444" y="3150"/>
                    <a:pt x="3467" y="2711"/>
                    <a:pt x="3321" y="2395"/>
                  </a:cubicBezTo>
                  <a:cubicBezTo>
                    <a:pt x="3198" y="2049"/>
                    <a:pt x="2928" y="1686"/>
                    <a:pt x="2589" y="1563"/>
                  </a:cubicBezTo>
                  <a:cubicBezTo>
                    <a:pt x="2542" y="1540"/>
                    <a:pt x="2466" y="1517"/>
                    <a:pt x="2419" y="1464"/>
                  </a:cubicBezTo>
                  <a:cubicBezTo>
                    <a:pt x="2343" y="1394"/>
                    <a:pt x="2319" y="1271"/>
                    <a:pt x="2343" y="1148"/>
                  </a:cubicBezTo>
                  <a:cubicBezTo>
                    <a:pt x="2395" y="1048"/>
                    <a:pt x="2442" y="955"/>
                    <a:pt x="2466" y="832"/>
                  </a:cubicBezTo>
                  <a:cubicBezTo>
                    <a:pt x="2466" y="709"/>
                    <a:pt x="2442" y="609"/>
                    <a:pt x="2395" y="492"/>
                  </a:cubicBezTo>
                  <a:cubicBezTo>
                    <a:pt x="2319" y="392"/>
                    <a:pt x="2249" y="270"/>
                    <a:pt x="2126" y="223"/>
                  </a:cubicBezTo>
                  <a:cubicBezTo>
                    <a:pt x="1904" y="76"/>
                    <a:pt x="1634" y="0"/>
                    <a:pt x="1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49">
              <a:extLst>
                <a:ext uri="{FF2B5EF4-FFF2-40B4-BE49-F238E27FC236}">
                  <a16:creationId xmlns:a16="http://schemas.microsoft.com/office/drawing/2014/main" id="{F50F9143-155D-3750-66BE-969ADD17EDE7}"/>
                </a:ext>
              </a:extLst>
            </p:cNvPr>
            <p:cNvSpPr/>
            <p:nvPr/>
          </p:nvSpPr>
          <p:spPr>
            <a:xfrm>
              <a:off x="2349729" y="2130378"/>
              <a:ext cx="30493" cy="56038"/>
            </a:xfrm>
            <a:custGeom>
              <a:avLst/>
              <a:gdLst/>
              <a:ahLst/>
              <a:cxnLst/>
              <a:rect l="l" t="t" r="r" b="b"/>
              <a:pathLst>
                <a:path w="265" h="487" extrusionOk="0">
                  <a:moveTo>
                    <a:pt x="170" y="1"/>
                  </a:moveTo>
                  <a:cubicBezTo>
                    <a:pt x="170" y="1"/>
                    <a:pt x="118" y="71"/>
                    <a:pt x="71" y="147"/>
                  </a:cubicBezTo>
                  <a:cubicBezTo>
                    <a:pt x="71" y="194"/>
                    <a:pt x="47" y="217"/>
                    <a:pt x="24" y="270"/>
                  </a:cubicBezTo>
                  <a:cubicBezTo>
                    <a:pt x="24" y="317"/>
                    <a:pt x="1" y="340"/>
                    <a:pt x="1" y="387"/>
                  </a:cubicBezTo>
                  <a:cubicBezTo>
                    <a:pt x="1" y="387"/>
                    <a:pt x="1" y="416"/>
                    <a:pt x="24" y="416"/>
                  </a:cubicBezTo>
                  <a:cubicBezTo>
                    <a:pt x="24" y="463"/>
                    <a:pt x="47" y="463"/>
                    <a:pt x="71" y="487"/>
                  </a:cubicBezTo>
                  <a:lnTo>
                    <a:pt x="264" y="487"/>
                  </a:lnTo>
                  <a:lnTo>
                    <a:pt x="241" y="416"/>
                  </a:lnTo>
                  <a:lnTo>
                    <a:pt x="94" y="416"/>
                  </a:lnTo>
                  <a:lnTo>
                    <a:pt x="71" y="387"/>
                  </a:lnTo>
                  <a:cubicBezTo>
                    <a:pt x="71" y="364"/>
                    <a:pt x="71" y="340"/>
                    <a:pt x="94" y="293"/>
                  </a:cubicBezTo>
                  <a:cubicBezTo>
                    <a:pt x="118" y="241"/>
                    <a:pt x="147" y="170"/>
                    <a:pt x="170" y="124"/>
                  </a:cubicBezTo>
                  <a:cubicBezTo>
                    <a:pt x="194" y="94"/>
                    <a:pt x="194" y="71"/>
                    <a:pt x="217" y="48"/>
                  </a:cubicBezTo>
                  <a:lnTo>
                    <a:pt x="217" y="24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49">
              <a:extLst>
                <a:ext uri="{FF2B5EF4-FFF2-40B4-BE49-F238E27FC236}">
                  <a16:creationId xmlns:a16="http://schemas.microsoft.com/office/drawing/2014/main" id="{DEEE43E1-4AAE-995B-6EE7-98769D5FB1C6}"/>
                </a:ext>
              </a:extLst>
            </p:cNvPr>
            <p:cNvSpPr/>
            <p:nvPr/>
          </p:nvSpPr>
          <p:spPr>
            <a:xfrm>
              <a:off x="2413707" y="2130032"/>
              <a:ext cx="11622" cy="21057"/>
            </a:xfrm>
            <a:custGeom>
              <a:avLst/>
              <a:gdLst/>
              <a:ahLst/>
              <a:cxnLst/>
              <a:rect l="l" t="t" r="r" b="b"/>
              <a:pathLst>
                <a:path w="101" h="183" extrusionOk="0">
                  <a:moveTo>
                    <a:pt x="41" y="0"/>
                  </a:moveTo>
                  <a:cubicBezTo>
                    <a:pt x="34" y="0"/>
                    <a:pt x="30" y="7"/>
                    <a:pt x="30" y="27"/>
                  </a:cubicBezTo>
                  <a:cubicBezTo>
                    <a:pt x="1" y="51"/>
                    <a:pt x="1" y="97"/>
                    <a:pt x="1" y="127"/>
                  </a:cubicBezTo>
                  <a:cubicBezTo>
                    <a:pt x="1" y="165"/>
                    <a:pt x="31" y="183"/>
                    <a:pt x="58" y="183"/>
                  </a:cubicBezTo>
                  <a:cubicBezTo>
                    <a:pt x="80" y="183"/>
                    <a:pt x="100" y="171"/>
                    <a:pt x="100" y="150"/>
                  </a:cubicBezTo>
                  <a:cubicBezTo>
                    <a:pt x="100" y="97"/>
                    <a:pt x="100" y="74"/>
                    <a:pt x="77" y="27"/>
                  </a:cubicBezTo>
                  <a:cubicBezTo>
                    <a:pt x="63" y="14"/>
                    <a:pt x="50" y="0"/>
                    <a:pt x="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49">
              <a:extLst>
                <a:ext uri="{FF2B5EF4-FFF2-40B4-BE49-F238E27FC236}">
                  <a16:creationId xmlns:a16="http://schemas.microsoft.com/office/drawing/2014/main" id="{9A4FB698-1E8D-814D-053F-28357A7FBB18}"/>
                </a:ext>
              </a:extLst>
            </p:cNvPr>
            <p:cNvSpPr/>
            <p:nvPr/>
          </p:nvSpPr>
          <p:spPr>
            <a:xfrm>
              <a:off x="2334080" y="2120482"/>
              <a:ext cx="12427" cy="20827"/>
            </a:xfrm>
            <a:custGeom>
              <a:avLst/>
              <a:gdLst/>
              <a:ahLst/>
              <a:cxnLst/>
              <a:rect l="l" t="t" r="r" b="b"/>
              <a:pathLst>
                <a:path w="108" h="181" extrusionOk="0">
                  <a:moveTo>
                    <a:pt x="57" y="1"/>
                  </a:moveTo>
                  <a:cubicBezTo>
                    <a:pt x="51" y="1"/>
                    <a:pt x="44" y="4"/>
                    <a:pt x="37" y="11"/>
                  </a:cubicBezTo>
                  <a:cubicBezTo>
                    <a:pt x="14" y="34"/>
                    <a:pt x="14" y="87"/>
                    <a:pt x="14" y="134"/>
                  </a:cubicBezTo>
                  <a:cubicBezTo>
                    <a:pt x="1" y="160"/>
                    <a:pt x="24" y="180"/>
                    <a:pt x="47" y="180"/>
                  </a:cubicBezTo>
                  <a:cubicBezTo>
                    <a:pt x="65" y="180"/>
                    <a:pt x="84" y="167"/>
                    <a:pt x="84" y="134"/>
                  </a:cubicBezTo>
                  <a:cubicBezTo>
                    <a:pt x="84" y="110"/>
                    <a:pt x="107" y="87"/>
                    <a:pt x="84" y="34"/>
                  </a:cubicBezTo>
                  <a:cubicBezTo>
                    <a:pt x="84" y="17"/>
                    <a:pt x="72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49">
              <a:extLst>
                <a:ext uri="{FF2B5EF4-FFF2-40B4-BE49-F238E27FC236}">
                  <a16:creationId xmlns:a16="http://schemas.microsoft.com/office/drawing/2014/main" id="{B91025C8-7FF3-4DE0-7C97-33451B4D8ECD}"/>
                </a:ext>
              </a:extLst>
            </p:cNvPr>
            <p:cNvSpPr/>
            <p:nvPr/>
          </p:nvSpPr>
          <p:spPr>
            <a:xfrm>
              <a:off x="2417159" y="2102071"/>
              <a:ext cx="39123" cy="25775"/>
            </a:xfrm>
            <a:custGeom>
              <a:avLst/>
              <a:gdLst/>
              <a:ahLst/>
              <a:cxnLst/>
              <a:rect l="l" t="t" r="r" b="b"/>
              <a:pathLst>
                <a:path w="340" h="224" extrusionOk="0">
                  <a:moveTo>
                    <a:pt x="70" y="1"/>
                  </a:moveTo>
                  <a:cubicBezTo>
                    <a:pt x="47" y="1"/>
                    <a:pt x="23" y="24"/>
                    <a:pt x="23" y="24"/>
                  </a:cubicBezTo>
                  <a:lnTo>
                    <a:pt x="0" y="24"/>
                  </a:lnTo>
                  <a:cubicBezTo>
                    <a:pt x="0" y="24"/>
                    <a:pt x="23" y="24"/>
                    <a:pt x="23" y="48"/>
                  </a:cubicBezTo>
                  <a:lnTo>
                    <a:pt x="70" y="48"/>
                  </a:lnTo>
                  <a:cubicBezTo>
                    <a:pt x="94" y="48"/>
                    <a:pt x="146" y="77"/>
                    <a:pt x="193" y="100"/>
                  </a:cubicBezTo>
                  <a:cubicBezTo>
                    <a:pt x="217" y="124"/>
                    <a:pt x="264" y="147"/>
                    <a:pt x="293" y="171"/>
                  </a:cubicBezTo>
                  <a:cubicBezTo>
                    <a:pt x="293" y="194"/>
                    <a:pt x="316" y="194"/>
                    <a:pt x="316" y="223"/>
                  </a:cubicBezTo>
                  <a:lnTo>
                    <a:pt x="340" y="223"/>
                  </a:lnTo>
                  <a:cubicBezTo>
                    <a:pt x="340" y="223"/>
                    <a:pt x="340" y="194"/>
                    <a:pt x="316" y="147"/>
                  </a:cubicBezTo>
                  <a:cubicBezTo>
                    <a:pt x="316" y="124"/>
                    <a:pt x="264" y="77"/>
                    <a:pt x="217" y="24"/>
                  </a:cubicBezTo>
                  <a:cubicBezTo>
                    <a:pt x="170" y="1"/>
                    <a:pt x="117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49">
              <a:extLst>
                <a:ext uri="{FF2B5EF4-FFF2-40B4-BE49-F238E27FC236}">
                  <a16:creationId xmlns:a16="http://schemas.microsoft.com/office/drawing/2014/main" id="{F832E154-332E-F9E4-6CDA-97A0D3655F50}"/>
                </a:ext>
              </a:extLst>
            </p:cNvPr>
            <p:cNvSpPr/>
            <p:nvPr/>
          </p:nvSpPr>
          <p:spPr>
            <a:xfrm>
              <a:off x="2329477" y="2096663"/>
              <a:ext cx="31183" cy="14268"/>
            </a:xfrm>
            <a:custGeom>
              <a:avLst/>
              <a:gdLst/>
              <a:ahLst/>
              <a:cxnLst/>
              <a:rect l="l" t="t" r="r" b="b"/>
              <a:pathLst>
                <a:path w="271" h="124" extrusionOk="0">
                  <a:moveTo>
                    <a:pt x="124" y="1"/>
                  </a:moveTo>
                  <a:cubicBezTo>
                    <a:pt x="77" y="24"/>
                    <a:pt x="54" y="48"/>
                    <a:pt x="30" y="71"/>
                  </a:cubicBezTo>
                  <a:cubicBezTo>
                    <a:pt x="1" y="95"/>
                    <a:pt x="1" y="124"/>
                    <a:pt x="1" y="124"/>
                  </a:cubicBezTo>
                  <a:lnTo>
                    <a:pt x="54" y="124"/>
                  </a:lnTo>
                  <a:cubicBezTo>
                    <a:pt x="77" y="95"/>
                    <a:pt x="100" y="95"/>
                    <a:pt x="147" y="95"/>
                  </a:cubicBezTo>
                  <a:cubicBezTo>
                    <a:pt x="177" y="71"/>
                    <a:pt x="200" y="71"/>
                    <a:pt x="223" y="71"/>
                  </a:cubicBezTo>
                  <a:lnTo>
                    <a:pt x="270" y="71"/>
                  </a:lnTo>
                  <a:lnTo>
                    <a:pt x="270" y="48"/>
                  </a:lnTo>
                  <a:lnTo>
                    <a:pt x="247" y="24"/>
                  </a:lnTo>
                  <a:cubicBezTo>
                    <a:pt x="223" y="1"/>
                    <a:pt x="177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49">
              <a:extLst>
                <a:ext uri="{FF2B5EF4-FFF2-40B4-BE49-F238E27FC236}">
                  <a16:creationId xmlns:a16="http://schemas.microsoft.com/office/drawing/2014/main" id="{3B003B01-C5BE-6FE1-E015-33839297B94F}"/>
                </a:ext>
              </a:extLst>
            </p:cNvPr>
            <p:cNvSpPr/>
            <p:nvPr/>
          </p:nvSpPr>
          <p:spPr>
            <a:xfrm>
              <a:off x="2411060" y="2217369"/>
              <a:ext cx="64783" cy="41885"/>
            </a:xfrm>
            <a:custGeom>
              <a:avLst/>
              <a:gdLst/>
              <a:ahLst/>
              <a:cxnLst/>
              <a:rect l="l" t="t" r="r" b="b"/>
              <a:pathLst>
                <a:path w="563" h="364" extrusionOk="0">
                  <a:moveTo>
                    <a:pt x="492" y="0"/>
                  </a:moveTo>
                  <a:cubicBezTo>
                    <a:pt x="463" y="23"/>
                    <a:pt x="346" y="217"/>
                    <a:pt x="0" y="293"/>
                  </a:cubicBezTo>
                  <a:lnTo>
                    <a:pt x="0" y="363"/>
                  </a:lnTo>
                  <a:cubicBezTo>
                    <a:pt x="416" y="269"/>
                    <a:pt x="539" y="47"/>
                    <a:pt x="562" y="23"/>
                  </a:cubicBezTo>
                  <a:lnTo>
                    <a:pt x="492" y="0"/>
                  </a:ln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49">
              <a:extLst>
                <a:ext uri="{FF2B5EF4-FFF2-40B4-BE49-F238E27FC236}">
                  <a16:creationId xmlns:a16="http://schemas.microsoft.com/office/drawing/2014/main" id="{85ABCC46-10FB-6202-C702-61F3DC85E99D}"/>
                </a:ext>
              </a:extLst>
            </p:cNvPr>
            <p:cNvSpPr/>
            <p:nvPr/>
          </p:nvSpPr>
          <p:spPr>
            <a:xfrm>
              <a:off x="2467674" y="2140273"/>
              <a:ext cx="47293" cy="64438"/>
            </a:xfrm>
            <a:custGeom>
              <a:avLst/>
              <a:gdLst/>
              <a:ahLst/>
              <a:cxnLst/>
              <a:rect l="l" t="t" r="r" b="b"/>
              <a:pathLst>
                <a:path w="411" h="560" extrusionOk="0">
                  <a:moveTo>
                    <a:pt x="212" y="0"/>
                  </a:moveTo>
                  <a:cubicBezTo>
                    <a:pt x="137" y="0"/>
                    <a:pt x="61" y="38"/>
                    <a:pt x="47" y="155"/>
                  </a:cubicBezTo>
                  <a:lnTo>
                    <a:pt x="0" y="401"/>
                  </a:lnTo>
                  <a:cubicBezTo>
                    <a:pt x="0" y="482"/>
                    <a:pt x="47" y="559"/>
                    <a:pt x="119" y="559"/>
                  </a:cubicBezTo>
                  <a:cubicBezTo>
                    <a:pt x="135" y="559"/>
                    <a:pt x="152" y="556"/>
                    <a:pt x="170" y="547"/>
                  </a:cubicBezTo>
                  <a:cubicBezTo>
                    <a:pt x="217" y="547"/>
                    <a:pt x="264" y="524"/>
                    <a:pt x="293" y="477"/>
                  </a:cubicBezTo>
                  <a:cubicBezTo>
                    <a:pt x="363" y="401"/>
                    <a:pt x="410" y="278"/>
                    <a:pt x="387" y="155"/>
                  </a:cubicBezTo>
                  <a:cubicBezTo>
                    <a:pt x="387" y="108"/>
                    <a:pt x="363" y="61"/>
                    <a:pt x="340" y="38"/>
                  </a:cubicBezTo>
                  <a:cubicBezTo>
                    <a:pt x="310" y="17"/>
                    <a:pt x="261" y="0"/>
                    <a:pt x="212" y="0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49">
              <a:extLst>
                <a:ext uri="{FF2B5EF4-FFF2-40B4-BE49-F238E27FC236}">
                  <a16:creationId xmlns:a16="http://schemas.microsoft.com/office/drawing/2014/main" id="{BEA25936-8505-273F-B187-99F167B3FDDA}"/>
                </a:ext>
              </a:extLst>
            </p:cNvPr>
            <p:cNvSpPr/>
            <p:nvPr/>
          </p:nvSpPr>
          <p:spPr>
            <a:xfrm>
              <a:off x="2492528" y="1910712"/>
              <a:ext cx="101259" cy="98498"/>
            </a:xfrm>
            <a:custGeom>
              <a:avLst/>
              <a:gdLst/>
              <a:ahLst/>
              <a:cxnLst/>
              <a:rect l="l" t="t" r="r" b="b"/>
              <a:pathLst>
                <a:path w="880" h="856" extrusionOk="0">
                  <a:moveTo>
                    <a:pt x="400" y="0"/>
                  </a:moveTo>
                  <a:cubicBezTo>
                    <a:pt x="195" y="0"/>
                    <a:pt x="17" y="154"/>
                    <a:pt x="1" y="423"/>
                  </a:cubicBezTo>
                  <a:cubicBezTo>
                    <a:pt x="1" y="516"/>
                    <a:pt x="48" y="663"/>
                    <a:pt x="171" y="686"/>
                  </a:cubicBezTo>
                  <a:lnTo>
                    <a:pt x="270" y="762"/>
                  </a:lnTo>
                  <a:cubicBezTo>
                    <a:pt x="350" y="816"/>
                    <a:pt x="460" y="855"/>
                    <a:pt x="562" y="855"/>
                  </a:cubicBezTo>
                  <a:cubicBezTo>
                    <a:pt x="647" y="855"/>
                    <a:pt x="726" y="828"/>
                    <a:pt x="780" y="762"/>
                  </a:cubicBezTo>
                  <a:cubicBezTo>
                    <a:pt x="809" y="715"/>
                    <a:pt x="832" y="663"/>
                    <a:pt x="856" y="592"/>
                  </a:cubicBezTo>
                  <a:cubicBezTo>
                    <a:pt x="879" y="423"/>
                    <a:pt x="809" y="223"/>
                    <a:pt x="686" y="100"/>
                  </a:cubicBezTo>
                  <a:cubicBezTo>
                    <a:pt x="594" y="32"/>
                    <a:pt x="494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49">
              <a:extLst>
                <a:ext uri="{FF2B5EF4-FFF2-40B4-BE49-F238E27FC236}">
                  <a16:creationId xmlns:a16="http://schemas.microsoft.com/office/drawing/2014/main" id="{47DD1575-AFF3-8950-7E39-513749CD080B}"/>
                </a:ext>
              </a:extLst>
            </p:cNvPr>
            <p:cNvSpPr/>
            <p:nvPr/>
          </p:nvSpPr>
          <p:spPr>
            <a:xfrm>
              <a:off x="2352376" y="2197808"/>
              <a:ext cx="64898" cy="33715"/>
            </a:xfrm>
            <a:custGeom>
              <a:avLst/>
              <a:gdLst/>
              <a:ahLst/>
              <a:cxnLst/>
              <a:rect l="l" t="t" r="r" b="b"/>
              <a:pathLst>
                <a:path w="564" h="293" extrusionOk="0">
                  <a:moveTo>
                    <a:pt x="1" y="0"/>
                  </a:moveTo>
                  <a:cubicBezTo>
                    <a:pt x="1" y="0"/>
                    <a:pt x="1" y="293"/>
                    <a:pt x="241" y="293"/>
                  </a:cubicBezTo>
                  <a:cubicBezTo>
                    <a:pt x="510" y="293"/>
                    <a:pt x="563" y="0"/>
                    <a:pt x="5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49">
              <a:extLst>
                <a:ext uri="{FF2B5EF4-FFF2-40B4-BE49-F238E27FC236}">
                  <a16:creationId xmlns:a16="http://schemas.microsoft.com/office/drawing/2014/main" id="{3B4864E9-48F2-6A55-2249-D470564D4A9B}"/>
                </a:ext>
              </a:extLst>
            </p:cNvPr>
            <p:cNvSpPr/>
            <p:nvPr/>
          </p:nvSpPr>
          <p:spPr>
            <a:xfrm>
              <a:off x="2439367" y="2304246"/>
              <a:ext cx="101144" cy="115298"/>
            </a:xfrm>
            <a:custGeom>
              <a:avLst/>
              <a:gdLst/>
              <a:ahLst/>
              <a:cxnLst/>
              <a:rect l="l" t="t" r="r" b="b"/>
              <a:pathLst>
                <a:path w="879" h="1002" extrusionOk="0">
                  <a:moveTo>
                    <a:pt x="709" y="0"/>
                  </a:moveTo>
                  <a:lnTo>
                    <a:pt x="0" y="516"/>
                  </a:lnTo>
                  <a:lnTo>
                    <a:pt x="270" y="1002"/>
                  </a:lnTo>
                  <a:lnTo>
                    <a:pt x="879" y="223"/>
                  </a:lnTo>
                  <a:lnTo>
                    <a:pt x="7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49">
              <a:extLst>
                <a:ext uri="{FF2B5EF4-FFF2-40B4-BE49-F238E27FC236}">
                  <a16:creationId xmlns:a16="http://schemas.microsoft.com/office/drawing/2014/main" id="{8647F8AF-93B6-F60B-B326-1CBC8C4E7A3D}"/>
                </a:ext>
              </a:extLst>
            </p:cNvPr>
            <p:cNvSpPr/>
            <p:nvPr/>
          </p:nvSpPr>
          <p:spPr>
            <a:xfrm>
              <a:off x="2386091" y="2306892"/>
              <a:ext cx="53391" cy="107243"/>
            </a:xfrm>
            <a:custGeom>
              <a:avLst/>
              <a:gdLst/>
              <a:ahLst/>
              <a:cxnLst/>
              <a:rect l="l" t="t" r="r" b="b"/>
              <a:pathLst>
                <a:path w="464" h="932" extrusionOk="0">
                  <a:moveTo>
                    <a:pt x="194" y="1"/>
                  </a:moveTo>
                  <a:lnTo>
                    <a:pt x="1" y="147"/>
                  </a:lnTo>
                  <a:lnTo>
                    <a:pt x="241" y="932"/>
                  </a:lnTo>
                  <a:lnTo>
                    <a:pt x="463" y="493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49">
              <a:extLst>
                <a:ext uri="{FF2B5EF4-FFF2-40B4-BE49-F238E27FC236}">
                  <a16:creationId xmlns:a16="http://schemas.microsoft.com/office/drawing/2014/main" id="{796B04DC-A018-FC42-4445-4B61EB0BE8B2}"/>
                </a:ext>
              </a:extLst>
            </p:cNvPr>
            <p:cNvSpPr/>
            <p:nvPr/>
          </p:nvSpPr>
          <p:spPr>
            <a:xfrm>
              <a:off x="1465089" y="2595944"/>
              <a:ext cx="539091" cy="654274"/>
            </a:xfrm>
            <a:custGeom>
              <a:avLst/>
              <a:gdLst/>
              <a:ahLst/>
              <a:cxnLst/>
              <a:rect l="l" t="t" r="r" b="b"/>
              <a:pathLst>
                <a:path w="4685" h="5686" extrusionOk="0">
                  <a:moveTo>
                    <a:pt x="1" y="1"/>
                  </a:moveTo>
                  <a:cubicBezTo>
                    <a:pt x="1" y="1"/>
                    <a:pt x="733" y="2103"/>
                    <a:pt x="1172" y="2905"/>
                  </a:cubicBezTo>
                  <a:cubicBezTo>
                    <a:pt x="1488" y="3490"/>
                    <a:pt x="3953" y="5686"/>
                    <a:pt x="3953" y="5686"/>
                  </a:cubicBezTo>
                  <a:lnTo>
                    <a:pt x="4685" y="4977"/>
                  </a:lnTo>
                  <a:lnTo>
                    <a:pt x="2805" y="1980"/>
                  </a:lnTo>
                  <a:lnTo>
                    <a:pt x="2050" y="1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49">
              <a:extLst>
                <a:ext uri="{FF2B5EF4-FFF2-40B4-BE49-F238E27FC236}">
                  <a16:creationId xmlns:a16="http://schemas.microsoft.com/office/drawing/2014/main" id="{B0D1580C-A67D-334C-B488-17FA443D80B6}"/>
                </a:ext>
              </a:extLst>
            </p:cNvPr>
            <p:cNvSpPr/>
            <p:nvPr/>
          </p:nvSpPr>
          <p:spPr>
            <a:xfrm>
              <a:off x="1770939" y="2792710"/>
              <a:ext cx="90443" cy="143604"/>
            </a:xfrm>
            <a:custGeom>
              <a:avLst/>
              <a:gdLst/>
              <a:ahLst/>
              <a:cxnLst/>
              <a:rect l="l" t="t" r="r" b="b"/>
              <a:pathLst>
                <a:path w="786" h="1248" extrusionOk="0">
                  <a:moveTo>
                    <a:pt x="77" y="0"/>
                  </a:moveTo>
                  <a:lnTo>
                    <a:pt x="1" y="47"/>
                  </a:lnTo>
                  <a:lnTo>
                    <a:pt x="124" y="270"/>
                  </a:lnTo>
                  <a:lnTo>
                    <a:pt x="733" y="1247"/>
                  </a:lnTo>
                  <a:lnTo>
                    <a:pt x="786" y="1195"/>
                  </a:lnTo>
                  <a:lnTo>
                    <a:pt x="200" y="24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49">
              <a:extLst>
                <a:ext uri="{FF2B5EF4-FFF2-40B4-BE49-F238E27FC236}">
                  <a16:creationId xmlns:a16="http://schemas.microsoft.com/office/drawing/2014/main" id="{85A5E360-79A6-8FED-4321-ADBEEC6682F3}"/>
                </a:ext>
              </a:extLst>
            </p:cNvPr>
            <p:cNvSpPr/>
            <p:nvPr/>
          </p:nvSpPr>
          <p:spPr>
            <a:xfrm>
              <a:off x="1897628" y="3155175"/>
              <a:ext cx="219089" cy="222541"/>
            </a:xfrm>
            <a:custGeom>
              <a:avLst/>
              <a:gdLst/>
              <a:ahLst/>
              <a:cxnLst/>
              <a:rect l="l" t="t" r="r" b="b"/>
              <a:pathLst>
                <a:path w="1904" h="1934" extrusionOk="0">
                  <a:moveTo>
                    <a:pt x="803" y="0"/>
                  </a:moveTo>
                  <a:lnTo>
                    <a:pt x="1" y="609"/>
                  </a:lnTo>
                  <a:cubicBezTo>
                    <a:pt x="1" y="609"/>
                    <a:pt x="534" y="1288"/>
                    <a:pt x="1002" y="1728"/>
                  </a:cubicBezTo>
                  <a:cubicBezTo>
                    <a:pt x="1044" y="1775"/>
                    <a:pt x="1221" y="1934"/>
                    <a:pt x="1296" y="1934"/>
                  </a:cubicBezTo>
                  <a:cubicBezTo>
                    <a:pt x="1305" y="1934"/>
                    <a:pt x="1313" y="1932"/>
                    <a:pt x="1318" y="1927"/>
                  </a:cubicBezTo>
                  <a:cubicBezTo>
                    <a:pt x="1388" y="1903"/>
                    <a:pt x="1119" y="1558"/>
                    <a:pt x="1025" y="1435"/>
                  </a:cubicBezTo>
                  <a:lnTo>
                    <a:pt x="1025" y="1435"/>
                  </a:lnTo>
                  <a:cubicBezTo>
                    <a:pt x="1155" y="1543"/>
                    <a:pt x="1435" y="1844"/>
                    <a:pt x="1531" y="1844"/>
                  </a:cubicBezTo>
                  <a:cubicBezTo>
                    <a:pt x="1543" y="1844"/>
                    <a:pt x="1553" y="1839"/>
                    <a:pt x="1558" y="1827"/>
                  </a:cubicBezTo>
                  <a:cubicBezTo>
                    <a:pt x="1611" y="1728"/>
                    <a:pt x="1120" y="1266"/>
                    <a:pt x="1119" y="1265"/>
                  </a:cubicBezTo>
                  <a:lnTo>
                    <a:pt x="1119" y="1265"/>
                  </a:lnTo>
                  <a:cubicBezTo>
                    <a:pt x="1120" y="1266"/>
                    <a:pt x="1591" y="1699"/>
                    <a:pt x="1726" y="1699"/>
                  </a:cubicBezTo>
                  <a:cubicBezTo>
                    <a:pt x="1741" y="1699"/>
                    <a:pt x="1752" y="1693"/>
                    <a:pt x="1757" y="1681"/>
                  </a:cubicBezTo>
                  <a:cubicBezTo>
                    <a:pt x="1804" y="1581"/>
                    <a:pt x="1242" y="1049"/>
                    <a:pt x="1242" y="1048"/>
                  </a:cubicBezTo>
                  <a:lnTo>
                    <a:pt x="1242" y="1048"/>
                  </a:lnTo>
                  <a:cubicBezTo>
                    <a:pt x="1242" y="1049"/>
                    <a:pt x="1685" y="1431"/>
                    <a:pt x="1817" y="1431"/>
                  </a:cubicBezTo>
                  <a:cubicBezTo>
                    <a:pt x="1834" y="1431"/>
                    <a:pt x="1846" y="1425"/>
                    <a:pt x="1851" y="1411"/>
                  </a:cubicBezTo>
                  <a:cubicBezTo>
                    <a:pt x="1904" y="1341"/>
                    <a:pt x="1757" y="1195"/>
                    <a:pt x="1658" y="1119"/>
                  </a:cubicBezTo>
                  <a:cubicBezTo>
                    <a:pt x="1558" y="1025"/>
                    <a:pt x="1342" y="826"/>
                    <a:pt x="1365" y="779"/>
                  </a:cubicBezTo>
                  <a:cubicBezTo>
                    <a:pt x="1368" y="769"/>
                    <a:pt x="1374" y="765"/>
                    <a:pt x="1383" y="765"/>
                  </a:cubicBezTo>
                  <a:cubicBezTo>
                    <a:pt x="1432" y="765"/>
                    <a:pt x="1564" y="899"/>
                    <a:pt x="1654" y="899"/>
                  </a:cubicBezTo>
                  <a:cubicBezTo>
                    <a:pt x="1673" y="899"/>
                    <a:pt x="1690" y="893"/>
                    <a:pt x="1705" y="879"/>
                  </a:cubicBezTo>
                  <a:cubicBezTo>
                    <a:pt x="1734" y="826"/>
                    <a:pt x="1558" y="656"/>
                    <a:pt x="1465" y="557"/>
                  </a:cubicBezTo>
                  <a:cubicBezTo>
                    <a:pt x="1295" y="410"/>
                    <a:pt x="973" y="170"/>
                    <a:pt x="803" y="0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49">
              <a:extLst>
                <a:ext uri="{FF2B5EF4-FFF2-40B4-BE49-F238E27FC236}">
                  <a16:creationId xmlns:a16="http://schemas.microsoft.com/office/drawing/2014/main" id="{35C983F0-D785-9114-2696-1C6EB7735CEC}"/>
                </a:ext>
              </a:extLst>
            </p:cNvPr>
            <p:cNvSpPr/>
            <p:nvPr/>
          </p:nvSpPr>
          <p:spPr>
            <a:xfrm>
              <a:off x="1970466" y="3211098"/>
              <a:ext cx="64783" cy="36476"/>
            </a:xfrm>
            <a:custGeom>
              <a:avLst/>
              <a:gdLst/>
              <a:ahLst/>
              <a:cxnLst/>
              <a:rect l="l" t="t" r="r" b="b"/>
              <a:pathLst>
                <a:path w="563" h="317" extrusionOk="0">
                  <a:moveTo>
                    <a:pt x="76" y="0"/>
                  </a:moveTo>
                  <a:lnTo>
                    <a:pt x="0" y="47"/>
                  </a:lnTo>
                  <a:cubicBezTo>
                    <a:pt x="246" y="293"/>
                    <a:pt x="539" y="316"/>
                    <a:pt x="562" y="316"/>
                  </a:cubicBezTo>
                  <a:lnTo>
                    <a:pt x="562" y="246"/>
                  </a:lnTo>
                  <a:lnTo>
                    <a:pt x="539" y="246"/>
                  </a:lnTo>
                  <a:cubicBezTo>
                    <a:pt x="486" y="246"/>
                    <a:pt x="246" y="194"/>
                    <a:pt x="76" y="0"/>
                  </a:cubicBez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49">
              <a:extLst>
                <a:ext uri="{FF2B5EF4-FFF2-40B4-BE49-F238E27FC236}">
                  <a16:creationId xmlns:a16="http://schemas.microsoft.com/office/drawing/2014/main" id="{D4F9CE27-629E-6BAD-C361-AA8E77F982C0}"/>
                </a:ext>
              </a:extLst>
            </p:cNvPr>
            <p:cNvSpPr/>
            <p:nvPr/>
          </p:nvSpPr>
          <p:spPr>
            <a:xfrm>
              <a:off x="1431374" y="2225424"/>
              <a:ext cx="328978" cy="547836"/>
            </a:xfrm>
            <a:custGeom>
              <a:avLst/>
              <a:gdLst/>
              <a:ahLst/>
              <a:cxnLst/>
              <a:rect l="l" t="t" r="r" b="b"/>
              <a:pathLst>
                <a:path w="2859" h="4761" extrusionOk="0">
                  <a:moveTo>
                    <a:pt x="1" y="0"/>
                  </a:moveTo>
                  <a:lnTo>
                    <a:pt x="124" y="4760"/>
                  </a:lnTo>
                  <a:lnTo>
                    <a:pt x="2858" y="3806"/>
                  </a:lnTo>
                  <a:cubicBezTo>
                    <a:pt x="2858" y="3806"/>
                    <a:pt x="2589" y="2588"/>
                    <a:pt x="1980" y="1370"/>
                  </a:cubicBezTo>
                  <a:cubicBezTo>
                    <a:pt x="1394" y="147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49">
              <a:extLst>
                <a:ext uri="{FF2B5EF4-FFF2-40B4-BE49-F238E27FC236}">
                  <a16:creationId xmlns:a16="http://schemas.microsoft.com/office/drawing/2014/main" id="{036AC875-7347-26EF-B532-CC4CB5AD3647}"/>
                </a:ext>
              </a:extLst>
            </p:cNvPr>
            <p:cNvSpPr/>
            <p:nvPr/>
          </p:nvSpPr>
          <p:spPr>
            <a:xfrm>
              <a:off x="1389605" y="4819292"/>
              <a:ext cx="283181" cy="42575"/>
            </a:xfrm>
            <a:custGeom>
              <a:avLst/>
              <a:gdLst/>
              <a:ahLst/>
              <a:cxnLst/>
              <a:rect l="l" t="t" r="r" b="b"/>
              <a:pathLst>
                <a:path w="2461" h="370" extrusionOk="0">
                  <a:moveTo>
                    <a:pt x="2460" y="0"/>
                  </a:moveTo>
                  <a:cubicBezTo>
                    <a:pt x="2413" y="100"/>
                    <a:pt x="2314" y="147"/>
                    <a:pt x="2220" y="147"/>
                  </a:cubicBezTo>
                  <a:lnTo>
                    <a:pt x="1" y="147"/>
                  </a:lnTo>
                  <a:lnTo>
                    <a:pt x="1" y="293"/>
                  </a:lnTo>
                  <a:cubicBezTo>
                    <a:pt x="1" y="346"/>
                    <a:pt x="24" y="369"/>
                    <a:pt x="48" y="369"/>
                  </a:cubicBezTo>
                  <a:lnTo>
                    <a:pt x="2290" y="369"/>
                  </a:lnTo>
                  <a:cubicBezTo>
                    <a:pt x="2366" y="369"/>
                    <a:pt x="2413" y="346"/>
                    <a:pt x="2460" y="293"/>
                  </a:cubicBezTo>
                  <a:lnTo>
                    <a:pt x="2460" y="270"/>
                  </a:lnTo>
                  <a:lnTo>
                    <a:pt x="2460" y="246"/>
                  </a:lnTo>
                  <a:lnTo>
                    <a:pt x="2460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49">
              <a:extLst>
                <a:ext uri="{FF2B5EF4-FFF2-40B4-BE49-F238E27FC236}">
                  <a16:creationId xmlns:a16="http://schemas.microsoft.com/office/drawing/2014/main" id="{1CE8DE03-3A4E-9078-EA37-915052BEF5A1}"/>
                </a:ext>
              </a:extLst>
            </p:cNvPr>
            <p:cNvSpPr/>
            <p:nvPr/>
          </p:nvSpPr>
          <p:spPr>
            <a:xfrm>
              <a:off x="1389605" y="4499287"/>
              <a:ext cx="275011" cy="331509"/>
            </a:xfrm>
            <a:custGeom>
              <a:avLst/>
              <a:gdLst/>
              <a:ahLst/>
              <a:cxnLst/>
              <a:rect l="l" t="t" r="r" b="b"/>
              <a:pathLst>
                <a:path w="2390" h="2881" extrusionOk="0">
                  <a:moveTo>
                    <a:pt x="1342" y="0"/>
                  </a:moveTo>
                  <a:lnTo>
                    <a:pt x="1" y="30"/>
                  </a:lnTo>
                  <a:lnTo>
                    <a:pt x="71" y="2050"/>
                  </a:lnTo>
                  <a:lnTo>
                    <a:pt x="147" y="2881"/>
                  </a:lnTo>
                  <a:lnTo>
                    <a:pt x="2267" y="2881"/>
                  </a:lnTo>
                  <a:cubicBezTo>
                    <a:pt x="2343" y="2881"/>
                    <a:pt x="2390" y="2811"/>
                    <a:pt x="2390" y="2758"/>
                  </a:cubicBezTo>
                  <a:cubicBezTo>
                    <a:pt x="2390" y="2711"/>
                    <a:pt x="2366" y="2664"/>
                    <a:pt x="2314" y="2635"/>
                  </a:cubicBezTo>
                  <a:lnTo>
                    <a:pt x="1195" y="1979"/>
                  </a:lnTo>
                  <a:lnTo>
                    <a:pt x="1342" y="0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49">
              <a:extLst>
                <a:ext uri="{FF2B5EF4-FFF2-40B4-BE49-F238E27FC236}">
                  <a16:creationId xmlns:a16="http://schemas.microsoft.com/office/drawing/2014/main" id="{394DC8F9-4C27-E7DD-1B5B-CAC11C6F625F}"/>
                </a:ext>
              </a:extLst>
            </p:cNvPr>
            <p:cNvSpPr/>
            <p:nvPr/>
          </p:nvSpPr>
          <p:spPr>
            <a:xfrm>
              <a:off x="1389605" y="4727007"/>
              <a:ext cx="283181" cy="109199"/>
            </a:xfrm>
            <a:custGeom>
              <a:avLst/>
              <a:gdLst/>
              <a:ahLst/>
              <a:cxnLst/>
              <a:rect l="l" t="t" r="r" b="b"/>
              <a:pathLst>
                <a:path w="2461" h="949" extrusionOk="0">
                  <a:moveTo>
                    <a:pt x="1195" y="0"/>
                  </a:moveTo>
                  <a:cubicBezTo>
                    <a:pt x="994" y="110"/>
                    <a:pt x="787" y="144"/>
                    <a:pt x="606" y="144"/>
                  </a:cubicBezTo>
                  <a:cubicBezTo>
                    <a:pt x="301" y="144"/>
                    <a:pt x="71" y="47"/>
                    <a:pt x="71" y="47"/>
                  </a:cubicBezTo>
                  <a:lnTo>
                    <a:pt x="1" y="949"/>
                  </a:lnTo>
                  <a:lnTo>
                    <a:pt x="2314" y="949"/>
                  </a:lnTo>
                  <a:cubicBezTo>
                    <a:pt x="2390" y="949"/>
                    <a:pt x="2460" y="879"/>
                    <a:pt x="2460" y="802"/>
                  </a:cubicBezTo>
                  <a:cubicBezTo>
                    <a:pt x="2460" y="732"/>
                    <a:pt x="2437" y="685"/>
                    <a:pt x="2390" y="656"/>
                  </a:cubicBezTo>
                  <a:lnTo>
                    <a:pt x="1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49">
              <a:extLst>
                <a:ext uri="{FF2B5EF4-FFF2-40B4-BE49-F238E27FC236}">
                  <a16:creationId xmlns:a16="http://schemas.microsoft.com/office/drawing/2014/main" id="{6064B9A6-989F-E29E-F48B-994680A0E400}"/>
                </a:ext>
              </a:extLst>
            </p:cNvPr>
            <p:cNvSpPr/>
            <p:nvPr/>
          </p:nvSpPr>
          <p:spPr>
            <a:xfrm>
              <a:off x="1527110" y="4727007"/>
              <a:ext cx="33830" cy="45222"/>
            </a:xfrm>
            <a:custGeom>
              <a:avLst/>
              <a:gdLst/>
              <a:ahLst/>
              <a:cxnLst/>
              <a:rect l="l" t="t" r="r" b="b"/>
              <a:pathLst>
                <a:path w="294" h="393" extrusionOk="0">
                  <a:moveTo>
                    <a:pt x="270" y="0"/>
                  </a:moveTo>
                  <a:cubicBezTo>
                    <a:pt x="240" y="0"/>
                    <a:pt x="217" y="0"/>
                    <a:pt x="194" y="24"/>
                  </a:cubicBezTo>
                  <a:cubicBezTo>
                    <a:pt x="123" y="100"/>
                    <a:pt x="47" y="217"/>
                    <a:pt x="0" y="316"/>
                  </a:cubicBezTo>
                  <a:cubicBezTo>
                    <a:pt x="0" y="340"/>
                    <a:pt x="0" y="363"/>
                    <a:pt x="24" y="393"/>
                  </a:cubicBezTo>
                  <a:cubicBezTo>
                    <a:pt x="47" y="393"/>
                    <a:pt x="94" y="393"/>
                    <a:pt x="94" y="363"/>
                  </a:cubicBezTo>
                  <a:cubicBezTo>
                    <a:pt x="147" y="246"/>
                    <a:pt x="194" y="170"/>
                    <a:pt x="270" y="71"/>
                  </a:cubicBezTo>
                  <a:cubicBezTo>
                    <a:pt x="293" y="47"/>
                    <a:pt x="293" y="24"/>
                    <a:pt x="270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49">
              <a:extLst>
                <a:ext uri="{FF2B5EF4-FFF2-40B4-BE49-F238E27FC236}">
                  <a16:creationId xmlns:a16="http://schemas.microsoft.com/office/drawing/2014/main" id="{DA329D8C-0ECC-2557-052F-6B45E2BC0D58}"/>
                </a:ext>
              </a:extLst>
            </p:cNvPr>
            <p:cNvSpPr/>
            <p:nvPr/>
          </p:nvSpPr>
          <p:spPr>
            <a:xfrm>
              <a:off x="1549319" y="4736903"/>
              <a:ext cx="28422" cy="40734"/>
            </a:xfrm>
            <a:custGeom>
              <a:avLst/>
              <a:gdLst/>
              <a:ahLst/>
              <a:cxnLst/>
              <a:rect l="l" t="t" r="r" b="b"/>
              <a:pathLst>
                <a:path w="247" h="354" extrusionOk="0">
                  <a:moveTo>
                    <a:pt x="196" y="1"/>
                  </a:moveTo>
                  <a:cubicBezTo>
                    <a:pt x="178" y="1"/>
                    <a:pt x="163" y="14"/>
                    <a:pt x="147" y="14"/>
                  </a:cubicBezTo>
                  <a:cubicBezTo>
                    <a:pt x="77" y="131"/>
                    <a:pt x="47" y="184"/>
                    <a:pt x="1" y="277"/>
                  </a:cubicBezTo>
                  <a:cubicBezTo>
                    <a:pt x="1" y="307"/>
                    <a:pt x="1" y="330"/>
                    <a:pt x="24" y="353"/>
                  </a:cubicBezTo>
                  <a:cubicBezTo>
                    <a:pt x="47" y="353"/>
                    <a:pt x="77" y="353"/>
                    <a:pt x="100" y="330"/>
                  </a:cubicBezTo>
                  <a:cubicBezTo>
                    <a:pt x="124" y="230"/>
                    <a:pt x="147" y="184"/>
                    <a:pt x="223" y="84"/>
                  </a:cubicBezTo>
                  <a:cubicBezTo>
                    <a:pt x="247" y="61"/>
                    <a:pt x="247" y="37"/>
                    <a:pt x="223" y="14"/>
                  </a:cubicBezTo>
                  <a:cubicBezTo>
                    <a:pt x="213" y="4"/>
                    <a:pt x="204" y="1"/>
                    <a:pt x="196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49">
              <a:extLst>
                <a:ext uri="{FF2B5EF4-FFF2-40B4-BE49-F238E27FC236}">
                  <a16:creationId xmlns:a16="http://schemas.microsoft.com/office/drawing/2014/main" id="{076EC7EA-879B-7AAD-6902-31735BF51AD1}"/>
                </a:ext>
              </a:extLst>
            </p:cNvPr>
            <p:cNvSpPr/>
            <p:nvPr/>
          </p:nvSpPr>
          <p:spPr>
            <a:xfrm>
              <a:off x="1563472" y="4744497"/>
              <a:ext cx="28422" cy="37857"/>
            </a:xfrm>
            <a:custGeom>
              <a:avLst/>
              <a:gdLst/>
              <a:ahLst/>
              <a:cxnLst/>
              <a:rect l="l" t="t" r="r" b="b"/>
              <a:pathLst>
                <a:path w="247" h="329" extrusionOk="0">
                  <a:moveTo>
                    <a:pt x="182" y="1"/>
                  </a:moveTo>
                  <a:cubicBezTo>
                    <a:pt x="170" y="1"/>
                    <a:pt x="159" y="6"/>
                    <a:pt x="147" y="18"/>
                  </a:cubicBezTo>
                  <a:cubicBezTo>
                    <a:pt x="100" y="94"/>
                    <a:pt x="71" y="188"/>
                    <a:pt x="24" y="264"/>
                  </a:cubicBezTo>
                  <a:cubicBezTo>
                    <a:pt x="1" y="287"/>
                    <a:pt x="24" y="311"/>
                    <a:pt x="47" y="311"/>
                  </a:cubicBezTo>
                  <a:cubicBezTo>
                    <a:pt x="59" y="323"/>
                    <a:pt x="72" y="328"/>
                    <a:pt x="85" y="328"/>
                  </a:cubicBezTo>
                  <a:cubicBezTo>
                    <a:pt x="99" y="328"/>
                    <a:pt x="112" y="323"/>
                    <a:pt x="124" y="311"/>
                  </a:cubicBezTo>
                  <a:cubicBezTo>
                    <a:pt x="147" y="241"/>
                    <a:pt x="194" y="141"/>
                    <a:pt x="246" y="94"/>
                  </a:cubicBezTo>
                  <a:cubicBezTo>
                    <a:pt x="246" y="65"/>
                    <a:pt x="246" y="42"/>
                    <a:pt x="217" y="18"/>
                  </a:cubicBezTo>
                  <a:cubicBezTo>
                    <a:pt x="205" y="6"/>
                    <a:pt x="194" y="1"/>
                    <a:pt x="182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49">
              <a:extLst>
                <a:ext uri="{FF2B5EF4-FFF2-40B4-BE49-F238E27FC236}">
                  <a16:creationId xmlns:a16="http://schemas.microsoft.com/office/drawing/2014/main" id="{6B578892-8245-52AF-5F83-569899ADE0A0}"/>
                </a:ext>
              </a:extLst>
            </p:cNvPr>
            <p:cNvSpPr/>
            <p:nvPr/>
          </p:nvSpPr>
          <p:spPr>
            <a:xfrm>
              <a:off x="617501" y="4687884"/>
              <a:ext cx="255450" cy="172371"/>
            </a:xfrm>
            <a:custGeom>
              <a:avLst/>
              <a:gdLst/>
              <a:ahLst/>
              <a:cxnLst/>
              <a:rect l="l" t="t" r="r" b="b"/>
              <a:pathLst>
                <a:path w="2220" h="1498" extrusionOk="0">
                  <a:moveTo>
                    <a:pt x="95" y="1"/>
                  </a:moveTo>
                  <a:lnTo>
                    <a:pt x="1" y="118"/>
                  </a:lnTo>
                  <a:cubicBezTo>
                    <a:pt x="1" y="147"/>
                    <a:pt x="1" y="194"/>
                    <a:pt x="24" y="194"/>
                  </a:cubicBezTo>
                  <a:lnTo>
                    <a:pt x="1880" y="1464"/>
                  </a:lnTo>
                  <a:cubicBezTo>
                    <a:pt x="1914" y="1481"/>
                    <a:pt x="1958" y="1498"/>
                    <a:pt x="2000" y="1498"/>
                  </a:cubicBezTo>
                  <a:cubicBezTo>
                    <a:pt x="2018" y="1498"/>
                    <a:pt x="2035" y="1495"/>
                    <a:pt x="2050" y="1488"/>
                  </a:cubicBezTo>
                  <a:lnTo>
                    <a:pt x="2074" y="1488"/>
                  </a:lnTo>
                  <a:lnTo>
                    <a:pt x="2220" y="1265"/>
                  </a:lnTo>
                  <a:lnTo>
                    <a:pt x="2197" y="1265"/>
                  </a:lnTo>
                  <a:cubicBezTo>
                    <a:pt x="2165" y="1275"/>
                    <a:pt x="2125" y="1281"/>
                    <a:pt x="2085" y="1281"/>
                  </a:cubicBezTo>
                  <a:cubicBezTo>
                    <a:pt x="2028" y="1281"/>
                    <a:pt x="1968" y="1269"/>
                    <a:pt x="1927" y="1242"/>
                  </a:cubicBezTo>
                  <a:lnTo>
                    <a:pt x="95" y="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49">
              <a:extLst>
                <a:ext uri="{FF2B5EF4-FFF2-40B4-BE49-F238E27FC236}">
                  <a16:creationId xmlns:a16="http://schemas.microsoft.com/office/drawing/2014/main" id="{8D8304B7-94DF-47AD-7C2C-D0499DFD4A19}"/>
                </a:ext>
              </a:extLst>
            </p:cNvPr>
            <p:cNvSpPr/>
            <p:nvPr/>
          </p:nvSpPr>
          <p:spPr>
            <a:xfrm>
              <a:off x="645117" y="4387441"/>
              <a:ext cx="273055" cy="443700"/>
            </a:xfrm>
            <a:custGeom>
              <a:avLst/>
              <a:gdLst/>
              <a:ahLst/>
              <a:cxnLst/>
              <a:rect l="l" t="t" r="r" b="b"/>
              <a:pathLst>
                <a:path w="2373" h="3856" extrusionOk="0">
                  <a:moveTo>
                    <a:pt x="1248" y="0"/>
                  </a:moveTo>
                  <a:lnTo>
                    <a:pt x="393" y="1927"/>
                  </a:lnTo>
                  <a:lnTo>
                    <a:pt x="1" y="2635"/>
                  </a:lnTo>
                  <a:lnTo>
                    <a:pt x="1787" y="3830"/>
                  </a:lnTo>
                  <a:cubicBezTo>
                    <a:pt x="1805" y="3847"/>
                    <a:pt x="1826" y="3855"/>
                    <a:pt x="1847" y="3855"/>
                  </a:cubicBezTo>
                  <a:cubicBezTo>
                    <a:pt x="1881" y="3855"/>
                    <a:pt x="1915" y="3835"/>
                    <a:pt x="1933" y="3806"/>
                  </a:cubicBezTo>
                  <a:cubicBezTo>
                    <a:pt x="1957" y="3753"/>
                    <a:pt x="1957" y="3707"/>
                    <a:pt x="1933" y="3683"/>
                  </a:cubicBezTo>
                  <a:lnTo>
                    <a:pt x="1394" y="2489"/>
                  </a:lnTo>
                  <a:lnTo>
                    <a:pt x="2372" y="709"/>
                  </a:lnTo>
                  <a:lnTo>
                    <a:pt x="1248" y="0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49">
              <a:extLst>
                <a:ext uri="{FF2B5EF4-FFF2-40B4-BE49-F238E27FC236}">
                  <a16:creationId xmlns:a16="http://schemas.microsoft.com/office/drawing/2014/main" id="{0736FC4C-1853-98D8-E7D7-915C7918742A}"/>
                </a:ext>
              </a:extLst>
            </p:cNvPr>
            <p:cNvSpPr/>
            <p:nvPr/>
          </p:nvSpPr>
          <p:spPr>
            <a:xfrm>
              <a:off x="628317" y="4606415"/>
              <a:ext cx="250042" cy="234047"/>
            </a:xfrm>
            <a:custGeom>
              <a:avLst/>
              <a:gdLst/>
              <a:ahLst/>
              <a:cxnLst/>
              <a:rect l="l" t="t" r="r" b="b"/>
              <a:pathLst>
                <a:path w="2173" h="2034" extrusionOk="0">
                  <a:moveTo>
                    <a:pt x="563" y="0"/>
                  </a:moveTo>
                  <a:lnTo>
                    <a:pt x="1" y="709"/>
                  </a:lnTo>
                  <a:lnTo>
                    <a:pt x="1933" y="1997"/>
                  </a:lnTo>
                  <a:cubicBezTo>
                    <a:pt x="1954" y="2021"/>
                    <a:pt x="1986" y="2034"/>
                    <a:pt x="2019" y="2034"/>
                  </a:cubicBezTo>
                  <a:cubicBezTo>
                    <a:pt x="2059" y="2034"/>
                    <a:pt x="2100" y="2015"/>
                    <a:pt x="2126" y="1973"/>
                  </a:cubicBezTo>
                  <a:cubicBezTo>
                    <a:pt x="2173" y="1927"/>
                    <a:pt x="2173" y="1850"/>
                    <a:pt x="2149" y="1804"/>
                  </a:cubicBezTo>
                  <a:lnTo>
                    <a:pt x="1540" y="586"/>
                  </a:lnTo>
                  <a:cubicBezTo>
                    <a:pt x="908" y="533"/>
                    <a:pt x="563" y="0"/>
                    <a:pt x="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49">
              <a:extLst>
                <a:ext uri="{FF2B5EF4-FFF2-40B4-BE49-F238E27FC236}">
                  <a16:creationId xmlns:a16="http://schemas.microsoft.com/office/drawing/2014/main" id="{DBE8EC42-E42A-9E26-5A9F-8D461AFA0018}"/>
                </a:ext>
              </a:extLst>
            </p:cNvPr>
            <p:cNvSpPr/>
            <p:nvPr/>
          </p:nvSpPr>
          <p:spPr>
            <a:xfrm>
              <a:off x="779861" y="4687884"/>
              <a:ext cx="47983" cy="27731"/>
            </a:xfrm>
            <a:custGeom>
              <a:avLst/>
              <a:gdLst/>
              <a:ahLst/>
              <a:cxnLst/>
              <a:rect l="l" t="t" r="r" b="b"/>
              <a:pathLst>
                <a:path w="417" h="241" extrusionOk="0">
                  <a:moveTo>
                    <a:pt x="370" y="1"/>
                  </a:moveTo>
                  <a:cubicBezTo>
                    <a:pt x="247" y="48"/>
                    <a:pt x="147" y="94"/>
                    <a:pt x="54" y="147"/>
                  </a:cubicBezTo>
                  <a:cubicBezTo>
                    <a:pt x="30" y="171"/>
                    <a:pt x="1" y="194"/>
                    <a:pt x="30" y="217"/>
                  </a:cubicBezTo>
                  <a:cubicBezTo>
                    <a:pt x="30" y="241"/>
                    <a:pt x="77" y="241"/>
                    <a:pt x="101" y="241"/>
                  </a:cubicBezTo>
                  <a:cubicBezTo>
                    <a:pt x="177" y="171"/>
                    <a:pt x="294" y="118"/>
                    <a:pt x="393" y="94"/>
                  </a:cubicBezTo>
                  <a:cubicBezTo>
                    <a:pt x="417" y="94"/>
                    <a:pt x="417" y="71"/>
                    <a:pt x="417" y="48"/>
                  </a:cubicBezTo>
                  <a:cubicBezTo>
                    <a:pt x="417" y="1"/>
                    <a:pt x="393" y="1"/>
                    <a:pt x="370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49">
              <a:extLst>
                <a:ext uri="{FF2B5EF4-FFF2-40B4-BE49-F238E27FC236}">
                  <a16:creationId xmlns:a16="http://schemas.microsoft.com/office/drawing/2014/main" id="{034C1F9E-4499-8CCA-C105-AB87488975BF}"/>
                </a:ext>
              </a:extLst>
            </p:cNvPr>
            <p:cNvSpPr/>
            <p:nvPr/>
          </p:nvSpPr>
          <p:spPr>
            <a:xfrm>
              <a:off x="794014" y="4707445"/>
              <a:ext cx="42575" cy="25085"/>
            </a:xfrm>
            <a:custGeom>
              <a:avLst/>
              <a:gdLst/>
              <a:ahLst/>
              <a:cxnLst/>
              <a:rect l="l" t="t" r="r" b="b"/>
              <a:pathLst>
                <a:path w="370" h="218" extrusionOk="0">
                  <a:moveTo>
                    <a:pt x="317" y="1"/>
                  </a:moveTo>
                  <a:cubicBezTo>
                    <a:pt x="200" y="47"/>
                    <a:pt x="124" y="71"/>
                    <a:pt x="54" y="123"/>
                  </a:cubicBezTo>
                  <a:cubicBezTo>
                    <a:pt x="24" y="147"/>
                    <a:pt x="1" y="170"/>
                    <a:pt x="24" y="194"/>
                  </a:cubicBezTo>
                  <a:cubicBezTo>
                    <a:pt x="54" y="217"/>
                    <a:pt x="77" y="217"/>
                    <a:pt x="100" y="217"/>
                  </a:cubicBezTo>
                  <a:cubicBezTo>
                    <a:pt x="171" y="170"/>
                    <a:pt x="223" y="123"/>
                    <a:pt x="346" y="94"/>
                  </a:cubicBezTo>
                  <a:cubicBezTo>
                    <a:pt x="370" y="71"/>
                    <a:pt x="370" y="47"/>
                    <a:pt x="370" y="24"/>
                  </a:cubicBezTo>
                  <a:cubicBezTo>
                    <a:pt x="370" y="1"/>
                    <a:pt x="346" y="1"/>
                    <a:pt x="317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49">
              <a:extLst>
                <a:ext uri="{FF2B5EF4-FFF2-40B4-BE49-F238E27FC236}">
                  <a16:creationId xmlns:a16="http://schemas.microsoft.com/office/drawing/2014/main" id="{86EE0523-19CF-2B21-F68C-97D30A9871D4}"/>
                </a:ext>
              </a:extLst>
            </p:cNvPr>
            <p:cNvSpPr/>
            <p:nvPr/>
          </p:nvSpPr>
          <p:spPr>
            <a:xfrm>
              <a:off x="805521" y="4721599"/>
              <a:ext cx="39238" cy="25085"/>
            </a:xfrm>
            <a:custGeom>
              <a:avLst/>
              <a:gdLst/>
              <a:ahLst/>
              <a:cxnLst/>
              <a:rect l="l" t="t" r="r" b="b"/>
              <a:pathLst>
                <a:path w="341" h="218" extrusionOk="0">
                  <a:moveTo>
                    <a:pt x="270" y="0"/>
                  </a:moveTo>
                  <a:cubicBezTo>
                    <a:pt x="194" y="24"/>
                    <a:pt x="100" y="94"/>
                    <a:pt x="47" y="118"/>
                  </a:cubicBezTo>
                  <a:cubicBezTo>
                    <a:pt x="24" y="147"/>
                    <a:pt x="0" y="170"/>
                    <a:pt x="24" y="194"/>
                  </a:cubicBezTo>
                  <a:cubicBezTo>
                    <a:pt x="24" y="217"/>
                    <a:pt x="47" y="217"/>
                    <a:pt x="71" y="217"/>
                  </a:cubicBezTo>
                  <a:cubicBezTo>
                    <a:pt x="147" y="170"/>
                    <a:pt x="246" y="118"/>
                    <a:pt x="317" y="94"/>
                  </a:cubicBezTo>
                  <a:cubicBezTo>
                    <a:pt x="340" y="94"/>
                    <a:pt x="340" y="71"/>
                    <a:pt x="340" y="24"/>
                  </a:cubicBezTo>
                  <a:cubicBezTo>
                    <a:pt x="340" y="0"/>
                    <a:pt x="293" y="0"/>
                    <a:pt x="270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49">
              <a:extLst>
                <a:ext uri="{FF2B5EF4-FFF2-40B4-BE49-F238E27FC236}">
                  <a16:creationId xmlns:a16="http://schemas.microsoft.com/office/drawing/2014/main" id="{14BCB580-1F56-3725-58E5-BD9C48E9A0E7}"/>
                </a:ext>
              </a:extLst>
            </p:cNvPr>
            <p:cNvSpPr/>
            <p:nvPr/>
          </p:nvSpPr>
          <p:spPr>
            <a:xfrm>
              <a:off x="1212516" y="3048047"/>
              <a:ext cx="474423" cy="1606227"/>
            </a:xfrm>
            <a:custGeom>
              <a:avLst/>
              <a:gdLst/>
              <a:ahLst/>
              <a:cxnLst/>
              <a:rect l="l" t="t" r="r" b="b"/>
              <a:pathLst>
                <a:path w="4123" h="13959" extrusionOk="0">
                  <a:moveTo>
                    <a:pt x="539" y="0"/>
                  </a:moveTo>
                  <a:lnTo>
                    <a:pt x="539" y="0"/>
                  </a:lnTo>
                  <a:cubicBezTo>
                    <a:pt x="0" y="1125"/>
                    <a:pt x="562" y="3566"/>
                    <a:pt x="562" y="3566"/>
                  </a:cubicBezTo>
                  <a:lnTo>
                    <a:pt x="978" y="7905"/>
                  </a:lnTo>
                  <a:lnTo>
                    <a:pt x="902" y="13959"/>
                  </a:lnTo>
                  <a:lnTo>
                    <a:pt x="3560" y="13959"/>
                  </a:lnTo>
                  <a:cubicBezTo>
                    <a:pt x="3560" y="13959"/>
                    <a:pt x="3976" y="10856"/>
                    <a:pt x="4099" y="7612"/>
                  </a:cubicBezTo>
                  <a:cubicBezTo>
                    <a:pt x="4122" y="6687"/>
                    <a:pt x="3882" y="270"/>
                    <a:pt x="3882" y="270"/>
                  </a:cubicBezTo>
                  <a:lnTo>
                    <a:pt x="5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49">
              <a:extLst>
                <a:ext uri="{FF2B5EF4-FFF2-40B4-BE49-F238E27FC236}">
                  <a16:creationId xmlns:a16="http://schemas.microsoft.com/office/drawing/2014/main" id="{E1B345A0-7B19-FDE6-A789-518CF8FA7F7C}"/>
                </a:ext>
              </a:extLst>
            </p:cNvPr>
            <p:cNvSpPr/>
            <p:nvPr/>
          </p:nvSpPr>
          <p:spPr>
            <a:xfrm>
              <a:off x="1313545" y="4572700"/>
              <a:ext cx="312063" cy="8170"/>
            </a:xfrm>
            <a:custGeom>
              <a:avLst/>
              <a:gdLst/>
              <a:ahLst/>
              <a:cxnLst/>
              <a:rect l="l" t="t" r="r" b="b"/>
              <a:pathLst>
                <a:path w="2712" h="71" extrusionOk="0">
                  <a:moveTo>
                    <a:pt x="0" y="0"/>
                  </a:moveTo>
                  <a:lnTo>
                    <a:pt x="0" y="71"/>
                  </a:lnTo>
                  <a:lnTo>
                    <a:pt x="2711" y="71"/>
                  </a:lnTo>
                  <a:lnTo>
                    <a:pt x="27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49">
              <a:extLst>
                <a:ext uri="{FF2B5EF4-FFF2-40B4-BE49-F238E27FC236}">
                  <a16:creationId xmlns:a16="http://schemas.microsoft.com/office/drawing/2014/main" id="{8FAC7061-DE2C-C4A3-20F5-7001E396032E}"/>
                </a:ext>
              </a:extLst>
            </p:cNvPr>
            <p:cNvSpPr/>
            <p:nvPr/>
          </p:nvSpPr>
          <p:spPr>
            <a:xfrm>
              <a:off x="1341852" y="3660440"/>
              <a:ext cx="39123" cy="993838"/>
            </a:xfrm>
            <a:custGeom>
              <a:avLst/>
              <a:gdLst/>
              <a:ahLst/>
              <a:cxnLst/>
              <a:rect l="l" t="t" r="r" b="b"/>
              <a:pathLst>
                <a:path w="340" h="8637" extrusionOk="0">
                  <a:moveTo>
                    <a:pt x="0" y="1"/>
                  </a:moveTo>
                  <a:cubicBezTo>
                    <a:pt x="0" y="194"/>
                    <a:pt x="70" y="411"/>
                    <a:pt x="123" y="779"/>
                  </a:cubicBezTo>
                  <a:cubicBezTo>
                    <a:pt x="193" y="1119"/>
                    <a:pt x="240" y="1582"/>
                    <a:pt x="270" y="2267"/>
                  </a:cubicBezTo>
                  <a:lnTo>
                    <a:pt x="270" y="3291"/>
                  </a:lnTo>
                  <a:cubicBezTo>
                    <a:pt x="270" y="4562"/>
                    <a:pt x="240" y="5879"/>
                    <a:pt x="193" y="6904"/>
                  </a:cubicBezTo>
                  <a:cubicBezTo>
                    <a:pt x="193" y="7413"/>
                    <a:pt x="170" y="7829"/>
                    <a:pt x="147" y="8145"/>
                  </a:cubicBezTo>
                  <a:cubicBezTo>
                    <a:pt x="147" y="8438"/>
                    <a:pt x="123" y="8608"/>
                    <a:pt x="123" y="8608"/>
                  </a:cubicBezTo>
                  <a:lnTo>
                    <a:pt x="193" y="8637"/>
                  </a:lnTo>
                  <a:cubicBezTo>
                    <a:pt x="193" y="8637"/>
                    <a:pt x="340" y="5826"/>
                    <a:pt x="340" y="3291"/>
                  </a:cubicBezTo>
                  <a:lnTo>
                    <a:pt x="340" y="2267"/>
                  </a:lnTo>
                  <a:cubicBezTo>
                    <a:pt x="316" y="1582"/>
                    <a:pt x="270" y="1119"/>
                    <a:pt x="193" y="756"/>
                  </a:cubicBezTo>
                  <a:cubicBezTo>
                    <a:pt x="147" y="411"/>
                    <a:pt x="70" y="170"/>
                    <a:pt x="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49">
              <a:extLst>
                <a:ext uri="{FF2B5EF4-FFF2-40B4-BE49-F238E27FC236}">
                  <a16:creationId xmlns:a16="http://schemas.microsoft.com/office/drawing/2014/main" id="{329AC20A-A549-FE0D-8DD6-746BEE912B08}"/>
                </a:ext>
              </a:extLst>
            </p:cNvPr>
            <p:cNvSpPr/>
            <p:nvPr/>
          </p:nvSpPr>
          <p:spPr>
            <a:xfrm>
              <a:off x="709900" y="3037230"/>
              <a:ext cx="716295" cy="1617044"/>
            </a:xfrm>
            <a:custGeom>
              <a:avLst/>
              <a:gdLst/>
              <a:ahLst/>
              <a:cxnLst/>
              <a:rect l="l" t="t" r="r" b="b"/>
              <a:pathLst>
                <a:path w="6225" h="14053" extrusionOk="0">
                  <a:moveTo>
                    <a:pt x="6002" y="1"/>
                  </a:moveTo>
                  <a:lnTo>
                    <a:pt x="2904" y="364"/>
                  </a:lnTo>
                  <a:cubicBezTo>
                    <a:pt x="1956" y="1757"/>
                    <a:pt x="2172" y="3367"/>
                    <a:pt x="2172" y="3367"/>
                  </a:cubicBezTo>
                  <a:lnTo>
                    <a:pt x="1686" y="7999"/>
                  </a:lnTo>
                  <a:lnTo>
                    <a:pt x="0" y="12759"/>
                  </a:lnTo>
                  <a:lnTo>
                    <a:pt x="2295" y="14053"/>
                  </a:lnTo>
                  <a:cubicBezTo>
                    <a:pt x="2295" y="14053"/>
                    <a:pt x="4099" y="11272"/>
                    <a:pt x="4854" y="8514"/>
                  </a:cubicBezTo>
                  <a:cubicBezTo>
                    <a:pt x="5492" y="6149"/>
                    <a:pt x="5908" y="3807"/>
                    <a:pt x="6002" y="3121"/>
                  </a:cubicBezTo>
                  <a:cubicBezTo>
                    <a:pt x="6224" y="1634"/>
                    <a:pt x="6002" y="1"/>
                    <a:pt x="60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49">
              <a:extLst>
                <a:ext uri="{FF2B5EF4-FFF2-40B4-BE49-F238E27FC236}">
                  <a16:creationId xmlns:a16="http://schemas.microsoft.com/office/drawing/2014/main" id="{71B0E06A-4AA0-248B-C70C-81781137DB4A}"/>
                </a:ext>
              </a:extLst>
            </p:cNvPr>
            <p:cNvSpPr/>
            <p:nvPr/>
          </p:nvSpPr>
          <p:spPr>
            <a:xfrm>
              <a:off x="732798" y="4426449"/>
              <a:ext cx="280304" cy="168574"/>
            </a:xfrm>
            <a:custGeom>
              <a:avLst/>
              <a:gdLst/>
              <a:ahLst/>
              <a:cxnLst/>
              <a:rect l="l" t="t" r="r" b="b"/>
              <a:pathLst>
                <a:path w="2436" h="1465" extrusionOk="0">
                  <a:moveTo>
                    <a:pt x="47" y="1"/>
                  </a:moveTo>
                  <a:lnTo>
                    <a:pt x="0" y="77"/>
                  </a:lnTo>
                  <a:lnTo>
                    <a:pt x="2412" y="1465"/>
                  </a:lnTo>
                  <a:lnTo>
                    <a:pt x="2436" y="1394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49">
              <a:extLst>
                <a:ext uri="{FF2B5EF4-FFF2-40B4-BE49-F238E27FC236}">
                  <a16:creationId xmlns:a16="http://schemas.microsoft.com/office/drawing/2014/main" id="{A80DEE97-7AD3-8AB3-02BC-84014FABAF64}"/>
                </a:ext>
              </a:extLst>
            </p:cNvPr>
            <p:cNvSpPr/>
            <p:nvPr/>
          </p:nvSpPr>
          <p:spPr>
            <a:xfrm>
              <a:off x="752245" y="3146430"/>
              <a:ext cx="334386" cy="1383917"/>
            </a:xfrm>
            <a:custGeom>
              <a:avLst/>
              <a:gdLst/>
              <a:ahLst/>
              <a:cxnLst/>
              <a:rect l="l" t="t" r="r" b="b"/>
              <a:pathLst>
                <a:path w="2906" h="12027" extrusionOk="0">
                  <a:moveTo>
                    <a:pt x="2852" y="0"/>
                  </a:moveTo>
                  <a:cubicBezTo>
                    <a:pt x="2466" y="609"/>
                    <a:pt x="2390" y="1171"/>
                    <a:pt x="2390" y="1587"/>
                  </a:cubicBezTo>
                  <a:lnTo>
                    <a:pt x="2390" y="1880"/>
                  </a:lnTo>
                  <a:cubicBezTo>
                    <a:pt x="2413" y="2003"/>
                    <a:pt x="2413" y="2096"/>
                    <a:pt x="2413" y="2219"/>
                  </a:cubicBezTo>
                  <a:cubicBezTo>
                    <a:pt x="2413" y="2366"/>
                    <a:pt x="2413" y="2489"/>
                    <a:pt x="2390" y="2635"/>
                  </a:cubicBezTo>
                  <a:cubicBezTo>
                    <a:pt x="2320" y="3221"/>
                    <a:pt x="2197" y="4245"/>
                    <a:pt x="2074" y="5147"/>
                  </a:cubicBezTo>
                  <a:cubicBezTo>
                    <a:pt x="2027" y="5586"/>
                    <a:pt x="1951" y="6002"/>
                    <a:pt x="1927" y="6318"/>
                  </a:cubicBezTo>
                  <a:cubicBezTo>
                    <a:pt x="1904" y="6488"/>
                    <a:pt x="1880" y="6611"/>
                    <a:pt x="1851" y="6710"/>
                  </a:cubicBezTo>
                  <a:cubicBezTo>
                    <a:pt x="1851" y="6810"/>
                    <a:pt x="1828" y="6880"/>
                    <a:pt x="1828" y="6903"/>
                  </a:cubicBezTo>
                  <a:cubicBezTo>
                    <a:pt x="1705" y="7249"/>
                    <a:pt x="1266" y="8537"/>
                    <a:pt x="827" y="9708"/>
                  </a:cubicBezTo>
                  <a:cubicBezTo>
                    <a:pt x="610" y="10323"/>
                    <a:pt x="417" y="10879"/>
                    <a:pt x="241" y="11318"/>
                  </a:cubicBezTo>
                  <a:cubicBezTo>
                    <a:pt x="171" y="11517"/>
                    <a:pt x="95" y="11710"/>
                    <a:pt x="71" y="11833"/>
                  </a:cubicBezTo>
                  <a:cubicBezTo>
                    <a:pt x="24" y="11956"/>
                    <a:pt x="1" y="12003"/>
                    <a:pt x="1" y="12003"/>
                  </a:cubicBezTo>
                  <a:lnTo>
                    <a:pt x="71" y="12027"/>
                  </a:lnTo>
                  <a:cubicBezTo>
                    <a:pt x="71" y="12027"/>
                    <a:pt x="463" y="10932"/>
                    <a:pt x="903" y="9737"/>
                  </a:cubicBezTo>
                  <a:cubicBezTo>
                    <a:pt x="1318" y="8566"/>
                    <a:pt x="1781" y="7272"/>
                    <a:pt x="1904" y="6927"/>
                  </a:cubicBezTo>
                  <a:cubicBezTo>
                    <a:pt x="1904" y="6880"/>
                    <a:pt x="1927" y="6833"/>
                    <a:pt x="1927" y="6734"/>
                  </a:cubicBezTo>
                  <a:cubicBezTo>
                    <a:pt x="2050" y="6025"/>
                    <a:pt x="2343" y="3660"/>
                    <a:pt x="2466" y="2635"/>
                  </a:cubicBezTo>
                  <a:cubicBezTo>
                    <a:pt x="2489" y="2512"/>
                    <a:pt x="2489" y="2366"/>
                    <a:pt x="2489" y="2219"/>
                  </a:cubicBezTo>
                  <a:cubicBezTo>
                    <a:pt x="2489" y="2096"/>
                    <a:pt x="2489" y="1979"/>
                    <a:pt x="2466" y="1880"/>
                  </a:cubicBezTo>
                  <a:lnTo>
                    <a:pt x="2466" y="1587"/>
                  </a:lnTo>
                  <a:cubicBezTo>
                    <a:pt x="2466" y="1195"/>
                    <a:pt x="2536" y="633"/>
                    <a:pt x="2905" y="47"/>
                  </a:cubicBezTo>
                  <a:lnTo>
                    <a:pt x="28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49">
              <a:extLst>
                <a:ext uri="{FF2B5EF4-FFF2-40B4-BE49-F238E27FC236}">
                  <a16:creationId xmlns:a16="http://schemas.microsoft.com/office/drawing/2014/main" id="{54AD3FC2-3256-E7D6-59A6-3B3E115CB240}"/>
                </a:ext>
              </a:extLst>
            </p:cNvPr>
            <p:cNvSpPr/>
            <p:nvPr/>
          </p:nvSpPr>
          <p:spPr>
            <a:xfrm>
              <a:off x="1032550" y="3222490"/>
              <a:ext cx="165927" cy="64208"/>
            </a:xfrm>
            <a:custGeom>
              <a:avLst/>
              <a:gdLst/>
              <a:ahLst/>
              <a:cxnLst/>
              <a:rect l="l" t="t" r="r" b="b"/>
              <a:pathLst>
                <a:path w="1442" h="558" extrusionOk="0">
                  <a:moveTo>
                    <a:pt x="1394" y="1"/>
                  </a:moveTo>
                  <a:cubicBezTo>
                    <a:pt x="1394" y="1"/>
                    <a:pt x="1371" y="24"/>
                    <a:pt x="1318" y="71"/>
                  </a:cubicBezTo>
                  <a:cubicBezTo>
                    <a:pt x="1271" y="118"/>
                    <a:pt x="1172" y="217"/>
                    <a:pt x="1078" y="317"/>
                  </a:cubicBezTo>
                  <a:cubicBezTo>
                    <a:pt x="1025" y="340"/>
                    <a:pt x="978" y="387"/>
                    <a:pt x="955" y="411"/>
                  </a:cubicBezTo>
                  <a:cubicBezTo>
                    <a:pt x="908" y="440"/>
                    <a:pt x="879" y="463"/>
                    <a:pt x="856" y="463"/>
                  </a:cubicBezTo>
                  <a:cubicBezTo>
                    <a:pt x="762" y="487"/>
                    <a:pt x="639" y="487"/>
                    <a:pt x="516" y="487"/>
                  </a:cubicBezTo>
                  <a:lnTo>
                    <a:pt x="176" y="487"/>
                  </a:lnTo>
                  <a:cubicBezTo>
                    <a:pt x="77" y="463"/>
                    <a:pt x="30" y="463"/>
                    <a:pt x="30" y="463"/>
                  </a:cubicBezTo>
                  <a:lnTo>
                    <a:pt x="1" y="534"/>
                  </a:lnTo>
                  <a:cubicBezTo>
                    <a:pt x="1" y="534"/>
                    <a:pt x="247" y="557"/>
                    <a:pt x="516" y="557"/>
                  </a:cubicBezTo>
                  <a:cubicBezTo>
                    <a:pt x="639" y="557"/>
                    <a:pt x="785" y="557"/>
                    <a:pt x="879" y="534"/>
                  </a:cubicBezTo>
                  <a:cubicBezTo>
                    <a:pt x="908" y="534"/>
                    <a:pt x="932" y="510"/>
                    <a:pt x="955" y="510"/>
                  </a:cubicBezTo>
                  <a:cubicBezTo>
                    <a:pt x="1025" y="440"/>
                    <a:pt x="1148" y="340"/>
                    <a:pt x="1271" y="217"/>
                  </a:cubicBezTo>
                  <a:cubicBezTo>
                    <a:pt x="1371" y="118"/>
                    <a:pt x="1441" y="48"/>
                    <a:pt x="1441" y="48"/>
                  </a:cubicBezTo>
                  <a:lnTo>
                    <a:pt x="13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49">
              <a:extLst>
                <a:ext uri="{FF2B5EF4-FFF2-40B4-BE49-F238E27FC236}">
                  <a16:creationId xmlns:a16="http://schemas.microsoft.com/office/drawing/2014/main" id="{CBD3E183-4AD6-F201-7300-04E2789DFCF1}"/>
                </a:ext>
              </a:extLst>
            </p:cNvPr>
            <p:cNvSpPr/>
            <p:nvPr/>
          </p:nvSpPr>
          <p:spPr>
            <a:xfrm>
              <a:off x="1392366" y="3168638"/>
              <a:ext cx="70191" cy="222425"/>
            </a:xfrm>
            <a:custGeom>
              <a:avLst/>
              <a:gdLst/>
              <a:ahLst/>
              <a:cxnLst/>
              <a:rect l="l" t="t" r="r" b="b"/>
              <a:pathLst>
                <a:path w="610" h="1933" extrusionOk="0">
                  <a:moveTo>
                    <a:pt x="533" y="0"/>
                  </a:moveTo>
                  <a:lnTo>
                    <a:pt x="533" y="176"/>
                  </a:lnTo>
                  <a:cubicBezTo>
                    <a:pt x="533" y="346"/>
                    <a:pt x="533" y="586"/>
                    <a:pt x="510" y="832"/>
                  </a:cubicBezTo>
                  <a:cubicBezTo>
                    <a:pt x="486" y="1101"/>
                    <a:pt x="439" y="1347"/>
                    <a:pt x="363" y="1517"/>
                  </a:cubicBezTo>
                  <a:cubicBezTo>
                    <a:pt x="340" y="1611"/>
                    <a:pt x="240" y="1710"/>
                    <a:pt x="170" y="1757"/>
                  </a:cubicBezTo>
                  <a:cubicBezTo>
                    <a:pt x="123" y="1786"/>
                    <a:pt x="71" y="1810"/>
                    <a:pt x="47" y="1833"/>
                  </a:cubicBezTo>
                  <a:cubicBezTo>
                    <a:pt x="24" y="1833"/>
                    <a:pt x="24" y="1833"/>
                    <a:pt x="0" y="1856"/>
                  </a:cubicBezTo>
                  <a:lnTo>
                    <a:pt x="24" y="1933"/>
                  </a:lnTo>
                  <a:cubicBezTo>
                    <a:pt x="24" y="1933"/>
                    <a:pt x="94" y="1880"/>
                    <a:pt x="194" y="1833"/>
                  </a:cubicBezTo>
                  <a:cubicBezTo>
                    <a:pt x="293" y="1757"/>
                    <a:pt x="387" y="1663"/>
                    <a:pt x="439" y="1540"/>
                  </a:cubicBezTo>
                  <a:cubicBezTo>
                    <a:pt x="533" y="1294"/>
                    <a:pt x="586" y="908"/>
                    <a:pt x="586" y="586"/>
                  </a:cubicBezTo>
                  <a:cubicBezTo>
                    <a:pt x="609" y="270"/>
                    <a:pt x="609" y="0"/>
                    <a:pt x="6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49">
              <a:extLst>
                <a:ext uri="{FF2B5EF4-FFF2-40B4-BE49-F238E27FC236}">
                  <a16:creationId xmlns:a16="http://schemas.microsoft.com/office/drawing/2014/main" id="{B67F3E99-A9B8-7101-3AAF-A52AF502471E}"/>
                </a:ext>
              </a:extLst>
            </p:cNvPr>
            <p:cNvSpPr/>
            <p:nvPr/>
          </p:nvSpPr>
          <p:spPr>
            <a:xfrm>
              <a:off x="1308137" y="3168638"/>
              <a:ext cx="115298" cy="665781"/>
            </a:xfrm>
            <a:custGeom>
              <a:avLst/>
              <a:gdLst/>
              <a:ahLst/>
              <a:cxnLst/>
              <a:rect l="l" t="t" r="r" b="b"/>
              <a:pathLst>
                <a:path w="1002" h="5786" extrusionOk="0">
                  <a:moveTo>
                    <a:pt x="926" y="0"/>
                  </a:moveTo>
                  <a:cubicBezTo>
                    <a:pt x="926" y="639"/>
                    <a:pt x="680" y="2079"/>
                    <a:pt x="463" y="3344"/>
                  </a:cubicBezTo>
                  <a:cubicBezTo>
                    <a:pt x="340" y="4005"/>
                    <a:pt x="241" y="4614"/>
                    <a:pt x="147" y="5053"/>
                  </a:cubicBezTo>
                  <a:cubicBezTo>
                    <a:pt x="94" y="5270"/>
                    <a:pt x="71" y="5446"/>
                    <a:pt x="47" y="5563"/>
                  </a:cubicBezTo>
                  <a:cubicBezTo>
                    <a:pt x="24" y="5709"/>
                    <a:pt x="0" y="5762"/>
                    <a:pt x="0" y="5762"/>
                  </a:cubicBezTo>
                  <a:lnTo>
                    <a:pt x="71" y="5785"/>
                  </a:lnTo>
                  <a:cubicBezTo>
                    <a:pt x="71" y="5785"/>
                    <a:pt x="317" y="4661"/>
                    <a:pt x="533" y="3367"/>
                  </a:cubicBezTo>
                  <a:cubicBezTo>
                    <a:pt x="756" y="2079"/>
                    <a:pt x="1002" y="639"/>
                    <a:pt x="10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49">
              <a:extLst>
                <a:ext uri="{FF2B5EF4-FFF2-40B4-BE49-F238E27FC236}">
                  <a16:creationId xmlns:a16="http://schemas.microsoft.com/office/drawing/2014/main" id="{79337982-D8EC-36A1-75D8-161169B48320}"/>
                </a:ext>
              </a:extLst>
            </p:cNvPr>
            <p:cNvSpPr/>
            <p:nvPr/>
          </p:nvSpPr>
          <p:spPr>
            <a:xfrm>
              <a:off x="1535165" y="3168638"/>
              <a:ext cx="126804" cy="115298"/>
            </a:xfrm>
            <a:custGeom>
              <a:avLst/>
              <a:gdLst/>
              <a:ahLst/>
              <a:cxnLst/>
              <a:rect l="l" t="t" r="r" b="b"/>
              <a:pathLst>
                <a:path w="1102" h="1002" extrusionOk="0">
                  <a:moveTo>
                    <a:pt x="1" y="0"/>
                  </a:moveTo>
                  <a:cubicBezTo>
                    <a:pt x="1" y="0"/>
                    <a:pt x="1" y="176"/>
                    <a:pt x="24" y="322"/>
                  </a:cubicBezTo>
                  <a:cubicBezTo>
                    <a:pt x="53" y="416"/>
                    <a:pt x="77" y="492"/>
                    <a:pt x="100" y="563"/>
                  </a:cubicBezTo>
                  <a:cubicBezTo>
                    <a:pt x="147" y="639"/>
                    <a:pt x="200" y="709"/>
                    <a:pt x="270" y="732"/>
                  </a:cubicBezTo>
                  <a:cubicBezTo>
                    <a:pt x="346" y="785"/>
                    <a:pt x="563" y="832"/>
                    <a:pt x="733" y="908"/>
                  </a:cubicBezTo>
                  <a:cubicBezTo>
                    <a:pt x="902" y="955"/>
                    <a:pt x="1078" y="1002"/>
                    <a:pt x="1078" y="1002"/>
                  </a:cubicBezTo>
                  <a:lnTo>
                    <a:pt x="1101" y="931"/>
                  </a:lnTo>
                  <a:cubicBezTo>
                    <a:pt x="1101" y="931"/>
                    <a:pt x="932" y="879"/>
                    <a:pt x="756" y="832"/>
                  </a:cubicBezTo>
                  <a:cubicBezTo>
                    <a:pt x="586" y="785"/>
                    <a:pt x="370" y="709"/>
                    <a:pt x="293" y="662"/>
                  </a:cubicBezTo>
                  <a:cubicBezTo>
                    <a:pt x="247" y="639"/>
                    <a:pt x="200" y="586"/>
                    <a:pt x="170" y="539"/>
                  </a:cubicBezTo>
                  <a:cubicBezTo>
                    <a:pt x="124" y="440"/>
                    <a:pt x="100" y="293"/>
                    <a:pt x="77" y="200"/>
                  </a:cubicBezTo>
                  <a:lnTo>
                    <a:pt x="77" y="5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49">
              <a:extLst>
                <a:ext uri="{FF2B5EF4-FFF2-40B4-BE49-F238E27FC236}">
                  <a16:creationId xmlns:a16="http://schemas.microsoft.com/office/drawing/2014/main" id="{7700373C-5B72-34B7-9472-4F92EE904405}"/>
                </a:ext>
              </a:extLst>
            </p:cNvPr>
            <p:cNvSpPr/>
            <p:nvPr/>
          </p:nvSpPr>
          <p:spPr>
            <a:xfrm>
              <a:off x="973980" y="2203216"/>
              <a:ext cx="710197" cy="1028243"/>
            </a:xfrm>
            <a:custGeom>
              <a:avLst/>
              <a:gdLst/>
              <a:ahLst/>
              <a:cxnLst/>
              <a:rect l="l" t="t" r="r" b="b"/>
              <a:pathLst>
                <a:path w="6172" h="8936" extrusionOk="0">
                  <a:moveTo>
                    <a:pt x="3291" y="0"/>
                  </a:moveTo>
                  <a:lnTo>
                    <a:pt x="1388" y="902"/>
                  </a:lnTo>
                  <a:cubicBezTo>
                    <a:pt x="316" y="2635"/>
                    <a:pt x="0" y="8537"/>
                    <a:pt x="0" y="8537"/>
                  </a:cubicBezTo>
                  <a:cubicBezTo>
                    <a:pt x="0" y="8537"/>
                    <a:pt x="1608" y="8936"/>
                    <a:pt x="3462" y="8936"/>
                  </a:cubicBezTo>
                  <a:cubicBezTo>
                    <a:pt x="4359" y="8936"/>
                    <a:pt x="5313" y="8843"/>
                    <a:pt x="6172" y="8566"/>
                  </a:cubicBezTo>
                  <a:cubicBezTo>
                    <a:pt x="6172" y="8566"/>
                    <a:pt x="6125" y="5902"/>
                    <a:pt x="5955" y="3683"/>
                  </a:cubicBezTo>
                  <a:cubicBezTo>
                    <a:pt x="5779" y="1364"/>
                    <a:pt x="4052" y="246"/>
                    <a:pt x="4052" y="246"/>
                  </a:cubicBezTo>
                  <a:lnTo>
                    <a:pt x="32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49">
              <a:extLst>
                <a:ext uri="{FF2B5EF4-FFF2-40B4-BE49-F238E27FC236}">
                  <a16:creationId xmlns:a16="http://schemas.microsoft.com/office/drawing/2014/main" id="{CC3ACFC3-A12E-D372-3251-2E66F0C315CF}"/>
                </a:ext>
              </a:extLst>
            </p:cNvPr>
            <p:cNvSpPr/>
            <p:nvPr/>
          </p:nvSpPr>
          <p:spPr>
            <a:xfrm>
              <a:off x="810929" y="2464536"/>
              <a:ext cx="365224" cy="861856"/>
            </a:xfrm>
            <a:custGeom>
              <a:avLst/>
              <a:gdLst/>
              <a:ahLst/>
              <a:cxnLst/>
              <a:rect l="l" t="t" r="r" b="b"/>
              <a:pathLst>
                <a:path w="3174" h="7490" extrusionOk="0">
                  <a:moveTo>
                    <a:pt x="1078" y="1"/>
                  </a:moveTo>
                  <a:cubicBezTo>
                    <a:pt x="1078" y="1"/>
                    <a:pt x="0" y="2314"/>
                    <a:pt x="24" y="3168"/>
                  </a:cubicBezTo>
                  <a:cubicBezTo>
                    <a:pt x="76" y="4462"/>
                    <a:pt x="1464" y="7490"/>
                    <a:pt x="1464" y="7490"/>
                  </a:cubicBezTo>
                  <a:cubicBezTo>
                    <a:pt x="1464" y="7490"/>
                    <a:pt x="2442" y="7267"/>
                    <a:pt x="2442" y="7121"/>
                  </a:cubicBezTo>
                  <a:cubicBezTo>
                    <a:pt x="2442" y="6998"/>
                    <a:pt x="1856" y="3245"/>
                    <a:pt x="1856" y="3245"/>
                  </a:cubicBezTo>
                  <a:lnTo>
                    <a:pt x="3174" y="340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49">
              <a:extLst>
                <a:ext uri="{FF2B5EF4-FFF2-40B4-BE49-F238E27FC236}">
                  <a16:creationId xmlns:a16="http://schemas.microsoft.com/office/drawing/2014/main" id="{CC4559DD-1D79-9FBF-8D29-9EBD7E25657E}"/>
                </a:ext>
              </a:extLst>
            </p:cNvPr>
            <p:cNvSpPr/>
            <p:nvPr/>
          </p:nvSpPr>
          <p:spPr>
            <a:xfrm>
              <a:off x="973980" y="3269668"/>
              <a:ext cx="165812" cy="228639"/>
            </a:xfrm>
            <a:custGeom>
              <a:avLst/>
              <a:gdLst/>
              <a:ahLst/>
              <a:cxnLst/>
              <a:rect l="l" t="t" r="r" b="b"/>
              <a:pathLst>
                <a:path w="1441" h="1987" extrusionOk="0">
                  <a:moveTo>
                    <a:pt x="978" y="1"/>
                  </a:moveTo>
                  <a:lnTo>
                    <a:pt x="0" y="200"/>
                  </a:lnTo>
                  <a:cubicBezTo>
                    <a:pt x="0" y="200"/>
                    <a:pt x="170" y="1025"/>
                    <a:pt x="393" y="1640"/>
                  </a:cubicBezTo>
                  <a:cubicBezTo>
                    <a:pt x="415" y="1707"/>
                    <a:pt x="502" y="1958"/>
                    <a:pt x="576" y="1958"/>
                  </a:cubicBezTo>
                  <a:cubicBezTo>
                    <a:pt x="579" y="1958"/>
                    <a:pt x="583" y="1957"/>
                    <a:pt x="586" y="1956"/>
                  </a:cubicBezTo>
                  <a:cubicBezTo>
                    <a:pt x="656" y="1956"/>
                    <a:pt x="562" y="1517"/>
                    <a:pt x="539" y="1394"/>
                  </a:cubicBezTo>
                  <a:lnTo>
                    <a:pt x="539" y="1394"/>
                  </a:lnTo>
                  <a:cubicBezTo>
                    <a:pt x="605" y="1553"/>
                    <a:pt x="716" y="1987"/>
                    <a:pt x="812" y="1987"/>
                  </a:cubicBezTo>
                  <a:cubicBezTo>
                    <a:pt x="818" y="1987"/>
                    <a:pt x="825" y="1984"/>
                    <a:pt x="832" y="1980"/>
                  </a:cubicBezTo>
                  <a:cubicBezTo>
                    <a:pt x="925" y="1933"/>
                    <a:pt x="709" y="1295"/>
                    <a:pt x="709" y="1295"/>
                  </a:cubicBezTo>
                  <a:lnTo>
                    <a:pt x="709" y="1295"/>
                  </a:lnTo>
                  <a:cubicBezTo>
                    <a:pt x="709" y="1295"/>
                    <a:pt x="947" y="1941"/>
                    <a:pt x="1073" y="1941"/>
                  </a:cubicBezTo>
                  <a:cubicBezTo>
                    <a:pt x="1081" y="1941"/>
                    <a:pt x="1088" y="1939"/>
                    <a:pt x="1095" y="1933"/>
                  </a:cubicBezTo>
                  <a:cubicBezTo>
                    <a:pt x="1171" y="1880"/>
                    <a:pt x="902" y="1149"/>
                    <a:pt x="902" y="1148"/>
                  </a:cubicBezTo>
                  <a:lnTo>
                    <a:pt x="902" y="1148"/>
                  </a:lnTo>
                  <a:cubicBezTo>
                    <a:pt x="902" y="1149"/>
                    <a:pt x="1156" y="1744"/>
                    <a:pt x="1272" y="1744"/>
                  </a:cubicBezTo>
                  <a:cubicBezTo>
                    <a:pt x="1280" y="1744"/>
                    <a:pt x="1288" y="1741"/>
                    <a:pt x="1294" y="1734"/>
                  </a:cubicBezTo>
                  <a:cubicBezTo>
                    <a:pt x="1365" y="1687"/>
                    <a:pt x="1294" y="1517"/>
                    <a:pt x="1242" y="1394"/>
                  </a:cubicBezTo>
                  <a:cubicBezTo>
                    <a:pt x="1195" y="1248"/>
                    <a:pt x="1072" y="978"/>
                    <a:pt x="1124" y="955"/>
                  </a:cubicBezTo>
                  <a:cubicBezTo>
                    <a:pt x="1129" y="952"/>
                    <a:pt x="1133" y="951"/>
                    <a:pt x="1138" y="951"/>
                  </a:cubicBezTo>
                  <a:cubicBezTo>
                    <a:pt x="1197" y="951"/>
                    <a:pt x="1244" y="1205"/>
                    <a:pt x="1361" y="1205"/>
                  </a:cubicBezTo>
                  <a:cubicBezTo>
                    <a:pt x="1369" y="1205"/>
                    <a:pt x="1378" y="1204"/>
                    <a:pt x="1388" y="1201"/>
                  </a:cubicBezTo>
                  <a:cubicBezTo>
                    <a:pt x="1441" y="1172"/>
                    <a:pt x="1365" y="932"/>
                    <a:pt x="1318" y="809"/>
                  </a:cubicBezTo>
                  <a:cubicBezTo>
                    <a:pt x="1242" y="586"/>
                    <a:pt x="1048" y="223"/>
                    <a:pt x="978" y="1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49">
              <a:extLst>
                <a:ext uri="{FF2B5EF4-FFF2-40B4-BE49-F238E27FC236}">
                  <a16:creationId xmlns:a16="http://schemas.microsoft.com/office/drawing/2014/main" id="{A9FE167A-A0BE-2E55-26F0-B569DAB8B6FA}"/>
                </a:ext>
              </a:extLst>
            </p:cNvPr>
            <p:cNvSpPr/>
            <p:nvPr/>
          </p:nvSpPr>
          <p:spPr>
            <a:xfrm>
              <a:off x="844644" y="2208509"/>
              <a:ext cx="474423" cy="508828"/>
            </a:xfrm>
            <a:custGeom>
              <a:avLst/>
              <a:gdLst/>
              <a:ahLst/>
              <a:cxnLst/>
              <a:rect l="l" t="t" r="r" b="b"/>
              <a:pathLst>
                <a:path w="4123" h="4422" extrusionOk="0">
                  <a:moveTo>
                    <a:pt x="4122" y="1"/>
                  </a:moveTo>
                  <a:cubicBezTo>
                    <a:pt x="4122" y="1"/>
                    <a:pt x="2395" y="54"/>
                    <a:pt x="1587" y="785"/>
                  </a:cubicBezTo>
                  <a:cubicBezTo>
                    <a:pt x="562" y="1734"/>
                    <a:pt x="0" y="3514"/>
                    <a:pt x="0" y="3514"/>
                  </a:cubicBezTo>
                  <a:lnTo>
                    <a:pt x="2149" y="4422"/>
                  </a:lnTo>
                  <a:lnTo>
                    <a:pt x="3367" y="2320"/>
                  </a:lnTo>
                  <a:lnTo>
                    <a:pt x="4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49">
              <a:extLst>
                <a:ext uri="{FF2B5EF4-FFF2-40B4-BE49-F238E27FC236}">
                  <a16:creationId xmlns:a16="http://schemas.microsoft.com/office/drawing/2014/main" id="{CDF5B3C9-96BB-C26D-226D-5867BF0922B3}"/>
                </a:ext>
              </a:extLst>
            </p:cNvPr>
            <p:cNvSpPr/>
            <p:nvPr/>
          </p:nvSpPr>
          <p:spPr>
            <a:xfrm>
              <a:off x="1089163" y="2511714"/>
              <a:ext cx="123467" cy="208272"/>
            </a:xfrm>
            <a:custGeom>
              <a:avLst/>
              <a:gdLst/>
              <a:ahLst/>
              <a:cxnLst/>
              <a:rect l="l" t="t" r="r" b="b"/>
              <a:pathLst>
                <a:path w="1073" h="1810" extrusionOk="0">
                  <a:moveTo>
                    <a:pt x="1002" y="1"/>
                  </a:moveTo>
                  <a:lnTo>
                    <a:pt x="1" y="1787"/>
                  </a:lnTo>
                  <a:lnTo>
                    <a:pt x="47" y="1810"/>
                  </a:lnTo>
                  <a:lnTo>
                    <a:pt x="1072" y="53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49">
              <a:extLst>
                <a:ext uri="{FF2B5EF4-FFF2-40B4-BE49-F238E27FC236}">
                  <a16:creationId xmlns:a16="http://schemas.microsoft.com/office/drawing/2014/main" id="{74F7A4E0-5B97-F6B8-4283-7E1DCF6EB213}"/>
                </a:ext>
              </a:extLst>
            </p:cNvPr>
            <p:cNvSpPr/>
            <p:nvPr/>
          </p:nvSpPr>
          <p:spPr>
            <a:xfrm>
              <a:off x="1251523" y="2217369"/>
              <a:ext cx="211034" cy="72838"/>
            </a:xfrm>
            <a:custGeom>
              <a:avLst/>
              <a:gdLst/>
              <a:ahLst/>
              <a:cxnLst/>
              <a:rect l="l" t="t" r="r" b="b"/>
              <a:pathLst>
                <a:path w="1834" h="633" extrusionOk="0">
                  <a:moveTo>
                    <a:pt x="77" y="0"/>
                  </a:moveTo>
                  <a:lnTo>
                    <a:pt x="1" y="23"/>
                  </a:lnTo>
                  <a:cubicBezTo>
                    <a:pt x="1" y="23"/>
                    <a:pt x="53" y="170"/>
                    <a:pt x="223" y="316"/>
                  </a:cubicBezTo>
                  <a:cubicBezTo>
                    <a:pt x="393" y="486"/>
                    <a:pt x="662" y="632"/>
                    <a:pt x="1078" y="632"/>
                  </a:cubicBezTo>
                  <a:cubicBezTo>
                    <a:pt x="1441" y="632"/>
                    <a:pt x="1640" y="509"/>
                    <a:pt x="1734" y="363"/>
                  </a:cubicBezTo>
                  <a:cubicBezTo>
                    <a:pt x="1833" y="246"/>
                    <a:pt x="1833" y="123"/>
                    <a:pt x="1833" y="123"/>
                  </a:cubicBezTo>
                  <a:lnTo>
                    <a:pt x="1757" y="123"/>
                  </a:lnTo>
                  <a:cubicBezTo>
                    <a:pt x="1757" y="146"/>
                    <a:pt x="1757" y="246"/>
                    <a:pt x="1663" y="340"/>
                  </a:cubicBezTo>
                  <a:cubicBezTo>
                    <a:pt x="1587" y="439"/>
                    <a:pt x="1418" y="562"/>
                    <a:pt x="1078" y="562"/>
                  </a:cubicBezTo>
                  <a:cubicBezTo>
                    <a:pt x="686" y="562"/>
                    <a:pt x="416" y="416"/>
                    <a:pt x="270" y="269"/>
                  </a:cubicBezTo>
                  <a:cubicBezTo>
                    <a:pt x="200" y="193"/>
                    <a:pt x="147" y="146"/>
                    <a:pt x="100" y="70"/>
                  </a:cubicBezTo>
                  <a:cubicBezTo>
                    <a:pt x="100" y="47"/>
                    <a:pt x="77" y="47"/>
                    <a:pt x="77" y="23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49">
              <a:extLst>
                <a:ext uri="{FF2B5EF4-FFF2-40B4-BE49-F238E27FC236}">
                  <a16:creationId xmlns:a16="http://schemas.microsoft.com/office/drawing/2014/main" id="{0B70633F-F71E-12D5-B7E9-B91D1848F8C5}"/>
                </a:ext>
              </a:extLst>
            </p:cNvPr>
            <p:cNvSpPr/>
            <p:nvPr/>
          </p:nvSpPr>
          <p:spPr>
            <a:xfrm>
              <a:off x="1282477" y="1986888"/>
              <a:ext cx="157873" cy="272710"/>
            </a:xfrm>
            <a:custGeom>
              <a:avLst/>
              <a:gdLst/>
              <a:ahLst/>
              <a:cxnLst/>
              <a:rect l="l" t="t" r="r" b="b"/>
              <a:pathLst>
                <a:path w="1372" h="2370" extrusionOk="0">
                  <a:moveTo>
                    <a:pt x="393" y="1"/>
                  </a:moveTo>
                  <a:lnTo>
                    <a:pt x="24" y="1049"/>
                  </a:lnTo>
                  <a:lnTo>
                    <a:pt x="1" y="1295"/>
                  </a:lnTo>
                  <a:lnTo>
                    <a:pt x="24" y="2103"/>
                  </a:lnTo>
                  <a:cubicBezTo>
                    <a:pt x="24" y="2103"/>
                    <a:pt x="391" y="2370"/>
                    <a:pt x="805" y="2370"/>
                  </a:cubicBezTo>
                  <a:cubicBezTo>
                    <a:pt x="976" y="2370"/>
                    <a:pt x="1154" y="2324"/>
                    <a:pt x="1318" y="2196"/>
                  </a:cubicBezTo>
                  <a:cubicBezTo>
                    <a:pt x="1342" y="2173"/>
                    <a:pt x="1371" y="2126"/>
                    <a:pt x="1371" y="2103"/>
                  </a:cubicBezTo>
                  <a:lnTo>
                    <a:pt x="1295" y="1078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49">
              <a:extLst>
                <a:ext uri="{FF2B5EF4-FFF2-40B4-BE49-F238E27FC236}">
                  <a16:creationId xmlns:a16="http://schemas.microsoft.com/office/drawing/2014/main" id="{0A260175-BDF8-7768-04ED-82819EE4E7C4}"/>
                </a:ext>
              </a:extLst>
            </p:cNvPr>
            <p:cNvSpPr/>
            <p:nvPr/>
          </p:nvSpPr>
          <p:spPr>
            <a:xfrm>
              <a:off x="1251523" y="1882981"/>
              <a:ext cx="256140" cy="283641"/>
            </a:xfrm>
            <a:custGeom>
              <a:avLst/>
              <a:gdLst/>
              <a:ahLst/>
              <a:cxnLst/>
              <a:rect l="l" t="t" r="r" b="b"/>
              <a:pathLst>
                <a:path w="2226" h="2465" extrusionOk="0">
                  <a:moveTo>
                    <a:pt x="1060" y="0"/>
                  </a:moveTo>
                  <a:cubicBezTo>
                    <a:pt x="682" y="0"/>
                    <a:pt x="260" y="511"/>
                    <a:pt x="147" y="833"/>
                  </a:cubicBezTo>
                  <a:cubicBezTo>
                    <a:pt x="1" y="1249"/>
                    <a:pt x="709" y="2244"/>
                    <a:pt x="978" y="2367"/>
                  </a:cubicBezTo>
                  <a:cubicBezTo>
                    <a:pt x="1095" y="2425"/>
                    <a:pt x="1241" y="2464"/>
                    <a:pt x="1390" y="2464"/>
                  </a:cubicBezTo>
                  <a:cubicBezTo>
                    <a:pt x="1615" y="2464"/>
                    <a:pt x="1845" y="2375"/>
                    <a:pt x="1980" y="2127"/>
                  </a:cubicBezTo>
                  <a:cubicBezTo>
                    <a:pt x="2226" y="1659"/>
                    <a:pt x="1663" y="488"/>
                    <a:pt x="1371" y="148"/>
                  </a:cubicBezTo>
                  <a:cubicBezTo>
                    <a:pt x="1277" y="44"/>
                    <a:pt x="1170" y="0"/>
                    <a:pt x="1060" y="0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49">
              <a:extLst>
                <a:ext uri="{FF2B5EF4-FFF2-40B4-BE49-F238E27FC236}">
                  <a16:creationId xmlns:a16="http://schemas.microsoft.com/office/drawing/2014/main" id="{9B18F06A-7717-FC2E-983D-A10ACA03D642}"/>
                </a:ext>
              </a:extLst>
            </p:cNvPr>
            <p:cNvSpPr/>
            <p:nvPr/>
          </p:nvSpPr>
          <p:spPr>
            <a:xfrm>
              <a:off x="1150494" y="1797025"/>
              <a:ext cx="328863" cy="347734"/>
            </a:xfrm>
            <a:custGeom>
              <a:avLst/>
              <a:gdLst/>
              <a:ahLst/>
              <a:cxnLst/>
              <a:rect l="l" t="t" r="r" b="b"/>
              <a:pathLst>
                <a:path w="2858" h="3022" extrusionOk="0">
                  <a:moveTo>
                    <a:pt x="2223" y="1"/>
                  </a:moveTo>
                  <a:cubicBezTo>
                    <a:pt x="1931" y="1"/>
                    <a:pt x="1644" y="162"/>
                    <a:pt x="1493" y="409"/>
                  </a:cubicBezTo>
                  <a:cubicBezTo>
                    <a:pt x="1472" y="300"/>
                    <a:pt x="1371" y="243"/>
                    <a:pt x="1261" y="243"/>
                  </a:cubicBezTo>
                  <a:cubicBezTo>
                    <a:pt x="1224" y="243"/>
                    <a:pt x="1185" y="250"/>
                    <a:pt x="1148" y="263"/>
                  </a:cubicBezTo>
                  <a:cubicBezTo>
                    <a:pt x="1025" y="310"/>
                    <a:pt x="955" y="433"/>
                    <a:pt x="879" y="556"/>
                  </a:cubicBezTo>
                  <a:cubicBezTo>
                    <a:pt x="855" y="626"/>
                    <a:pt x="832" y="702"/>
                    <a:pt x="808" y="772"/>
                  </a:cubicBezTo>
                  <a:cubicBezTo>
                    <a:pt x="785" y="848"/>
                    <a:pt x="762" y="895"/>
                    <a:pt x="732" y="942"/>
                  </a:cubicBezTo>
                  <a:cubicBezTo>
                    <a:pt x="639" y="1088"/>
                    <a:pt x="492" y="1211"/>
                    <a:pt x="416" y="1358"/>
                  </a:cubicBezTo>
                  <a:cubicBezTo>
                    <a:pt x="0" y="1996"/>
                    <a:pt x="762" y="2652"/>
                    <a:pt x="1171" y="3021"/>
                  </a:cubicBezTo>
                  <a:cubicBezTo>
                    <a:pt x="1172" y="3021"/>
                    <a:pt x="1173" y="3021"/>
                    <a:pt x="1173" y="3021"/>
                  </a:cubicBezTo>
                  <a:cubicBezTo>
                    <a:pt x="1212" y="3021"/>
                    <a:pt x="1494" y="2458"/>
                    <a:pt x="1517" y="2435"/>
                  </a:cubicBezTo>
                  <a:cubicBezTo>
                    <a:pt x="1687" y="2019"/>
                    <a:pt x="1640" y="1703"/>
                    <a:pt x="2026" y="1411"/>
                  </a:cubicBezTo>
                  <a:cubicBezTo>
                    <a:pt x="2272" y="1235"/>
                    <a:pt x="2588" y="1118"/>
                    <a:pt x="2711" y="848"/>
                  </a:cubicBezTo>
                  <a:cubicBezTo>
                    <a:pt x="2858" y="556"/>
                    <a:pt x="2811" y="140"/>
                    <a:pt x="2465" y="40"/>
                  </a:cubicBezTo>
                  <a:cubicBezTo>
                    <a:pt x="2386" y="14"/>
                    <a:pt x="2304" y="1"/>
                    <a:pt x="2223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49">
              <a:extLst>
                <a:ext uri="{FF2B5EF4-FFF2-40B4-BE49-F238E27FC236}">
                  <a16:creationId xmlns:a16="http://schemas.microsoft.com/office/drawing/2014/main" id="{BC4C552C-B59B-F217-659E-51F61F4F6532}"/>
                </a:ext>
              </a:extLst>
            </p:cNvPr>
            <p:cNvSpPr/>
            <p:nvPr/>
          </p:nvSpPr>
          <p:spPr>
            <a:xfrm>
              <a:off x="1347260" y="2141194"/>
              <a:ext cx="84229" cy="28422"/>
            </a:xfrm>
            <a:custGeom>
              <a:avLst/>
              <a:gdLst/>
              <a:ahLst/>
              <a:cxnLst/>
              <a:rect l="l" t="t" r="r" b="b"/>
              <a:pathLst>
                <a:path w="732" h="247" extrusionOk="0">
                  <a:moveTo>
                    <a:pt x="47" y="0"/>
                  </a:moveTo>
                  <a:lnTo>
                    <a:pt x="0" y="76"/>
                  </a:lnTo>
                  <a:cubicBezTo>
                    <a:pt x="193" y="223"/>
                    <a:pt x="463" y="246"/>
                    <a:pt x="609" y="246"/>
                  </a:cubicBezTo>
                  <a:lnTo>
                    <a:pt x="732" y="246"/>
                  </a:lnTo>
                  <a:lnTo>
                    <a:pt x="709" y="176"/>
                  </a:lnTo>
                  <a:lnTo>
                    <a:pt x="609" y="176"/>
                  </a:lnTo>
                  <a:cubicBezTo>
                    <a:pt x="463" y="176"/>
                    <a:pt x="223" y="147"/>
                    <a:pt x="47" y="0"/>
                  </a:cubicBez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49">
              <a:extLst>
                <a:ext uri="{FF2B5EF4-FFF2-40B4-BE49-F238E27FC236}">
                  <a16:creationId xmlns:a16="http://schemas.microsoft.com/office/drawing/2014/main" id="{E304B13B-A76D-DE1D-BE3A-1FD188F12959}"/>
                </a:ext>
              </a:extLst>
            </p:cNvPr>
            <p:cNvSpPr/>
            <p:nvPr/>
          </p:nvSpPr>
          <p:spPr>
            <a:xfrm>
              <a:off x="1445528" y="1995633"/>
              <a:ext cx="62136" cy="64783"/>
            </a:xfrm>
            <a:custGeom>
              <a:avLst/>
              <a:gdLst/>
              <a:ahLst/>
              <a:cxnLst/>
              <a:rect l="l" t="t" r="r" b="b"/>
              <a:pathLst>
                <a:path w="540" h="563" extrusionOk="0">
                  <a:moveTo>
                    <a:pt x="1" y="1"/>
                  </a:moveTo>
                  <a:lnTo>
                    <a:pt x="294" y="563"/>
                  </a:lnTo>
                  <a:cubicBezTo>
                    <a:pt x="294" y="563"/>
                    <a:pt x="487" y="533"/>
                    <a:pt x="510" y="416"/>
                  </a:cubicBezTo>
                  <a:cubicBezTo>
                    <a:pt x="540" y="29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49">
              <a:extLst>
                <a:ext uri="{FF2B5EF4-FFF2-40B4-BE49-F238E27FC236}">
                  <a16:creationId xmlns:a16="http://schemas.microsoft.com/office/drawing/2014/main" id="{1BCA648A-84B2-AA1E-D318-7B5E256536B7}"/>
                </a:ext>
              </a:extLst>
            </p:cNvPr>
            <p:cNvSpPr/>
            <p:nvPr/>
          </p:nvSpPr>
          <p:spPr>
            <a:xfrm>
              <a:off x="1411928" y="1995633"/>
              <a:ext cx="22323" cy="19677"/>
            </a:xfrm>
            <a:custGeom>
              <a:avLst/>
              <a:gdLst/>
              <a:ahLst/>
              <a:cxnLst/>
              <a:rect l="l" t="t" r="r" b="b"/>
              <a:pathLst>
                <a:path w="194" h="171" extrusionOk="0">
                  <a:moveTo>
                    <a:pt x="100" y="1"/>
                  </a:moveTo>
                  <a:lnTo>
                    <a:pt x="100" y="1"/>
                  </a:lnTo>
                  <a:cubicBezTo>
                    <a:pt x="0" y="24"/>
                    <a:pt x="70" y="170"/>
                    <a:pt x="147" y="170"/>
                  </a:cubicBezTo>
                  <a:cubicBezTo>
                    <a:pt x="170" y="170"/>
                    <a:pt x="193" y="124"/>
                    <a:pt x="193" y="94"/>
                  </a:cubicBezTo>
                  <a:cubicBezTo>
                    <a:pt x="170" y="71"/>
                    <a:pt x="170" y="48"/>
                    <a:pt x="147" y="24"/>
                  </a:cubicBezTo>
                  <a:cubicBezTo>
                    <a:pt x="123" y="1"/>
                    <a:pt x="100" y="1"/>
                    <a:pt x="100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49">
              <a:extLst>
                <a:ext uri="{FF2B5EF4-FFF2-40B4-BE49-F238E27FC236}">
                  <a16:creationId xmlns:a16="http://schemas.microsoft.com/office/drawing/2014/main" id="{B42C29FE-6703-D820-DD1E-3F4F380B383C}"/>
                </a:ext>
              </a:extLst>
            </p:cNvPr>
            <p:cNvSpPr/>
            <p:nvPr/>
          </p:nvSpPr>
          <p:spPr>
            <a:xfrm>
              <a:off x="1406520" y="2082509"/>
              <a:ext cx="70191" cy="41309"/>
            </a:xfrm>
            <a:custGeom>
              <a:avLst/>
              <a:gdLst/>
              <a:ahLst/>
              <a:cxnLst/>
              <a:rect l="l" t="t" r="r" b="b"/>
              <a:pathLst>
                <a:path w="610" h="359" extrusionOk="0">
                  <a:moveTo>
                    <a:pt x="510" y="1"/>
                  </a:moveTo>
                  <a:lnTo>
                    <a:pt x="0" y="101"/>
                  </a:lnTo>
                  <a:cubicBezTo>
                    <a:pt x="0" y="101"/>
                    <a:pt x="112" y="359"/>
                    <a:pt x="334" y="359"/>
                  </a:cubicBezTo>
                  <a:cubicBezTo>
                    <a:pt x="367" y="359"/>
                    <a:pt x="402" y="353"/>
                    <a:pt x="439" y="341"/>
                  </a:cubicBezTo>
                  <a:cubicBezTo>
                    <a:pt x="609" y="294"/>
                    <a:pt x="510" y="1"/>
                    <a:pt x="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49">
              <a:extLst>
                <a:ext uri="{FF2B5EF4-FFF2-40B4-BE49-F238E27FC236}">
                  <a16:creationId xmlns:a16="http://schemas.microsoft.com/office/drawing/2014/main" id="{7CEEDF8D-BC6E-7733-4988-B4CD89B3AD38}"/>
                </a:ext>
              </a:extLst>
            </p:cNvPr>
            <p:cNvSpPr/>
            <p:nvPr/>
          </p:nvSpPr>
          <p:spPr>
            <a:xfrm>
              <a:off x="1392366" y="1970088"/>
              <a:ext cx="39123" cy="33715"/>
            </a:xfrm>
            <a:custGeom>
              <a:avLst/>
              <a:gdLst/>
              <a:ahLst/>
              <a:cxnLst/>
              <a:rect l="l" t="t" r="r" b="b"/>
              <a:pathLst>
                <a:path w="340" h="293" extrusionOk="0">
                  <a:moveTo>
                    <a:pt x="270" y="0"/>
                  </a:moveTo>
                  <a:cubicBezTo>
                    <a:pt x="147" y="53"/>
                    <a:pt x="0" y="199"/>
                    <a:pt x="0" y="223"/>
                  </a:cubicBezTo>
                  <a:cubicBezTo>
                    <a:pt x="0" y="246"/>
                    <a:pt x="47" y="293"/>
                    <a:pt x="71" y="293"/>
                  </a:cubicBezTo>
                  <a:cubicBezTo>
                    <a:pt x="147" y="199"/>
                    <a:pt x="240" y="123"/>
                    <a:pt x="340" y="76"/>
                  </a:cubicBezTo>
                  <a:cubicBezTo>
                    <a:pt x="340" y="53"/>
                    <a:pt x="270" y="0"/>
                    <a:pt x="270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49">
              <a:extLst>
                <a:ext uri="{FF2B5EF4-FFF2-40B4-BE49-F238E27FC236}">
                  <a16:creationId xmlns:a16="http://schemas.microsoft.com/office/drawing/2014/main" id="{098B4D83-136E-4261-E0DA-FBA0D63F295C}"/>
                </a:ext>
              </a:extLst>
            </p:cNvPr>
            <p:cNvSpPr/>
            <p:nvPr/>
          </p:nvSpPr>
          <p:spPr>
            <a:xfrm>
              <a:off x="1291337" y="2048219"/>
              <a:ext cx="61331" cy="71802"/>
            </a:xfrm>
            <a:custGeom>
              <a:avLst/>
              <a:gdLst/>
              <a:ahLst/>
              <a:cxnLst/>
              <a:rect l="l" t="t" r="r" b="b"/>
              <a:pathLst>
                <a:path w="533" h="624" extrusionOk="0">
                  <a:moveTo>
                    <a:pt x="188" y="0"/>
                  </a:moveTo>
                  <a:cubicBezTo>
                    <a:pt x="173" y="0"/>
                    <a:pt x="159" y="2"/>
                    <a:pt x="146" y="6"/>
                  </a:cubicBezTo>
                  <a:cubicBezTo>
                    <a:pt x="123" y="30"/>
                    <a:pt x="70" y="53"/>
                    <a:pt x="70" y="106"/>
                  </a:cubicBezTo>
                  <a:cubicBezTo>
                    <a:pt x="0" y="299"/>
                    <a:pt x="123" y="568"/>
                    <a:pt x="340" y="615"/>
                  </a:cubicBezTo>
                  <a:cubicBezTo>
                    <a:pt x="357" y="621"/>
                    <a:pt x="376" y="624"/>
                    <a:pt x="395" y="624"/>
                  </a:cubicBezTo>
                  <a:cubicBezTo>
                    <a:pt x="456" y="624"/>
                    <a:pt x="515" y="592"/>
                    <a:pt x="533" y="516"/>
                  </a:cubicBezTo>
                  <a:lnTo>
                    <a:pt x="416" y="129"/>
                  </a:lnTo>
                  <a:cubicBezTo>
                    <a:pt x="416" y="106"/>
                    <a:pt x="387" y="76"/>
                    <a:pt x="387" y="76"/>
                  </a:cubicBezTo>
                  <a:cubicBezTo>
                    <a:pt x="329" y="38"/>
                    <a:pt x="252" y="0"/>
                    <a:pt x="188" y="0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49">
              <a:extLst>
                <a:ext uri="{FF2B5EF4-FFF2-40B4-BE49-F238E27FC236}">
                  <a16:creationId xmlns:a16="http://schemas.microsoft.com/office/drawing/2014/main" id="{E9DCAA3B-B05F-E52D-ABC1-C6A06E5AC4D0}"/>
                </a:ext>
              </a:extLst>
            </p:cNvPr>
            <p:cNvSpPr/>
            <p:nvPr/>
          </p:nvSpPr>
          <p:spPr>
            <a:xfrm>
              <a:off x="1316191" y="2107479"/>
              <a:ext cx="39928" cy="14268"/>
            </a:xfrm>
            <a:custGeom>
              <a:avLst/>
              <a:gdLst/>
              <a:ahLst/>
              <a:cxnLst/>
              <a:rect l="l" t="t" r="r" b="b"/>
              <a:pathLst>
                <a:path w="347" h="124" extrusionOk="0">
                  <a:moveTo>
                    <a:pt x="270" y="1"/>
                  </a:moveTo>
                  <a:cubicBezTo>
                    <a:pt x="247" y="53"/>
                    <a:pt x="200" y="53"/>
                    <a:pt x="171" y="53"/>
                  </a:cubicBezTo>
                  <a:cubicBezTo>
                    <a:pt x="124" y="53"/>
                    <a:pt x="100" y="53"/>
                    <a:pt x="77" y="30"/>
                  </a:cubicBezTo>
                  <a:lnTo>
                    <a:pt x="24" y="30"/>
                  </a:lnTo>
                  <a:lnTo>
                    <a:pt x="1" y="77"/>
                  </a:lnTo>
                  <a:cubicBezTo>
                    <a:pt x="1" y="77"/>
                    <a:pt x="77" y="124"/>
                    <a:pt x="171" y="124"/>
                  </a:cubicBezTo>
                  <a:cubicBezTo>
                    <a:pt x="223" y="124"/>
                    <a:pt x="270" y="124"/>
                    <a:pt x="346" y="77"/>
                  </a:cubicBezTo>
                  <a:lnTo>
                    <a:pt x="270" y="1"/>
                  </a:ln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49">
              <a:extLst>
                <a:ext uri="{FF2B5EF4-FFF2-40B4-BE49-F238E27FC236}">
                  <a16:creationId xmlns:a16="http://schemas.microsoft.com/office/drawing/2014/main" id="{66A7CADF-C07A-8C69-13D0-8A90DE6E3AA6}"/>
                </a:ext>
              </a:extLst>
            </p:cNvPr>
            <p:cNvSpPr/>
            <p:nvPr/>
          </p:nvSpPr>
          <p:spPr>
            <a:xfrm>
              <a:off x="1613987" y="2424837"/>
              <a:ext cx="50630" cy="272250"/>
            </a:xfrm>
            <a:custGeom>
              <a:avLst/>
              <a:gdLst/>
              <a:ahLst/>
              <a:cxnLst/>
              <a:rect l="l" t="t" r="r" b="b"/>
              <a:pathLst>
                <a:path w="440" h="2366" extrusionOk="0">
                  <a:moveTo>
                    <a:pt x="71" y="0"/>
                  </a:moveTo>
                  <a:lnTo>
                    <a:pt x="1" y="53"/>
                  </a:lnTo>
                  <a:cubicBezTo>
                    <a:pt x="147" y="369"/>
                    <a:pt x="247" y="955"/>
                    <a:pt x="293" y="1441"/>
                  </a:cubicBezTo>
                  <a:cubicBezTo>
                    <a:pt x="317" y="1710"/>
                    <a:pt x="340" y="1927"/>
                    <a:pt x="340" y="2102"/>
                  </a:cubicBezTo>
                  <a:cubicBezTo>
                    <a:pt x="364" y="2272"/>
                    <a:pt x="364" y="2366"/>
                    <a:pt x="364" y="2366"/>
                  </a:cubicBezTo>
                  <a:lnTo>
                    <a:pt x="440" y="2366"/>
                  </a:lnTo>
                  <a:cubicBezTo>
                    <a:pt x="440" y="2366"/>
                    <a:pt x="416" y="1956"/>
                    <a:pt x="364" y="1441"/>
                  </a:cubicBezTo>
                  <a:cubicBezTo>
                    <a:pt x="317" y="931"/>
                    <a:pt x="217" y="346"/>
                    <a:pt x="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49">
              <a:extLst>
                <a:ext uri="{FF2B5EF4-FFF2-40B4-BE49-F238E27FC236}">
                  <a16:creationId xmlns:a16="http://schemas.microsoft.com/office/drawing/2014/main" id="{9FADF322-8A55-8AE8-42AD-2E5C0EB46874}"/>
                </a:ext>
              </a:extLst>
            </p:cNvPr>
            <p:cNvSpPr/>
            <p:nvPr/>
          </p:nvSpPr>
          <p:spPr>
            <a:xfrm>
              <a:off x="4061382" y="3995380"/>
              <a:ext cx="217159" cy="241072"/>
            </a:xfrm>
            <a:custGeom>
              <a:avLst/>
              <a:gdLst/>
              <a:ahLst/>
              <a:cxnLst/>
              <a:rect l="l" t="t" r="r" b="b"/>
              <a:pathLst>
                <a:path w="2489" h="2763" extrusionOk="0">
                  <a:moveTo>
                    <a:pt x="540" y="1"/>
                  </a:moveTo>
                  <a:cubicBezTo>
                    <a:pt x="427" y="1"/>
                    <a:pt x="318" y="31"/>
                    <a:pt x="223" y="100"/>
                  </a:cubicBezTo>
                  <a:cubicBezTo>
                    <a:pt x="147" y="147"/>
                    <a:pt x="76" y="223"/>
                    <a:pt x="47" y="316"/>
                  </a:cubicBezTo>
                  <a:cubicBezTo>
                    <a:pt x="0" y="492"/>
                    <a:pt x="123" y="685"/>
                    <a:pt x="223" y="832"/>
                  </a:cubicBezTo>
                  <a:cubicBezTo>
                    <a:pt x="463" y="1247"/>
                    <a:pt x="732" y="1634"/>
                    <a:pt x="978" y="2026"/>
                  </a:cubicBezTo>
                  <a:cubicBezTo>
                    <a:pt x="1137" y="2286"/>
                    <a:pt x="1544" y="2763"/>
                    <a:pt x="1915" y="2763"/>
                  </a:cubicBezTo>
                  <a:cubicBezTo>
                    <a:pt x="1996" y="2763"/>
                    <a:pt x="2075" y="2740"/>
                    <a:pt x="2149" y="2688"/>
                  </a:cubicBezTo>
                  <a:cubicBezTo>
                    <a:pt x="2489" y="2442"/>
                    <a:pt x="2295" y="1856"/>
                    <a:pt x="2149" y="1563"/>
                  </a:cubicBezTo>
                  <a:cubicBezTo>
                    <a:pt x="1927" y="1148"/>
                    <a:pt x="1634" y="755"/>
                    <a:pt x="1318" y="439"/>
                  </a:cubicBezTo>
                  <a:cubicBezTo>
                    <a:pt x="1171" y="293"/>
                    <a:pt x="1001" y="147"/>
                    <a:pt x="808" y="53"/>
                  </a:cubicBezTo>
                  <a:cubicBezTo>
                    <a:pt x="721" y="19"/>
                    <a:pt x="629" y="1"/>
                    <a:pt x="540" y="1"/>
                  </a:cubicBezTo>
                  <a:close/>
                </a:path>
              </a:pathLst>
            </a:custGeom>
            <a:solidFill>
              <a:srgbClr val="93A5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49">
              <a:extLst>
                <a:ext uri="{FF2B5EF4-FFF2-40B4-BE49-F238E27FC236}">
                  <a16:creationId xmlns:a16="http://schemas.microsoft.com/office/drawing/2014/main" id="{E229D0A5-BE65-C68F-CA87-89E4C6474DAD}"/>
                </a:ext>
              </a:extLst>
            </p:cNvPr>
            <p:cNvSpPr/>
            <p:nvPr/>
          </p:nvSpPr>
          <p:spPr>
            <a:xfrm>
              <a:off x="4097591" y="4022952"/>
              <a:ext cx="106355" cy="138553"/>
            </a:xfrm>
            <a:custGeom>
              <a:avLst/>
              <a:gdLst/>
              <a:ahLst/>
              <a:cxnLst/>
              <a:rect l="l" t="t" r="r" b="b"/>
              <a:pathLst>
                <a:path w="1219" h="1588" extrusionOk="0">
                  <a:moveTo>
                    <a:pt x="71" y="0"/>
                  </a:moveTo>
                  <a:lnTo>
                    <a:pt x="1" y="76"/>
                  </a:lnTo>
                  <a:cubicBezTo>
                    <a:pt x="440" y="516"/>
                    <a:pt x="832" y="1025"/>
                    <a:pt x="1125" y="1587"/>
                  </a:cubicBezTo>
                  <a:lnTo>
                    <a:pt x="1219" y="1540"/>
                  </a:lnTo>
                  <a:cubicBezTo>
                    <a:pt x="903" y="978"/>
                    <a:pt x="510" y="439"/>
                    <a:pt x="71" y="0"/>
                  </a:cubicBez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49">
              <a:extLst>
                <a:ext uri="{FF2B5EF4-FFF2-40B4-BE49-F238E27FC236}">
                  <a16:creationId xmlns:a16="http://schemas.microsoft.com/office/drawing/2014/main" id="{C2CCBC2F-3844-9CC0-6102-9A1D47B18A75}"/>
                </a:ext>
              </a:extLst>
            </p:cNvPr>
            <p:cNvSpPr/>
            <p:nvPr/>
          </p:nvSpPr>
          <p:spPr>
            <a:xfrm>
              <a:off x="4223322" y="3597326"/>
              <a:ext cx="217159" cy="240548"/>
            </a:xfrm>
            <a:custGeom>
              <a:avLst/>
              <a:gdLst/>
              <a:ahLst/>
              <a:cxnLst/>
              <a:rect l="l" t="t" r="r" b="b"/>
              <a:pathLst>
                <a:path w="2489" h="2757" extrusionOk="0">
                  <a:moveTo>
                    <a:pt x="543" y="0"/>
                  </a:moveTo>
                  <a:cubicBezTo>
                    <a:pt x="427" y="0"/>
                    <a:pt x="314" y="31"/>
                    <a:pt x="217" y="101"/>
                  </a:cubicBezTo>
                  <a:cubicBezTo>
                    <a:pt x="147" y="147"/>
                    <a:pt x="71" y="223"/>
                    <a:pt x="47" y="294"/>
                  </a:cubicBezTo>
                  <a:cubicBezTo>
                    <a:pt x="0" y="464"/>
                    <a:pt x="94" y="663"/>
                    <a:pt x="217" y="832"/>
                  </a:cubicBezTo>
                  <a:cubicBezTo>
                    <a:pt x="463" y="1219"/>
                    <a:pt x="732" y="1611"/>
                    <a:pt x="972" y="2003"/>
                  </a:cubicBezTo>
                  <a:cubicBezTo>
                    <a:pt x="1136" y="2264"/>
                    <a:pt x="1548" y="2756"/>
                    <a:pt x="1917" y="2756"/>
                  </a:cubicBezTo>
                  <a:cubicBezTo>
                    <a:pt x="1995" y="2756"/>
                    <a:pt x="2071" y="2734"/>
                    <a:pt x="2143" y="2683"/>
                  </a:cubicBezTo>
                  <a:cubicBezTo>
                    <a:pt x="2489" y="2443"/>
                    <a:pt x="2290" y="1857"/>
                    <a:pt x="2120" y="1564"/>
                  </a:cubicBezTo>
                  <a:cubicBezTo>
                    <a:pt x="1903" y="1125"/>
                    <a:pt x="1634" y="756"/>
                    <a:pt x="1294" y="417"/>
                  </a:cubicBezTo>
                  <a:cubicBezTo>
                    <a:pt x="1148" y="270"/>
                    <a:pt x="1001" y="124"/>
                    <a:pt x="802" y="48"/>
                  </a:cubicBezTo>
                  <a:cubicBezTo>
                    <a:pt x="719" y="18"/>
                    <a:pt x="631" y="0"/>
                    <a:pt x="5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49">
              <a:extLst>
                <a:ext uri="{FF2B5EF4-FFF2-40B4-BE49-F238E27FC236}">
                  <a16:creationId xmlns:a16="http://schemas.microsoft.com/office/drawing/2014/main" id="{B2AF53D7-52C6-EFDE-2DCA-BAA05FF61431}"/>
                </a:ext>
              </a:extLst>
            </p:cNvPr>
            <p:cNvSpPr/>
            <p:nvPr/>
          </p:nvSpPr>
          <p:spPr>
            <a:xfrm>
              <a:off x="4259532" y="3622891"/>
              <a:ext cx="104348" cy="138553"/>
            </a:xfrm>
            <a:custGeom>
              <a:avLst/>
              <a:gdLst/>
              <a:ahLst/>
              <a:cxnLst/>
              <a:rect l="l" t="t" r="r" b="b"/>
              <a:pathLst>
                <a:path w="1196" h="1588" extrusionOk="0">
                  <a:moveTo>
                    <a:pt x="71" y="1"/>
                  </a:moveTo>
                  <a:lnTo>
                    <a:pt x="1" y="77"/>
                  </a:lnTo>
                  <a:cubicBezTo>
                    <a:pt x="440" y="516"/>
                    <a:pt x="827" y="1025"/>
                    <a:pt x="1119" y="1587"/>
                  </a:cubicBezTo>
                  <a:lnTo>
                    <a:pt x="1195" y="1541"/>
                  </a:lnTo>
                  <a:cubicBezTo>
                    <a:pt x="903" y="979"/>
                    <a:pt x="510" y="463"/>
                    <a:pt x="71" y="1"/>
                  </a:cubicBez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49">
              <a:extLst>
                <a:ext uri="{FF2B5EF4-FFF2-40B4-BE49-F238E27FC236}">
                  <a16:creationId xmlns:a16="http://schemas.microsoft.com/office/drawing/2014/main" id="{52FAF53B-F609-BA37-8CEA-BEF1BA7BB085}"/>
                </a:ext>
              </a:extLst>
            </p:cNvPr>
            <p:cNvSpPr/>
            <p:nvPr/>
          </p:nvSpPr>
          <p:spPr>
            <a:xfrm>
              <a:off x="3686894" y="3964056"/>
              <a:ext cx="308594" cy="257388"/>
            </a:xfrm>
            <a:custGeom>
              <a:avLst/>
              <a:gdLst/>
              <a:ahLst/>
              <a:cxnLst/>
              <a:rect l="l" t="t" r="r" b="b"/>
              <a:pathLst>
                <a:path w="3537" h="2950" extrusionOk="0">
                  <a:moveTo>
                    <a:pt x="2542" y="1"/>
                  </a:moveTo>
                  <a:cubicBezTo>
                    <a:pt x="2309" y="1"/>
                    <a:pt x="2062" y="71"/>
                    <a:pt x="1880" y="142"/>
                  </a:cubicBezTo>
                  <a:cubicBezTo>
                    <a:pt x="1218" y="412"/>
                    <a:pt x="586" y="851"/>
                    <a:pt x="270" y="1483"/>
                  </a:cubicBezTo>
                  <a:cubicBezTo>
                    <a:pt x="94" y="1823"/>
                    <a:pt x="0" y="2215"/>
                    <a:pt x="123" y="2555"/>
                  </a:cubicBezTo>
                  <a:cubicBezTo>
                    <a:pt x="190" y="2765"/>
                    <a:pt x="366" y="2949"/>
                    <a:pt x="573" y="2949"/>
                  </a:cubicBezTo>
                  <a:cubicBezTo>
                    <a:pt x="585" y="2949"/>
                    <a:pt x="597" y="2948"/>
                    <a:pt x="609" y="2947"/>
                  </a:cubicBezTo>
                  <a:cubicBezTo>
                    <a:pt x="680" y="2924"/>
                    <a:pt x="756" y="2871"/>
                    <a:pt x="826" y="2848"/>
                  </a:cubicBezTo>
                  <a:cubicBezTo>
                    <a:pt x="1411" y="2485"/>
                    <a:pt x="1927" y="2045"/>
                    <a:pt x="2389" y="1530"/>
                  </a:cubicBezTo>
                  <a:cubicBezTo>
                    <a:pt x="2659" y="1214"/>
                    <a:pt x="3537" y="582"/>
                    <a:pt x="2998" y="142"/>
                  </a:cubicBezTo>
                  <a:cubicBezTo>
                    <a:pt x="2874" y="39"/>
                    <a:pt x="2712" y="1"/>
                    <a:pt x="25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49">
              <a:extLst>
                <a:ext uri="{FF2B5EF4-FFF2-40B4-BE49-F238E27FC236}">
                  <a16:creationId xmlns:a16="http://schemas.microsoft.com/office/drawing/2014/main" id="{E22B08FF-72F0-9BF9-3FC9-4C697BA65698}"/>
                </a:ext>
              </a:extLst>
            </p:cNvPr>
            <p:cNvSpPr/>
            <p:nvPr/>
          </p:nvSpPr>
          <p:spPr>
            <a:xfrm>
              <a:off x="3789067" y="3991279"/>
              <a:ext cx="153294" cy="136459"/>
            </a:xfrm>
            <a:custGeom>
              <a:avLst/>
              <a:gdLst/>
              <a:ahLst/>
              <a:cxnLst/>
              <a:rect l="l" t="t" r="r" b="b"/>
              <a:pathLst>
                <a:path w="1757" h="1564" extrusionOk="0">
                  <a:moveTo>
                    <a:pt x="1704" y="0"/>
                  </a:moveTo>
                  <a:cubicBezTo>
                    <a:pt x="1072" y="416"/>
                    <a:pt x="486" y="902"/>
                    <a:pt x="0" y="1487"/>
                  </a:cubicBezTo>
                  <a:lnTo>
                    <a:pt x="71" y="1564"/>
                  </a:lnTo>
                  <a:cubicBezTo>
                    <a:pt x="562" y="978"/>
                    <a:pt x="1119" y="486"/>
                    <a:pt x="1757" y="71"/>
                  </a:cubicBezTo>
                  <a:lnTo>
                    <a:pt x="1704" y="0"/>
                  </a:ln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49">
              <a:extLst>
                <a:ext uri="{FF2B5EF4-FFF2-40B4-BE49-F238E27FC236}">
                  <a16:creationId xmlns:a16="http://schemas.microsoft.com/office/drawing/2014/main" id="{0E50D2F2-6DF3-3F18-D886-FC1695DB5808}"/>
                </a:ext>
              </a:extLst>
            </p:cNvPr>
            <p:cNvSpPr/>
            <p:nvPr/>
          </p:nvSpPr>
          <p:spPr>
            <a:xfrm>
              <a:off x="3737937" y="3286700"/>
              <a:ext cx="327527" cy="207481"/>
            </a:xfrm>
            <a:custGeom>
              <a:avLst/>
              <a:gdLst/>
              <a:ahLst/>
              <a:cxnLst/>
              <a:rect l="l" t="t" r="r" b="b"/>
              <a:pathLst>
                <a:path w="3754" h="2378" extrusionOk="0">
                  <a:moveTo>
                    <a:pt x="1180" y="1"/>
                  </a:moveTo>
                  <a:cubicBezTo>
                    <a:pt x="850" y="1"/>
                    <a:pt x="523" y="67"/>
                    <a:pt x="217" y="218"/>
                  </a:cubicBezTo>
                  <a:cubicBezTo>
                    <a:pt x="124" y="270"/>
                    <a:pt x="24" y="317"/>
                    <a:pt x="1" y="417"/>
                  </a:cubicBezTo>
                  <a:cubicBezTo>
                    <a:pt x="1" y="487"/>
                    <a:pt x="24" y="587"/>
                    <a:pt x="71" y="657"/>
                  </a:cubicBezTo>
                  <a:cubicBezTo>
                    <a:pt x="217" y="903"/>
                    <a:pt x="440" y="1119"/>
                    <a:pt x="657" y="1295"/>
                  </a:cubicBezTo>
                  <a:cubicBezTo>
                    <a:pt x="1242" y="1734"/>
                    <a:pt x="1951" y="1904"/>
                    <a:pt x="2583" y="2197"/>
                  </a:cubicBezTo>
                  <a:cubicBezTo>
                    <a:pt x="2796" y="2295"/>
                    <a:pt x="3049" y="2378"/>
                    <a:pt x="3285" y="2378"/>
                  </a:cubicBezTo>
                  <a:cubicBezTo>
                    <a:pt x="3457" y="2378"/>
                    <a:pt x="3621" y="2334"/>
                    <a:pt x="3754" y="2220"/>
                  </a:cubicBezTo>
                  <a:lnTo>
                    <a:pt x="3584" y="1535"/>
                  </a:lnTo>
                  <a:cubicBezTo>
                    <a:pt x="3514" y="1049"/>
                    <a:pt x="3098" y="657"/>
                    <a:pt x="2683" y="417"/>
                  </a:cubicBezTo>
                  <a:cubicBezTo>
                    <a:pt x="2222" y="163"/>
                    <a:pt x="1697" y="1"/>
                    <a:pt x="1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49">
              <a:extLst>
                <a:ext uri="{FF2B5EF4-FFF2-40B4-BE49-F238E27FC236}">
                  <a16:creationId xmlns:a16="http://schemas.microsoft.com/office/drawing/2014/main" id="{BC2A525A-88B3-D339-6A05-680E52132CDB}"/>
                </a:ext>
              </a:extLst>
            </p:cNvPr>
            <p:cNvSpPr/>
            <p:nvPr/>
          </p:nvSpPr>
          <p:spPr>
            <a:xfrm>
              <a:off x="3863668" y="3569753"/>
              <a:ext cx="144656" cy="802700"/>
            </a:xfrm>
            <a:custGeom>
              <a:avLst/>
              <a:gdLst/>
              <a:ahLst/>
              <a:cxnLst/>
              <a:rect l="l" t="t" r="r" b="b"/>
              <a:pathLst>
                <a:path w="1658" h="9200" extrusionOk="0">
                  <a:moveTo>
                    <a:pt x="70" y="1"/>
                  </a:moveTo>
                  <a:lnTo>
                    <a:pt x="0" y="48"/>
                  </a:lnTo>
                  <a:cubicBezTo>
                    <a:pt x="679" y="1465"/>
                    <a:pt x="925" y="2975"/>
                    <a:pt x="1048" y="4515"/>
                  </a:cubicBezTo>
                  <a:cubicBezTo>
                    <a:pt x="1195" y="6049"/>
                    <a:pt x="1242" y="7612"/>
                    <a:pt x="1558" y="9199"/>
                  </a:cubicBezTo>
                  <a:lnTo>
                    <a:pt x="1657" y="9176"/>
                  </a:lnTo>
                  <a:cubicBezTo>
                    <a:pt x="1341" y="7612"/>
                    <a:pt x="1288" y="6049"/>
                    <a:pt x="1142" y="4492"/>
                  </a:cubicBezTo>
                  <a:cubicBezTo>
                    <a:pt x="996" y="2952"/>
                    <a:pt x="779" y="1441"/>
                    <a:pt x="70" y="1"/>
                  </a:cubicBezTo>
                  <a:close/>
                </a:path>
              </a:pathLst>
            </a:custGeom>
            <a:solidFill>
              <a:srgbClr val="3F7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49">
              <a:extLst>
                <a:ext uri="{FF2B5EF4-FFF2-40B4-BE49-F238E27FC236}">
                  <a16:creationId xmlns:a16="http://schemas.microsoft.com/office/drawing/2014/main" id="{6CDD0A08-3458-4897-E832-4F2140B6A6CF}"/>
                </a:ext>
              </a:extLst>
            </p:cNvPr>
            <p:cNvSpPr/>
            <p:nvPr/>
          </p:nvSpPr>
          <p:spPr>
            <a:xfrm>
              <a:off x="4135982" y="3522810"/>
              <a:ext cx="127730" cy="804620"/>
            </a:xfrm>
            <a:custGeom>
              <a:avLst/>
              <a:gdLst/>
              <a:ahLst/>
              <a:cxnLst/>
              <a:rect l="l" t="t" r="r" b="b"/>
              <a:pathLst>
                <a:path w="1464" h="9222" extrusionOk="0">
                  <a:moveTo>
                    <a:pt x="1440" y="0"/>
                  </a:moveTo>
                  <a:cubicBezTo>
                    <a:pt x="1364" y="0"/>
                    <a:pt x="1317" y="24"/>
                    <a:pt x="1271" y="76"/>
                  </a:cubicBezTo>
                  <a:cubicBezTo>
                    <a:pt x="1171" y="147"/>
                    <a:pt x="1124" y="223"/>
                    <a:pt x="1072" y="316"/>
                  </a:cubicBezTo>
                  <a:cubicBezTo>
                    <a:pt x="1025" y="416"/>
                    <a:pt x="1001" y="539"/>
                    <a:pt x="978" y="638"/>
                  </a:cubicBezTo>
                  <a:cubicBezTo>
                    <a:pt x="463" y="3127"/>
                    <a:pt x="0" y="6611"/>
                    <a:pt x="0" y="9199"/>
                  </a:cubicBezTo>
                  <a:lnTo>
                    <a:pt x="0" y="9222"/>
                  </a:lnTo>
                  <a:lnTo>
                    <a:pt x="100" y="9222"/>
                  </a:lnTo>
                  <a:lnTo>
                    <a:pt x="100" y="9199"/>
                  </a:lnTo>
                  <a:cubicBezTo>
                    <a:pt x="100" y="6640"/>
                    <a:pt x="562" y="3150"/>
                    <a:pt x="1072" y="638"/>
                  </a:cubicBezTo>
                  <a:cubicBezTo>
                    <a:pt x="1095" y="515"/>
                    <a:pt x="1148" y="392"/>
                    <a:pt x="1218" y="269"/>
                  </a:cubicBezTo>
                  <a:cubicBezTo>
                    <a:pt x="1241" y="223"/>
                    <a:pt x="1271" y="199"/>
                    <a:pt x="1317" y="147"/>
                  </a:cubicBezTo>
                  <a:cubicBezTo>
                    <a:pt x="1364" y="123"/>
                    <a:pt x="1388" y="100"/>
                    <a:pt x="1464" y="100"/>
                  </a:cubicBezTo>
                  <a:lnTo>
                    <a:pt x="1440" y="0"/>
                  </a:lnTo>
                  <a:close/>
                </a:path>
              </a:pathLst>
            </a:custGeom>
            <a:solidFill>
              <a:srgbClr val="3F7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49">
              <a:extLst>
                <a:ext uri="{FF2B5EF4-FFF2-40B4-BE49-F238E27FC236}">
                  <a16:creationId xmlns:a16="http://schemas.microsoft.com/office/drawing/2014/main" id="{1B7BF3FD-1483-FAEE-74D9-79C9F022285C}"/>
                </a:ext>
              </a:extLst>
            </p:cNvPr>
            <p:cNvSpPr/>
            <p:nvPr/>
          </p:nvSpPr>
          <p:spPr>
            <a:xfrm>
              <a:off x="3805907" y="3844168"/>
              <a:ext cx="129824" cy="585447"/>
            </a:xfrm>
            <a:custGeom>
              <a:avLst/>
              <a:gdLst/>
              <a:ahLst/>
              <a:cxnLst/>
              <a:rect l="l" t="t" r="r" b="b"/>
              <a:pathLst>
                <a:path w="1488" h="6710" extrusionOk="0">
                  <a:moveTo>
                    <a:pt x="100" y="0"/>
                  </a:moveTo>
                  <a:lnTo>
                    <a:pt x="1" y="53"/>
                  </a:lnTo>
                  <a:cubicBezTo>
                    <a:pt x="563" y="1101"/>
                    <a:pt x="709" y="2172"/>
                    <a:pt x="832" y="3296"/>
                  </a:cubicBezTo>
                  <a:cubicBezTo>
                    <a:pt x="978" y="4421"/>
                    <a:pt x="1049" y="5562"/>
                    <a:pt x="1418" y="6710"/>
                  </a:cubicBezTo>
                  <a:lnTo>
                    <a:pt x="1488" y="6687"/>
                  </a:lnTo>
                  <a:cubicBezTo>
                    <a:pt x="1148" y="5562"/>
                    <a:pt x="1049" y="4421"/>
                    <a:pt x="926" y="3296"/>
                  </a:cubicBezTo>
                  <a:cubicBezTo>
                    <a:pt x="809" y="2172"/>
                    <a:pt x="633" y="1054"/>
                    <a:pt x="100" y="0"/>
                  </a:cubicBezTo>
                  <a:close/>
                </a:path>
              </a:pathLst>
            </a:custGeom>
            <a:solidFill>
              <a:srgbClr val="3F7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49">
              <a:extLst>
                <a:ext uri="{FF2B5EF4-FFF2-40B4-BE49-F238E27FC236}">
                  <a16:creationId xmlns:a16="http://schemas.microsoft.com/office/drawing/2014/main" id="{3157C794-165B-0199-0C98-3D3F9E33EF72}"/>
                </a:ext>
              </a:extLst>
            </p:cNvPr>
            <p:cNvSpPr/>
            <p:nvPr/>
          </p:nvSpPr>
          <p:spPr>
            <a:xfrm>
              <a:off x="3477925" y="3782130"/>
              <a:ext cx="387815" cy="283824"/>
            </a:xfrm>
            <a:custGeom>
              <a:avLst/>
              <a:gdLst/>
              <a:ahLst/>
              <a:cxnLst/>
              <a:rect l="l" t="t" r="r" b="b"/>
              <a:pathLst>
                <a:path w="4445" h="3253" extrusionOk="0">
                  <a:moveTo>
                    <a:pt x="3128" y="1"/>
                  </a:moveTo>
                  <a:cubicBezTo>
                    <a:pt x="2898" y="1"/>
                    <a:pt x="2668" y="46"/>
                    <a:pt x="2489" y="102"/>
                  </a:cubicBezTo>
                  <a:cubicBezTo>
                    <a:pt x="1663" y="325"/>
                    <a:pt x="879" y="740"/>
                    <a:pt x="393" y="1472"/>
                  </a:cubicBezTo>
                  <a:cubicBezTo>
                    <a:pt x="147" y="1812"/>
                    <a:pt x="1" y="2274"/>
                    <a:pt x="100" y="2713"/>
                  </a:cubicBezTo>
                  <a:cubicBezTo>
                    <a:pt x="176" y="2983"/>
                    <a:pt x="369" y="3252"/>
                    <a:pt x="662" y="3252"/>
                  </a:cubicBezTo>
                  <a:cubicBezTo>
                    <a:pt x="732" y="3252"/>
                    <a:pt x="832" y="3199"/>
                    <a:pt x="932" y="3153"/>
                  </a:cubicBezTo>
                  <a:cubicBezTo>
                    <a:pt x="1640" y="2813"/>
                    <a:pt x="2319" y="2374"/>
                    <a:pt x="2928" y="1812"/>
                  </a:cubicBezTo>
                  <a:cubicBezTo>
                    <a:pt x="3297" y="1496"/>
                    <a:pt x="4445" y="834"/>
                    <a:pt x="3859" y="248"/>
                  </a:cubicBezTo>
                  <a:cubicBezTo>
                    <a:pt x="3672" y="64"/>
                    <a:pt x="3400" y="1"/>
                    <a:pt x="3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49">
              <a:extLst>
                <a:ext uri="{FF2B5EF4-FFF2-40B4-BE49-F238E27FC236}">
                  <a16:creationId xmlns:a16="http://schemas.microsoft.com/office/drawing/2014/main" id="{32969B95-4165-E6B5-2B17-08F11B597309}"/>
                </a:ext>
              </a:extLst>
            </p:cNvPr>
            <p:cNvSpPr/>
            <p:nvPr/>
          </p:nvSpPr>
          <p:spPr>
            <a:xfrm>
              <a:off x="3605662" y="3821133"/>
              <a:ext cx="196220" cy="140560"/>
            </a:xfrm>
            <a:custGeom>
              <a:avLst/>
              <a:gdLst/>
              <a:ahLst/>
              <a:cxnLst/>
              <a:rect l="l" t="t" r="r" b="b"/>
              <a:pathLst>
                <a:path w="2249" h="1611" extrusionOk="0">
                  <a:moveTo>
                    <a:pt x="2196" y="1"/>
                  </a:moveTo>
                  <a:cubicBezTo>
                    <a:pt x="1394" y="387"/>
                    <a:pt x="662" y="902"/>
                    <a:pt x="0" y="1535"/>
                  </a:cubicBezTo>
                  <a:lnTo>
                    <a:pt x="76" y="1611"/>
                  </a:lnTo>
                  <a:cubicBezTo>
                    <a:pt x="709" y="972"/>
                    <a:pt x="1441" y="463"/>
                    <a:pt x="2249" y="94"/>
                  </a:cubicBezTo>
                  <a:lnTo>
                    <a:pt x="2196" y="1"/>
                  </a:ln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49">
              <a:extLst>
                <a:ext uri="{FF2B5EF4-FFF2-40B4-BE49-F238E27FC236}">
                  <a16:creationId xmlns:a16="http://schemas.microsoft.com/office/drawing/2014/main" id="{3BD65A98-F65C-59D1-97A2-611B14FBC9D8}"/>
                </a:ext>
              </a:extLst>
            </p:cNvPr>
            <p:cNvSpPr/>
            <p:nvPr/>
          </p:nvSpPr>
          <p:spPr>
            <a:xfrm>
              <a:off x="3625033" y="3545758"/>
              <a:ext cx="266279" cy="141432"/>
            </a:xfrm>
            <a:custGeom>
              <a:avLst/>
              <a:gdLst/>
              <a:ahLst/>
              <a:cxnLst/>
              <a:rect l="l" t="t" r="r" b="b"/>
              <a:pathLst>
                <a:path w="3052" h="1621" extrusionOk="0">
                  <a:moveTo>
                    <a:pt x="1505" y="1"/>
                  </a:moveTo>
                  <a:cubicBezTo>
                    <a:pt x="1183" y="1"/>
                    <a:pt x="874" y="60"/>
                    <a:pt x="586" y="229"/>
                  </a:cubicBezTo>
                  <a:cubicBezTo>
                    <a:pt x="270" y="446"/>
                    <a:pt x="24" y="785"/>
                    <a:pt x="24" y="1178"/>
                  </a:cubicBezTo>
                  <a:cubicBezTo>
                    <a:pt x="1" y="1254"/>
                    <a:pt x="24" y="1300"/>
                    <a:pt x="48" y="1347"/>
                  </a:cubicBezTo>
                  <a:cubicBezTo>
                    <a:pt x="71" y="1423"/>
                    <a:pt x="147" y="1470"/>
                    <a:pt x="217" y="1494"/>
                  </a:cubicBezTo>
                  <a:cubicBezTo>
                    <a:pt x="438" y="1587"/>
                    <a:pt x="666" y="1621"/>
                    <a:pt x="898" y="1621"/>
                  </a:cubicBezTo>
                  <a:cubicBezTo>
                    <a:pt x="1029" y="1621"/>
                    <a:pt x="1162" y="1610"/>
                    <a:pt x="1295" y="1593"/>
                  </a:cubicBezTo>
                  <a:cubicBezTo>
                    <a:pt x="1658" y="1546"/>
                    <a:pt x="2003" y="1423"/>
                    <a:pt x="2343" y="1300"/>
                  </a:cubicBezTo>
                  <a:cubicBezTo>
                    <a:pt x="2489" y="1224"/>
                    <a:pt x="2636" y="1178"/>
                    <a:pt x="2759" y="1078"/>
                  </a:cubicBezTo>
                  <a:cubicBezTo>
                    <a:pt x="2928" y="961"/>
                    <a:pt x="3051" y="692"/>
                    <a:pt x="2999" y="469"/>
                  </a:cubicBezTo>
                  <a:cubicBezTo>
                    <a:pt x="2882" y="53"/>
                    <a:pt x="2003" y="30"/>
                    <a:pt x="1681" y="6"/>
                  </a:cubicBezTo>
                  <a:cubicBezTo>
                    <a:pt x="1622" y="3"/>
                    <a:pt x="1563" y="1"/>
                    <a:pt x="15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49">
              <a:extLst>
                <a:ext uri="{FF2B5EF4-FFF2-40B4-BE49-F238E27FC236}">
                  <a16:creationId xmlns:a16="http://schemas.microsoft.com/office/drawing/2014/main" id="{09847E84-ACE7-4722-204C-A51289B7ADAB}"/>
                </a:ext>
              </a:extLst>
            </p:cNvPr>
            <p:cNvSpPr/>
            <p:nvPr/>
          </p:nvSpPr>
          <p:spPr>
            <a:xfrm>
              <a:off x="3701727" y="3588687"/>
              <a:ext cx="168126" cy="28182"/>
            </a:xfrm>
            <a:custGeom>
              <a:avLst/>
              <a:gdLst/>
              <a:ahLst/>
              <a:cxnLst/>
              <a:rect l="l" t="t" r="r" b="b"/>
              <a:pathLst>
                <a:path w="1927" h="323" extrusionOk="0">
                  <a:moveTo>
                    <a:pt x="1587" y="0"/>
                  </a:moveTo>
                  <a:cubicBezTo>
                    <a:pt x="1048" y="0"/>
                    <a:pt x="510" y="77"/>
                    <a:pt x="0" y="223"/>
                  </a:cubicBezTo>
                  <a:lnTo>
                    <a:pt x="24" y="322"/>
                  </a:lnTo>
                  <a:cubicBezTo>
                    <a:pt x="539" y="176"/>
                    <a:pt x="1048" y="100"/>
                    <a:pt x="1587" y="100"/>
                  </a:cubicBezTo>
                  <a:cubicBezTo>
                    <a:pt x="1681" y="100"/>
                    <a:pt x="1804" y="123"/>
                    <a:pt x="1926" y="123"/>
                  </a:cubicBezTo>
                  <a:lnTo>
                    <a:pt x="1926" y="30"/>
                  </a:lnTo>
                  <a:cubicBezTo>
                    <a:pt x="1804" y="30"/>
                    <a:pt x="1681" y="0"/>
                    <a:pt x="1587" y="0"/>
                  </a:cubicBez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49">
              <a:extLst>
                <a:ext uri="{FF2B5EF4-FFF2-40B4-BE49-F238E27FC236}">
                  <a16:creationId xmlns:a16="http://schemas.microsoft.com/office/drawing/2014/main" id="{3323AA0F-585E-1DE8-25E5-56B3828BC0B0}"/>
                </a:ext>
              </a:extLst>
            </p:cNvPr>
            <p:cNvSpPr/>
            <p:nvPr/>
          </p:nvSpPr>
          <p:spPr>
            <a:xfrm>
              <a:off x="3688901" y="3664599"/>
              <a:ext cx="255548" cy="368369"/>
            </a:xfrm>
            <a:custGeom>
              <a:avLst/>
              <a:gdLst/>
              <a:ahLst/>
              <a:cxnLst/>
              <a:rect l="l" t="t" r="r" b="b"/>
              <a:pathLst>
                <a:path w="2929" h="4222" extrusionOk="0">
                  <a:moveTo>
                    <a:pt x="2268" y="1"/>
                  </a:moveTo>
                  <a:cubicBezTo>
                    <a:pt x="2227" y="1"/>
                    <a:pt x="2187" y="4"/>
                    <a:pt x="2150" y="9"/>
                  </a:cubicBezTo>
                  <a:cubicBezTo>
                    <a:pt x="1757" y="61"/>
                    <a:pt x="1441" y="278"/>
                    <a:pt x="1148" y="571"/>
                  </a:cubicBezTo>
                  <a:cubicBezTo>
                    <a:pt x="657" y="1086"/>
                    <a:pt x="340" y="1765"/>
                    <a:pt x="247" y="2474"/>
                  </a:cubicBezTo>
                  <a:cubicBezTo>
                    <a:pt x="171" y="2889"/>
                    <a:pt x="1" y="3961"/>
                    <a:pt x="487" y="4183"/>
                  </a:cubicBezTo>
                  <a:cubicBezTo>
                    <a:pt x="543" y="4209"/>
                    <a:pt x="601" y="4221"/>
                    <a:pt x="658" y="4221"/>
                  </a:cubicBezTo>
                  <a:cubicBezTo>
                    <a:pt x="1254" y="4221"/>
                    <a:pt x="1899" y="2950"/>
                    <a:pt x="2097" y="2550"/>
                  </a:cubicBezTo>
                  <a:cubicBezTo>
                    <a:pt x="2319" y="2087"/>
                    <a:pt x="2559" y="1619"/>
                    <a:pt x="2735" y="1109"/>
                  </a:cubicBezTo>
                  <a:cubicBezTo>
                    <a:pt x="2852" y="793"/>
                    <a:pt x="2928" y="354"/>
                    <a:pt x="2659" y="132"/>
                  </a:cubicBezTo>
                  <a:cubicBezTo>
                    <a:pt x="2563" y="36"/>
                    <a:pt x="2411" y="1"/>
                    <a:pt x="2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49">
              <a:extLst>
                <a:ext uri="{FF2B5EF4-FFF2-40B4-BE49-F238E27FC236}">
                  <a16:creationId xmlns:a16="http://schemas.microsoft.com/office/drawing/2014/main" id="{1B99C0BA-A196-4ED9-C767-2BA02E3E0070}"/>
                </a:ext>
              </a:extLst>
            </p:cNvPr>
            <p:cNvSpPr/>
            <p:nvPr/>
          </p:nvSpPr>
          <p:spPr>
            <a:xfrm>
              <a:off x="3774234" y="3688855"/>
              <a:ext cx="131918" cy="206433"/>
            </a:xfrm>
            <a:custGeom>
              <a:avLst/>
              <a:gdLst/>
              <a:ahLst/>
              <a:cxnLst/>
              <a:rect l="l" t="t" r="r" b="b"/>
              <a:pathLst>
                <a:path w="1512" h="2366" extrusionOk="0">
                  <a:moveTo>
                    <a:pt x="1435" y="0"/>
                  </a:moveTo>
                  <a:cubicBezTo>
                    <a:pt x="826" y="685"/>
                    <a:pt x="364" y="1487"/>
                    <a:pt x="1" y="2319"/>
                  </a:cubicBezTo>
                  <a:lnTo>
                    <a:pt x="94" y="2366"/>
                  </a:lnTo>
                  <a:cubicBezTo>
                    <a:pt x="440" y="1540"/>
                    <a:pt x="926" y="755"/>
                    <a:pt x="1511" y="53"/>
                  </a:cubicBezTo>
                  <a:lnTo>
                    <a:pt x="1435" y="0"/>
                  </a:ln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49">
              <a:extLst>
                <a:ext uri="{FF2B5EF4-FFF2-40B4-BE49-F238E27FC236}">
                  <a16:creationId xmlns:a16="http://schemas.microsoft.com/office/drawing/2014/main" id="{AB278672-AA60-3A81-2270-6FCCECB82F78}"/>
                </a:ext>
              </a:extLst>
            </p:cNvPr>
            <p:cNvSpPr/>
            <p:nvPr/>
          </p:nvSpPr>
          <p:spPr>
            <a:xfrm>
              <a:off x="3873876" y="3361303"/>
              <a:ext cx="153294" cy="82888"/>
            </a:xfrm>
            <a:custGeom>
              <a:avLst/>
              <a:gdLst/>
              <a:ahLst/>
              <a:cxnLst/>
              <a:rect l="l" t="t" r="r" b="b"/>
              <a:pathLst>
                <a:path w="1757" h="950" extrusionOk="0">
                  <a:moveTo>
                    <a:pt x="30" y="1"/>
                  </a:moveTo>
                  <a:lnTo>
                    <a:pt x="0" y="95"/>
                  </a:lnTo>
                  <a:cubicBezTo>
                    <a:pt x="615" y="264"/>
                    <a:pt x="1201" y="534"/>
                    <a:pt x="1687" y="949"/>
                  </a:cubicBezTo>
                  <a:lnTo>
                    <a:pt x="1757" y="850"/>
                  </a:lnTo>
                  <a:cubicBezTo>
                    <a:pt x="1247" y="463"/>
                    <a:pt x="639" y="171"/>
                    <a:pt x="30" y="1"/>
                  </a:cubicBez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49">
              <a:extLst>
                <a:ext uri="{FF2B5EF4-FFF2-40B4-BE49-F238E27FC236}">
                  <a16:creationId xmlns:a16="http://schemas.microsoft.com/office/drawing/2014/main" id="{2E17469D-9117-DDBC-D630-A240F8ADDB65}"/>
                </a:ext>
              </a:extLst>
            </p:cNvPr>
            <p:cNvSpPr/>
            <p:nvPr/>
          </p:nvSpPr>
          <p:spPr>
            <a:xfrm>
              <a:off x="4082846" y="3420636"/>
              <a:ext cx="25564" cy="906789"/>
            </a:xfrm>
            <a:custGeom>
              <a:avLst/>
              <a:gdLst/>
              <a:ahLst/>
              <a:cxnLst/>
              <a:rect l="l" t="t" r="r" b="b"/>
              <a:pathLst>
                <a:path w="293" h="10393" extrusionOk="0">
                  <a:moveTo>
                    <a:pt x="146" y="0"/>
                  </a:moveTo>
                  <a:cubicBezTo>
                    <a:pt x="146" y="0"/>
                    <a:pt x="94" y="931"/>
                    <a:pt x="94" y="2172"/>
                  </a:cubicBezTo>
                  <a:cubicBezTo>
                    <a:pt x="94" y="3027"/>
                    <a:pt x="123" y="4005"/>
                    <a:pt x="170" y="4930"/>
                  </a:cubicBezTo>
                  <a:cubicBezTo>
                    <a:pt x="193" y="5516"/>
                    <a:pt x="193" y="6101"/>
                    <a:pt x="193" y="6663"/>
                  </a:cubicBezTo>
                  <a:cubicBezTo>
                    <a:pt x="193" y="7905"/>
                    <a:pt x="146" y="9076"/>
                    <a:pt x="0" y="10393"/>
                  </a:cubicBezTo>
                  <a:lnTo>
                    <a:pt x="94" y="10393"/>
                  </a:lnTo>
                  <a:cubicBezTo>
                    <a:pt x="240" y="9076"/>
                    <a:pt x="293" y="7905"/>
                    <a:pt x="293" y="6663"/>
                  </a:cubicBezTo>
                  <a:cubicBezTo>
                    <a:pt x="293" y="6101"/>
                    <a:pt x="293" y="5516"/>
                    <a:pt x="269" y="4930"/>
                  </a:cubicBezTo>
                  <a:cubicBezTo>
                    <a:pt x="217" y="4005"/>
                    <a:pt x="193" y="3027"/>
                    <a:pt x="193" y="2172"/>
                  </a:cubicBezTo>
                  <a:cubicBezTo>
                    <a:pt x="193" y="1563"/>
                    <a:pt x="217" y="1025"/>
                    <a:pt x="217" y="638"/>
                  </a:cubicBezTo>
                  <a:lnTo>
                    <a:pt x="217" y="170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7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49">
              <a:extLst>
                <a:ext uri="{FF2B5EF4-FFF2-40B4-BE49-F238E27FC236}">
                  <a16:creationId xmlns:a16="http://schemas.microsoft.com/office/drawing/2014/main" id="{CED88D03-391A-149B-89F2-2B3B5DA308C9}"/>
                </a:ext>
              </a:extLst>
            </p:cNvPr>
            <p:cNvSpPr/>
            <p:nvPr/>
          </p:nvSpPr>
          <p:spPr>
            <a:xfrm>
              <a:off x="3957115" y="3369330"/>
              <a:ext cx="189589" cy="403444"/>
            </a:xfrm>
            <a:custGeom>
              <a:avLst/>
              <a:gdLst/>
              <a:ahLst/>
              <a:cxnLst/>
              <a:rect l="l" t="t" r="r" b="b"/>
              <a:pathLst>
                <a:path w="2173" h="4624" extrusionOk="0">
                  <a:moveTo>
                    <a:pt x="1442" y="0"/>
                  </a:moveTo>
                  <a:cubicBezTo>
                    <a:pt x="1213" y="0"/>
                    <a:pt x="994" y="163"/>
                    <a:pt x="879" y="371"/>
                  </a:cubicBezTo>
                  <a:cubicBezTo>
                    <a:pt x="733" y="565"/>
                    <a:pt x="686" y="834"/>
                    <a:pt x="610" y="1080"/>
                  </a:cubicBezTo>
                  <a:cubicBezTo>
                    <a:pt x="510" y="1519"/>
                    <a:pt x="270" y="1929"/>
                    <a:pt x="171" y="2368"/>
                  </a:cubicBezTo>
                  <a:cubicBezTo>
                    <a:pt x="48" y="2860"/>
                    <a:pt x="1" y="3369"/>
                    <a:pt x="24" y="3861"/>
                  </a:cubicBezTo>
                  <a:cubicBezTo>
                    <a:pt x="48" y="4125"/>
                    <a:pt x="100" y="4417"/>
                    <a:pt x="317" y="4540"/>
                  </a:cubicBezTo>
                  <a:cubicBezTo>
                    <a:pt x="390" y="4599"/>
                    <a:pt x="487" y="4623"/>
                    <a:pt x="590" y="4623"/>
                  </a:cubicBezTo>
                  <a:cubicBezTo>
                    <a:pt x="661" y="4623"/>
                    <a:pt x="734" y="4612"/>
                    <a:pt x="803" y="4593"/>
                  </a:cubicBezTo>
                  <a:cubicBezTo>
                    <a:pt x="949" y="4517"/>
                    <a:pt x="1096" y="4394"/>
                    <a:pt x="1195" y="4271"/>
                  </a:cubicBezTo>
                  <a:cubicBezTo>
                    <a:pt x="1564" y="3832"/>
                    <a:pt x="1781" y="3299"/>
                    <a:pt x="1880" y="2737"/>
                  </a:cubicBezTo>
                  <a:cubicBezTo>
                    <a:pt x="1974" y="2151"/>
                    <a:pt x="1974" y="1543"/>
                    <a:pt x="2073" y="957"/>
                  </a:cubicBezTo>
                  <a:cubicBezTo>
                    <a:pt x="2173" y="494"/>
                    <a:pt x="1950" y="55"/>
                    <a:pt x="1488" y="3"/>
                  </a:cubicBezTo>
                  <a:cubicBezTo>
                    <a:pt x="1473" y="1"/>
                    <a:pt x="1457" y="0"/>
                    <a:pt x="14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49">
              <a:extLst>
                <a:ext uri="{FF2B5EF4-FFF2-40B4-BE49-F238E27FC236}">
                  <a16:creationId xmlns:a16="http://schemas.microsoft.com/office/drawing/2014/main" id="{C5BD555A-1EC2-F900-B470-4A807EC0D746}"/>
                </a:ext>
              </a:extLst>
            </p:cNvPr>
            <p:cNvSpPr/>
            <p:nvPr/>
          </p:nvSpPr>
          <p:spPr>
            <a:xfrm>
              <a:off x="4004144" y="3401701"/>
              <a:ext cx="89516" cy="293858"/>
            </a:xfrm>
            <a:custGeom>
              <a:avLst/>
              <a:gdLst/>
              <a:ahLst/>
              <a:cxnLst/>
              <a:rect l="l" t="t" r="r" b="b"/>
              <a:pathLst>
                <a:path w="1026" h="3368" extrusionOk="0">
                  <a:moveTo>
                    <a:pt x="925" y="0"/>
                  </a:moveTo>
                  <a:cubicBezTo>
                    <a:pt x="463" y="1049"/>
                    <a:pt x="147" y="2196"/>
                    <a:pt x="0" y="3367"/>
                  </a:cubicBezTo>
                  <a:lnTo>
                    <a:pt x="94" y="3367"/>
                  </a:lnTo>
                  <a:cubicBezTo>
                    <a:pt x="240" y="2220"/>
                    <a:pt x="557" y="1095"/>
                    <a:pt x="1025" y="47"/>
                  </a:cubicBezTo>
                  <a:lnTo>
                    <a:pt x="925" y="0"/>
                  </a:ln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49">
              <a:extLst>
                <a:ext uri="{FF2B5EF4-FFF2-40B4-BE49-F238E27FC236}">
                  <a16:creationId xmlns:a16="http://schemas.microsoft.com/office/drawing/2014/main" id="{9D9F7A2C-6EC8-C3DD-CCA4-B09BE8DA1299}"/>
                </a:ext>
              </a:extLst>
            </p:cNvPr>
            <p:cNvSpPr/>
            <p:nvPr/>
          </p:nvSpPr>
          <p:spPr>
            <a:xfrm>
              <a:off x="3820740" y="4272238"/>
              <a:ext cx="453687" cy="410860"/>
            </a:xfrm>
            <a:custGeom>
              <a:avLst/>
              <a:gdLst/>
              <a:ahLst/>
              <a:cxnLst/>
              <a:rect l="l" t="t" r="r" b="b"/>
              <a:pathLst>
                <a:path w="5200" h="4709" extrusionOk="0">
                  <a:moveTo>
                    <a:pt x="0" y="1"/>
                  </a:moveTo>
                  <a:lnTo>
                    <a:pt x="732" y="4708"/>
                  </a:lnTo>
                  <a:lnTo>
                    <a:pt x="4468" y="4708"/>
                  </a:lnTo>
                  <a:lnTo>
                    <a:pt x="520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49">
              <a:extLst>
                <a:ext uri="{FF2B5EF4-FFF2-40B4-BE49-F238E27FC236}">
                  <a16:creationId xmlns:a16="http://schemas.microsoft.com/office/drawing/2014/main" id="{0E0F0AC2-732F-0A2B-DF1B-674DC51914A4}"/>
                </a:ext>
              </a:extLst>
            </p:cNvPr>
            <p:cNvSpPr/>
            <p:nvPr/>
          </p:nvSpPr>
          <p:spPr>
            <a:xfrm>
              <a:off x="3835573" y="4363680"/>
              <a:ext cx="424023" cy="23557"/>
            </a:xfrm>
            <a:custGeom>
              <a:avLst/>
              <a:gdLst/>
              <a:ahLst/>
              <a:cxnLst/>
              <a:rect l="l" t="t" r="r" b="b"/>
              <a:pathLst>
                <a:path w="4860" h="270" extrusionOk="0">
                  <a:moveTo>
                    <a:pt x="0" y="1"/>
                  </a:moveTo>
                  <a:lnTo>
                    <a:pt x="29" y="270"/>
                  </a:lnTo>
                  <a:lnTo>
                    <a:pt x="4831" y="270"/>
                  </a:lnTo>
                  <a:lnTo>
                    <a:pt x="48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49">
              <a:extLst>
                <a:ext uri="{FF2B5EF4-FFF2-40B4-BE49-F238E27FC236}">
                  <a16:creationId xmlns:a16="http://schemas.microsoft.com/office/drawing/2014/main" id="{2ED0C02F-4470-06DE-5320-93FC19F1980B}"/>
                </a:ext>
              </a:extLst>
            </p:cNvPr>
            <p:cNvSpPr/>
            <p:nvPr/>
          </p:nvSpPr>
          <p:spPr>
            <a:xfrm>
              <a:off x="3801806" y="4374413"/>
              <a:ext cx="106355" cy="487466"/>
            </a:xfrm>
            <a:custGeom>
              <a:avLst/>
              <a:gdLst/>
              <a:ahLst/>
              <a:cxnLst/>
              <a:rect l="l" t="t" r="r" b="b"/>
              <a:pathLst>
                <a:path w="1219" h="5587" extrusionOk="0">
                  <a:moveTo>
                    <a:pt x="1148" y="1"/>
                  </a:moveTo>
                  <a:lnTo>
                    <a:pt x="1" y="5586"/>
                  </a:lnTo>
                  <a:lnTo>
                    <a:pt x="94" y="5586"/>
                  </a:lnTo>
                  <a:lnTo>
                    <a:pt x="1219" y="24"/>
                  </a:lnTo>
                  <a:lnTo>
                    <a:pt x="11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49">
              <a:extLst>
                <a:ext uri="{FF2B5EF4-FFF2-40B4-BE49-F238E27FC236}">
                  <a16:creationId xmlns:a16="http://schemas.microsoft.com/office/drawing/2014/main" id="{5B916661-DA81-25B9-B103-2CDFB6D6458A}"/>
                </a:ext>
              </a:extLst>
            </p:cNvPr>
            <p:cNvSpPr/>
            <p:nvPr/>
          </p:nvSpPr>
          <p:spPr>
            <a:xfrm>
              <a:off x="4185018" y="4374413"/>
              <a:ext cx="106267" cy="487466"/>
            </a:xfrm>
            <a:custGeom>
              <a:avLst/>
              <a:gdLst/>
              <a:ahLst/>
              <a:cxnLst/>
              <a:rect l="l" t="t" r="r" b="b"/>
              <a:pathLst>
                <a:path w="1218" h="5587" extrusionOk="0">
                  <a:moveTo>
                    <a:pt x="94" y="1"/>
                  </a:moveTo>
                  <a:lnTo>
                    <a:pt x="0" y="24"/>
                  </a:lnTo>
                  <a:lnTo>
                    <a:pt x="1118" y="5586"/>
                  </a:lnTo>
                  <a:lnTo>
                    <a:pt x="1218" y="5586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49">
              <a:extLst>
                <a:ext uri="{FF2B5EF4-FFF2-40B4-BE49-F238E27FC236}">
                  <a16:creationId xmlns:a16="http://schemas.microsoft.com/office/drawing/2014/main" id="{D2AB3F23-F1DA-B80D-CC7D-87540F4DEE9B}"/>
                </a:ext>
              </a:extLst>
            </p:cNvPr>
            <p:cNvSpPr/>
            <p:nvPr/>
          </p:nvSpPr>
          <p:spPr>
            <a:xfrm>
              <a:off x="4042448" y="4376507"/>
              <a:ext cx="8289" cy="485372"/>
            </a:xfrm>
            <a:custGeom>
              <a:avLst/>
              <a:gdLst/>
              <a:ahLst/>
              <a:cxnLst/>
              <a:rect l="l" t="t" r="r" b="b"/>
              <a:pathLst>
                <a:path w="95" h="5563" extrusionOk="0">
                  <a:moveTo>
                    <a:pt x="1" y="0"/>
                  </a:moveTo>
                  <a:lnTo>
                    <a:pt x="1" y="5562"/>
                  </a:lnTo>
                  <a:lnTo>
                    <a:pt x="94" y="5562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49">
              <a:extLst>
                <a:ext uri="{FF2B5EF4-FFF2-40B4-BE49-F238E27FC236}">
                  <a16:creationId xmlns:a16="http://schemas.microsoft.com/office/drawing/2014/main" id="{6E1D78C9-48C6-2F3F-103F-6A206F91D4FD}"/>
                </a:ext>
              </a:extLst>
            </p:cNvPr>
            <p:cNvSpPr/>
            <p:nvPr/>
          </p:nvSpPr>
          <p:spPr>
            <a:xfrm>
              <a:off x="4172192" y="3731261"/>
              <a:ext cx="325520" cy="263321"/>
            </a:xfrm>
            <a:custGeom>
              <a:avLst/>
              <a:gdLst/>
              <a:ahLst/>
              <a:cxnLst/>
              <a:rect l="l" t="t" r="r" b="b"/>
              <a:pathLst>
                <a:path w="3731" h="3018" extrusionOk="0">
                  <a:moveTo>
                    <a:pt x="774" y="0"/>
                  </a:moveTo>
                  <a:cubicBezTo>
                    <a:pt x="595" y="0"/>
                    <a:pt x="429" y="41"/>
                    <a:pt x="317" y="152"/>
                  </a:cubicBezTo>
                  <a:cubicBezTo>
                    <a:pt x="1" y="468"/>
                    <a:pt x="217" y="831"/>
                    <a:pt x="487" y="1101"/>
                  </a:cubicBezTo>
                  <a:cubicBezTo>
                    <a:pt x="856" y="1470"/>
                    <a:pt x="1219" y="1856"/>
                    <a:pt x="1587" y="2248"/>
                  </a:cubicBezTo>
                  <a:cubicBezTo>
                    <a:pt x="1781" y="2442"/>
                    <a:pt x="1974" y="2664"/>
                    <a:pt x="2196" y="2810"/>
                  </a:cubicBezTo>
                  <a:cubicBezTo>
                    <a:pt x="2430" y="2946"/>
                    <a:pt x="2693" y="3018"/>
                    <a:pt x="2950" y="3018"/>
                  </a:cubicBezTo>
                  <a:cubicBezTo>
                    <a:pt x="3016" y="3018"/>
                    <a:pt x="3081" y="3013"/>
                    <a:pt x="3145" y="3004"/>
                  </a:cubicBezTo>
                  <a:cubicBezTo>
                    <a:pt x="3244" y="2980"/>
                    <a:pt x="3344" y="2957"/>
                    <a:pt x="3414" y="2904"/>
                  </a:cubicBezTo>
                  <a:cubicBezTo>
                    <a:pt x="3514" y="2857"/>
                    <a:pt x="3584" y="2734"/>
                    <a:pt x="3637" y="2641"/>
                  </a:cubicBezTo>
                  <a:cubicBezTo>
                    <a:pt x="3730" y="2319"/>
                    <a:pt x="3684" y="1956"/>
                    <a:pt x="3514" y="1663"/>
                  </a:cubicBezTo>
                  <a:cubicBezTo>
                    <a:pt x="3367" y="1347"/>
                    <a:pt x="3122" y="1124"/>
                    <a:pt x="2852" y="908"/>
                  </a:cubicBezTo>
                  <a:cubicBezTo>
                    <a:pt x="2466" y="591"/>
                    <a:pt x="1974" y="299"/>
                    <a:pt x="1488" y="152"/>
                  </a:cubicBezTo>
                  <a:cubicBezTo>
                    <a:pt x="1303" y="80"/>
                    <a:pt x="1026" y="0"/>
                    <a:pt x="7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49">
              <a:extLst>
                <a:ext uri="{FF2B5EF4-FFF2-40B4-BE49-F238E27FC236}">
                  <a16:creationId xmlns:a16="http://schemas.microsoft.com/office/drawing/2014/main" id="{AD1710B2-A027-132F-DCBF-C57E3D128E81}"/>
                </a:ext>
              </a:extLst>
            </p:cNvPr>
            <p:cNvSpPr/>
            <p:nvPr/>
          </p:nvSpPr>
          <p:spPr>
            <a:xfrm>
              <a:off x="4212590" y="3763371"/>
              <a:ext cx="210528" cy="142654"/>
            </a:xfrm>
            <a:custGeom>
              <a:avLst/>
              <a:gdLst/>
              <a:ahLst/>
              <a:cxnLst/>
              <a:rect l="l" t="t" r="r" b="b"/>
              <a:pathLst>
                <a:path w="2413" h="1635" extrusionOk="0">
                  <a:moveTo>
                    <a:pt x="47" y="1"/>
                  </a:moveTo>
                  <a:lnTo>
                    <a:pt x="0" y="77"/>
                  </a:lnTo>
                  <a:cubicBezTo>
                    <a:pt x="855" y="463"/>
                    <a:pt x="1634" y="1002"/>
                    <a:pt x="2342" y="1634"/>
                  </a:cubicBezTo>
                  <a:lnTo>
                    <a:pt x="2413" y="1564"/>
                  </a:lnTo>
                  <a:cubicBezTo>
                    <a:pt x="1710" y="903"/>
                    <a:pt x="902" y="393"/>
                    <a:pt x="47" y="1"/>
                  </a:cubicBez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49">
              <a:extLst>
                <a:ext uri="{FF2B5EF4-FFF2-40B4-BE49-F238E27FC236}">
                  <a16:creationId xmlns:a16="http://schemas.microsoft.com/office/drawing/2014/main" id="{1B7536AF-9E3A-9AD2-EBDA-887D6442DC68}"/>
                </a:ext>
              </a:extLst>
            </p:cNvPr>
            <p:cNvSpPr/>
            <p:nvPr/>
          </p:nvSpPr>
          <p:spPr>
            <a:xfrm>
              <a:off x="3910173" y="3816072"/>
              <a:ext cx="344889" cy="256253"/>
            </a:xfrm>
            <a:custGeom>
              <a:avLst/>
              <a:gdLst/>
              <a:ahLst/>
              <a:cxnLst/>
              <a:rect l="l" t="t" r="r" b="b"/>
              <a:pathLst>
                <a:path w="3953" h="2937" extrusionOk="0">
                  <a:moveTo>
                    <a:pt x="958" y="1"/>
                  </a:moveTo>
                  <a:cubicBezTo>
                    <a:pt x="633" y="1"/>
                    <a:pt x="331" y="92"/>
                    <a:pt x="170" y="398"/>
                  </a:cubicBezTo>
                  <a:cubicBezTo>
                    <a:pt x="0" y="667"/>
                    <a:pt x="732" y="1347"/>
                    <a:pt x="878" y="1522"/>
                  </a:cubicBezTo>
                  <a:cubicBezTo>
                    <a:pt x="1271" y="1909"/>
                    <a:pt x="1686" y="2278"/>
                    <a:pt x="2149" y="2547"/>
                  </a:cubicBezTo>
                  <a:cubicBezTo>
                    <a:pt x="2490" y="2763"/>
                    <a:pt x="2863" y="2936"/>
                    <a:pt x="3241" y="2936"/>
                  </a:cubicBezTo>
                  <a:cubicBezTo>
                    <a:pt x="3324" y="2936"/>
                    <a:pt x="3407" y="2928"/>
                    <a:pt x="3490" y="2910"/>
                  </a:cubicBezTo>
                  <a:cubicBezTo>
                    <a:pt x="3660" y="2863"/>
                    <a:pt x="3829" y="2764"/>
                    <a:pt x="3882" y="2594"/>
                  </a:cubicBezTo>
                  <a:cubicBezTo>
                    <a:pt x="3952" y="2471"/>
                    <a:pt x="3929" y="2348"/>
                    <a:pt x="3905" y="2202"/>
                  </a:cubicBezTo>
                  <a:cubicBezTo>
                    <a:pt x="3829" y="1838"/>
                    <a:pt x="3683" y="1470"/>
                    <a:pt x="3466" y="1177"/>
                  </a:cubicBezTo>
                  <a:cubicBezTo>
                    <a:pt x="3074" y="644"/>
                    <a:pt x="2488" y="322"/>
                    <a:pt x="1880" y="152"/>
                  </a:cubicBezTo>
                  <a:cubicBezTo>
                    <a:pt x="1626" y="91"/>
                    <a:pt x="1281" y="1"/>
                    <a:pt x="9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49">
              <a:extLst>
                <a:ext uri="{FF2B5EF4-FFF2-40B4-BE49-F238E27FC236}">
                  <a16:creationId xmlns:a16="http://schemas.microsoft.com/office/drawing/2014/main" id="{AAC0C6D4-447D-0984-2B4E-3D274CA71B3B}"/>
                </a:ext>
              </a:extLst>
            </p:cNvPr>
            <p:cNvSpPr/>
            <p:nvPr/>
          </p:nvSpPr>
          <p:spPr>
            <a:xfrm>
              <a:off x="3953014" y="3852806"/>
              <a:ext cx="227454" cy="140560"/>
            </a:xfrm>
            <a:custGeom>
              <a:avLst/>
              <a:gdLst/>
              <a:ahLst/>
              <a:cxnLst/>
              <a:rect l="l" t="t" r="r" b="b"/>
              <a:pathLst>
                <a:path w="2607" h="1611" extrusionOk="0">
                  <a:moveTo>
                    <a:pt x="48" y="1"/>
                  </a:moveTo>
                  <a:lnTo>
                    <a:pt x="1" y="100"/>
                  </a:lnTo>
                  <a:cubicBezTo>
                    <a:pt x="879" y="563"/>
                    <a:pt x="1728" y="1072"/>
                    <a:pt x="2560" y="1611"/>
                  </a:cubicBezTo>
                  <a:lnTo>
                    <a:pt x="2606" y="1540"/>
                  </a:lnTo>
                  <a:cubicBezTo>
                    <a:pt x="1781" y="978"/>
                    <a:pt x="926" y="463"/>
                    <a:pt x="48" y="1"/>
                  </a:cubicBez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49">
              <a:extLst>
                <a:ext uri="{FF2B5EF4-FFF2-40B4-BE49-F238E27FC236}">
                  <a16:creationId xmlns:a16="http://schemas.microsoft.com/office/drawing/2014/main" id="{EC91849A-653D-9DA2-BE27-3993DEC69465}"/>
                </a:ext>
              </a:extLst>
            </p:cNvPr>
            <p:cNvSpPr/>
            <p:nvPr/>
          </p:nvSpPr>
          <p:spPr>
            <a:xfrm>
              <a:off x="4178300" y="3498816"/>
              <a:ext cx="394010" cy="188547"/>
            </a:xfrm>
            <a:custGeom>
              <a:avLst/>
              <a:gdLst/>
              <a:ahLst/>
              <a:cxnLst/>
              <a:rect l="l" t="t" r="r" b="b"/>
              <a:pathLst>
                <a:path w="4516" h="2161" extrusionOk="0">
                  <a:moveTo>
                    <a:pt x="2862" y="0"/>
                  </a:moveTo>
                  <a:cubicBezTo>
                    <a:pt x="2529" y="0"/>
                    <a:pt x="2187" y="50"/>
                    <a:pt x="1857" y="129"/>
                  </a:cubicBezTo>
                  <a:cubicBezTo>
                    <a:pt x="1395" y="228"/>
                    <a:pt x="540" y="82"/>
                    <a:pt x="346" y="767"/>
                  </a:cubicBezTo>
                  <a:cubicBezTo>
                    <a:pt x="1" y="1739"/>
                    <a:pt x="1395" y="1815"/>
                    <a:pt x="1927" y="1985"/>
                  </a:cubicBezTo>
                  <a:cubicBezTo>
                    <a:pt x="2279" y="2082"/>
                    <a:pt x="2620" y="2160"/>
                    <a:pt x="2950" y="2160"/>
                  </a:cubicBezTo>
                  <a:cubicBezTo>
                    <a:pt x="3357" y="2160"/>
                    <a:pt x="3748" y="2041"/>
                    <a:pt x="4123" y="1692"/>
                  </a:cubicBezTo>
                  <a:cubicBezTo>
                    <a:pt x="4346" y="1470"/>
                    <a:pt x="4515" y="1177"/>
                    <a:pt x="4468" y="861"/>
                  </a:cubicBezTo>
                  <a:cubicBezTo>
                    <a:pt x="4416" y="691"/>
                    <a:pt x="4299" y="544"/>
                    <a:pt x="4176" y="422"/>
                  </a:cubicBezTo>
                  <a:cubicBezTo>
                    <a:pt x="3860" y="152"/>
                    <a:pt x="3467" y="35"/>
                    <a:pt x="3052" y="6"/>
                  </a:cubicBezTo>
                  <a:cubicBezTo>
                    <a:pt x="2989" y="2"/>
                    <a:pt x="2926" y="0"/>
                    <a:pt x="28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49">
              <a:extLst>
                <a:ext uri="{FF2B5EF4-FFF2-40B4-BE49-F238E27FC236}">
                  <a16:creationId xmlns:a16="http://schemas.microsoft.com/office/drawing/2014/main" id="{48649044-BA16-3177-56EF-803C27D6381A}"/>
                </a:ext>
              </a:extLst>
            </p:cNvPr>
            <p:cNvSpPr/>
            <p:nvPr/>
          </p:nvSpPr>
          <p:spPr>
            <a:xfrm>
              <a:off x="4236061" y="3578479"/>
              <a:ext cx="281024" cy="55229"/>
            </a:xfrm>
            <a:custGeom>
              <a:avLst/>
              <a:gdLst/>
              <a:ahLst/>
              <a:cxnLst/>
              <a:rect l="l" t="t" r="r" b="b"/>
              <a:pathLst>
                <a:path w="3221" h="633" extrusionOk="0">
                  <a:moveTo>
                    <a:pt x="1" y="0"/>
                  </a:moveTo>
                  <a:lnTo>
                    <a:pt x="1" y="94"/>
                  </a:lnTo>
                  <a:cubicBezTo>
                    <a:pt x="1072" y="94"/>
                    <a:pt x="2144" y="293"/>
                    <a:pt x="3168" y="633"/>
                  </a:cubicBezTo>
                  <a:lnTo>
                    <a:pt x="3221" y="533"/>
                  </a:lnTo>
                  <a:cubicBezTo>
                    <a:pt x="2173" y="194"/>
                    <a:pt x="1096" y="0"/>
                    <a:pt x="1" y="0"/>
                  </a:cubicBez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2952;p55">
            <a:extLst>
              <a:ext uri="{FF2B5EF4-FFF2-40B4-BE49-F238E27FC236}">
                <a16:creationId xmlns:a16="http://schemas.microsoft.com/office/drawing/2014/main" id="{828C0A1D-A3C6-9CDC-92C8-0248F624E041}"/>
              </a:ext>
            </a:extLst>
          </p:cNvPr>
          <p:cNvGrpSpPr/>
          <p:nvPr/>
        </p:nvGrpSpPr>
        <p:grpSpPr>
          <a:xfrm>
            <a:off x="4168800" y="2773800"/>
            <a:ext cx="4864950" cy="704100"/>
            <a:chOff x="2749962" y="2514600"/>
            <a:chExt cx="3447900" cy="704100"/>
          </a:xfrm>
        </p:grpSpPr>
        <p:sp>
          <p:nvSpPr>
            <p:cNvPr id="6" name="Google Shape;2954;p55">
              <a:extLst>
                <a:ext uri="{FF2B5EF4-FFF2-40B4-BE49-F238E27FC236}">
                  <a16:creationId xmlns:a16="http://schemas.microsoft.com/office/drawing/2014/main" id="{272336D2-CAD7-F1C4-4124-238D833007AA}"/>
                </a:ext>
              </a:extLst>
            </p:cNvPr>
            <p:cNvSpPr/>
            <p:nvPr/>
          </p:nvSpPr>
          <p:spPr>
            <a:xfrm>
              <a:off x="4197762" y="2514600"/>
              <a:ext cx="2000100" cy="704100"/>
            </a:xfrm>
            <a:prstGeom prst="roundRect">
              <a:avLst>
                <a:gd name="adj" fmla="val 50000"/>
              </a:avLst>
            </a:prstGeom>
            <a:solidFill>
              <a:srgbClr val="4B54A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955;p55">
              <a:extLst>
                <a:ext uri="{FF2B5EF4-FFF2-40B4-BE49-F238E27FC236}">
                  <a16:creationId xmlns:a16="http://schemas.microsoft.com/office/drawing/2014/main" id="{14983EEF-898A-E821-897D-849C0C3DCA2A}"/>
                </a:ext>
              </a:extLst>
            </p:cNvPr>
            <p:cNvSpPr/>
            <p:nvPr/>
          </p:nvSpPr>
          <p:spPr>
            <a:xfrm>
              <a:off x="2749962" y="2514600"/>
              <a:ext cx="2000100" cy="704100"/>
            </a:xfrm>
            <a:prstGeom prst="roundRect">
              <a:avLst>
                <a:gd name="adj" fmla="val 50000"/>
              </a:avLst>
            </a:prstGeom>
            <a:solidFill>
              <a:srgbClr val="94A2D3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2962;p55">
            <a:extLst>
              <a:ext uri="{FF2B5EF4-FFF2-40B4-BE49-F238E27FC236}">
                <a16:creationId xmlns:a16="http://schemas.microsoft.com/office/drawing/2014/main" id="{FA32F99A-525C-4427-40FC-A56B51281181}"/>
              </a:ext>
            </a:extLst>
          </p:cNvPr>
          <p:cNvSpPr txBox="1">
            <a:spLocks/>
          </p:cNvSpPr>
          <p:nvPr/>
        </p:nvSpPr>
        <p:spPr>
          <a:xfrm>
            <a:off x="4607362" y="2901625"/>
            <a:ext cx="18183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Comfortaa"/>
              <a:buNone/>
              <a:defRPr sz="28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 dirty="0">
                <a:solidFill>
                  <a:schemeClr val="lt1"/>
                </a:solidFill>
              </a:rPr>
              <a:t>Gender</a:t>
            </a:r>
          </a:p>
        </p:txBody>
      </p:sp>
      <p:sp>
        <p:nvSpPr>
          <p:cNvPr id="14" name="Google Shape;2963;p55">
            <a:extLst>
              <a:ext uri="{FF2B5EF4-FFF2-40B4-BE49-F238E27FC236}">
                <a16:creationId xmlns:a16="http://schemas.microsoft.com/office/drawing/2014/main" id="{87E1ACFB-347C-44A8-DC90-AAA5207840CC}"/>
              </a:ext>
            </a:extLst>
          </p:cNvPr>
          <p:cNvSpPr txBox="1">
            <a:spLocks/>
          </p:cNvSpPr>
          <p:nvPr/>
        </p:nvSpPr>
        <p:spPr>
          <a:xfrm>
            <a:off x="7034362" y="2866476"/>
            <a:ext cx="1818300" cy="639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Comfortaa"/>
              <a:buNone/>
              <a:defRPr sz="28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 dirty="0">
                <a:solidFill>
                  <a:schemeClr val="lt1"/>
                </a:solidFill>
              </a:rPr>
              <a:t>Attrition by gender</a:t>
            </a:r>
          </a:p>
        </p:txBody>
      </p:sp>
    </p:spTree>
    <p:extLst>
      <p:ext uri="{BB962C8B-B14F-4D97-AF65-F5344CB8AC3E}">
        <p14:creationId xmlns:p14="http://schemas.microsoft.com/office/powerpoint/2010/main" val="378814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0">
          <a:extLst>
            <a:ext uri="{FF2B5EF4-FFF2-40B4-BE49-F238E27FC236}">
              <a16:creationId xmlns:a16="http://schemas.microsoft.com/office/drawing/2014/main" id="{CB0E2580-5F09-247D-A54B-40FA9016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33">
            <a:extLst>
              <a:ext uri="{FF2B5EF4-FFF2-40B4-BE49-F238E27FC236}">
                <a16:creationId xmlns:a16="http://schemas.microsoft.com/office/drawing/2014/main" id="{0F424F4A-7EA5-6BAB-4751-8E3D68A998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" y="1"/>
            <a:ext cx="6883325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US" dirty="0"/>
              <a:t>Attrition by gender section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F36543-2140-AA6E-E507-64D9FFA9F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65" y="535186"/>
            <a:ext cx="1501270" cy="1005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92446D-7D63-2F00-A05E-AC6621C3F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774" y="1742947"/>
            <a:ext cx="7986452" cy="1859441"/>
          </a:xfrm>
          <a:prstGeom prst="rect">
            <a:avLst/>
          </a:prstGeom>
        </p:spPr>
      </p:pic>
      <p:cxnSp>
        <p:nvCxnSpPr>
          <p:cNvPr id="15" name="Google Shape;2958;p55">
            <a:extLst>
              <a:ext uri="{FF2B5EF4-FFF2-40B4-BE49-F238E27FC236}">
                <a16:creationId xmlns:a16="http://schemas.microsoft.com/office/drawing/2014/main" id="{CBF61B12-9013-DEF0-DF22-7FCEEC260F04}"/>
              </a:ext>
            </a:extLst>
          </p:cNvPr>
          <p:cNvCxnSpPr>
            <a:cxnSpLocks/>
          </p:cNvCxnSpPr>
          <p:nvPr/>
        </p:nvCxnSpPr>
        <p:spPr>
          <a:xfrm>
            <a:off x="2188800" y="697925"/>
            <a:ext cx="168088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" name="Google Shape;2299;p45">
            <a:extLst>
              <a:ext uri="{FF2B5EF4-FFF2-40B4-BE49-F238E27FC236}">
                <a16:creationId xmlns:a16="http://schemas.microsoft.com/office/drawing/2014/main" id="{26AC09D5-A2BD-8D2D-06EF-E0F969C1CE3D}"/>
              </a:ext>
            </a:extLst>
          </p:cNvPr>
          <p:cNvSpPr txBox="1">
            <a:spLocks/>
          </p:cNvSpPr>
          <p:nvPr/>
        </p:nvSpPr>
        <p:spPr>
          <a:xfrm>
            <a:off x="2319984" y="488406"/>
            <a:ext cx="5132016" cy="54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/>
              <a:t>Bar chart shows employee demographic breakdown by gender </a:t>
            </a:r>
          </a:p>
        </p:txBody>
      </p:sp>
      <p:cxnSp>
        <p:nvCxnSpPr>
          <p:cNvPr id="12" name="Google Shape;2958;p55">
            <a:extLst>
              <a:ext uri="{FF2B5EF4-FFF2-40B4-BE49-F238E27FC236}">
                <a16:creationId xmlns:a16="http://schemas.microsoft.com/office/drawing/2014/main" id="{DD6F5C07-1224-257D-F0BE-623E5FE9DDEB}"/>
              </a:ext>
            </a:extLst>
          </p:cNvPr>
          <p:cNvCxnSpPr>
            <a:cxnSpLocks/>
          </p:cNvCxnSpPr>
          <p:nvPr/>
        </p:nvCxnSpPr>
        <p:spPr>
          <a:xfrm>
            <a:off x="2190000" y="1210325"/>
            <a:ext cx="168088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" name="Google Shape;2299;p45">
            <a:extLst>
              <a:ext uri="{FF2B5EF4-FFF2-40B4-BE49-F238E27FC236}">
                <a16:creationId xmlns:a16="http://schemas.microsoft.com/office/drawing/2014/main" id="{873E0F8D-451A-A69D-E9BC-B85AFDA47E00}"/>
              </a:ext>
            </a:extLst>
          </p:cNvPr>
          <p:cNvSpPr txBox="1">
            <a:spLocks/>
          </p:cNvSpPr>
          <p:nvPr/>
        </p:nvSpPr>
        <p:spPr>
          <a:xfrm>
            <a:off x="2321184" y="1000806"/>
            <a:ext cx="5132016" cy="54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/>
              <a:t>More males (150) are employed by the company than females (87)</a:t>
            </a:r>
          </a:p>
        </p:txBody>
      </p:sp>
      <p:cxnSp>
        <p:nvCxnSpPr>
          <p:cNvPr id="14" name="Google Shape;2958;p55">
            <a:extLst>
              <a:ext uri="{FF2B5EF4-FFF2-40B4-BE49-F238E27FC236}">
                <a16:creationId xmlns:a16="http://schemas.microsoft.com/office/drawing/2014/main" id="{AD8C6EDB-664B-13F4-B425-0CC43D9D5ED2}"/>
              </a:ext>
            </a:extLst>
          </p:cNvPr>
          <p:cNvCxnSpPr>
            <a:cxnSpLocks/>
          </p:cNvCxnSpPr>
          <p:nvPr/>
        </p:nvCxnSpPr>
        <p:spPr>
          <a:xfrm>
            <a:off x="786000" y="3787925"/>
            <a:ext cx="168088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6" name="Google Shape;2299;p45">
            <a:extLst>
              <a:ext uri="{FF2B5EF4-FFF2-40B4-BE49-F238E27FC236}">
                <a16:creationId xmlns:a16="http://schemas.microsoft.com/office/drawing/2014/main" id="{DBF4D877-886A-E032-755C-B75D03C48620}"/>
              </a:ext>
            </a:extLst>
          </p:cNvPr>
          <p:cNvSpPr txBox="1">
            <a:spLocks/>
          </p:cNvSpPr>
          <p:nvPr/>
        </p:nvSpPr>
        <p:spPr>
          <a:xfrm>
            <a:off x="917184" y="3578406"/>
            <a:ext cx="8217216" cy="54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/>
              <a:t>Donut charts compare employee attrition rates between genders for different age groups</a:t>
            </a:r>
          </a:p>
        </p:txBody>
      </p:sp>
      <p:cxnSp>
        <p:nvCxnSpPr>
          <p:cNvPr id="17" name="Google Shape;2958;p55">
            <a:extLst>
              <a:ext uri="{FF2B5EF4-FFF2-40B4-BE49-F238E27FC236}">
                <a16:creationId xmlns:a16="http://schemas.microsoft.com/office/drawing/2014/main" id="{6A2A2F4B-6EEA-E346-A9F0-921ABC083C5B}"/>
              </a:ext>
            </a:extLst>
          </p:cNvPr>
          <p:cNvCxnSpPr>
            <a:cxnSpLocks/>
          </p:cNvCxnSpPr>
          <p:nvPr/>
        </p:nvCxnSpPr>
        <p:spPr>
          <a:xfrm>
            <a:off x="787200" y="4062725"/>
            <a:ext cx="168088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" name="Google Shape;2299;p45">
            <a:extLst>
              <a:ext uri="{FF2B5EF4-FFF2-40B4-BE49-F238E27FC236}">
                <a16:creationId xmlns:a16="http://schemas.microsoft.com/office/drawing/2014/main" id="{56664ACB-A512-9A17-3048-D5227477E496}"/>
              </a:ext>
            </a:extLst>
          </p:cNvPr>
          <p:cNvSpPr txBox="1">
            <a:spLocks/>
          </p:cNvSpPr>
          <p:nvPr/>
        </p:nvSpPr>
        <p:spPr>
          <a:xfrm>
            <a:off x="918384" y="3853206"/>
            <a:ext cx="8132016" cy="37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/>
              <a:t>Most of the separated employees (112) were in the 2</a:t>
            </a:r>
            <a:r>
              <a:rPr lang="en-US" baseline="30000" dirty="0"/>
              <a:t>nd</a:t>
            </a:r>
            <a:r>
              <a:rPr lang="en-US" dirty="0"/>
              <a:t> age group between 25-34 years old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64ED0C4-86D3-22F4-2DDF-B7924B9FF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2429" y="2710134"/>
            <a:ext cx="1204064" cy="5944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4F0058B-1CE6-7145-712D-EDCCAF03D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792" y="2803734"/>
            <a:ext cx="1333616" cy="55630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C34EE87-C42A-03D6-F20B-F7A65A304E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6514" y="2781713"/>
            <a:ext cx="1234547" cy="56392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600DA63-03EC-9E7E-4A99-A19C18B0CC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4599" y="2702513"/>
            <a:ext cx="1219306" cy="54868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99CAB03-D8CD-3135-0935-AF33D40BB1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1764" y="2785365"/>
            <a:ext cx="1265030" cy="548688"/>
          </a:xfrm>
          <a:prstGeom prst="rect">
            <a:avLst/>
          </a:prstGeom>
        </p:spPr>
      </p:pic>
      <p:cxnSp>
        <p:nvCxnSpPr>
          <p:cNvPr id="31" name="Google Shape;2958;p55">
            <a:extLst>
              <a:ext uri="{FF2B5EF4-FFF2-40B4-BE49-F238E27FC236}">
                <a16:creationId xmlns:a16="http://schemas.microsoft.com/office/drawing/2014/main" id="{73606D37-65DF-14AB-33F4-AEB5CE861B95}"/>
              </a:ext>
            </a:extLst>
          </p:cNvPr>
          <p:cNvCxnSpPr>
            <a:cxnSpLocks/>
          </p:cNvCxnSpPr>
          <p:nvPr/>
        </p:nvCxnSpPr>
        <p:spPr>
          <a:xfrm>
            <a:off x="795600" y="4315925"/>
            <a:ext cx="168088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" name="Google Shape;2299;p45">
            <a:extLst>
              <a:ext uri="{FF2B5EF4-FFF2-40B4-BE49-F238E27FC236}">
                <a16:creationId xmlns:a16="http://schemas.microsoft.com/office/drawing/2014/main" id="{BFCB99B5-020A-18FE-785B-87A56921B512}"/>
              </a:ext>
            </a:extLst>
          </p:cNvPr>
          <p:cNvSpPr txBox="1">
            <a:spLocks/>
          </p:cNvSpPr>
          <p:nvPr/>
        </p:nvSpPr>
        <p:spPr>
          <a:xfrm>
            <a:off x="926784" y="4106406"/>
            <a:ext cx="8217216" cy="54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/>
              <a:t>Most of the separated females (69) were under 25 years old. Most separated males (37) were between 35-44</a:t>
            </a:r>
          </a:p>
        </p:txBody>
      </p:sp>
      <p:grpSp>
        <p:nvGrpSpPr>
          <p:cNvPr id="33" name="Google Shape;2446;p49">
            <a:extLst>
              <a:ext uri="{FF2B5EF4-FFF2-40B4-BE49-F238E27FC236}">
                <a16:creationId xmlns:a16="http://schemas.microsoft.com/office/drawing/2014/main" id="{BDCEC22A-9E76-34D9-5B79-EFEBF298E375}"/>
              </a:ext>
            </a:extLst>
          </p:cNvPr>
          <p:cNvGrpSpPr/>
          <p:nvPr/>
        </p:nvGrpSpPr>
        <p:grpSpPr>
          <a:xfrm>
            <a:off x="7344000" y="88786"/>
            <a:ext cx="1759392" cy="1541108"/>
            <a:chOff x="617501" y="1797025"/>
            <a:chExt cx="3954809" cy="3064853"/>
          </a:xfrm>
        </p:grpSpPr>
        <p:sp>
          <p:nvSpPr>
            <p:cNvPr id="34" name="Google Shape;2447;p49">
              <a:extLst>
                <a:ext uri="{FF2B5EF4-FFF2-40B4-BE49-F238E27FC236}">
                  <a16:creationId xmlns:a16="http://schemas.microsoft.com/office/drawing/2014/main" id="{DA8A9828-A49A-1E73-60E4-F9946C99AFDF}"/>
                </a:ext>
              </a:extLst>
            </p:cNvPr>
            <p:cNvSpPr/>
            <p:nvPr/>
          </p:nvSpPr>
          <p:spPr>
            <a:xfrm>
              <a:off x="2194733" y="2099424"/>
              <a:ext cx="393646" cy="443125"/>
            </a:xfrm>
            <a:custGeom>
              <a:avLst/>
              <a:gdLst/>
              <a:ahLst/>
              <a:cxnLst/>
              <a:rect l="l" t="t" r="r" b="b"/>
              <a:pathLst>
                <a:path w="3421" h="3851" extrusionOk="0">
                  <a:moveTo>
                    <a:pt x="1904" y="0"/>
                  </a:moveTo>
                  <a:cubicBezTo>
                    <a:pt x="1640" y="100"/>
                    <a:pt x="1394" y="217"/>
                    <a:pt x="1225" y="416"/>
                  </a:cubicBezTo>
                  <a:cubicBezTo>
                    <a:pt x="955" y="656"/>
                    <a:pt x="1026" y="832"/>
                    <a:pt x="932" y="1095"/>
                  </a:cubicBezTo>
                  <a:cubicBezTo>
                    <a:pt x="832" y="1388"/>
                    <a:pt x="516" y="1534"/>
                    <a:pt x="294" y="1780"/>
                  </a:cubicBezTo>
                  <a:cubicBezTo>
                    <a:pt x="1" y="2120"/>
                    <a:pt x="1" y="2659"/>
                    <a:pt x="223" y="3051"/>
                  </a:cubicBezTo>
                  <a:cubicBezTo>
                    <a:pt x="440" y="3437"/>
                    <a:pt x="856" y="3683"/>
                    <a:pt x="1295" y="3806"/>
                  </a:cubicBezTo>
                  <a:cubicBezTo>
                    <a:pt x="1439" y="3834"/>
                    <a:pt x="1586" y="3850"/>
                    <a:pt x="1733" y="3850"/>
                  </a:cubicBezTo>
                  <a:cubicBezTo>
                    <a:pt x="1960" y="3850"/>
                    <a:pt x="2185" y="3810"/>
                    <a:pt x="2396" y="3707"/>
                  </a:cubicBezTo>
                  <a:cubicBezTo>
                    <a:pt x="2712" y="3560"/>
                    <a:pt x="2958" y="3244"/>
                    <a:pt x="3104" y="2904"/>
                  </a:cubicBezTo>
                  <a:cubicBezTo>
                    <a:pt x="3274" y="2588"/>
                    <a:pt x="3344" y="2219"/>
                    <a:pt x="3420" y="1856"/>
                  </a:cubicBezTo>
                  <a:lnTo>
                    <a:pt x="19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448;p49">
              <a:extLst>
                <a:ext uri="{FF2B5EF4-FFF2-40B4-BE49-F238E27FC236}">
                  <a16:creationId xmlns:a16="http://schemas.microsoft.com/office/drawing/2014/main" id="{E0004913-8117-39D7-9F4A-D59AAC01134A}"/>
                </a:ext>
              </a:extLst>
            </p:cNvPr>
            <p:cNvSpPr/>
            <p:nvPr/>
          </p:nvSpPr>
          <p:spPr>
            <a:xfrm>
              <a:off x="1552080" y="2520459"/>
              <a:ext cx="718942" cy="519645"/>
            </a:xfrm>
            <a:custGeom>
              <a:avLst/>
              <a:gdLst/>
              <a:ahLst/>
              <a:cxnLst/>
              <a:rect l="l" t="t" r="r" b="b"/>
              <a:pathLst>
                <a:path w="6248" h="4516" extrusionOk="0">
                  <a:moveTo>
                    <a:pt x="4661" y="1"/>
                  </a:moveTo>
                  <a:lnTo>
                    <a:pt x="3419" y="1242"/>
                  </a:lnTo>
                  <a:lnTo>
                    <a:pt x="0" y="3877"/>
                  </a:lnTo>
                  <a:lnTo>
                    <a:pt x="662" y="4515"/>
                  </a:lnTo>
                  <a:cubicBezTo>
                    <a:pt x="662" y="4515"/>
                    <a:pt x="4075" y="2975"/>
                    <a:pt x="4491" y="2682"/>
                  </a:cubicBezTo>
                  <a:cubicBezTo>
                    <a:pt x="5076" y="2267"/>
                    <a:pt x="6247" y="1002"/>
                    <a:pt x="6247" y="1002"/>
                  </a:cubicBezTo>
                  <a:lnTo>
                    <a:pt x="4661" y="1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449;p49">
              <a:extLst>
                <a:ext uri="{FF2B5EF4-FFF2-40B4-BE49-F238E27FC236}">
                  <a16:creationId xmlns:a16="http://schemas.microsoft.com/office/drawing/2014/main" id="{8AF4ABCF-B74B-9597-D2EC-4C2472BCC723}"/>
                </a:ext>
              </a:extLst>
            </p:cNvPr>
            <p:cNvSpPr/>
            <p:nvPr/>
          </p:nvSpPr>
          <p:spPr>
            <a:xfrm>
              <a:off x="2026389" y="2321046"/>
              <a:ext cx="398939" cy="426555"/>
            </a:xfrm>
            <a:custGeom>
              <a:avLst/>
              <a:gdLst/>
              <a:ahLst/>
              <a:cxnLst/>
              <a:rect l="l" t="t" r="r" b="b"/>
              <a:pathLst>
                <a:path w="3467" h="3707" extrusionOk="0">
                  <a:moveTo>
                    <a:pt x="3466" y="1"/>
                  </a:moveTo>
                  <a:cubicBezTo>
                    <a:pt x="3466" y="1"/>
                    <a:pt x="2079" y="100"/>
                    <a:pt x="1493" y="586"/>
                  </a:cubicBezTo>
                  <a:cubicBezTo>
                    <a:pt x="878" y="1072"/>
                    <a:pt x="0" y="2126"/>
                    <a:pt x="0" y="2126"/>
                  </a:cubicBezTo>
                  <a:lnTo>
                    <a:pt x="1317" y="3707"/>
                  </a:lnTo>
                  <a:lnTo>
                    <a:pt x="2418" y="2489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450;p49">
              <a:extLst>
                <a:ext uri="{FF2B5EF4-FFF2-40B4-BE49-F238E27FC236}">
                  <a16:creationId xmlns:a16="http://schemas.microsoft.com/office/drawing/2014/main" id="{1A616195-D1F6-28CE-EAA7-C5932F956AF5}"/>
                </a:ext>
              </a:extLst>
            </p:cNvPr>
            <p:cNvSpPr/>
            <p:nvPr/>
          </p:nvSpPr>
          <p:spPr>
            <a:xfrm>
              <a:off x="1431374" y="2941609"/>
              <a:ext cx="202289" cy="181231"/>
            </a:xfrm>
            <a:custGeom>
              <a:avLst/>
              <a:gdLst/>
              <a:ahLst/>
              <a:cxnLst/>
              <a:rect l="l" t="t" r="r" b="b"/>
              <a:pathLst>
                <a:path w="1758" h="1575" extrusionOk="0">
                  <a:moveTo>
                    <a:pt x="1418" y="0"/>
                  </a:moveTo>
                  <a:cubicBezTo>
                    <a:pt x="1195" y="100"/>
                    <a:pt x="832" y="270"/>
                    <a:pt x="610" y="363"/>
                  </a:cubicBezTo>
                  <a:cubicBezTo>
                    <a:pt x="487" y="416"/>
                    <a:pt x="294" y="539"/>
                    <a:pt x="317" y="586"/>
                  </a:cubicBezTo>
                  <a:cubicBezTo>
                    <a:pt x="323" y="621"/>
                    <a:pt x="344" y="633"/>
                    <a:pt x="373" y="633"/>
                  </a:cubicBezTo>
                  <a:cubicBezTo>
                    <a:pt x="448" y="633"/>
                    <a:pt x="579" y="547"/>
                    <a:pt x="636" y="547"/>
                  </a:cubicBezTo>
                  <a:cubicBezTo>
                    <a:pt x="649" y="547"/>
                    <a:pt x="658" y="552"/>
                    <a:pt x="663" y="562"/>
                  </a:cubicBezTo>
                  <a:cubicBezTo>
                    <a:pt x="686" y="609"/>
                    <a:pt x="417" y="732"/>
                    <a:pt x="270" y="779"/>
                  </a:cubicBezTo>
                  <a:cubicBezTo>
                    <a:pt x="147" y="855"/>
                    <a:pt x="1" y="925"/>
                    <a:pt x="24" y="1025"/>
                  </a:cubicBezTo>
                  <a:cubicBezTo>
                    <a:pt x="24" y="1038"/>
                    <a:pt x="37" y="1044"/>
                    <a:pt x="58" y="1044"/>
                  </a:cubicBezTo>
                  <a:cubicBezTo>
                    <a:pt x="195" y="1044"/>
                    <a:pt x="709" y="803"/>
                    <a:pt x="709" y="802"/>
                  </a:cubicBezTo>
                  <a:lnTo>
                    <a:pt x="709" y="802"/>
                  </a:lnTo>
                  <a:cubicBezTo>
                    <a:pt x="709" y="803"/>
                    <a:pt x="24" y="1171"/>
                    <a:pt x="24" y="1271"/>
                  </a:cubicBezTo>
                  <a:cubicBezTo>
                    <a:pt x="28" y="1287"/>
                    <a:pt x="44" y="1294"/>
                    <a:pt x="70" y="1294"/>
                  </a:cubicBezTo>
                  <a:cubicBezTo>
                    <a:pt x="231" y="1294"/>
                    <a:pt x="756" y="1025"/>
                    <a:pt x="756" y="1025"/>
                  </a:cubicBezTo>
                  <a:lnTo>
                    <a:pt x="756" y="1025"/>
                  </a:lnTo>
                  <a:cubicBezTo>
                    <a:pt x="756" y="1025"/>
                    <a:pt x="171" y="1341"/>
                    <a:pt x="194" y="1441"/>
                  </a:cubicBezTo>
                  <a:cubicBezTo>
                    <a:pt x="198" y="1454"/>
                    <a:pt x="211" y="1461"/>
                    <a:pt x="230" y="1461"/>
                  </a:cubicBezTo>
                  <a:cubicBezTo>
                    <a:pt x="339" y="1461"/>
                    <a:pt x="659" y="1260"/>
                    <a:pt x="809" y="1195"/>
                  </a:cubicBezTo>
                  <a:lnTo>
                    <a:pt x="809" y="1195"/>
                  </a:lnTo>
                  <a:cubicBezTo>
                    <a:pt x="686" y="1271"/>
                    <a:pt x="341" y="1511"/>
                    <a:pt x="393" y="1564"/>
                  </a:cubicBezTo>
                  <a:cubicBezTo>
                    <a:pt x="401" y="1571"/>
                    <a:pt x="413" y="1574"/>
                    <a:pt x="429" y="1574"/>
                  </a:cubicBezTo>
                  <a:cubicBezTo>
                    <a:pt x="513" y="1574"/>
                    <a:pt x="697" y="1484"/>
                    <a:pt x="756" y="1464"/>
                  </a:cubicBezTo>
                  <a:cubicBezTo>
                    <a:pt x="1365" y="1195"/>
                    <a:pt x="1757" y="832"/>
                    <a:pt x="1757" y="832"/>
                  </a:cubicBezTo>
                  <a:lnTo>
                    <a:pt x="1418" y="0"/>
                  </a:lnTo>
                  <a:close/>
                </a:path>
              </a:pathLst>
            </a:custGeom>
            <a:solidFill>
              <a:srgbClr val="FFD9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451;p49">
              <a:extLst>
                <a:ext uri="{FF2B5EF4-FFF2-40B4-BE49-F238E27FC236}">
                  <a16:creationId xmlns:a16="http://schemas.microsoft.com/office/drawing/2014/main" id="{A54B7730-656B-1749-FB2D-C6AD25253C04}"/>
                </a:ext>
              </a:extLst>
            </p:cNvPr>
            <p:cNvSpPr/>
            <p:nvPr/>
          </p:nvSpPr>
          <p:spPr>
            <a:xfrm>
              <a:off x="1535165" y="2977970"/>
              <a:ext cx="64783" cy="31068"/>
            </a:xfrm>
            <a:custGeom>
              <a:avLst/>
              <a:gdLst/>
              <a:ahLst/>
              <a:cxnLst/>
              <a:rect l="l" t="t" r="r" b="b"/>
              <a:pathLst>
                <a:path w="563" h="270" extrusionOk="0">
                  <a:moveTo>
                    <a:pt x="492" y="0"/>
                  </a:moveTo>
                  <a:cubicBezTo>
                    <a:pt x="492" y="24"/>
                    <a:pt x="293" y="194"/>
                    <a:pt x="77" y="194"/>
                  </a:cubicBezTo>
                  <a:lnTo>
                    <a:pt x="1" y="194"/>
                  </a:lnTo>
                  <a:lnTo>
                    <a:pt x="1" y="270"/>
                  </a:lnTo>
                  <a:lnTo>
                    <a:pt x="77" y="270"/>
                  </a:lnTo>
                  <a:cubicBezTo>
                    <a:pt x="200" y="270"/>
                    <a:pt x="317" y="223"/>
                    <a:pt x="416" y="147"/>
                  </a:cubicBezTo>
                  <a:cubicBezTo>
                    <a:pt x="492" y="100"/>
                    <a:pt x="563" y="47"/>
                    <a:pt x="563" y="47"/>
                  </a:cubicBezTo>
                  <a:lnTo>
                    <a:pt x="516" y="0"/>
                  </a:lnTo>
                  <a:close/>
                </a:path>
              </a:pathLst>
            </a:custGeom>
            <a:solidFill>
              <a:srgbClr val="FFA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452;p49">
              <a:extLst>
                <a:ext uri="{FF2B5EF4-FFF2-40B4-BE49-F238E27FC236}">
                  <a16:creationId xmlns:a16="http://schemas.microsoft.com/office/drawing/2014/main" id="{1B4DA821-A469-B4D7-2652-385E3363D4ED}"/>
                </a:ext>
              </a:extLst>
            </p:cNvPr>
            <p:cNvSpPr/>
            <p:nvPr/>
          </p:nvSpPr>
          <p:spPr>
            <a:xfrm>
              <a:off x="2683195" y="4488471"/>
              <a:ext cx="151774" cy="339679"/>
            </a:xfrm>
            <a:custGeom>
              <a:avLst/>
              <a:gdLst/>
              <a:ahLst/>
              <a:cxnLst/>
              <a:rect l="l" t="t" r="r" b="b"/>
              <a:pathLst>
                <a:path w="1319" h="2952" extrusionOk="0">
                  <a:moveTo>
                    <a:pt x="1" y="1"/>
                  </a:moveTo>
                  <a:lnTo>
                    <a:pt x="393" y="2097"/>
                  </a:lnTo>
                  <a:lnTo>
                    <a:pt x="1248" y="2952"/>
                  </a:lnTo>
                  <a:lnTo>
                    <a:pt x="1318" y="2097"/>
                  </a:lnTo>
                  <a:lnTo>
                    <a:pt x="1295" y="2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453;p49">
              <a:extLst>
                <a:ext uri="{FF2B5EF4-FFF2-40B4-BE49-F238E27FC236}">
                  <a16:creationId xmlns:a16="http://schemas.microsoft.com/office/drawing/2014/main" id="{6C3547A4-3062-3C0B-D077-438C9C131A49}"/>
                </a:ext>
              </a:extLst>
            </p:cNvPr>
            <p:cNvSpPr/>
            <p:nvPr/>
          </p:nvSpPr>
          <p:spPr>
            <a:xfrm>
              <a:off x="2663749" y="4721599"/>
              <a:ext cx="204935" cy="114607"/>
            </a:xfrm>
            <a:custGeom>
              <a:avLst/>
              <a:gdLst/>
              <a:ahLst/>
              <a:cxnLst/>
              <a:rect l="l" t="t" r="r" b="b"/>
              <a:pathLst>
                <a:path w="1781" h="996" extrusionOk="0">
                  <a:moveTo>
                    <a:pt x="463" y="0"/>
                  </a:moveTo>
                  <a:cubicBezTo>
                    <a:pt x="463" y="0"/>
                    <a:pt x="199" y="533"/>
                    <a:pt x="100" y="680"/>
                  </a:cubicBezTo>
                  <a:cubicBezTo>
                    <a:pt x="0" y="849"/>
                    <a:pt x="23" y="996"/>
                    <a:pt x="23" y="996"/>
                  </a:cubicBezTo>
                  <a:lnTo>
                    <a:pt x="1710" y="996"/>
                  </a:lnTo>
                  <a:cubicBezTo>
                    <a:pt x="1780" y="756"/>
                    <a:pt x="1487" y="0"/>
                    <a:pt x="1487" y="0"/>
                  </a:cubicBezTo>
                  <a:cubicBezTo>
                    <a:pt x="1487" y="0"/>
                    <a:pt x="1227" y="32"/>
                    <a:pt x="923" y="32"/>
                  </a:cubicBezTo>
                  <a:cubicBezTo>
                    <a:pt x="772" y="32"/>
                    <a:pt x="609" y="24"/>
                    <a:pt x="4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454;p49">
              <a:extLst>
                <a:ext uri="{FF2B5EF4-FFF2-40B4-BE49-F238E27FC236}">
                  <a16:creationId xmlns:a16="http://schemas.microsoft.com/office/drawing/2014/main" id="{29A36232-5728-C731-9C55-AA741E65ED33}"/>
                </a:ext>
              </a:extLst>
            </p:cNvPr>
            <p:cNvSpPr/>
            <p:nvPr/>
          </p:nvSpPr>
          <p:spPr>
            <a:xfrm>
              <a:off x="2666395" y="4825390"/>
              <a:ext cx="194119" cy="36476"/>
            </a:xfrm>
            <a:custGeom>
              <a:avLst/>
              <a:gdLst/>
              <a:ahLst/>
              <a:cxnLst/>
              <a:rect l="l" t="t" r="r" b="b"/>
              <a:pathLst>
                <a:path w="1687" h="317" extrusionOk="0">
                  <a:moveTo>
                    <a:pt x="0" y="0"/>
                  </a:moveTo>
                  <a:lnTo>
                    <a:pt x="0" y="316"/>
                  </a:lnTo>
                  <a:lnTo>
                    <a:pt x="1687" y="316"/>
                  </a:lnTo>
                  <a:lnTo>
                    <a:pt x="16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455;p49">
              <a:extLst>
                <a:ext uri="{FF2B5EF4-FFF2-40B4-BE49-F238E27FC236}">
                  <a16:creationId xmlns:a16="http://schemas.microsoft.com/office/drawing/2014/main" id="{94906872-1E91-8A41-1957-AACD3D4C9FF6}"/>
                </a:ext>
              </a:extLst>
            </p:cNvPr>
            <p:cNvSpPr/>
            <p:nvPr/>
          </p:nvSpPr>
          <p:spPr>
            <a:xfrm>
              <a:off x="2739809" y="4755314"/>
              <a:ext cx="67545" cy="16915"/>
            </a:xfrm>
            <a:custGeom>
              <a:avLst/>
              <a:gdLst/>
              <a:ahLst/>
              <a:cxnLst/>
              <a:rect l="l" t="t" r="r" b="b"/>
              <a:pathLst>
                <a:path w="587" h="147" extrusionOk="0">
                  <a:moveTo>
                    <a:pt x="317" y="0"/>
                  </a:moveTo>
                  <a:cubicBezTo>
                    <a:pt x="217" y="0"/>
                    <a:pt x="124" y="24"/>
                    <a:pt x="48" y="47"/>
                  </a:cubicBezTo>
                  <a:cubicBezTo>
                    <a:pt x="24" y="47"/>
                    <a:pt x="1" y="94"/>
                    <a:pt x="24" y="117"/>
                  </a:cubicBezTo>
                  <a:cubicBezTo>
                    <a:pt x="24" y="147"/>
                    <a:pt x="48" y="147"/>
                    <a:pt x="71" y="147"/>
                  </a:cubicBezTo>
                  <a:cubicBezTo>
                    <a:pt x="147" y="117"/>
                    <a:pt x="217" y="94"/>
                    <a:pt x="317" y="94"/>
                  </a:cubicBezTo>
                  <a:cubicBezTo>
                    <a:pt x="387" y="94"/>
                    <a:pt x="463" y="117"/>
                    <a:pt x="510" y="147"/>
                  </a:cubicBezTo>
                  <a:cubicBezTo>
                    <a:pt x="534" y="147"/>
                    <a:pt x="563" y="147"/>
                    <a:pt x="586" y="117"/>
                  </a:cubicBezTo>
                  <a:cubicBezTo>
                    <a:pt x="586" y="94"/>
                    <a:pt x="586" y="70"/>
                    <a:pt x="563" y="47"/>
                  </a:cubicBezTo>
                  <a:cubicBezTo>
                    <a:pt x="487" y="24"/>
                    <a:pt x="387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456;p49">
              <a:extLst>
                <a:ext uri="{FF2B5EF4-FFF2-40B4-BE49-F238E27FC236}">
                  <a16:creationId xmlns:a16="http://schemas.microsoft.com/office/drawing/2014/main" id="{6D3E55BD-1B07-471E-36A0-257DE2FE9A66}"/>
                </a:ext>
              </a:extLst>
            </p:cNvPr>
            <p:cNvSpPr/>
            <p:nvPr/>
          </p:nvSpPr>
          <p:spPr>
            <a:xfrm>
              <a:off x="2739809" y="4774875"/>
              <a:ext cx="67545" cy="15304"/>
            </a:xfrm>
            <a:custGeom>
              <a:avLst/>
              <a:gdLst/>
              <a:ahLst/>
              <a:cxnLst/>
              <a:rect l="l" t="t" r="r" b="b"/>
              <a:pathLst>
                <a:path w="587" h="133" extrusionOk="0">
                  <a:moveTo>
                    <a:pt x="317" y="0"/>
                  </a:moveTo>
                  <a:cubicBezTo>
                    <a:pt x="217" y="0"/>
                    <a:pt x="124" y="0"/>
                    <a:pt x="48" y="47"/>
                  </a:cubicBezTo>
                  <a:cubicBezTo>
                    <a:pt x="24" y="47"/>
                    <a:pt x="1" y="70"/>
                    <a:pt x="24" y="94"/>
                  </a:cubicBezTo>
                  <a:cubicBezTo>
                    <a:pt x="24" y="115"/>
                    <a:pt x="36" y="133"/>
                    <a:pt x="51" y="133"/>
                  </a:cubicBezTo>
                  <a:cubicBezTo>
                    <a:pt x="58" y="133"/>
                    <a:pt x="64" y="130"/>
                    <a:pt x="71" y="123"/>
                  </a:cubicBezTo>
                  <a:cubicBezTo>
                    <a:pt x="125" y="102"/>
                    <a:pt x="177" y="84"/>
                    <a:pt x="238" y="84"/>
                  </a:cubicBezTo>
                  <a:cubicBezTo>
                    <a:pt x="262" y="84"/>
                    <a:pt x="288" y="87"/>
                    <a:pt x="317" y="94"/>
                  </a:cubicBezTo>
                  <a:cubicBezTo>
                    <a:pt x="337" y="87"/>
                    <a:pt x="357" y="84"/>
                    <a:pt x="378" y="84"/>
                  </a:cubicBezTo>
                  <a:cubicBezTo>
                    <a:pt x="428" y="84"/>
                    <a:pt x="477" y="102"/>
                    <a:pt x="510" y="123"/>
                  </a:cubicBezTo>
                  <a:cubicBezTo>
                    <a:pt x="517" y="130"/>
                    <a:pt x="524" y="133"/>
                    <a:pt x="531" y="133"/>
                  </a:cubicBezTo>
                  <a:cubicBezTo>
                    <a:pt x="550" y="133"/>
                    <a:pt x="569" y="115"/>
                    <a:pt x="586" y="94"/>
                  </a:cubicBezTo>
                  <a:cubicBezTo>
                    <a:pt x="586" y="70"/>
                    <a:pt x="586" y="47"/>
                    <a:pt x="563" y="47"/>
                  </a:cubicBezTo>
                  <a:cubicBezTo>
                    <a:pt x="487" y="0"/>
                    <a:pt x="387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457;p49">
              <a:extLst>
                <a:ext uri="{FF2B5EF4-FFF2-40B4-BE49-F238E27FC236}">
                  <a16:creationId xmlns:a16="http://schemas.microsoft.com/office/drawing/2014/main" id="{85D1610F-52A1-5CB8-D589-77B0FF3CE9C9}"/>
                </a:ext>
              </a:extLst>
            </p:cNvPr>
            <p:cNvSpPr/>
            <p:nvPr/>
          </p:nvSpPr>
          <p:spPr>
            <a:xfrm>
              <a:off x="2742570" y="4738399"/>
              <a:ext cx="64783" cy="17030"/>
            </a:xfrm>
            <a:custGeom>
              <a:avLst/>
              <a:gdLst/>
              <a:ahLst/>
              <a:cxnLst/>
              <a:rect l="l" t="t" r="r" b="b"/>
              <a:pathLst>
                <a:path w="563" h="148" extrusionOk="0">
                  <a:moveTo>
                    <a:pt x="293" y="1"/>
                  </a:moveTo>
                  <a:cubicBezTo>
                    <a:pt x="193" y="1"/>
                    <a:pt x="100" y="24"/>
                    <a:pt x="24" y="48"/>
                  </a:cubicBezTo>
                  <a:cubicBezTo>
                    <a:pt x="0" y="48"/>
                    <a:pt x="0" y="95"/>
                    <a:pt x="0" y="118"/>
                  </a:cubicBezTo>
                  <a:cubicBezTo>
                    <a:pt x="24" y="147"/>
                    <a:pt x="47" y="147"/>
                    <a:pt x="70" y="147"/>
                  </a:cubicBezTo>
                  <a:cubicBezTo>
                    <a:pt x="123" y="118"/>
                    <a:pt x="217" y="95"/>
                    <a:pt x="293" y="95"/>
                  </a:cubicBezTo>
                  <a:cubicBezTo>
                    <a:pt x="363" y="95"/>
                    <a:pt x="439" y="118"/>
                    <a:pt x="463" y="147"/>
                  </a:cubicBezTo>
                  <a:cubicBezTo>
                    <a:pt x="486" y="147"/>
                    <a:pt x="539" y="147"/>
                    <a:pt x="539" y="118"/>
                  </a:cubicBezTo>
                  <a:cubicBezTo>
                    <a:pt x="562" y="95"/>
                    <a:pt x="539" y="71"/>
                    <a:pt x="510" y="48"/>
                  </a:cubicBezTo>
                  <a:cubicBezTo>
                    <a:pt x="463" y="24"/>
                    <a:pt x="363" y="1"/>
                    <a:pt x="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458;p49">
              <a:extLst>
                <a:ext uri="{FF2B5EF4-FFF2-40B4-BE49-F238E27FC236}">
                  <a16:creationId xmlns:a16="http://schemas.microsoft.com/office/drawing/2014/main" id="{D5113655-087D-A3F6-485F-367BCFE36F3C}"/>
                </a:ext>
              </a:extLst>
            </p:cNvPr>
            <p:cNvSpPr/>
            <p:nvPr/>
          </p:nvSpPr>
          <p:spPr>
            <a:xfrm>
              <a:off x="2113956" y="4819292"/>
              <a:ext cx="272250" cy="42575"/>
            </a:xfrm>
            <a:custGeom>
              <a:avLst/>
              <a:gdLst/>
              <a:ahLst/>
              <a:cxnLst/>
              <a:rect l="l" t="t" r="r" b="b"/>
              <a:pathLst>
                <a:path w="2366" h="370" extrusionOk="0">
                  <a:moveTo>
                    <a:pt x="0" y="0"/>
                  </a:moveTo>
                  <a:lnTo>
                    <a:pt x="0" y="246"/>
                  </a:lnTo>
                  <a:lnTo>
                    <a:pt x="0" y="270"/>
                  </a:lnTo>
                  <a:lnTo>
                    <a:pt x="0" y="293"/>
                  </a:lnTo>
                  <a:cubicBezTo>
                    <a:pt x="47" y="322"/>
                    <a:pt x="94" y="369"/>
                    <a:pt x="170" y="369"/>
                  </a:cubicBezTo>
                  <a:lnTo>
                    <a:pt x="2313" y="369"/>
                  </a:lnTo>
                  <a:cubicBezTo>
                    <a:pt x="2342" y="369"/>
                    <a:pt x="2366" y="322"/>
                    <a:pt x="2366" y="293"/>
                  </a:cubicBezTo>
                  <a:lnTo>
                    <a:pt x="2366" y="147"/>
                  </a:lnTo>
                  <a:lnTo>
                    <a:pt x="264" y="147"/>
                  </a:lnTo>
                  <a:cubicBezTo>
                    <a:pt x="147" y="147"/>
                    <a:pt x="70" y="7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459;p49">
              <a:extLst>
                <a:ext uri="{FF2B5EF4-FFF2-40B4-BE49-F238E27FC236}">
                  <a16:creationId xmlns:a16="http://schemas.microsoft.com/office/drawing/2014/main" id="{2CAD9231-9A15-76A3-47BE-1BCD57E21A18}"/>
                </a:ext>
              </a:extLst>
            </p:cNvPr>
            <p:cNvSpPr/>
            <p:nvPr/>
          </p:nvSpPr>
          <p:spPr>
            <a:xfrm>
              <a:off x="2122010" y="4477079"/>
              <a:ext cx="255450" cy="351071"/>
            </a:xfrm>
            <a:custGeom>
              <a:avLst/>
              <a:gdLst/>
              <a:ahLst/>
              <a:cxnLst/>
              <a:rect l="l" t="t" r="r" b="b"/>
              <a:pathLst>
                <a:path w="2220" h="3051" extrusionOk="0">
                  <a:moveTo>
                    <a:pt x="1049" y="0"/>
                  </a:moveTo>
                  <a:lnTo>
                    <a:pt x="1248" y="2243"/>
                  </a:lnTo>
                  <a:lnTo>
                    <a:pt x="77" y="2828"/>
                  </a:lnTo>
                  <a:cubicBezTo>
                    <a:pt x="24" y="2828"/>
                    <a:pt x="0" y="2881"/>
                    <a:pt x="0" y="2928"/>
                  </a:cubicBezTo>
                  <a:cubicBezTo>
                    <a:pt x="0" y="3004"/>
                    <a:pt x="47" y="3051"/>
                    <a:pt x="123" y="3051"/>
                  </a:cubicBezTo>
                  <a:lnTo>
                    <a:pt x="2149" y="3051"/>
                  </a:lnTo>
                  <a:lnTo>
                    <a:pt x="2220" y="2243"/>
                  </a:lnTo>
                  <a:lnTo>
                    <a:pt x="2220" y="316"/>
                  </a:lnTo>
                  <a:lnTo>
                    <a:pt x="1049" y="0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460;p49">
              <a:extLst>
                <a:ext uri="{FF2B5EF4-FFF2-40B4-BE49-F238E27FC236}">
                  <a16:creationId xmlns:a16="http://schemas.microsoft.com/office/drawing/2014/main" id="{B07BAA46-EEC5-8650-28C4-D832F8DC84EA}"/>
                </a:ext>
              </a:extLst>
            </p:cNvPr>
            <p:cNvSpPr/>
            <p:nvPr/>
          </p:nvSpPr>
          <p:spPr>
            <a:xfrm>
              <a:off x="2113956" y="4721599"/>
              <a:ext cx="272250" cy="114607"/>
            </a:xfrm>
            <a:custGeom>
              <a:avLst/>
              <a:gdLst/>
              <a:ahLst/>
              <a:cxnLst/>
              <a:rect l="l" t="t" r="r" b="b"/>
              <a:pathLst>
                <a:path w="2366" h="996" extrusionOk="0">
                  <a:moveTo>
                    <a:pt x="1288" y="0"/>
                  </a:moveTo>
                  <a:lnTo>
                    <a:pt x="70" y="680"/>
                  </a:lnTo>
                  <a:cubicBezTo>
                    <a:pt x="24" y="703"/>
                    <a:pt x="0" y="779"/>
                    <a:pt x="0" y="826"/>
                  </a:cubicBezTo>
                  <a:cubicBezTo>
                    <a:pt x="0" y="926"/>
                    <a:pt x="70" y="996"/>
                    <a:pt x="147" y="996"/>
                  </a:cubicBezTo>
                  <a:lnTo>
                    <a:pt x="2366" y="996"/>
                  </a:lnTo>
                  <a:lnTo>
                    <a:pt x="2313" y="94"/>
                  </a:lnTo>
                  <a:cubicBezTo>
                    <a:pt x="2313" y="94"/>
                    <a:pt x="2159" y="180"/>
                    <a:pt x="1913" y="180"/>
                  </a:cubicBezTo>
                  <a:cubicBezTo>
                    <a:pt x="1742" y="180"/>
                    <a:pt x="1528" y="139"/>
                    <a:pt x="1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461;p49">
              <a:extLst>
                <a:ext uri="{FF2B5EF4-FFF2-40B4-BE49-F238E27FC236}">
                  <a16:creationId xmlns:a16="http://schemas.microsoft.com/office/drawing/2014/main" id="{CD7DF2BC-4708-74B1-3EC5-DED54292FFD6}"/>
                </a:ext>
              </a:extLst>
            </p:cNvPr>
            <p:cNvSpPr/>
            <p:nvPr/>
          </p:nvSpPr>
          <p:spPr>
            <a:xfrm>
              <a:off x="2225801" y="4733911"/>
              <a:ext cx="33715" cy="46372"/>
            </a:xfrm>
            <a:custGeom>
              <a:avLst/>
              <a:gdLst/>
              <a:ahLst/>
              <a:cxnLst/>
              <a:rect l="l" t="t" r="r" b="b"/>
              <a:pathLst>
                <a:path w="293" h="403" extrusionOk="0">
                  <a:moveTo>
                    <a:pt x="65" y="0"/>
                  </a:moveTo>
                  <a:cubicBezTo>
                    <a:pt x="58" y="0"/>
                    <a:pt x="53" y="3"/>
                    <a:pt x="53" y="11"/>
                  </a:cubicBezTo>
                  <a:cubicBezTo>
                    <a:pt x="24" y="40"/>
                    <a:pt x="0" y="63"/>
                    <a:pt x="24" y="87"/>
                  </a:cubicBezTo>
                  <a:cubicBezTo>
                    <a:pt x="100" y="186"/>
                    <a:pt x="147" y="280"/>
                    <a:pt x="199" y="379"/>
                  </a:cubicBezTo>
                  <a:cubicBezTo>
                    <a:pt x="223" y="403"/>
                    <a:pt x="246" y="403"/>
                    <a:pt x="270" y="403"/>
                  </a:cubicBezTo>
                  <a:cubicBezTo>
                    <a:pt x="293" y="379"/>
                    <a:pt x="293" y="356"/>
                    <a:pt x="293" y="333"/>
                  </a:cubicBezTo>
                  <a:cubicBezTo>
                    <a:pt x="246" y="233"/>
                    <a:pt x="170" y="110"/>
                    <a:pt x="100" y="11"/>
                  </a:cubicBezTo>
                  <a:cubicBezTo>
                    <a:pt x="100" y="11"/>
                    <a:pt x="79" y="0"/>
                    <a:pt x="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462;p49">
              <a:extLst>
                <a:ext uri="{FF2B5EF4-FFF2-40B4-BE49-F238E27FC236}">
                  <a16:creationId xmlns:a16="http://schemas.microsoft.com/office/drawing/2014/main" id="{9585663E-D15A-D40B-1C95-F1AD3C90C501}"/>
                </a:ext>
              </a:extLst>
            </p:cNvPr>
            <p:cNvSpPr/>
            <p:nvPr/>
          </p:nvSpPr>
          <p:spPr>
            <a:xfrm>
              <a:off x="2208886" y="4745303"/>
              <a:ext cx="31183" cy="40389"/>
            </a:xfrm>
            <a:custGeom>
              <a:avLst/>
              <a:gdLst/>
              <a:ahLst/>
              <a:cxnLst/>
              <a:rect l="l" t="t" r="r" b="b"/>
              <a:pathLst>
                <a:path w="271" h="351" extrusionOk="0">
                  <a:moveTo>
                    <a:pt x="52" y="1"/>
                  </a:moveTo>
                  <a:cubicBezTo>
                    <a:pt x="43" y="1"/>
                    <a:pt x="34" y="3"/>
                    <a:pt x="24" y="11"/>
                  </a:cubicBezTo>
                  <a:cubicBezTo>
                    <a:pt x="1" y="35"/>
                    <a:pt x="1" y="58"/>
                    <a:pt x="24" y="87"/>
                  </a:cubicBezTo>
                  <a:cubicBezTo>
                    <a:pt x="100" y="181"/>
                    <a:pt x="124" y="234"/>
                    <a:pt x="171" y="327"/>
                  </a:cubicBezTo>
                  <a:cubicBezTo>
                    <a:pt x="171" y="351"/>
                    <a:pt x="200" y="351"/>
                    <a:pt x="223" y="351"/>
                  </a:cubicBezTo>
                  <a:cubicBezTo>
                    <a:pt x="247" y="327"/>
                    <a:pt x="270" y="304"/>
                    <a:pt x="247" y="280"/>
                  </a:cubicBezTo>
                  <a:cubicBezTo>
                    <a:pt x="200" y="181"/>
                    <a:pt x="171" y="134"/>
                    <a:pt x="100" y="11"/>
                  </a:cubicBezTo>
                  <a:cubicBezTo>
                    <a:pt x="85" y="11"/>
                    <a:pt x="69" y="1"/>
                    <a:pt x="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463;p49">
              <a:extLst>
                <a:ext uri="{FF2B5EF4-FFF2-40B4-BE49-F238E27FC236}">
                  <a16:creationId xmlns:a16="http://schemas.microsoft.com/office/drawing/2014/main" id="{7068BFAA-9592-BDB9-222A-125DF8BF4E69}"/>
                </a:ext>
              </a:extLst>
            </p:cNvPr>
            <p:cNvSpPr/>
            <p:nvPr/>
          </p:nvSpPr>
          <p:spPr>
            <a:xfrm>
              <a:off x="2192086" y="4752782"/>
              <a:ext cx="31068" cy="39008"/>
            </a:xfrm>
            <a:custGeom>
              <a:avLst/>
              <a:gdLst/>
              <a:ahLst/>
              <a:cxnLst/>
              <a:rect l="l" t="t" r="r" b="b"/>
              <a:pathLst>
                <a:path w="270" h="339" extrusionOk="0">
                  <a:moveTo>
                    <a:pt x="77" y="0"/>
                  </a:moveTo>
                  <a:cubicBezTo>
                    <a:pt x="65" y="0"/>
                    <a:pt x="53" y="8"/>
                    <a:pt x="53" y="22"/>
                  </a:cubicBezTo>
                  <a:cubicBezTo>
                    <a:pt x="24" y="46"/>
                    <a:pt x="0" y="69"/>
                    <a:pt x="24" y="92"/>
                  </a:cubicBezTo>
                  <a:cubicBezTo>
                    <a:pt x="77" y="139"/>
                    <a:pt x="123" y="239"/>
                    <a:pt x="147" y="315"/>
                  </a:cubicBezTo>
                  <a:cubicBezTo>
                    <a:pt x="170" y="338"/>
                    <a:pt x="200" y="338"/>
                    <a:pt x="223" y="338"/>
                  </a:cubicBezTo>
                  <a:cubicBezTo>
                    <a:pt x="246" y="315"/>
                    <a:pt x="270" y="286"/>
                    <a:pt x="246" y="262"/>
                  </a:cubicBezTo>
                  <a:cubicBezTo>
                    <a:pt x="200" y="192"/>
                    <a:pt x="170" y="92"/>
                    <a:pt x="100" y="22"/>
                  </a:cubicBezTo>
                  <a:cubicBezTo>
                    <a:pt x="100" y="8"/>
                    <a:pt x="88" y="0"/>
                    <a:pt x="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464;p49">
              <a:extLst>
                <a:ext uri="{FF2B5EF4-FFF2-40B4-BE49-F238E27FC236}">
                  <a16:creationId xmlns:a16="http://schemas.microsoft.com/office/drawing/2014/main" id="{BF141FA0-13FD-BA4D-B8A5-86B262D20809}"/>
                </a:ext>
              </a:extLst>
            </p:cNvPr>
            <p:cNvSpPr/>
            <p:nvPr/>
          </p:nvSpPr>
          <p:spPr>
            <a:xfrm>
              <a:off x="2110504" y="2781203"/>
              <a:ext cx="353833" cy="1760648"/>
            </a:xfrm>
            <a:custGeom>
              <a:avLst/>
              <a:gdLst/>
              <a:ahLst/>
              <a:cxnLst/>
              <a:rect l="l" t="t" r="r" b="b"/>
              <a:pathLst>
                <a:path w="3075" h="15301" extrusionOk="0">
                  <a:moveTo>
                    <a:pt x="3052" y="1"/>
                  </a:moveTo>
                  <a:lnTo>
                    <a:pt x="1640" y="879"/>
                  </a:lnTo>
                  <a:lnTo>
                    <a:pt x="1078" y="1418"/>
                  </a:lnTo>
                  <a:cubicBezTo>
                    <a:pt x="979" y="1787"/>
                    <a:pt x="177" y="2688"/>
                    <a:pt x="77" y="5540"/>
                  </a:cubicBezTo>
                  <a:cubicBezTo>
                    <a:pt x="1" y="8690"/>
                    <a:pt x="540" y="15300"/>
                    <a:pt x="540" y="15300"/>
                  </a:cubicBezTo>
                  <a:lnTo>
                    <a:pt x="2858" y="15300"/>
                  </a:lnTo>
                  <a:lnTo>
                    <a:pt x="3075" y="4076"/>
                  </a:lnTo>
                  <a:lnTo>
                    <a:pt x="30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465;p49">
              <a:extLst>
                <a:ext uri="{FF2B5EF4-FFF2-40B4-BE49-F238E27FC236}">
                  <a16:creationId xmlns:a16="http://schemas.microsoft.com/office/drawing/2014/main" id="{CF72A19B-F5CE-5DF1-7118-93F460B7BED5}"/>
                </a:ext>
              </a:extLst>
            </p:cNvPr>
            <p:cNvSpPr/>
            <p:nvPr/>
          </p:nvSpPr>
          <p:spPr>
            <a:xfrm>
              <a:off x="2394145" y="2915948"/>
              <a:ext cx="494675" cy="1625904"/>
            </a:xfrm>
            <a:custGeom>
              <a:avLst/>
              <a:gdLst/>
              <a:ahLst/>
              <a:cxnLst/>
              <a:rect l="l" t="t" r="r" b="b"/>
              <a:pathLst>
                <a:path w="4299" h="14130" extrusionOk="0">
                  <a:moveTo>
                    <a:pt x="2419" y="1"/>
                  </a:moveTo>
                  <a:lnTo>
                    <a:pt x="1" y="200"/>
                  </a:lnTo>
                  <a:cubicBezTo>
                    <a:pt x="1" y="1857"/>
                    <a:pt x="147" y="2858"/>
                    <a:pt x="147" y="2858"/>
                  </a:cubicBezTo>
                  <a:lnTo>
                    <a:pt x="2126" y="14129"/>
                  </a:lnTo>
                  <a:lnTo>
                    <a:pt x="4199" y="14129"/>
                  </a:lnTo>
                  <a:cubicBezTo>
                    <a:pt x="4199" y="14129"/>
                    <a:pt x="4299" y="5469"/>
                    <a:pt x="3737" y="3127"/>
                  </a:cubicBezTo>
                  <a:cubicBezTo>
                    <a:pt x="3391" y="1640"/>
                    <a:pt x="2636" y="539"/>
                    <a:pt x="2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466;p49">
              <a:extLst>
                <a:ext uri="{FF2B5EF4-FFF2-40B4-BE49-F238E27FC236}">
                  <a16:creationId xmlns:a16="http://schemas.microsoft.com/office/drawing/2014/main" id="{3C8D98FC-3177-50E9-3DEF-4BAE2688F866}"/>
                </a:ext>
              </a:extLst>
            </p:cNvPr>
            <p:cNvSpPr/>
            <p:nvPr/>
          </p:nvSpPr>
          <p:spPr>
            <a:xfrm>
              <a:off x="2388852" y="2938847"/>
              <a:ext cx="78936" cy="592367"/>
            </a:xfrm>
            <a:custGeom>
              <a:avLst/>
              <a:gdLst/>
              <a:ahLst/>
              <a:cxnLst/>
              <a:rect l="l" t="t" r="r" b="b"/>
              <a:pathLst>
                <a:path w="686" h="5148" extrusionOk="0">
                  <a:moveTo>
                    <a:pt x="0" y="1"/>
                  </a:moveTo>
                  <a:cubicBezTo>
                    <a:pt x="70" y="780"/>
                    <a:pt x="170" y="1904"/>
                    <a:pt x="293" y="2928"/>
                  </a:cubicBezTo>
                  <a:cubicBezTo>
                    <a:pt x="340" y="3438"/>
                    <a:pt x="392" y="3930"/>
                    <a:pt x="463" y="4316"/>
                  </a:cubicBezTo>
                  <a:cubicBezTo>
                    <a:pt x="510" y="4708"/>
                    <a:pt x="562" y="5001"/>
                    <a:pt x="609" y="5147"/>
                  </a:cubicBezTo>
                  <a:lnTo>
                    <a:pt x="685" y="5124"/>
                  </a:lnTo>
                  <a:cubicBezTo>
                    <a:pt x="633" y="4978"/>
                    <a:pt x="586" y="4685"/>
                    <a:pt x="539" y="4293"/>
                  </a:cubicBezTo>
                  <a:cubicBezTo>
                    <a:pt x="363" y="3122"/>
                    <a:pt x="170" y="1148"/>
                    <a:pt x="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467;p49">
              <a:extLst>
                <a:ext uri="{FF2B5EF4-FFF2-40B4-BE49-F238E27FC236}">
                  <a16:creationId xmlns:a16="http://schemas.microsoft.com/office/drawing/2014/main" id="{33269DB6-CF2F-157E-4955-CDDE3CB43E9F}"/>
                </a:ext>
              </a:extLst>
            </p:cNvPr>
            <p:cNvSpPr/>
            <p:nvPr/>
          </p:nvSpPr>
          <p:spPr>
            <a:xfrm>
              <a:off x="2588264" y="2913302"/>
              <a:ext cx="269603" cy="1628550"/>
            </a:xfrm>
            <a:custGeom>
              <a:avLst/>
              <a:gdLst/>
              <a:ahLst/>
              <a:cxnLst/>
              <a:rect l="l" t="t" r="r" b="b"/>
              <a:pathLst>
                <a:path w="2343" h="14153" extrusionOk="0">
                  <a:moveTo>
                    <a:pt x="47" y="0"/>
                  </a:moveTo>
                  <a:lnTo>
                    <a:pt x="0" y="53"/>
                  </a:lnTo>
                  <a:lnTo>
                    <a:pt x="24" y="76"/>
                  </a:lnTo>
                  <a:cubicBezTo>
                    <a:pt x="123" y="199"/>
                    <a:pt x="1072" y="1370"/>
                    <a:pt x="1388" y="3027"/>
                  </a:cubicBezTo>
                  <a:cubicBezTo>
                    <a:pt x="1464" y="3390"/>
                    <a:pt x="1558" y="4269"/>
                    <a:pt x="1657" y="5369"/>
                  </a:cubicBezTo>
                  <a:cubicBezTo>
                    <a:pt x="1804" y="7050"/>
                    <a:pt x="1950" y="9246"/>
                    <a:pt x="2073" y="11002"/>
                  </a:cubicBezTo>
                  <a:cubicBezTo>
                    <a:pt x="2120" y="11910"/>
                    <a:pt x="2173" y="12688"/>
                    <a:pt x="2219" y="13250"/>
                  </a:cubicBezTo>
                  <a:cubicBezTo>
                    <a:pt x="2243" y="13520"/>
                    <a:pt x="2243" y="13760"/>
                    <a:pt x="2266" y="13906"/>
                  </a:cubicBezTo>
                  <a:lnTo>
                    <a:pt x="2266" y="14152"/>
                  </a:lnTo>
                  <a:lnTo>
                    <a:pt x="2342" y="14152"/>
                  </a:lnTo>
                  <a:cubicBezTo>
                    <a:pt x="2342" y="14152"/>
                    <a:pt x="2196" y="11734"/>
                    <a:pt x="2026" y="9128"/>
                  </a:cubicBezTo>
                  <a:cubicBezTo>
                    <a:pt x="1927" y="7834"/>
                    <a:pt x="1827" y="6494"/>
                    <a:pt x="1733" y="5369"/>
                  </a:cubicBezTo>
                  <a:cubicBezTo>
                    <a:pt x="1634" y="4245"/>
                    <a:pt x="1534" y="3367"/>
                    <a:pt x="1464" y="3004"/>
                  </a:cubicBezTo>
                  <a:cubicBezTo>
                    <a:pt x="1095" y="1224"/>
                    <a:pt x="47" y="0"/>
                    <a:pt x="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468;p49">
              <a:extLst>
                <a:ext uri="{FF2B5EF4-FFF2-40B4-BE49-F238E27FC236}">
                  <a16:creationId xmlns:a16="http://schemas.microsoft.com/office/drawing/2014/main" id="{9A2F26B8-47C8-BE38-3C42-47F6FBAB9A3B}"/>
                </a:ext>
              </a:extLst>
            </p:cNvPr>
            <p:cNvSpPr/>
            <p:nvPr/>
          </p:nvSpPr>
          <p:spPr>
            <a:xfrm>
              <a:off x="2489882" y="2938847"/>
              <a:ext cx="190782" cy="120706"/>
            </a:xfrm>
            <a:custGeom>
              <a:avLst/>
              <a:gdLst/>
              <a:ahLst/>
              <a:cxnLst/>
              <a:rect l="l" t="t" r="r" b="b"/>
              <a:pathLst>
                <a:path w="1658" h="1049" extrusionOk="0">
                  <a:moveTo>
                    <a:pt x="47" y="1"/>
                  </a:moveTo>
                  <a:lnTo>
                    <a:pt x="0" y="24"/>
                  </a:lnTo>
                  <a:cubicBezTo>
                    <a:pt x="0" y="24"/>
                    <a:pt x="71" y="241"/>
                    <a:pt x="293" y="487"/>
                  </a:cubicBezTo>
                  <a:cubicBezTo>
                    <a:pt x="539" y="733"/>
                    <a:pt x="978" y="1002"/>
                    <a:pt x="1657" y="1049"/>
                  </a:cubicBezTo>
                  <a:lnTo>
                    <a:pt x="1657" y="973"/>
                  </a:lnTo>
                  <a:cubicBezTo>
                    <a:pt x="978" y="926"/>
                    <a:pt x="586" y="657"/>
                    <a:pt x="363" y="440"/>
                  </a:cubicBezTo>
                  <a:cubicBezTo>
                    <a:pt x="246" y="317"/>
                    <a:pt x="170" y="217"/>
                    <a:pt x="123" y="124"/>
                  </a:cubicBezTo>
                  <a:cubicBezTo>
                    <a:pt x="100" y="71"/>
                    <a:pt x="71" y="48"/>
                    <a:pt x="71" y="24"/>
                  </a:cubicBezTo>
                  <a:lnTo>
                    <a:pt x="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469;p49">
              <a:extLst>
                <a:ext uri="{FF2B5EF4-FFF2-40B4-BE49-F238E27FC236}">
                  <a16:creationId xmlns:a16="http://schemas.microsoft.com/office/drawing/2014/main" id="{E3114BE3-02A6-7162-D11C-15C91CA3F940}"/>
                </a:ext>
              </a:extLst>
            </p:cNvPr>
            <p:cNvSpPr/>
            <p:nvPr/>
          </p:nvSpPr>
          <p:spPr>
            <a:xfrm>
              <a:off x="2186678" y="2938847"/>
              <a:ext cx="134859" cy="109314"/>
            </a:xfrm>
            <a:custGeom>
              <a:avLst/>
              <a:gdLst/>
              <a:ahLst/>
              <a:cxnLst/>
              <a:rect l="l" t="t" r="r" b="b"/>
              <a:pathLst>
                <a:path w="1172" h="950" extrusionOk="0">
                  <a:moveTo>
                    <a:pt x="1125" y="1"/>
                  </a:moveTo>
                  <a:cubicBezTo>
                    <a:pt x="1072" y="71"/>
                    <a:pt x="978" y="194"/>
                    <a:pt x="879" y="294"/>
                  </a:cubicBezTo>
                  <a:cubicBezTo>
                    <a:pt x="709" y="440"/>
                    <a:pt x="487" y="586"/>
                    <a:pt x="317" y="709"/>
                  </a:cubicBezTo>
                  <a:cubicBezTo>
                    <a:pt x="217" y="756"/>
                    <a:pt x="147" y="803"/>
                    <a:pt x="100" y="856"/>
                  </a:cubicBezTo>
                  <a:cubicBezTo>
                    <a:pt x="24" y="879"/>
                    <a:pt x="1" y="903"/>
                    <a:pt x="1" y="903"/>
                  </a:cubicBezTo>
                  <a:lnTo>
                    <a:pt x="24" y="949"/>
                  </a:lnTo>
                  <a:cubicBezTo>
                    <a:pt x="24" y="949"/>
                    <a:pt x="270" y="826"/>
                    <a:pt x="539" y="633"/>
                  </a:cubicBezTo>
                  <a:cubicBezTo>
                    <a:pt x="656" y="563"/>
                    <a:pt x="803" y="440"/>
                    <a:pt x="926" y="340"/>
                  </a:cubicBezTo>
                  <a:cubicBezTo>
                    <a:pt x="1049" y="241"/>
                    <a:pt x="1125" y="124"/>
                    <a:pt x="1172" y="24"/>
                  </a:cubicBezTo>
                  <a:lnTo>
                    <a:pt x="11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470;p49">
              <a:extLst>
                <a:ext uri="{FF2B5EF4-FFF2-40B4-BE49-F238E27FC236}">
                  <a16:creationId xmlns:a16="http://schemas.microsoft.com/office/drawing/2014/main" id="{D86FA0CE-D22C-4E8D-4A4C-480D16048598}"/>
                </a:ext>
              </a:extLst>
            </p:cNvPr>
            <p:cNvSpPr/>
            <p:nvPr/>
          </p:nvSpPr>
          <p:spPr>
            <a:xfrm>
              <a:off x="2346392" y="2955762"/>
              <a:ext cx="70882" cy="199527"/>
            </a:xfrm>
            <a:custGeom>
              <a:avLst/>
              <a:gdLst/>
              <a:ahLst/>
              <a:cxnLst/>
              <a:rect l="l" t="t" r="r" b="b"/>
              <a:pathLst>
                <a:path w="616" h="1734" extrusionOk="0">
                  <a:moveTo>
                    <a:pt x="0" y="0"/>
                  </a:moveTo>
                  <a:cubicBezTo>
                    <a:pt x="0" y="0"/>
                    <a:pt x="30" y="340"/>
                    <a:pt x="53" y="732"/>
                  </a:cubicBezTo>
                  <a:cubicBezTo>
                    <a:pt x="76" y="902"/>
                    <a:pt x="100" y="1095"/>
                    <a:pt x="123" y="1241"/>
                  </a:cubicBezTo>
                  <a:cubicBezTo>
                    <a:pt x="147" y="1318"/>
                    <a:pt x="147" y="1388"/>
                    <a:pt x="176" y="1441"/>
                  </a:cubicBezTo>
                  <a:cubicBezTo>
                    <a:pt x="176" y="1487"/>
                    <a:pt x="199" y="1534"/>
                    <a:pt x="223" y="1558"/>
                  </a:cubicBezTo>
                  <a:cubicBezTo>
                    <a:pt x="293" y="1634"/>
                    <a:pt x="393" y="1657"/>
                    <a:pt x="469" y="1681"/>
                  </a:cubicBezTo>
                  <a:cubicBezTo>
                    <a:pt x="539" y="1704"/>
                    <a:pt x="615" y="1733"/>
                    <a:pt x="615" y="1733"/>
                  </a:cubicBezTo>
                  <a:lnTo>
                    <a:pt x="615" y="1657"/>
                  </a:lnTo>
                  <a:cubicBezTo>
                    <a:pt x="562" y="1634"/>
                    <a:pt x="369" y="1610"/>
                    <a:pt x="270" y="1511"/>
                  </a:cubicBezTo>
                  <a:cubicBezTo>
                    <a:pt x="270" y="1511"/>
                    <a:pt x="246" y="1464"/>
                    <a:pt x="246" y="1411"/>
                  </a:cubicBezTo>
                  <a:cubicBezTo>
                    <a:pt x="199" y="1241"/>
                    <a:pt x="147" y="902"/>
                    <a:pt x="123" y="586"/>
                  </a:cubicBezTo>
                  <a:cubicBezTo>
                    <a:pt x="100" y="416"/>
                    <a:pt x="76" y="270"/>
                    <a:pt x="76" y="170"/>
                  </a:cubicBezTo>
                  <a:lnTo>
                    <a:pt x="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471;p49">
              <a:extLst>
                <a:ext uri="{FF2B5EF4-FFF2-40B4-BE49-F238E27FC236}">
                  <a16:creationId xmlns:a16="http://schemas.microsoft.com/office/drawing/2014/main" id="{BB0FC465-8E17-2D80-7A28-8EBA2F77249D}"/>
                </a:ext>
              </a:extLst>
            </p:cNvPr>
            <p:cNvSpPr/>
            <p:nvPr/>
          </p:nvSpPr>
          <p:spPr>
            <a:xfrm>
              <a:off x="2413707" y="3384851"/>
              <a:ext cx="28422" cy="1145497"/>
            </a:xfrm>
            <a:custGeom>
              <a:avLst/>
              <a:gdLst/>
              <a:ahLst/>
              <a:cxnLst/>
              <a:rect l="l" t="t" r="r" b="b"/>
              <a:pathLst>
                <a:path w="247" h="9955" extrusionOk="0">
                  <a:moveTo>
                    <a:pt x="176" y="1"/>
                  </a:moveTo>
                  <a:cubicBezTo>
                    <a:pt x="124" y="1611"/>
                    <a:pt x="1" y="9955"/>
                    <a:pt x="1" y="9955"/>
                  </a:cubicBezTo>
                  <a:lnTo>
                    <a:pt x="77" y="9955"/>
                  </a:lnTo>
                  <a:cubicBezTo>
                    <a:pt x="77" y="9955"/>
                    <a:pt x="77" y="9832"/>
                    <a:pt x="100" y="9592"/>
                  </a:cubicBezTo>
                  <a:cubicBezTo>
                    <a:pt x="100" y="7981"/>
                    <a:pt x="200" y="1418"/>
                    <a:pt x="2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472;p49">
              <a:extLst>
                <a:ext uri="{FF2B5EF4-FFF2-40B4-BE49-F238E27FC236}">
                  <a16:creationId xmlns:a16="http://schemas.microsoft.com/office/drawing/2014/main" id="{EE180CB4-D3E0-4FF8-0194-D62AEA4A39DD}"/>
                </a:ext>
              </a:extLst>
            </p:cNvPr>
            <p:cNvSpPr/>
            <p:nvPr/>
          </p:nvSpPr>
          <p:spPr>
            <a:xfrm>
              <a:off x="2161133" y="4505270"/>
              <a:ext cx="286403" cy="70191"/>
            </a:xfrm>
            <a:custGeom>
              <a:avLst/>
              <a:gdLst/>
              <a:ahLst/>
              <a:cxnLst/>
              <a:rect l="l" t="t" r="r" b="b"/>
              <a:pathLst>
                <a:path w="2489" h="610" extrusionOk="0">
                  <a:moveTo>
                    <a:pt x="0" y="1"/>
                  </a:moveTo>
                  <a:lnTo>
                    <a:pt x="0" y="610"/>
                  </a:lnTo>
                  <a:lnTo>
                    <a:pt x="2489" y="610"/>
                  </a:lnTo>
                  <a:lnTo>
                    <a:pt x="24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473;p49">
              <a:extLst>
                <a:ext uri="{FF2B5EF4-FFF2-40B4-BE49-F238E27FC236}">
                  <a16:creationId xmlns:a16="http://schemas.microsoft.com/office/drawing/2014/main" id="{F1C9EC67-B686-51BB-D8D4-93FB47F63BB4}"/>
                </a:ext>
              </a:extLst>
            </p:cNvPr>
            <p:cNvSpPr/>
            <p:nvPr/>
          </p:nvSpPr>
          <p:spPr>
            <a:xfrm>
              <a:off x="2621979" y="4505270"/>
              <a:ext cx="266842" cy="70191"/>
            </a:xfrm>
            <a:custGeom>
              <a:avLst/>
              <a:gdLst/>
              <a:ahLst/>
              <a:cxnLst/>
              <a:rect l="l" t="t" r="r" b="b"/>
              <a:pathLst>
                <a:path w="2319" h="610" extrusionOk="0">
                  <a:moveTo>
                    <a:pt x="0" y="1"/>
                  </a:moveTo>
                  <a:lnTo>
                    <a:pt x="70" y="610"/>
                  </a:lnTo>
                  <a:lnTo>
                    <a:pt x="2319" y="610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474;p49">
              <a:extLst>
                <a:ext uri="{FF2B5EF4-FFF2-40B4-BE49-F238E27FC236}">
                  <a16:creationId xmlns:a16="http://schemas.microsoft.com/office/drawing/2014/main" id="{AAFF6F9E-209D-4F0B-E2DE-351E0F7F22D5}"/>
                </a:ext>
              </a:extLst>
            </p:cNvPr>
            <p:cNvSpPr/>
            <p:nvPr/>
          </p:nvSpPr>
          <p:spPr>
            <a:xfrm>
              <a:off x="2186678" y="2320355"/>
              <a:ext cx="567398" cy="648751"/>
            </a:xfrm>
            <a:custGeom>
              <a:avLst/>
              <a:gdLst/>
              <a:ahLst/>
              <a:cxnLst/>
              <a:rect l="l" t="t" r="r" b="b"/>
              <a:pathLst>
                <a:path w="4931" h="5638" extrusionOk="0">
                  <a:moveTo>
                    <a:pt x="2242" y="1"/>
                  </a:moveTo>
                  <a:cubicBezTo>
                    <a:pt x="2044" y="1"/>
                    <a:pt x="1904" y="7"/>
                    <a:pt x="1904" y="7"/>
                  </a:cubicBezTo>
                  <a:cubicBezTo>
                    <a:pt x="1904" y="7"/>
                    <a:pt x="1148" y="668"/>
                    <a:pt x="610" y="1400"/>
                  </a:cubicBezTo>
                  <a:cubicBezTo>
                    <a:pt x="170" y="1839"/>
                    <a:pt x="1" y="2179"/>
                    <a:pt x="24" y="2618"/>
                  </a:cubicBezTo>
                  <a:cubicBezTo>
                    <a:pt x="24" y="2934"/>
                    <a:pt x="170" y="3204"/>
                    <a:pt x="270" y="3666"/>
                  </a:cubicBezTo>
                  <a:cubicBezTo>
                    <a:pt x="364" y="4181"/>
                    <a:pt x="416" y="5423"/>
                    <a:pt x="416" y="5423"/>
                  </a:cubicBezTo>
                  <a:cubicBezTo>
                    <a:pt x="823" y="5569"/>
                    <a:pt x="1418" y="5638"/>
                    <a:pt x="2066" y="5638"/>
                  </a:cubicBezTo>
                  <a:cubicBezTo>
                    <a:pt x="2816" y="5638"/>
                    <a:pt x="3637" y="5546"/>
                    <a:pt x="4316" y="5376"/>
                  </a:cubicBezTo>
                  <a:cubicBezTo>
                    <a:pt x="4439" y="4205"/>
                    <a:pt x="4931" y="1693"/>
                    <a:pt x="4661" y="1277"/>
                  </a:cubicBezTo>
                  <a:cubicBezTo>
                    <a:pt x="4392" y="862"/>
                    <a:pt x="2928" y="30"/>
                    <a:pt x="2928" y="30"/>
                  </a:cubicBezTo>
                  <a:cubicBezTo>
                    <a:pt x="2697" y="7"/>
                    <a:pt x="2441" y="1"/>
                    <a:pt x="22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475;p49">
              <a:extLst>
                <a:ext uri="{FF2B5EF4-FFF2-40B4-BE49-F238E27FC236}">
                  <a16:creationId xmlns:a16="http://schemas.microsoft.com/office/drawing/2014/main" id="{8E3AD8DF-4A40-2AB2-4B70-5DE6D1F12B55}"/>
                </a:ext>
              </a:extLst>
            </p:cNvPr>
            <p:cNvSpPr/>
            <p:nvPr/>
          </p:nvSpPr>
          <p:spPr>
            <a:xfrm>
              <a:off x="2184032" y="2477999"/>
              <a:ext cx="75484" cy="233242"/>
            </a:xfrm>
            <a:custGeom>
              <a:avLst/>
              <a:gdLst/>
              <a:ahLst/>
              <a:cxnLst/>
              <a:rect l="l" t="t" r="r" b="b"/>
              <a:pathLst>
                <a:path w="656" h="2027" extrusionOk="0">
                  <a:moveTo>
                    <a:pt x="609" y="1"/>
                  </a:moveTo>
                  <a:cubicBezTo>
                    <a:pt x="387" y="223"/>
                    <a:pt x="240" y="417"/>
                    <a:pt x="147" y="616"/>
                  </a:cubicBezTo>
                  <a:cubicBezTo>
                    <a:pt x="47" y="809"/>
                    <a:pt x="0" y="1002"/>
                    <a:pt x="0" y="1225"/>
                  </a:cubicBezTo>
                  <a:lnTo>
                    <a:pt x="0" y="1248"/>
                  </a:lnTo>
                  <a:cubicBezTo>
                    <a:pt x="0" y="1418"/>
                    <a:pt x="24" y="1541"/>
                    <a:pt x="70" y="1664"/>
                  </a:cubicBezTo>
                  <a:cubicBezTo>
                    <a:pt x="94" y="1787"/>
                    <a:pt x="147" y="1880"/>
                    <a:pt x="193" y="2027"/>
                  </a:cubicBezTo>
                  <a:lnTo>
                    <a:pt x="270" y="2027"/>
                  </a:lnTo>
                  <a:cubicBezTo>
                    <a:pt x="217" y="1857"/>
                    <a:pt x="170" y="1757"/>
                    <a:pt x="147" y="1640"/>
                  </a:cubicBezTo>
                  <a:cubicBezTo>
                    <a:pt x="94" y="1517"/>
                    <a:pt x="70" y="1394"/>
                    <a:pt x="70" y="1248"/>
                  </a:cubicBezTo>
                  <a:lnTo>
                    <a:pt x="70" y="1225"/>
                  </a:lnTo>
                  <a:cubicBezTo>
                    <a:pt x="70" y="1002"/>
                    <a:pt x="123" y="832"/>
                    <a:pt x="217" y="639"/>
                  </a:cubicBezTo>
                  <a:cubicBezTo>
                    <a:pt x="316" y="469"/>
                    <a:pt x="463" y="270"/>
                    <a:pt x="656" y="54"/>
                  </a:cubicBezTo>
                  <a:lnTo>
                    <a:pt x="609" y="1"/>
                  </a:lnTo>
                  <a:close/>
                </a:path>
              </a:pathLst>
            </a:custGeom>
            <a:solidFill>
              <a:srgbClr val="AA31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476;p49">
              <a:extLst>
                <a:ext uri="{FF2B5EF4-FFF2-40B4-BE49-F238E27FC236}">
                  <a16:creationId xmlns:a16="http://schemas.microsoft.com/office/drawing/2014/main" id="{EFA57B9A-243A-0AF1-5232-E6DF526462BA}"/>
                </a:ext>
              </a:extLst>
            </p:cNvPr>
            <p:cNvSpPr/>
            <p:nvPr/>
          </p:nvSpPr>
          <p:spPr>
            <a:xfrm>
              <a:off x="2419805" y="2363506"/>
              <a:ext cx="22323" cy="252803"/>
            </a:xfrm>
            <a:custGeom>
              <a:avLst/>
              <a:gdLst/>
              <a:ahLst/>
              <a:cxnLst/>
              <a:rect l="l" t="t" r="r" b="b"/>
              <a:pathLst>
                <a:path w="194" h="2197" extrusionOk="0">
                  <a:moveTo>
                    <a:pt x="123" y="1"/>
                  </a:moveTo>
                  <a:lnTo>
                    <a:pt x="0" y="2167"/>
                  </a:lnTo>
                  <a:lnTo>
                    <a:pt x="71" y="2196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AA31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2477;p49">
              <a:extLst>
                <a:ext uri="{FF2B5EF4-FFF2-40B4-BE49-F238E27FC236}">
                  <a16:creationId xmlns:a16="http://schemas.microsoft.com/office/drawing/2014/main" id="{08F8602E-E97B-7627-5A2F-6055DC9D534B}"/>
                </a:ext>
              </a:extLst>
            </p:cNvPr>
            <p:cNvSpPr/>
            <p:nvPr/>
          </p:nvSpPr>
          <p:spPr>
            <a:xfrm>
              <a:off x="2450759" y="2430936"/>
              <a:ext cx="10931" cy="10816"/>
            </a:xfrm>
            <a:custGeom>
              <a:avLst/>
              <a:gdLst/>
              <a:ahLst/>
              <a:cxnLst/>
              <a:rect l="l" t="t" r="r" b="b"/>
              <a:pathLst>
                <a:path w="95" h="94" extrusionOk="0">
                  <a:moveTo>
                    <a:pt x="48" y="0"/>
                  </a:moveTo>
                  <a:cubicBezTo>
                    <a:pt x="24" y="0"/>
                    <a:pt x="1" y="23"/>
                    <a:pt x="1" y="47"/>
                  </a:cubicBezTo>
                  <a:cubicBezTo>
                    <a:pt x="1" y="70"/>
                    <a:pt x="24" y="94"/>
                    <a:pt x="48" y="94"/>
                  </a:cubicBezTo>
                  <a:cubicBezTo>
                    <a:pt x="71" y="94"/>
                    <a:pt x="95" y="70"/>
                    <a:pt x="95" y="47"/>
                  </a:cubicBezTo>
                  <a:cubicBezTo>
                    <a:pt x="95" y="23"/>
                    <a:pt x="71" y="0"/>
                    <a:pt x="48" y="0"/>
                  </a:cubicBezTo>
                  <a:close/>
                </a:path>
              </a:pathLst>
            </a:custGeom>
            <a:solidFill>
              <a:srgbClr val="AA31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2478;p49">
              <a:extLst>
                <a:ext uri="{FF2B5EF4-FFF2-40B4-BE49-F238E27FC236}">
                  <a16:creationId xmlns:a16="http://schemas.microsoft.com/office/drawing/2014/main" id="{CDA32097-2979-6F8D-492C-2E53273F43BE}"/>
                </a:ext>
              </a:extLst>
            </p:cNvPr>
            <p:cNvSpPr/>
            <p:nvPr/>
          </p:nvSpPr>
          <p:spPr>
            <a:xfrm>
              <a:off x="2447422" y="2515051"/>
              <a:ext cx="8860" cy="8285"/>
            </a:xfrm>
            <a:custGeom>
              <a:avLst/>
              <a:gdLst/>
              <a:ahLst/>
              <a:cxnLst/>
              <a:rect l="l" t="t" r="r" b="b"/>
              <a:pathLst>
                <a:path w="77" h="72" extrusionOk="0">
                  <a:moveTo>
                    <a:pt x="30" y="1"/>
                  </a:moveTo>
                  <a:cubicBezTo>
                    <a:pt x="1" y="1"/>
                    <a:pt x="1" y="24"/>
                    <a:pt x="1" y="48"/>
                  </a:cubicBezTo>
                  <a:cubicBezTo>
                    <a:pt x="1" y="48"/>
                    <a:pt x="1" y="71"/>
                    <a:pt x="30" y="71"/>
                  </a:cubicBezTo>
                  <a:cubicBezTo>
                    <a:pt x="53" y="71"/>
                    <a:pt x="77" y="48"/>
                    <a:pt x="77" y="48"/>
                  </a:cubicBezTo>
                  <a:cubicBezTo>
                    <a:pt x="77" y="24"/>
                    <a:pt x="53" y="1"/>
                    <a:pt x="30" y="1"/>
                  </a:cubicBezTo>
                  <a:close/>
                </a:path>
              </a:pathLst>
            </a:custGeom>
            <a:solidFill>
              <a:srgbClr val="AA31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2479;p49">
              <a:extLst>
                <a:ext uri="{FF2B5EF4-FFF2-40B4-BE49-F238E27FC236}">
                  <a16:creationId xmlns:a16="http://schemas.microsoft.com/office/drawing/2014/main" id="{E28799FF-099F-AE5D-B722-1A34779770ED}"/>
                </a:ext>
              </a:extLst>
            </p:cNvPr>
            <p:cNvSpPr/>
            <p:nvPr/>
          </p:nvSpPr>
          <p:spPr>
            <a:xfrm>
              <a:off x="2442013" y="2595944"/>
              <a:ext cx="8860" cy="11622"/>
            </a:xfrm>
            <a:custGeom>
              <a:avLst/>
              <a:gdLst/>
              <a:ahLst/>
              <a:cxnLst/>
              <a:rect l="l" t="t" r="r" b="b"/>
              <a:pathLst>
                <a:path w="77" h="101" extrusionOk="0">
                  <a:moveTo>
                    <a:pt x="48" y="1"/>
                  </a:moveTo>
                  <a:cubicBezTo>
                    <a:pt x="24" y="1"/>
                    <a:pt x="1" y="30"/>
                    <a:pt x="1" y="53"/>
                  </a:cubicBezTo>
                  <a:cubicBezTo>
                    <a:pt x="1" y="77"/>
                    <a:pt x="24" y="100"/>
                    <a:pt x="48" y="100"/>
                  </a:cubicBezTo>
                  <a:cubicBezTo>
                    <a:pt x="77" y="100"/>
                    <a:pt x="77" y="77"/>
                    <a:pt x="77" y="53"/>
                  </a:cubicBezTo>
                  <a:cubicBezTo>
                    <a:pt x="77" y="30"/>
                    <a:pt x="77" y="1"/>
                    <a:pt x="48" y="1"/>
                  </a:cubicBezTo>
                  <a:close/>
                </a:path>
              </a:pathLst>
            </a:custGeom>
            <a:solidFill>
              <a:srgbClr val="AA31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2480;p49">
              <a:extLst>
                <a:ext uri="{FF2B5EF4-FFF2-40B4-BE49-F238E27FC236}">
                  <a16:creationId xmlns:a16="http://schemas.microsoft.com/office/drawing/2014/main" id="{F1704750-E876-355F-3D44-57AF87CE9C8E}"/>
                </a:ext>
              </a:extLst>
            </p:cNvPr>
            <p:cNvSpPr/>
            <p:nvPr/>
          </p:nvSpPr>
          <p:spPr>
            <a:xfrm>
              <a:off x="2621979" y="2506305"/>
              <a:ext cx="785681" cy="536445"/>
            </a:xfrm>
            <a:custGeom>
              <a:avLst/>
              <a:gdLst/>
              <a:ahLst/>
              <a:cxnLst/>
              <a:rect l="l" t="t" r="r" b="b"/>
              <a:pathLst>
                <a:path w="6828" h="4662" extrusionOk="0">
                  <a:moveTo>
                    <a:pt x="1657" y="1"/>
                  </a:moveTo>
                  <a:lnTo>
                    <a:pt x="0" y="926"/>
                  </a:lnTo>
                  <a:cubicBezTo>
                    <a:pt x="0" y="926"/>
                    <a:pt x="1733" y="2659"/>
                    <a:pt x="2412" y="3122"/>
                  </a:cubicBezTo>
                  <a:cubicBezTo>
                    <a:pt x="2928" y="3444"/>
                    <a:pt x="6611" y="4662"/>
                    <a:pt x="6611" y="4662"/>
                  </a:cubicBezTo>
                  <a:lnTo>
                    <a:pt x="6827" y="3854"/>
                  </a:lnTo>
                  <a:cubicBezTo>
                    <a:pt x="6827" y="3854"/>
                    <a:pt x="3952" y="2150"/>
                    <a:pt x="3607" y="1904"/>
                  </a:cubicBezTo>
                  <a:cubicBezTo>
                    <a:pt x="3267" y="1634"/>
                    <a:pt x="1657" y="1"/>
                    <a:pt x="1657" y="1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2481;p49">
              <a:extLst>
                <a:ext uri="{FF2B5EF4-FFF2-40B4-BE49-F238E27FC236}">
                  <a16:creationId xmlns:a16="http://schemas.microsoft.com/office/drawing/2014/main" id="{6B02ED8C-AAAC-82F0-4E1E-191B42BF82B5}"/>
                </a:ext>
              </a:extLst>
            </p:cNvPr>
            <p:cNvSpPr/>
            <p:nvPr/>
          </p:nvSpPr>
          <p:spPr>
            <a:xfrm>
              <a:off x="2529005" y="2326454"/>
              <a:ext cx="370632" cy="413092"/>
            </a:xfrm>
            <a:custGeom>
              <a:avLst/>
              <a:gdLst/>
              <a:ahLst/>
              <a:cxnLst/>
              <a:rect l="l" t="t" r="r" b="b"/>
              <a:pathLst>
                <a:path w="3221" h="3590" extrusionOk="0">
                  <a:moveTo>
                    <a:pt x="0" y="1"/>
                  </a:moveTo>
                  <a:lnTo>
                    <a:pt x="223" y="2249"/>
                  </a:lnTo>
                  <a:lnTo>
                    <a:pt x="1757" y="3590"/>
                  </a:lnTo>
                  <a:lnTo>
                    <a:pt x="3220" y="2003"/>
                  </a:lnTo>
                  <a:cubicBezTo>
                    <a:pt x="3220" y="2003"/>
                    <a:pt x="2073" y="762"/>
                    <a:pt x="1563" y="492"/>
                  </a:cubicBezTo>
                  <a:cubicBezTo>
                    <a:pt x="855" y="147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2482;p49">
              <a:extLst>
                <a:ext uri="{FF2B5EF4-FFF2-40B4-BE49-F238E27FC236}">
                  <a16:creationId xmlns:a16="http://schemas.microsoft.com/office/drawing/2014/main" id="{DA64917C-7D12-24B0-BE4B-E512A4DC4ACE}"/>
                </a:ext>
              </a:extLst>
            </p:cNvPr>
            <p:cNvSpPr/>
            <p:nvPr/>
          </p:nvSpPr>
          <p:spPr>
            <a:xfrm>
              <a:off x="2596319" y="2621604"/>
              <a:ext cx="112651" cy="98383"/>
            </a:xfrm>
            <a:custGeom>
              <a:avLst/>
              <a:gdLst/>
              <a:ahLst/>
              <a:cxnLst/>
              <a:rect l="l" t="t" r="r" b="b"/>
              <a:pathLst>
                <a:path w="979" h="855" extrusionOk="0">
                  <a:moveTo>
                    <a:pt x="53" y="0"/>
                  </a:moveTo>
                  <a:lnTo>
                    <a:pt x="1" y="47"/>
                  </a:lnTo>
                  <a:lnTo>
                    <a:pt x="932" y="855"/>
                  </a:lnTo>
                  <a:lnTo>
                    <a:pt x="978" y="80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AA31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2483;p49">
              <a:extLst>
                <a:ext uri="{FF2B5EF4-FFF2-40B4-BE49-F238E27FC236}">
                  <a16:creationId xmlns:a16="http://schemas.microsoft.com/office/drawing/2014/main" id="{404C2DB5-DD17-9377-990B-12E7EF4245DB}"/>
                </a:ext>
              </a:extLst>
            </p:cNvPr>
            <p:cNvSpPr/>
            <p:nvPr/>
          </p:nvSpPr>
          <p:spPr>
            <a:xfrm>
              <a:off x="3334708" y="2924693"/>
              <a:ext cx="202289" cy="160979"/>
            </a:xfrm>
            <a:custGeom>
              <a:avLst/>
              <a:gdLst/>
              <a:ahLst/>
              <a:cxnLst/>
              <a:rect l="l" t="t" r="r" b="b"/>
              <a:pathLst>
                <a:path w="1758" h="1399" extrusionOk="0">
                  <a:moveTo>
                    <a:pt x="194" y="1"/>
                  </a:moveTo>
                  <a:lnTo>
                    <a:pt x="1" y="879"/>
                  </a:lnTo>
                  <a:cubicBezTo>
                    <a:pt x="1" y="879"/>
                    <a:pt x="487" y="1219"/>
                    <a:pt x="1125" y="1365"/>
                  </a:cubicBezTo>
                  <a:cubicBezTo>
                    <a:pt x="1172" y="1365"/>
                    <a:pt x="1307" y="1399"/>
                    <a:pt x="1392" y="1399"/>
                  </a:cubicBezTo>
                  <a:cubicBezTo>
                    <a:pt x="1435" y="1399"/>
                    <a:pt x="1465" y="1390"/>
                    <a:pt x="1465" y="1365"/>
                  </a:cubicBezTo>
                  <a:cubicBezTo>
                    <a:pt x="1488" y="1295"/>
                    <a:pt x="1125" y="1172"/>
                    <a:pt x="979" y="1125"/>
                  </a:cubicBezTo>
                  <a:lnTo>
                    <a:pt x="979" y="1125"/>
                  </a:lnTo>
                  <a:cubicBezTo>
                    <a:pt x="1129" y="1143"/>
                    <a:pt x="1441" y="1250"/>
                    <a:pt x="1573" y="1250"/>
                  </a:cubicBezTo>
                  <a:cubicBezTo>
                    <a:pt x="1611" y="1250"/>
                    <a:pt x="1634" y="1241"/>
                    <a:pt x="1634" y="1219"/>
                  </a:cubicBezTo>
                  <a:cubicBezTo>
                    <a:pt x="1634" y="1125"/>
                    <a:pt x="1026" y="903"/>
                    <a:pt x="1025" y="903"/>
                  </a:cubicBezTo>
                  <a:lnTo>
                    <a:pt x="1025" y="903"/>
                  </a:lnTo>
                  <a:cubicBezTo>
                    <a:pt x="1026" y="903"/>
                    <a:pt x="1494" y="1060"/>
                    <a:pt x="1681" y="1060"/>
                  </a:cubicBezTo>
                  <a:cubicBezTo>
                    <a:pt x="1728" y="1060"/>
                    <a:pt x="1757" y="1050"/>
                    <a:pt x="1757" y="1026"/>
                  </a:cubicBezTo>
                  <a:cubicBezTo>
                    <a:pt x="1757" y="926"/>
                    <a:pt x="1026" y="686"/>
                    <a:pt x="1025" y="686"/>
                  </a:cubicBezTo>
                  <a:lnTo>
                    <a:pt x="1025" y="686"/>
                  </a:lnTo>
                  <a:cubicBezTo>
                    <a:pt x="1026" y="686"/>
                    <a:pt x="1473" y="808"/>
                    <a:pt x="1657" y="808"/>
                  </a:cubicBezTo>
                  <a:cubicBezTo>
                    <a:pt x="1704" y="808"/>
                    <a:pt x="1734" y="800"/>
                    <a:pt x="1734" y="780"/>
                  </a:cubicBezTo>
                  <a:cubicBezTo>
                    <a:pt x="1734" y="686"/>
                    <a:pt x="1564" y="633"/>
                    <a:pt x="1441" y="586"/>
                  </a:cubicBezTo>
                  <a:cubicBezTo>
                    <a:pt x="1295" y="563"/>
                    <a:pt x="1025" y="487"/>
                    <a:pt x="1025" y="440"/>
                  </a:cubicBezTo>
                  <a:cubicBezTo>
                    <a:pt x="1025" y="427"/>
                    <a:pt x="1036" y="422"/>
                    <a:pt x="1053" y="422"/>
                  </a:cubicBezTo>
                  <a:cubicBezTo>
                    <a:pt x="1103" y="422"/>
                    <a:pt x="1211" y="464"/>
                    <a:pt x="1293" y="464"/>
                  </a:cubicBezTo>
                  <a:cubicBezTo>
                    <a:pt x="1344" y="464"/>
                    <a:pt x="1385" y="447"/>
                    <a:pt x="1394" y="393"/>
                  </a:cubicBezTo>
                  <a:cubicBezTo>
                    <a:pt x="1394" y="340"/>
                    <a:pt x="1172" y="270"/>
                    <a:pt x="1025" y="218"/>
                  </a:cubicBezTo>
                  <a:cubicBezTo>
                    <a:pt x="832" y="147"/>
                    <a:pt x="417" y="48"/>
                    <a:pt x="194" y="1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2484;p49">
              <a:extLst>
                <a:ext uri="{FF2B5EF4-FFF2-40B4-BE49-F238E27FC236}">
                  <a16:creationId xmlns:a16="http://schemas.microsoft.com/office/drawing/2014/main" id="{55265084-B451-5461-6357-D9F8DD48F30E}"/>
                </a:ext>
              </a:extLst>
            </p:cNvPr>
            <p:cNvSpPr/>
            <p:nvPr/>
          </p:nvSpPr>
          <p:spPr>
            <a:xfrm>
              <a:off x="3360368" y="2961170"/>
              <a:ext cx="64093" cy="22323"/>
            </a:xfrm>
            <a:custGeom>
              <a:avLst/>
              <a:gdLst/>
              <a:ahLst/>
              <a:cxnLst/>
              <a:rect l="l" t="t" r="r" b="b"/>
              <a:pathLst>
                <a:path w="557" h="194" extrusionOk="0">
                  <a:moveTo>
                    <a:pt x="24" y="0"/>
                  </a:moveTo>
                  <a:lnTo>
                    <a:pt x="0" y="47"/>
                  </a:lnTo>
                  <a:cubicBezTo>
                    <a:pt x="0" y="47"/>
                    <a:pt x="194" y="193"/>
                    <a:pt x="410" y="193"/>
                  </a:cubicBezTo>
                  <a:cubicBezTo>
                    <a:pt x="463" y="193"/>
                    <a:pt x="510" y="193"/>
                    <a:pt x="557" y="170"/>
                  </a:cubicBezTo>
                  <a:lnTo>
                    <a:pt x="533" y="100"/>
                  </a:lnTo>
                  <a:cubicBezTo>
                    <a:pt x="510" y="123"/>
                    <a:pt x="463" y="123"/>
                    <a:pt x="410" y="123"/>
                  </a:cubicBezTo>
                  <a:cubicBezTo>
                    <a:pt x="316" y="123"/>
                    <a:pt x="217" y="100"/>
                    <a:pt x="147" y="47"/>
                  </a:cubicBezTo>
                  <a:cubicBezTo>
                    <a:pt x="117" y="47"/>
                    <a:pt x="71" y="23"/>
                    <a:pt x="71" y="0"/>
                  </a:cubicBez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2485;p49">
              <a:extLst>
                <a:ext uri="{FF2B5EF4-FFF2-40B4-BE49-F238E27FC236}">
                  <a16:creationId xmlns:a16="http://schemas.microsoft.com/office/drawing/2014/main" id="{80EA8F5F-39B8-6BED-3ABE-C93A40217E31}"/>
                </a:ext>
              </a:extLst>
            </p:cNvPr>
            <p:cNvSpPr/>
            <p:nvPr/>
          </p:nvSpPr>
          <p:spPr>
            <a:xfrm>
              <a:off x="2388852" y="2189062"/>
              <a:ext cx="134859" cy="174672"/>
            </a:xfrm>
            <a:custGeom>
              <a:avLst/>
              <a:gdLst/>
              <a:ahLst/>
              <a:cxnLst/>
              <a:rect l="l" t="t" r="r" b="b"/>
              <a:pathLst>
                <a:path w="1172" h="1518" extrusionOk="0">
                  <a:moveTo>
                    <a:pt x="925" y="0"/>
                  </a:moveTo>
                  <a:lnTo>
                    <a:pt x="193" y="439"/>
                  </a:lnTo>
                  <a:lnTo>
                    <a:pt x="147" y="1195"/>
                  </a:lnTo>
                  <a:cubicBezTo>
                    <a:pt x="147" y="1195"/>
                    <a:pt x="0" y="1517"/>
                    <a:pt x="586" y="1517"/>
                  </a:cubicBezTo>
                  <a:cubicBezTo>
                    <a:pt x="599" y="1517"/>
                    <a:pt x="612" y="1518"/>
                    <a:pt x="625" y="1518"/>
                  </a:cubicBezTo>
                  <a:cubicBezTo>
                    <a:pt x="1034" y="1518"/>
                    <a:pt x="1171" y="1171"/>
                    <a:pt x="1171" y="1171"/>
                  </a:cubicBezTo>
                  <a:lnTo>
                    <a:pt x="925" y="0"/>
                  </a:ln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2486;p49">
              <a:extLst>
                <a:ext uri="{FF2B5EF4-FFF2-40B4-BE49-F238E27FC236}">
                  <a16:creationId xmlns:a16="http://schemas.microsoft.com/office/drawing/2014/main" id="{29EF7C2C-EC24-BA85-BA68-F678D88C3EE7}"/>
                </a:ext>
              </a:extLst>
            </p:cNvPr>
            <p:cNvSpPr/>
            <p:nvPr/>
          </p:nvSpPr>
          <p:spPr>
            <a:xfrm>
              <a:off x="2299214" y="2014389"/>
              <a:ext cx="221850" cy="241642"/>
            </a:xfrm>
            <a:custGeom>
              <a:avLst/>
              <a:gdLst/>
              <a:ahLst/>
              <a:cxnLst/>
              <a:rect l="l" t="t" r="r" b="b"/>
              <a:pathLst>
                <a:path w="1928" h="2100" extrusionOk="0">
                  <a:moveTo>
                    <a:pt x="766" y="0"/>
                  </a:moveTo>
                  <a:cubicBezTo>
                    <a:pt x="598" y="0"/>
                    <a:pt x="434" y="79"/>
                    <a:pt x="293" y="277"/>
                  </a:cubicBezTo>
                  <a:cubicBezTo>
                    <a:pt x="170" y="763"/>
                    <a:pt x="0" y="1764"/>
                    <a:pt x="586" y="2057"/>
                  </a:cubicBezTo>
                  <a:cubicBezTo>
                    <a:pt x="635" y="2086"/>
                    <a:pt x="698" y="2099"/>
                    <a:pt x="770" y="2099"/>
                  </a:cubicBezTo>
                  <a:cubicBezTo>
                    <a:pt x="869" y="2099"/>
                    <a:pt x="983" y="2074"/>
                    <a:pt x="1095" y="2033"/>
                  </a:cubicBezTo>
                  <a:cubicBezTo>
                    <a:pt x="1534" y="1834"/>
                    <a:pt x="1804" y="1471"/>
                    <a:pt x="1851" y="1178"/>
                  </a:cubicBezTo>
                  <a:cubicBezTo>
                    <a:pt x="1927" y="877"/>
                    <a:pt x="1325" y="0"/>
                    <a:pt x="766" y="0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2487;p49">
              <a:extLst>
                <a:ext uri="{FF2B5EF4-FFF2-40B4-BE49-F238E27FC236}">
                  <a16:creationId xmlns:a16="http://schemas.microsoft.com/office/drawing/2014/main" id="{BADB13B4-5380-4669-87C5-BE50DA71B536}"/>
                </a:ext>
              </a:extLst>
            </p:cNvPr>
            <p:cNvSpPr/>
            <p:nvPr/>
          </p:nvSpPr>
          <p:spPr>
            <a:xfrm>
              <a:off x="2293116" y="1970088"/>
              <a:ext cx="398939" cy="401586"/>
            </a:xfrm>
            <a:custGeom>
              <a:avLst/>
              <a:gdLst/>
              <a:ahLst/>
              <a:cxnLst/>
              <a:rect l="l" t="t" r="r" b="b"/>
              <a:pathLst>
                <a:path w="3467" h="3490" extrusionOk="0">
                  <a:moveTo>
                    <a:pt x="1394" y="0"/>
                  </a:moveTo>
                  <a:cubicBezTo>
                    <a:pt x="1101" y="0"/>
                    <a:pt x="902" y="170"/>
                    <a:pt x="662" y="199"/>
                  </a:cubicBezTo>
                  <a:cubicBezTo>
                    <a:pt x="223" y="246"/>
                    <a:pt x="1" y="732"/>
                    <a:pt x="223" y="1078"/>
                  </a:cubicBezTo>
                  <a:cubicBezTo>
                    <a:pt x="346" y="931"/>
                    <a:pt x="662" y="755"/>
                    <a:pt x="832" y="662"/>
                  </a:cubicBezTo>
                  <a:cubicBezTo>
                    <a:pt x="879" y="785"/>
                    <a:pt x="1101" y="1048"/>
                    <a:pt x="1465" y="1171"/>
                  </a:cubicBezTo>
                  <a:cubicBezTo>
                    <a:pt x="1517" y="1171"/>
                    <a:pt x="1757" y="1903"/>
                    <a:pt x="1757" y="1903"/>
                  </a:cubicBezTo>
                  <a:lnTo>
                    <a:pt x="1980" y="2904"/>
                  </a:lnTo>
                  <a:cubicBezTo>
                    <a:pt x="2027" y="3004"/>
                    <a:pt x="2103" y="3098"/>
                    <a:pt x="2150" y="3127"/>
                  </a:cubicBezTo>
                  <a:cubicBezTo>
                    <a:pt x="2542" y="3197"/>
                    <a:pt x="3098" y="3367"/>
                    <a:pt x="3367" y="3490"/>
                  </a:cubicBezTo>
                  <a:cubicBezTo>
                    <a:pt x="3444" y="3150"/>
                    <a:pt x="3467" y="2711"/>
                    <a:pt x="3321" y="2395"/>
                  </a:cubicBezTo>
                  <a:cubicBezTo>
                    <a:pt x="3198" y="2049"/>
                    <a:pt x="2928" y="1686"/>
                    <a:pt x="2589" y="1563"/>
                  </a:cubicBezTo>
                  <a:cubicBezTo>
                    <a:pt x="2542" y="1540"/>
                    <a:pt x="2466" y="1517"/>
                    <a:pt x="2419" y="1464"/>
                  </a:cubicBezTo>
                  <a:cubicBezTo>
                    <a:pt x="2343" y="1394"/>
                    <a:pt x="2319" y="1271"/>
                    <a:pt x="2343" y="1148"/>
                  </a:cubicBezTo>
                  <a:cubicBezTo>
                    <a:pt x="2395" y="1048"/>
                    <a:pt x="2442" y="955"/>
                    <a:pt x="2466" y="832"/>
                  </a:cubicBezTo>
                  <a:cubicBezTo>
                    <a:pt x="2466" y="709"/>
                    <a:pt x="2442" y="609"/>
                    <a:pt x="2395" y="492"/>
                  </a:cubicBezTo>
                  <a:cubicBezTo>
                    <a:pt x="2319" y="392"/>
                    <a:pt x="2249" y="270"/>
                    <a:pt x="2126" y="223"/>
                  </a:cubicBezTo>
                  <a:cubicBezTo>
                    <a:pt x="1904" y="76"/>
                    <a:pt x="1634" y="0"/>
                    <a:pt x="1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2488;p49">
              <a:extLst>
                <a:ext uri="{FF2B5EF4-FFF2-40B4-BE49-F238E27FC236}">
                  <a16:creationId xmlns:a16="http://schemas.microsoft.com/office/drawing/2014/main" id="{2D36E5CE-373E-5E38-E5A5-AB78D3E6C1B1}"/>
                </a:ext>
              </a:extLst>
            </p:cNvPr>
            <p:cNvSpPr/>
            <p:nvPr/>
          </p:nvSpPr>
          <p:spPr>
            <a:xfrm>
              <a:off x="2349729" y="2130378"/>
              <a:ext cx="30493" cy="56038"/>
            </a:xfrm>
            <a:custGeom>
              <a:avLst/>
              <a:gdLst/>
              <a:ahLst/>
              <a:cxnLst/>
              <a:rect l="l" t="t" r="r" b="b"/>
              <a:pathLst>
                <a:path w="265" h="487" extrusionOk="0">
                  <a:moveTo>
                    <a:pt x="170" y="1"/>
                  </a:moveTo>
                  <a:cubicBezTo>
                    <a:pt x="170" y="1"/>
                    <a:pt x="118" y="71"/>
                    <a:pt x="71" y="147"/>
                  </a:cubicBezTo>
                  <a:cubicBezTo>
                    <a:pt x="71" y="194"/>
                    <a:pt x="47" y="217"/>
                    <a:pt x="24" y="270"/>
                  </a:cubicBezTo>
                  <a:cubicBezTo>
                    <a:pt x="24" y="317"/>
                    <a:pt x="1" y="340"/>
                    <a:pt x="1" y="387"/>
                  </a:cubicBezTo>
                  <a:cubicBezTo>
                    <a:pt x="1" y="387"/>
                    <a:pt x="1" y="416"/>
                    <a:pt x="24" y="416"/>
                  </a:cubicBezTo>
                  <a:cubicBezTo>
                    <a:pt x="24" y="463"/>
                    <a:pt x="47" y="463"/>
                    <a:pt x="71" y="487"/>
                  </a:cubicBezTo>
                  <a:lnTo>
                    <a:pt x="264" y="487"/>
                  </a:lnTo>
                  <a:lnTo>
                    <a:pt x="241" y="416"/>
                  </a:lnTo>
                  <a:lnTo>
                    <a:pt x="94" y="416"/>
                  </a:lnTo>
                  <a:lnTo>
                    <a:pt x="71" y="387"/>
                  </a:lnTo>
                  <a:cubicBezTo>
                    <a:pt x="71" y="364"/>
                    <a:pt x="71" y="340"/>
                    <a:pt x="94" y="293"/>
                  </a:cubicBezTo>
                  <a:cubicBezTo>
                    <a:pt x="118" y="241"/>
                    <a:pt x="147" y="170"/>
                    <a:pt x="170" y="124"/>
                  </a:cubicBezTo>
                  <a:cubicBezTo>
                    <a:pt x="194" y="94"/>
                    <a:pt x="194" y="71"/>
                    <a:pt x="217" y="48"/>
                  </a:cubicBezTo>
                  <a:lnTo>
                    <a:pt x="217" y="24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2489;p49">
              <a:extLst>
                <a:ext uri="{FF2B5EF4-FFF2-40B4-BE49-F238E27FC236}">
                  <a16:creationId xmlns:a16="http://schemas.microsoft.com/office/drawing/2014/main" id="{73483446-3F1F-C8D7-D032-209F0CBF5C4C}"/>
                </a:ext>
              </a:extLst>
            </p:cNvPr>
            <p:cNvSpPr/>
            <p:nvPr/>
          </p:nvSpPr>
          <p:spPr>
            <a:xfrm>
              <a:off x="2413707" y="2130032"/>
              <a:ext cx="11622" cy="21057"/>
            </a:xfrm>
            <a:custGeom>
              <a:avLst/>
              <a:gdLst/>
              <a:ahLst/>
              <a:cxnLst/>
              <a:rect l="l" t="t" r="r" b="b"/>
              <a:pathLst>
                <a:path w="101" h="183" extrusionOk="0">
                  <a:moveTo>
                    <a:pt x="41" y="0"/>
                  </a:moveTo>
                  <a:cubicBezTo>
                    <a:pt x="34" y="0"/>
                    <a:pt x="30" y="7"/>
                    <a:pt x="30" y="27"/>
                  </a:cubicBezTo>
                  <a:cubicBezTo>
                    <a:pt x="1" y="51"/>
                    <a:pt x="1" y="97"/>
                    <a:pt x="1" y="127"/>
                  </a:cubicBezTo>
                  <a:cubicBezTo>
                    <a:pt x="1" y="165"/>
                    <a:pt x="31" y="183"/>
                    <a:pt x="58" y="183"/>
                  </a:cubicBezTo>
                  <a:cubicBezTo>
                    <a:pt x="80" y="183"/>
                    <a:pt x="100" y="171"/>
                    <a:pt x="100" y="150"/>
                  </a:cubicBezTo>
                  <a:cubicBezTo>
                    <a:pt x="100" y="97"/>
                    <a:pt x="100" y="74"/>
                    <a:pt x="77" y="27"/>
                  </a:cubicBezTo>
                  <a:cubicBezTo>
                    <a:pt x="63" y="14"/>
                    <a:pt x="50" y="0"/>
                    <a:pt x="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2490;p49">
              <a:extLst>
                <a:ext uri="{FF2B5EF4-FFF2-40B4-BE49-F238E27FC236}">
                  <a16:creationId xmlns:a16="http://schemas.microsoft.com/office/drawing/2014/main" id="{5F989036-8E68-BB73-7A66-64AB46A689EE}"/>
                </a:ext>
              </a:extLst>
            </p:cNvPr>
            <p:cNvSpPr/>
            <p:nvPr/>
          </p:nvSpPr>
          <p:spPr>
            <a:xfrm>
              <a:off x="2334080" y="2120482"/>
              <a:ext cx="12427" cy="20827"/>
            </a:xfrm>
            <a:custGeom>
              <a:avLst/>
              <a:gdLst/>
              <a:ahLst/>
              <a:cxnLst/>
              <a:rect l="l" t="t" r="r" b="b"/>
              <a:pathLst>
                <a:path w="108" h="181" extrusionOk="0">
                  <a:moveTo>
                    <a:pt x="57" y="1"/>
                  </a:moveTo>
                  <a:cubicBezTo>
                    <a:pt x="51" y="1"/>
                    <a:pt x="44" y="4"/>
                    <a:pt x="37" y="11"/>
                  </a:cubicBezTo>
                  <a:cubicBezTo>
                    <a:pt x="14" y="34"/>
                    <a:pt x="14" y="87"/>
                    <a:pt x="14" y="134"/>
                  </a:cubicBezTo>
                  <a:cubicBezTo>
                    <a:pt x="1" y="160"/>
                    <a:pt x="24" y="180"/>
                    <a:pt x="47" y="180"/>
                  </a:cubicBezTo>
                  <a:cubicBezTo>
                    <a:pt x="65" y="180"/>
                    <a:pt x="84" y="167"/>
                    <a:pt x="84" y="134"/>
                  </a:cubicBezTo>
                  <a:cubicBezTo>
                    <a:pt x="84" y="110"/>
                    <a:pt x="107" y="87"/>
                    <a:pt x="84" y="34"/>
                  </a:cubicBezTo>
                  <a:cubicBezTo>
                    <a:pt x="84" y="17"/>
                    <a:pt x="72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2491;p49">
              <a:extLst>
                <a:ext uri="{FF2B5EF4-FFF2-40B4-BE49-F238E27FC236}">
                  <a16:creationId xmlns:a16="http://schemas.microsoft.com/office/drawing/2014/main" id="{98EAE56B-1032-CD43-9B71-FC50F6509260}"/>
                </a:ext>
              </a:extLst>
            </p:cNvPr>
            <p:cNvSpPr/>
            <p:nvPr/>
          </p:nvSpPr>
          <p:spPr>
            <a:xfrm>
              <a:off x="2417159" y="2102071"/>
              <a:ext cx="39123" cy="25775"/>
            </a:xfrm>
            <a:custGeom>
              <a:avLst/>
              <a:gdLst/>
              <a:ahLst/>
              <a:cxnLst/>
              <a:rect l="l" t="t" r="r" b="b"/>
              <a:pathLst>
                <a:path w="340" h="224" extrusionOk="0">
                  <a:moveTo>
                    <a:pt x="70" y="1"/>
                  </a:moveTo>
                  <a:cubicBezTo>
                    <a:pt x="47" y="1"/>
                    <a:pt x="23" y="24"/>
                    <a:pt x="23" y="24"/>
                  </a:cubicBezTo>
                  <a:lnTo>
                    <a:pt x="0" y="24"/>
                  </a:lnTo>
                  <a:cubicBezTo>
                    <a:pt x="0" y="24"/>
                    <a:pt x="23" y="24"/>
                    <a:pt x="23" y="48"/>
                  </a:cubicBezTo>
                  <a:lnTo>
                    <a:pt x="70" y="48"/>
                  </a:lnTo>
                  <a:cubicBezTo>
                    <a:pt x="94" y="48"/>
                    <a:pt x="146" y="77"/>
                    <a:pt x="193" y="100"/>
                  </a:cubicBezTo>
                  <a:cubicBezTo>
                    <a:pt x="217" y="124"/>
                    <a:pt x="264" y="147"/>
                    <a:pt x="293" y="171"/>
                  </a:cubicBezTo>
                  <a:cubicBezTo>
                    <a:pt x="293" y="194"/>
                    <a:pt x="316" y="194"/>
                    <a:pt x="316" y="223"/>
                  </a:cubicBezTo>
                  <a:lnTo>
                    <a:pt x="340" y="223"/>
                  </a:lnTo>
                  <a:cubicBezTo>
                    <a:pt x="340" y="223"/>
                    <a:pt x="340" y="194"/>
                    <a:pt x="316" y="147"/>
                  </a:cubicBezTo>
                  <a:cubicBezTo>
                    <a:pt x="316" y="124"/>
                    <a:pt x="264" y="77"/>
                    <a:pt x="217" y="24"/>
                  </a:cubicBezTo>
                  <a:cubicBezTo>
                    <a:pt x="170" y="1"/>
                    <a:pt x="117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2492;p49">
              <a:extLst>
                <a:ext uri="{FF2B5EF4-FFF2-40B4-BE49-F238E27FC236}">
                  <a16:creationId xmlns:a16="http://schemas.microsoft.com/office/drawing/2014/main" id="{490A78F4-A530-EC79-F67A-AF93BC736801}"/>
                </a:ext>
              </a:extLst>
            </p:cNvPr>
            <p:cNvSpPr/>
            <p:nvPr/>
          </p:nvSpPr>
          <p:spPr>
            <a:xfrm>
              <a:off x="2329477" y="2096663"/>
              <a:ext cx="31183" cy="14268"/>
            </a:xfrm>
            <a:custGeom>
              <a:avLst/>
              <a:gdLst/>
              <a:ahLst/>
              <a:cxnLst/>
              <a:rect l="l" t="t" r="r" b="b"/>
              <a:pathLst>
                <a:path w="271" h="124" extrusionOk="0">
                  <a:moveTo>
                    <a:pt x="124" y="1"/>
                  </a:moveTo>
                  <a:cubicBezTo>
                    <a:pt x="77" y="24"/>
                    <a:pt x="54" y="48"/>
                    <a:pt x="30" y="71"/>
                  </a:cubicBezTo>
                  <a:cubicBezTo>
                    <a:pt x="1" y="95"/>
                    <a:pt x="1" y="124"/>
                    <a:pt x="1" y="124"/>
                  </a:cubicBezTo>
                  <a:lnTo>
                    <a:pt x="54" y="124"/>
                  </a:lnTo>
                  <a:cubicBezTo>
                    <a:pt x="77" y="95"/>
                    <a:pt x="100" y="95"/>
                    <a:pt x="147" y="95"/>
                  </a:cubicBezTo>
                  <a:cubicBezTo>
                    <a:pt x="177" y="71"/>
                    <a:pt x="200" y="71"/>
                    <a:pt x="223" y="71"/>
                  </a:cubicBezTo>
                  <a:lnTo>
                    <a:pt x="270" y="71"/>
                  </a:lnTo>
                  <a:lnTo>
                    <a:pt x="270" y="48"/>
                  </a:lnTo>
                  <a:lnTo>
                    <a:pt x="247" y="24"/>
                  </a:lnTo>
                  <a:cubicBezTo>
                    <a:pt x="223" y="1"/>
                    <a:pt x="177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2493;p49">
              <a:extLst>
                <a:ext uri="{FF2B5EF4-FFF2-40B4-BE49-F238E27FC236}">
                  <a16:creationId xmlns:a16="http://schemas.microsoft.com/office/drawing/2014/main" id="{FEFBEC86-F72E-9A9F-628F-E0DE96380E1A}"/>
                </a:ext>
              </a:extLst>
            </p:cNvPr>
            <p:cNvSpPr/>
            <p:nvPr/>
          </p:nvSpPr>
          <p:spPr>
            <a:xfrm>
              <a:off x="2411060" y="2217369"/>
              <a:ext cx="64783" cy="41885"/>
            </a:xfrm>
            <a:custGeom>
              <a:avLst/>
              <a:gdLst/>
              <a:ahLst/>
              <a:cxnLst/>
              <a:rect l="l" t="t" r="r" b="b"/>
              <a:pathLst>
                <a:path w="563" h="364" extrusionOk="0">
                  <a:moveTo>
                    <a:pt x="492" y="0"/>
                  </a:moveTo>
                  <a:cubicBezTo>
                    <a:pt x="463" y="23"/>
                    <a:pt x="346" y="217"/>
                    <a:pt x="0" y="293"/>
                  </a:cubicBezTo>
                  <a:lnTo>
                    <a:pt x="0" y="363"/>
                  </a:lnTo>
                  <a:cubicBezTo>
                    <a:pt x="416" y="269"/>
                    <a:pt x="539" y="47"/>
                    <a:pt x="562" y="23"/>
                  </a:cubicBezTo>
                  <a:lnTo>
                    <a:pt x="492" y="0"/>
                  </a:lnTo>
                  <a:close/>
                </a:path>
              </a:pathLst>
            </a:custGeom>
            <a:solidFill>
              <a:srgbClr val="AA7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2494;p49">
              <a:extLst>
                <a:ext uri="{FF2B5EF4-FFF2-40B4-BE49-F238E27FC236}">
                  <a16:creationId xmlns:a16="http://schemas.microsoft.com/office/drawing/2014/main" id="{F4E51AB5-9DC5-6507-6463-58E025042594}"/>
                </a:ext>
              </a:extLst>
            </p:cNvPr>
            <p:cNvSpPr/>
            <p:nvPr/>
          </p:nvSpPr>
          <p:spPr>
            <a:xfrm>
              <a:off x="2467674" y="2140273"/>
              <a:ext cx="47293" cy="64438"/>
            </a:xfrm>
            <a:custGeom>
              <a:avLst/>
              <a:gdLst/>
              <a:ahLst/>
              <a:cxnLst/>
              <a:rect l="l" t="t" r="r" b="b"/>
              <a:pathLst>
                <a:path w="411" h="560" extrusionOk="0">
                  <a:moveTo>
                    <a:pt x="212" y="0"/>
                  </a:moveTo>
                  <a:cubicBezTo>
                    <a:pt x="137" y="0"/>
                    <a:pt x="61" y="38"/>
                    <a:pt x="47" y="155"/>
                  </a:cubicBezTo>
                  <a:lnTo>
                    <a:pt x="0" y="401"/>
                  </a:lnTo>
                  <a:cubicBezTo>
                    <a:pt x="0" y="482"/>
                    <a:pt x="47" y="559"/>
                    <a:pt x="119" y="559"/>
                  </a:cubicBezTo>
                  <a:cubicBezTo>
                    <a:pt x="135" y="559"/>
                    <a:pt x="152" y="556"/>
                    <a:pt x="170" y="547"/>
                  </a:cubicBezTo>
                  <a:cubicBezTo>
                    <a:pt x="217" y="547"/>
                    <a:pt x="264" y="524"/>
                    <a:pt x="293" y="477"/>
                  </a:cubicBezTo>
                  <a:cubicBezTo>
                    <a:pt x="363" y="401"/>
                    <a:pt x="410" y="278"/>
                    <a:pt x="387" y="155"/>
                  </a:cubicBezTo>
                  <a:cubicBezTo>
                    <a:pt x="387" y="108"/>
                    <a:pt x="363" y="61"/>
                    <a:pt x="340" y="38"/>
                  </a:cubicBezTo>
                  <a:cubicBezTo>
                    <a:pt x="310" y="17"/>
                    <a:pt x="261" y="0"/>
                    <a:pt x="212" y="0"/>
                  </a:cubicBezTo>
                  <a:close/>
                </a:path>
              </a:pathLst>
            </a:custGeom>
            <a:solidFill>
              <a:srgbClr val="D1A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2495;p49">
              <a:extLst>
                <a:ext uri="{FF2B5EF4-FFF2-40B4-BE49-F238E27FC236}">
                  <a16:creationId xmlns:a16="http://schemas.microsoft.com/office/drawing/2014/main" id="{2F26DB1F-5236-8CBD-D8AA-977A4452608F}"/>
                </a:ext>
              </a:extLst>
            </p:cNvPr>
            <p:cNvSpPr/>
            <p:nvPr/>
          </p:nvSpPr>
          <p:spPr>
            <a:xfrm>
              <a:off x="2492528" y="1910712"/>
              <a:ext cx="101259" cy="98498"/>
            </a:xfrm>
            <a:custGeom>
              <a:avLst/>
              <a:gdLst/>
              <a:ahLst/>
              <a:cxnLst/>
              <a:rect l="l" t="t" r="r" b="b"/>
              <a:pathLst>
                <a:path w="880" h="856" extrusionOk="0">
                  <a:moveTo>
                    <a:pt x="400" y="0"/>
                  </a:moveTo>
                  <a:cubicBezTo>
                    <a:pt x="195" y="0"/>
                    <a:pt x="17" y="154"/>
                    <a:pt x="1" y="423"/>
                  </a:cubicBezTo>
                  <a:cubicBezTo>
                    <a:pt x="1" y="516"/>
                    <a:pt x="48" y="663"/>
                    <a:pt x="171" y="686"/>
                  </a:cubicBezTo>
                  <a:lnTo>
                    <a:pt x="270" y="762"/>
                  </a:lnTo>
                  <a:cubicBezTo>
                    <a:pt x="350" y="816"/>
                    <a:pt x="460" y="855"/>
                    <a:pt x="562" y="855"/>
                  </a:cubicBezTo>
                  <a:cubicBezTo>
                    <a:pt x="647" y="855"/>
                    <a:pt x="726" y="828"/>
                    <a:pt x="780" y="762"/>
                  </a:cubicBezTo>
                  <a:cubicBezTo>
                    <a:pt x="809" y="715"/>
                    <a:pt x="832" y="663"/>
                    <a:pt x="856" y="592"/>
                  </a:cubicBezTo>
                  <a:cubicBezTo>
                    <a:pt x="879" y="423"/>
                    <a:pt x="809" y="223"/>
                    <a:pt x="686" y="100"/>
                  </a:cubicBezTo>
                  <a:cubicBezTo>
                    <a:pt x="594" y="32"/>
                    <a:pt x="494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2496;p49">
              <a:extLst>
                <a:ext uri="{FF2B5EF4-FFF2-40B4-BE49-F238E27FC236}">
                  <a16:creationId xmlns:a16="http://schemas.microsoft.com/office/drawing/2014/main" id="{A4FF5698-7CE4-27C4-AB74-4E40EED25B6F}"/>
                </a:ext>
              </a:extLst>
            </p:cNvPr>
            <p:cNvSpPr/>
            <p:nvPr/>
          </p:nvSpPr>
          <p:spPr>
            <a:xfrm>
              <a:off x="2352376" y="2197808"/>
              <a:ext cx="64898" cy="33715"/>
            </a:xfrm>
            <a:custGeom>
              <a:avLst/>
              <a:gdLst/>
              <a:ahLst/>
              <a:cxnLst/>
              <a:rect l="l" t="t" r="r" b="b"/>
              <a:pathLst>
                <a:path w="564" h="293" extrusionOk="0">
                  <a:moveTo>
                    <a:pt x="1" y="0"/>
                  </a:moveTo>
                  <a:cubicBezTo>
                    <a:pt x="1" y="0"/>
                    <a:pt x="1" y="293"/>
                    <a:pt x="241" y="293"/>
                  </a:cubicBezTo>
                  <a:cubicBezTo>
                    <a:pt x="510" y="293"/>
                    <a:pt x="563" y="0"/>
                    <a:pt x="5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2497;p49">
              <a:extLst>
                <a:ext uri="{FF2B5EF4-FFF2-40B4-BE49-F238E27FC236}">
                  <a16:creationId xmlns:a16="http://schemas.microsoft.com/office/drawing/2014/main" id="{369C8021-2A54-5888-B553-2250CB1002BD}"/>
                </a:ext>
              </a:extLst>
            </p:cNvPr>
            <p:cNvSpPr/>
            <p:nvPr/>
          </p:nvSpPr>
          <p:spPr>
            <a:xfrm>
              <a:off x="2439367" y="2304246"/>
              <a:ext cx="101144" cy="115298"/>
            </a:xfrm>
            <a:custGeom>
              <a:avLst/>
              <a:gdLst/>
              <a:ahLst/>
              <a:cxnLst/>
              <a:rect l="l" t="t" r="r" b="b"/>
              <a:pathLst>
                <a:path w="879" h="1002" extrusionOk="0">
                  <a:moveTo>
                    <a:pt x="709" y="0"/>
                  </a:moveTo>
                  <a:lnTo>
                    <a:pt x="0" y="516"/>
                  </a:lnTo>
                  <a:lnTo>
                    <a:pt x="270" y="1002"/>
                  </a:lnTo>
                  <a:lnTo>
                    <a:pt x="879" y="223"/>
                  </a:lnTo>
                  <a:lnTo>
                    <a:pt x="7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2498;p49">
              <a:extLst>
                <a:ext uri="{FF2B5EF4-FFF2-40B4-BE49-F238E27FC236}">
                  <a16:creationId xmlns:a16="http://schemas.microsoft.com/office/drawing/2014/main" id="{3AF48A3B-A972-6395-7C03-EBE10E699574}"/>
                </a:ext>
              </a:extLst>
            </p:cNvPr>
            <p:cNvSpPr/>
            <p:nvPr/>
          </p:nvSpPr>
          <p:spPr>
            <a:xfrm>
              <a:off x="2386091" y="2306892"/>
              <a:ext cx="53391" cy="107243"/>
            </a:xfrm>
            <a:custGeom>
              <a:avLst/>
              <a:gdLst/>
              <a:ahLst/>
              <a:cxnLst/>
              <a:rect l="l" t="t" r="r" b="b"/>
              <a:pathLst>
                <a:path w="464" h="932" extrusionOk="0">
                  <a:moveTo>
                    <a:pt x="194" y="1"/>
                  </a:moveTo>
                  <a:lnTo>
                    <a:pt x="1" y="147"/>
                  </a:lnTo>
                  <a:lnTo>
                    <a:pt x="241" y="932"/>
                  </a:lnTo>
                  <a:lnTo>
                    <a:pt x="463" y="493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2499;p49">
              <a:extLst>
                <a:ext uri="{FF2B5EF4-FFF2-40B4-BE49-F238E27FC236}">
                  <a16:creationId xmlns:a16="http://schemas.microsoft.com/office/drawing/2014/main" id="{23097BA3-819B-415A-E3BE-01E804343DE1}"/>
                </a:ext>
              </a:extLst>
            </p:cNvPr>
            <p:cNvSpPr/>
            <p:nvPr/>
          </p:nvSpPr>
          <p:spPr>
            <a:xfrm>
              <a:off x="1465089" y="2595944"/>
              <a:ext cx="539091" cy="654274"/>
            </a:xfrm>
            <a:custGeom>
              <a:avLst/>
              <a:gdLst/>
              <a:ahLst/>
              <a:cxnLst/>
              <a:rect l="l" t="t" r="r" b="b"/>
              <a:pathLst>
                <a:path w="4685" h="5686" extrusionOk="0">
                  <a:moveTo>
                    <a:pt x="1" y="1"/>
                  </a:moveTo>
                  <a:cubicBezTo>
                    <a:pt x="1" y="1"/>
                    <a:pt x="733" y="2103"/>
                    <a:pt x="1172" y="2905"/>
                  </a:cubicBezTo>
                  <a:cubicBezTo>
                    <a:pt x="1488" y="3490"/>
                    <a:pt x="3953" y="5686"/>
                    <a:pt x="3953" y="5686"/>
                  </a:cubicBezTo>
                  <a:lnTo>
                    <a:pt x="4685" y="4977"/>
                  </a:lnTo>
                  <a:lnTo>
                    <a:pt x="2805" y="1980"/>
                  </a:lnTo>
                  <a:lnTo>
                    <a:pt x="2050" y="1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2500;p49">
              <a:extLst>
                <a:ext uri="{FF2B5EF4-FFF2-40B4-BE49-F238E27FC236}">
                  <a16:creationId xmlns:a16="http://schemas.microsoft.com/office/drawing/2014/main" id="{A6785EBF-102F-6913-0B68-E07CAC407A14}"/>
                </a:ext>
              </a:extLst>
            </p:cNvPr>
            <p:cNvSpPr/>
            <p:nvPr/>
          </p:nvSpPr>
          <p:spPr>
            <a:xfrm>
              <a:off x="1770939" y="2792710"/>
              <a:ext cx="90443" cy="143604"/>
            </a:xfrm>
            <a:custGeom>
              <a:avLst/>
              <a:gdLst/>
              <a:ahLst/>
              <a:cxnLst/>
              <a:rect l="l" t="t" r="r" b="b"/>
              <a:pathLst>
                <a:path w="786" h="1248" extrusionOk="0">
                  <a:moveTo>
                    <a:pt x="77" y="0"/>
                  </a:moveTo>
                  <a:lnTo>
                    <a:pt x="1" y="47"/>
                  </a:lnTo>
                  <a:lnTo>
                    <a:pt x="124" y="270"/>
                  </a:lnTo>
                  <a:lnTo>
                    <a:pt x="733" y="1247"/>
                  </a:lnTo>
                  <a:lnTo>
                    <a:pt x="786" y="1195"/>
                  </a:lnTo>
                  <a:lnTo>
                    <a:pt x="200" y="24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2501;p49">
              <a:extLst>
                <a:ext uri="{FF2B5EF4-FFF2-40B4-BE49-F238E27FC236}">
                  <a16:creationId xmlns:a16="http://schemas.microsoft.com/office/drawing/2014/main" id="{E277266D-6F4E-07E5-B547-E4253CFC288E}"/>
                </a:ext>
              </a:extLst>
            </p:cNvPr>
            <p:cNvSpPr/>
            <p:nvPr/>
          </p:nvSpPr>
          <p:spPr>
            <a:xfrm>
              <a:off x="1897628" y="3155175"/>
              <a:ext cx="219089" cy="222541"/>
            </a:xfrm>
            <a:custGeom>
              <a:avLst/>
              <a:gdLst/>
              <a:ahLst/>
              <a:cxnLst/>
              <a:rect l="l" t="t" r="r" b="b"/>
              <a:pathLst>
                <a:path w="1904" h="1934" extrusionOk="0">
                  <a:moveTo>
                    <a:pt x="803" y="0"/>
                  </a:moveTo>
                  <a:lnTo>
                    <a:pt x="1" y="609"/>
                  </a:lnTo>
                  <a:cubicBezTo>
                    <a:pt x="1" y="609"/>
                    <a:pt x="534" y="1288"/>
                    <a:pt x="1002" y="1728"/>
                  </a:cubicBezTo>
                  <a:cubicBezTo>
                    <a:pt x="1044" y="1775"/>
                    <a:pt x="1221" y="1934"/>
                    <a:pt x="1296" y="1934"/>
                  </a:cubicBezTo>
                  <a:cubicBezTo>
                    <a:pt x="1305" y="1934"/>
                    <a:pt x="1313" y="1932"/>
                    <a:pt x="1318" y="1927"/>
                  </a:cubicBezTo>
                  <a:cubicBezTo>
                    <a:pt x="1388" y="1903"/>
                    <a:pt x="1119" y="1558"/>
                    <a:pt x="1025" y="1435"/>
                  </a:cubicBezTo>
                  <a:lnTo>
                    <a:pt x="1025" y="1435"/>
                  </a:lnTo>
                  <a:cubicBezTo>
                    <a:pt x="1155" y="1543"/>
                    <a:pt x="1435" y="1844"/>
                    <a:pt x="1531" y="1844"/>
                  </a:cubicBezTo>
                  <a:cubicBezTo>
                    <a:pt x="1543" y="1844"/>
                    <a:pt x="1553" y="1839"/>
                    <a:pt x="1558" y="1827"/>
                  </a:cubicBezTo>
                  <a:cubicBezTo>
                    <a:pt x="1611" y="1728"/>
                    <a:pt x="1120" y="1266"/>
                    <a:pt x="1119" y="1265"/>
                  </a:cubicBezTo>
                  <a:lnTo>
                    <a:pt x="1119" y="1265"/>
                  </a:lnTo>
                  <a:cubicBezTo>
                    <a:pt x="1120" y="1266"/>
                    <a:pt x="1591" y="1699"/>
                    <a:pt x="1726" y="1699"/>
                  </a:cubicBezTo>
                  <a:cubicBezTo>
                    <a:pt x="1741" y="1699"/>
                    <a:pt x="1752" y="1693"/>
                    <a:pt x="1757" y="1681"/>
                  </a:cubicBezTo>
                  <a:cubicBezTo>
                    <a:pt x="1804" y="1581"/>
                    <a:pt x="1242" y="1049"/>
                    <a:pt x="1242" y="1048"/>
                  </a:cubicBezTo>
                  <a:lnTo>
                    <a:pt x="1242" y="1048"/>
                  </a:lnTo>
                  <a:cubicBezTo>
                    <a:pt x="1242" y="1049"/>
                    <a:pt x="1685" y="1431"/>
                    <a:pt x="1817" y="1431"/>
                  </a:cubicBezTo>
                  <a:cubicBezTo>
                    <a:pt x="1834" y="1431"/>
                    <a:pt x="1846" y="1425"/>
                    <a:pt x="1851" y="1411"/>
                  </a:cubicBezTo>
                  <a:cubicBezTo>
                    <a:pt x="1904" y="1341"/>
                    <a:pt x="1757" y="1195"/>
                    <a:pt x="1658" y="1119"/>
                  </a:cubicBezTo>
                  <a:cubicBezTo>
                    <a:pt x="1558" y="1025"/>
                    <a:pt x="1342" y="826"/>
                    <a:pt x="1365" y="779"/>
                  </a:cubicBezTo>
                  <a:cubicBezTo>
                    <a:pt x="1368" y="769"/>
                    <a:pt x="1374" y="765"/>
                    <a:pt x="1383" y="765"/>
                  </a:cubicBezTo>
                  <a:cubicBezTo>
                    <a:pt x="1432" y="765"/>
                    <a:pt x="1564" y="899"/>
                    <a:pt x="1654" y="899"/>
                  </a:cubicBezTo>
                  <a:cubicBezTo>
                    <a:pt x="1673" y="899"/>
                    <a:pt x="1690" y="893"/>
                    <a:pt x="1705" y="879"/>
                  </a:cubicBezTo>
                  <a:cubicBezTo>
                    <a:pt x="1734" y="826"/>
                    <a:pt x="1558" y="656"/>
                    <a:pt x="1465" y="557"/>
                  </a:cubicBezTo>
                  <a:cubicBezTo>
                    <a:pt x="1295" y="410"/>
                    <a:pt x="973" y="170"/>
                    <a:pt x="803" y="0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2502;p49">
              <a:extLst>
                <a:ext uri="{FF2B5EF4-FFF2-40B4-BE49-F238E27FC236}">
                  <a16:creationId xmlns:a16="http://schemas.microsoft.com/office/drawing/2014/main" id="{CC5CA61F-E1B8-9066-E4BF-78321500C005}"/>
                </a:ext>
              </a:extLst>
            </p:cNvPr>
            <p:cNvSpPr/>
            <p:nvPr/>
          </p:nvSpPr>
          <p:spPr>
            <a:xfrm>
              <a:off x="1970466" y="3211098"/>
              <a:ext cx="64783" cy="36476"/>
            </a:xfrm>
            <a:custGeom>
              <a:avLst/>
              <a:gdLst/>
              <a:ahLst/>
              <a:cxnLst/>
              <a:rect l="l" t="t" r="r" b="b"/>
              <a:pathLst>
                <a:path w="563" h="317" extrusionOk="0">
                  <a:moveTo>
                    <a:pt x="76" y="0"/>
                  </a:moveTo>
                  <a:lnTo>
                    <a:pt x="0" y="47"/>
                  </a:lnTo>
                  <a:cubicBezTo>
                    <a:pt x="246" y="293"/>
                    <a:pt x="539" y="316"/>
                    <a:pt x="562" y="316"/>
                  </a:cubicBezTo>
                  <a:lnTo>
                    <a:pt x="562" y="246"/>
                  </a:lnTo>
                  <a:lnTo>
                    <a:pt x="539" y="246"/>
                  </a:lnTo>
                  <a:cubicBezTo>
                    <a:pt x="486" y="246"/>
                    <a:pt x="246" y="194"/>
                    <a:pt x="76" y="0"/>
                  </a:cubicBez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2503;p49">
              <a:extLst>
                <a:ext uri="{FF2B5EF4-FFF2-40B4-BE49-F238E27FC236}">
                  <a16:creationId xmlns:a16="http://schemas.microsoft.com/office/drawing/2014/main" id="{0FC0739B-D4BD-71DE-7E63-8103EA720B69}"/>
                </a:ext>
              </a:extLst>
            </p:cNvPr>
            <p:cNvSpPr/>
            <p:nvPr/>
          </p:nvSpPr>
          <p:spPr>
            <a:xfrm>
              <a:off x="1431374" y="2225424"/>
              <a:ext cx="328978" cy="547836"/>
            </a:xfrm>
            <a:custGeom>
              <a:avLst/>
              <a:gdLst/>
              <a:ahLst/>
              <a:cxnLst/>
              <a:rect l="l" t="t" r="r" b="b"/>
              <a:pathLst>
                <a:path w="2859" h="4761" extrusionOk="0">
                  <a:moveTo>
                    <a:pt x="1" y="0"/>
                  </a:moveTo>
                  <a:lnTo>
                    <a:pt x="124" y="4760"/>
                  </a:lnTo>
                  <a:lnTo>
                    <a:pt x="2858" y="3806"/>
                  </a:lnTo>
                  <a:cubicBezTo>
                    <a:pt x="2858" y="3806"/>
                    <a:pt x="2589" y="2588"/>
                    <a:pt x="1980" y="1370"/>
                  </a:cubicBezTo>
                  <a:cubicBezTo>
                    <a:pt x="1394" y="147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2504;p49">
              <a:extLst>
                <a:ext uri="{FF2B5EF4-FFF2-40B4-BE49-F238E27FC236}">
                  <a16:creationId xmlns:a16="http://schemas.microsoft.com/office/drawing/2014/main" id="{0773716C-2618-BB59-D82E-16ACEA135ADB}"/>
                </a:ext>
              </a:extLst>
            </p:cNvPr>
            <p:cNvSpPr/>
            <p:nvPr/>
          </p:nvSpPr>
          <p:spPr>
            <a:xfrm>
              <a:off x="1389605" y="4819292"/>
              <a:ext cx="283181" cy="42575"/>
            </a:xfrm>
            <a:custGeom>
              <a:avLst/>
              <a:gdLst/>
              <a:ahLst/>
              <a:cxnLst/>
              <a:rect l="l" t="t" r="r" b="b"/>
              <a:pathLst>
                <a:path w="2461" h="370" extrusionOk="0">
                  <a:moveTo>
                    <a:pt x="2460" y="0"/>
                  </a:moveTo>
                  <a:cubicBezTo>
                    <a:pt x="2413" y="100"/>
                    <a:pt x="2314" y="147"/>
                    <a:pt x="2220" y="147"/>
                  </a:cubicBezTo>
                  <a:lnTo>
                    <a:pt x="1" y="147"/>
                  </a:lnTo>
                  <a:lnTo>
                    <a:pt x="1" y="293"/>
                  </a:lnTo>
                  <a:cubicBezTo>
                    <a:pt x="1" y="346"/>
                    <a:pt x="24" y="369"/>
                    <a:pt x="48" y="369"/>
                  </a:cubicBezTo>
                  <a:lnTo>
                    <a:pt x="2290" y="369"/>
                  </a:lnTo>
                  <a:cubicBezTo>
                    <a:pt x="2366" y="369"/>
                    <a:pt x="2413" y="346"/>
                    <a:pt x="2460" y="293"/>
                  </a:cubicBezTo>
                  <a:lnTo>
                    <a:pt x="2460" y="270"/>
                  </a:lnTo>
                  <a:lnTo>
                    <a:pt x="2460" y="246"/>
                  </a:lnTo>
                  <a:lnTo>
                    <a:pt x="2460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2505;p49">
              <a:extLst>
                <a:ext uri="{FF2B5EF4-FFF2-40B4-BE49-F238E27FC236}">
                  <a16:creationId xmlns:a16="http://schemas.microsoft.com/office/drawing/2014/main" id="{4FB06488-AAD1-69F4-EB0B-C1FFA5E873D5}"/>
                </a:ext>
              </a:extLst>
            </p:cNvPr>
            <p:cNvSpPr/>
            <p:nvPr/>
          </p:nvSpPr>
          <p:spPr>
            <a:xfrm>
              <a:off x="1389605" y="4499287"/>
              <a:ext cx="275011" cy="331509"/>
            </a:xfrm>
            <a:custGeom>
              <a:avLst/>
              <a:gdLst/>
              <a:ahLst/>
              <a:cxnLst/>
              <a:rect l="l" t="t" r="r" b="b"/>
              <a:pathLst>
                <a:path w="2390" h="2881" extrusionOk="0">
                  <a:moveTo>
                    <a:pt x="1342" y="0"/>
                  </a:moveTo>
                  <a:lnTo>
                    <a:pt x="1" y="30"/>
                  </a:lnTo>
                  <a:lnTo>
                    <a:pt x="71" y="2050"/>
                  </a:lnTo>
                  <a:lnTo>
                    <a:pt x="147" y="2881"/>
                  </a:lnTo>
                  <a:lnTo>
                    <a:pt x="2267" y="2881"/>
                  </a:lnTo>
                  <a:cubicBezTo>
                    <a:pt x="2343" y="2881"/>
                    <a:pt x="2390" y="2811"/>
                    <a:pt x="2390" y="2758"/>
                  </a:cubicBezTo>
                  <a:cubicBezTo>
                    <a:pt x="2390" y="2711"/>
                    <a:pt x="2366" y="2664"/>
                    <a:pt x="2314" y="2635"/>
                  </a:cubicBezTo>
                  <a:lnTo>
                    <a:pt x="1195" y="1979"/>
                  </a:lnTo>
                  <a:lnTo>
                    <a:pt x="1342" y="0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2506;p49">
              <a:extLst>
                <a:ext uri="{FF2B5EF4-FFF2-40B4-BE49-F238E27FC236}">
                  <a16:creationId xmlns:a16="http://schemas.microsoft.com/office/drawing/2014/main" id="{26DC5713-5269-3451-79E0-1A0468363103}"/>
                </a:ext>
              </a:extLst>
            </p:cNvPr>
            <p:cNvSpPr/>
            <p:nvPr/>
          </p:nvSpPr>
          <p:spPr>
            <a:xfrm>
              <a:off x="1389605" y="4727007"/>
              <a:ext cx="283181" cy="109199"/>
            </a:xfrm>
            <a:custGeom>
              <a:avLst/>
              <a:gdLst/>
              <a:ahLst/>
              <a:cxnLst/>
              <a:rect l="l" t="t" r="r" b="b"/>
              <a:pathLst>
                <a:path w="2461" h="949" extrusionOk="0">
                  <a:moveTo>
                    <a:pt x="1195" y="0"/>
                  </a:moveTo>
                  <a:cubicBezTo>
                    <a:pt x="994" y="110"/>
                    <a:pt x="787" y="144"/>
                    <a:pt x="606" y="144"/>
                  </a:cubicBezTo>
                  <a:cubicBezTo>
                    <a:pt x="301" y="144"/>
                    <a:pt x="71" y="47"/>
                    <a:pt x="71" y="47"/>
                  </a:cubicBezTo>
                  <a:lnTo>
                    <a:pt x="1" y="949"/>
                  </a:lnTo>
                  <a:lnTo>
                    <a:pt x="2314" y="949"/>
                  </a:lnTo>
                  <a:cubicBezTo>
                    <a:pt x="2390" y="949"/>
                    <a:pt x="2460" y="879"/>
                    <a:pt x="2460" y="802"/>
                  </a:cubicBezTo>
                  <a:cubicBezTo>
                    <a:pt x="2460" y="732"/>
                    <a:pt x="2437" y="685"/>
                    <a:pt x="2390" y="656"/>
                  </a:cubicBezTo>
                  <a:lnTo>
                    <a:pt x="1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2507;p49">
              <a:extLst>
                <a:ext uri="{FF2B5EF4-FFF2-40B4-BE49-F238E27FC236}">
                  <a16:creationId xmlns:a16="http://schemas.microsoft.com/office/drawing/2014/main" id="{D975AA30-1915-E6FF-5B47-D7AB108E8A17}"/>
                </a:ext>
              </a:extLst>
            </p:cNvPr>
            <p:cNvSpPr/>
            <p:nvPr/>
          </p:nvSpPr>
          <p:spPr>
            <a:xfrm>
              <a:off x="1527110" y="4727007"/>
              <a:ext cx="33830" cy="45222"/>
            </a:xfrm>
            <a:custGeom>
              <a:avLst/>
              <a:gdLst/>
              <a:ahLst/>
              <a:cxnLst/>
              <a:rect l="l" t="t" r="r" b="b"/>
              <a:pathLst>
                <a:path w="294" h="393" extrusionOk="0">
                  <a:moveTo>
                    <a:pt x="270" y="0"/>
                  </a:moveTo>
                  <a:cubicBezTo>
                    <a:pt x="240" y="0"/>
                    <a:pt x="217" y="0"/>
                    <a:pt x="194" y="24"/>
                  </a:cubicBezTo>
                  <a:cubicBezTo>
                    <a:pt x="123" y="100"/>
                    <a:pt x="47" y="217"/>
                    <a:pt x="0" y="316"/>
                  </a:cubicBezTo>
                  <a:cubicBezTo>
                    <a:pt x="0" y="340"/>
                    <a:pt x="0" y="363"/>
                    <a:pt x="24" y="393"/>
                  </a:cubicBezTo>
                  <a:cubicBezTo>
                    <a:pt x="47" y="393"/>
                    <a:pt x="94" y="393"/>
                    <a:pt x="94" y="363"/>
                  </a:cubicBezTo>
                  <a:cubicBezTo>
                    <a:pt x="147" y="246"/>
                    <a:pt x="194" y="170"/>
                    <a:pt x="270" y="71"/>
                  </a:cubicBezTo>
                  <a:cubicBezTo>
                    <a:pt x="293" y="47"/>
                    <a:pt x="293" y="24"/>
                    <a:pt x="270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2508;p49">
              <a:extLst>
                <a:ext uri="{FF2B5EF4-FFF2-40B4-BE49-F238E27FC236}">
                  <a16:creationId xmlns:a16="http://schemas.microsoft.com/office/drawing/2014/main" id="{6AA1E39C-B497-C382-488B-1F32E899527C}"/>
                </a:ext>
              </a:extLst>
            </p:cNvPr>
            <p:cNvSpPr/>
            <p:nvPr/>
          </p:nvSpPr>
          <p:spPr>
            <a:xfrm>
              <a:off x="1549319" y="4736903"/>
              <a:ext cx="28422" cy="40734"/>
            </a:xfrm>
            <a:custGeom>
              <a:avLst/>
              <a:gdLst/>
              <a:ahLst/>
              <a:cxnLst/>
              <a:rect l="l" t="t" r="r" b="b"/>
              <a:pathLst>
                <a:path w="247" h="354" extrusionOk="0">
                  <a:moveTo>
                    <a:pt x="196" y="1"/>
                  </a:moveTo>
                  <a:cubicBezTo>
                    <a:pt x="178" y="1"/>
                    <a:pt x="163" y="14"/>
                    <a:pt x="147" y="14"/>
                  </a:cubicBezTo>
                  <a:cubicBezTo>
                    <a:pt x="77" y="131"/>
                    <a:pt x="47" y="184"/>
                    <a:pt x="1" y="277"/>
                  </a:cubicBezTo>
                  <a:cubicBezTo>
                    <a:pt x="1" y="307"/>
                    <a:pt x="1" y="330"/>
                    <a:pt x="24" y="353"/>
                  </a:cubicBezTo>
                  <a:cubicBezTo>
                    <a:pt x="47" y="353"/>
                    <a:pt x="77" y="353"/>
                    <a:pt x="100" y="330"/>
                  </a:cubicBezTo>
                  <a:cubicBezTo>
                    <a:pt x="124" y="230"/>
                    <a:pt x="147" y="184"/>
                    <a:pt x="223" y="84"/>
                  </a:cubicBezTo>
                  <a:cubicBezTo>
                    <a:pt x="247" y="61"/>
                    <a:pt x="247" y="37"/>
                    <a:pt x="223" y="14"/>
                  </a:cubicBezTo>
                  <a:cubicBezTo>
                    <a:pt x="213" y="4"/>
                    <a:pt x="204" y="1"/>
                    <a:pt x="196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2509;p49">
              <a:extLst>
                <a:ext uri="{FF2B5EF4-FFF2-40B4-BE49-F238E27FC236}">
                  <a16:creationId xmlns:a16="http://schemas.microsoft.com/office/drawing/2014/main" id="{4FDA7095-02A4-9D34-C692-BEED564940CF}"/>
                </a:ext>
              </a:extLst>
            </p:cNvPr>
            <p:cNvSpPr/>
            <p:nvPr/>
          </p:nvSpPr>
          <p:spPr>
            <a:xfrm>
              <a:off x="1563472" y="4744497"/>
              <a:ext cx="28422" cy="37857"/>
            </a:xfrm>
            <a:custGeom>
              <a:avLst/>
              <a:gdLst/>
              <a:ahLst/>
              <a:cxnLst/>
              <a:rect l="l" t="t" r="r" b="b"/>
              <a:pathLst>
                <a:path w="247" h="329" extrusionOk="0">
                  <a:moveTo>
                    <a:pt x="182" y="1"/>
                  </a:moveTo>
                  <a:cubicBezTo>
                    <a:pt x="170" y="1"/>
                    <a:pt x="159" y="6"/>
                    <a:pt x="147" y="18"/>
                  </a:cubicBezTo>
                  <a:cubicBezTo>
                    <a:pt x="100" y="94"/>
                    <a:pt x="71" y="188"/>
                    <a:pt x="24" y="264"/>
                  </a:cubicBezTo>
                  <a:cubicBezTo>
                    <a:pt x="1" y="287"/>
                    <a:pt x="24" y="311"/>
                    <a:pt x="47" y="311"/>
                  </a:cubicBezTo>
                  <a:cubicBezTo>
                    <a:pt x="59" y="323"/>
                    <a:pt x="72" y="328"/>
                    <a:pt x="85" y="328"/>
                  </a:cubicBezTo>
                  <a:cubicBezTo>
                    <a:pt x="99" y="328"/>
                    <a:pt x="112" y="323"/>
                    <a:pt x="124" y="311"/>
                  </a:cubicBezTo>
                  <a:cubicBezTo>
                    <a:pt x="147" y="241"/>
                    <a:pt x="194" y="141"/>
                    <a:pt x="246" y="94"/>
                  </a:cubicBezTo>
                  <a:cubicBezTo>
                    <a:pt x="246" y="65"/>
                    <a:pt x="246" y="42"/>
                    <a:pt x="217" y="18"/>
                  </a:cubicBezTo>
                  <a:cubicBezTo>
                    <a:pt x="205" y="6"/>
                    <a:pt x="194" y="1"/>
                    <a:pt x="182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2510;p49">
              <a:extLst>
                <a:ext uri="{FF2B5EF4-FFF2-40B4-BE49-F238E27FC236}">
                  <a16:creationId xmlns:a16="http://schemas.microsoft.com/office/drawing/2014/main" id="{9C1B44A2-5BE4-12E6-4FD9-64F05738DD2D}"/>
                </a:ext>
              </a:extLst>
            </p:cNvPr>
            <p:cNvSpPr/>
            <p:nvPr/>
          </p:nvSpPr>
          <p:spPr>
            <a:xfrm>
              <a:off x="617501" y="4687884"/>
              <a:ext cx="255450" cy="172371"/>
            </a:xfrm>
            <a:custGeom>
              <a:avLst/>
              <a:gdLst/>
              <a:ahLst/>
              <a:cxnLst/>
              <a:rect l="l" t="t" r="r" b="b"/>
              <a:pathLst>
                <a:path w="2220" h="1498" extrusionOk="0">
                  <a:moveTo>
                    <a:pt x="95" y="1"/>
                  </a:moveTo>
                  <a:lnTo>
                    <a:pt x="1" y="118"/>
                  </a:lnTo>
                  <a:cubicBezTo>
                    <a:pt x="1" y="147"/>
                    <a:pt x="1" y="194"/>
                    <a:pt x="24" y="194"/>
                  </a:cubicBezTo>
                  <a:lnTo>
                    <a:pt x="1880" y="1464"/>
                  </a:lnTo>
                  <a:cubicBezTo>
                    <a:pt x="1914" y="1481"/>
                    <a:pt x="1958" y="1498"/>
                    <a:pt x="2000" y="1498"/>
                  </a:cubicBezTo>
                  <a:cubicBezTo>
                    <a:pt x="2018" y="1498"/>
                    <a:pt x="2035" y="1495"/>
                    <a:pt x="2050" y="1488"/>
                  </a:cubicBezTo>
                  <a:lnTo>
                    <a:pt x="2074" y="1488"/>
                  </a:lnTo>
                  <a:lnTo>
                    <a:pt x="2220" y="1265"/>
                  </a:lnTo>
                  <a:lnTo>
                    <a:pt x="2197" y="1265"/>
                  </a:lnTo>
                  <a:cubicBezTo>
                    <a:pt x="2165" y="1275"/>
                    <a:pt x="2125" y="1281"/>
                    <a:pt x="2085" y="1281"/>
                  </a:cubicBezTo>
                  <a:cubicBezTo>
                    <a:pt x="2028" y="1281"/>
                    <a:pt x="1968" y="1269"/>
                    <a:pt x="1927" y="1242"/>
                  </a:cubicBezTo>
                  <a:lnTo>
                    <a:pt x="95" y="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2511;p49">
              <a:extLst>
                <a:ext uri="{FF2B5EF4-FFF2-40B4-BE49-F238E27FC236}">
                  <a16:creationId xmlns:a16="http://schemas.microsoft.com/office/drawing/2014/main" id="{123AAE41-0494-FF23-3742-0F818445B5C1}"/>
                </a:ext>
              </a:extLst>
            </p:cNvPr>
            <p:cNvSpPr/>
            <p:nvPr/>
          </p:nvSpPr>
          <p:spPr>
            <a:xfrm>
              <a:off x="645117" y="4387441"/>
              <a:ext cx="273055" cy="443700"/>
            </a:xfrm>
            <a:custGeom>
              <a:avLst/>
              <a:gdLst/>
              <a:ahLst/>
              <a:cxnLst/>
              <a:rect l="l" t="t" r="r" b="b"/>
              <a:pathLst>
                <a:path w="2373" h="3856" extrusionOk="0">
                  <a:moveTo>
                    <a:pt x="1248" y="0"/>
                  </a:moveTo>
                  <a:lnTo>
                    <a:pt x="393" y="1927"/>
                  </a:lnTo>
                  <a:lnTo>
                    <a:pt x="1" y="2635"/>
                  </a:lnTo>
                  <a:lnTo>
                    <a:pt x="1787" y="3830"/>
                  </a:lnTo>
                  <a:cubicBezTo>
                    <a:pt x="1805" y="3847"/>
                    <a:pt x="1826" y="3855"/>
                    <a:pt x="1847" y="3855"/>
                  </a:cubicBezTo>
                  <a:cubicBezTo>
                    <a:pt x="1881" y="3855"/>
                    <a:pt x="1915" y="3835"/>
                    <a:pt x="1933" y="3806"/>
                  </a:cubicBezTo>
                  <a:cubicBezTo>
                    <a:pt x="1957" y="3753"/>
                    <a:pt x="1957" y="3707"/>
                    <a:pt x="1933" y="3683"/>
                  </a:cubicBezTo>
                  <a:lnTo>
                    <a:pt x="1394" y="2489"/>
                  </a:lnTo>
                  <a:lnTo>
                    <a:pt x="2372" y="709"/>
                  </a:lnTo>
                  <a:lnTo>
                    <a:pt x="1248" y="0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2512;p49">
              <a:extLst>
                <a:ext uri="{FF2B5EF4-FFF2-40B4-BE49-F238E27FC236}">
                  <a16:creationId xmlns:a16="http://schemas.microsoft.com/office/drawing/2014/main" id="{0C40AC60-C294-FAE9-2593-1B5896DCD5C5}"/>
                </a:ext>
              </a:extLst>
            </p:cNvPr>
            <p:cNvSpPr/>
            <p:nvPr/>
          </p:nvSpPr>
          <p:spPr>
            <a:xfrm>
              <a:off x="628317" y="4606415"/>
              <a:ext cx="250042" cy="234047"/>
            </a:xfrm>
            <a:custGeom>
              <a:avLst/>
              <a:gdLst/>
              <a:ahLst/>
              <a:cxnLst/>
              <a:rect l="l" t="t" r="r" b="b"/>
              <a:pathLst>
                <a:path w="2173" h="2034" extrusionOk="0">
                  <a:moveTo>
                    <a:pt x="563" y="0"/>
                  </a:moveTo>
                  <a:lnTo>
                    <a:pt x="1" y="709"/>
                  </a:lnTo>
                  <a:lnTo>
                    <a:pt x="1933" y="1997"/>
                  </a:lnTo>
                  <a:cubicBezTo>
                    <a:pt x="1954" y="2021"/>
                    <a:pt x="1986" y="2034"/>
                    <a:pt x="2019" y="2034"/>
                  </a:cubicBezTo>
                  <a:cubicBezTo>
                    <a:pt x="2059" y="2034"/>
                    <a:pt x="2100" y="2015"/>
                    <a:pt x="2126" y="1973"/>
                  </a:cubicBezTo>
                  <a:cubicBezTo>
                    <a:pt x="2173" y="1927"/>
                    <a:pt x="2173" y="1850"/>
                    <a:pt x="2149" y="1804"/>
                  </a:cubicBezTo>
                  <a:lnTo>
                    <a:pt x="1540" y="586"/>
                  </a:lnTo>
                  <a:cubicBezTo>
                    <a:pt x="908" y="533"/>
                    <a:pt x="563" y="0"/>
                    <a:pt x="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2513;p49">
              <a:extLst>
                <a:ext uri="{FF2B5EF4-FFF2-40B4-BE49-F238E27FC236}">
                  <a16:creationId xmlns:a16="http://schemas.microsoft.com/office/drawing/2014/main" id="{2C2EABD4-62A1-7691-6683-5FC2224DA89E}"/>
                </a:ext>
              </a:extLst>
            </p:cNvPr>
            <p:cNvSpPr/>
            <p:nvPr/>
          </p:nvSpPr>
          <p:spPr>
            <a:xfrm>
              <a:off x="779861" y="4687884"/>
              <a:ext cx="47983" cy="27731"/>
            </a:xfrm>
            <a:custGeom>
              <a:avLst/>
              <a:gdLst/>
              <a:ahLst/>
              <a:cxnLst/>
              <a:rect l="l" t="t" r="r" b="b"/>
              <a:pathLst>
                <a:path w="417" h="241" extrusionOk="0">
                  <a:moveTo>
                    <a:pt x="370" y="1"/>
                  </a:moveTo>
                  <a:cubicBezTo>
                    <a:pt x="247" y="48"/>
                    <a:pt x="147" y="94"/>
                    <a:pt x="54" y="147"/>
                  </a:cubicBezTo>
                  <a:cubicBezTo>
                    <a:pt x="30" y="171"/>
                    <a:pt x="1" y="194"/>
                    <a:pt x="30" y="217"/>
                  </a:cubicBezTo>
                  <a:cubicBezTo>
                    <a:pt x="30" y="241"/>
                    <a:pt x="77" y="241"/>
                    <a:pt x="101" y="241"/>
                  </a:cubicBezTo>
                  <a:cubicBezTo>
                    <a:pt x="177" y="171"/>
                    <a:pt x="294" y="118"/>
                    <a:pt x="393" y="94"/>
                  </a:cubicBezTo>
                  <a:cubicBezTo>
                    <a:pt x="417" y="94"/>
                    <a:pt x="417" y="71"/>
                    <a:pt x="417" y="48"/>
                  </a:cubicBezTo>
                  <a:cubicBezTo>
                    <a:pt x="417" y="1"/>
                    <a:pt x="393" y="1"/>
                    <a:pt x="370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2514;p49">
              <a:extLst>
                <a:ext uri="{FF2B5EF4-FFF2-40B4-BE49-F238E27FC236}">
                  <a16:creationId xmlns:a16="http://schemas.microsoft.com/office/drawing/2014/main" id="{3C36D224-25D1-4E45-A710-F99EBFB81C76}"/>
                </a:ext>
              </a:extLst>
            </p:cNvPr>
            <p:cNvSpPr/>
            <p:nvPr/>
          </p:nvSpPr>
          <p:spPr>
            <a:xfrm>
              <a:off x="794014" y="4707445"/>
              <a:ext cx="42575" cy="25085"/>
            </a:xfrm>
            <a:custGeom>
              <a:avLst/>
              <a:gdLst/>
              <a:ahLst/>
              <a:cxnLst/>
              <a:rect l="l" t="t" r="r" b="b"/>
              <a:pathLst>
                <a:path w="370" h="218" extrusionOk="0">
                  <a:moveTo>
                    <a:pt x="317" y="1"/>
                  </a:moveTo>
                  <a:cubicBezTo>
                    <a:pt x="200" y="47"/>
                    <a:pt x="124" y="71"/>
                    <a:pt x="54" y="123"/>
                  </a:cubicBezTo>
                  <a:cubicBezTo>
                    <a:pt x="24" y="147"/>
                    <a:pt x="1" y="170"/>
                    <a:pt x="24" y="194"/>
                  </a:cubicBezTo>
                  <a:cubicBezTo>
                    <a:pt x="54" y="217"/>
                    <a:pt x="77" y="217"/>
                    <a:pt x="100" y="217"/>
                  </a:cubicBezTo>
                  <a:cubicBezTo>
                    <a:pt x="171" y="170"/>
                    <a:pt x="223" y="123"/>
                    <a:pt x="346" y="94"/>
                  </a:cubicBezTo>
                  <a:cubicBezTo>
                    <a:pt x="370" y="71"/>
                    <a:pt x="370" y="47"/>
                    <a:pt x="370" y="24"/>
                  </a:cubicBezTo>
                  <a:cubicBezTo>
                    <a:pt x="370" y="1"/>
                    <a:pt x="346" y="1"/>
                    <a:pt x="317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2515;p49">
              <a:extLst>
                <a:ext uri="{FF2B5EF4-FFF2-40B4-BE49-F238E27FC236}">
                  <a16:creationId xmlns:a16="http://schemas.microsoft.com/office/drawing/2014/main" id="{7D957460-E003-909E-9211-95C82E85E2C8}"/>
                </a:ext>
              </a:extLst>
            </p:cNvPr>
            <p:cNvSpPr/>
            <p:nvPr/>
          </p:nvSpPr>
          <p:spPr>
            <a:xfrm>
              <a:off x="805521" y="4721599"/>
              <a:ext cx="39238" cy="25085"/>
            </a:xfrm>
            <a:custGeom>
              <a:avLst/>
              <a:gdLst/>
              <a:ahLst/>
              <a:cxnLst/>
              <a:rect l="l" t="t" r="r" b="b"/>
              <a:pathLst>
                <a:path w="341" h="218" extrusionOk="0">
                  <a:moveTo>
                    <a:pt x="270" y="0"/>
                  </a:moveTo>
                  <a:cubicBezTo>
                    <a:pt x="194" y="24"/>
                    <a:pt x="100" y="94"/>
                    <a:pt x="47" y="118"/>
                  </a:cubicBezTo>
                  <a:cubicBezTo>
                    <a:pt x="24" y="147"/>
                    <a:pt x="0" y="170"/>
                    <a:pt x="24" y="194"/>
                  </a:cubicBezTo>
                  <a:cubicBezTo>
                    <a:pt x="24" y="217"/>
                    <a:pt x="47" y="217"/>
                    <a:pt x="71" y="217"/>
                  </a:cubicBezTo>
                  <a:cubicBezTo>
                    <a:pt x="147" y="170"/>
                    <a:pt x="246" y="118"/>
                    <a:pt x="317" y="94"/>
                  </a:cubicBezTo>
                  <a:cubicBezTo>
                    <a:pt x="340" y="94"/>
                    <a:pt x="340" y="71"/>
                    <a:pt x="340" y="24"/>
                  </a:cubicBezTo>
                  <a:cubicBezTo>
                    <a:pt x="340" y="0"/>
                    <a:pt x="293" y="0"/>
                    <a:pt x="270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2516;p49">
              <a:extLst>
                <a:ext uri="{FF2B5EF4-FFF2-40B4-BE49-F238E27FC236}">
                  <a16:creationId xmlns:a16="http://schemas.microsoft.com/office/drawing/2014/main" id="{86C7AB0A-64AF-D8A5-4A68-87055F135B8B}"/>
                </a:ext>
              </a:extLst>
            </p:cNvPr>
            <p:cNvSpPr/>
            <p:nvPr/>
          </p:nvSpPr>
          <p:spPr>
            <a:xfrm>
              <a:off x="1212516" y="3048047"/>
              <a:ext cx="474423" cy="1606227"/>
            </a:xfrm>
            <a:custGeom>
              <a:avLst/>
              <a:gdLst/>
              <a:ahLst/>
              <a:cxnLst/>
              <a:rect l="l" t="t" r="r" b="b"/>
              <a:pathLst>
                <a:path w="4123" h="13959" extrusionOk="0">
                  <a:moveTo>
                    <a:pt x="539" y="0"/>
                  </a:moveTo>
                  <a:lnTo>
                    <a:pt x="539" y="0"/>
                  </a:lnTo>
                  <a:cubicBezTo>
                    <a:pt x="0" y="1125"/>
                    <a:pt x="562" y="3566"/>
                    <a:pt x="562" y="3566"/>
                  </a:cubicBezTo>
                  <a:lnTo>
                    <a:pt x="978" y="7905"/>
                  </a:lnTo>
                  <a:lnTo>
                    <a:pt x="902" y="13959"/>
                  </a:lnTo>
                  <a:lnTo>
                    <a:pt x="3560" y="13959"/>
                  </a:lnTo>
                  <a:cubicBezTo>
                    <a:pt x="3560" y="13959"/>
                    <a:pt x="3976" y="10856"/>
                    <a:pt x="4099" y="7612"/>
                  </a:cubicBezTo>
                  <a:cubicBezTo>
                    <a:pt x="4122" y="6687"/>
                    <a:pt x="3882" y="270"/>
                    <a:pt x="3882" y="270"/>
                  </a:cubicBezTo>
                  <a:lnTo>
                    <a:pt x="5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2517;p49">
              <a:extLst>
                <a:ext uri="{FF2B5EF4-FFF2-40B4-BE49-F238E27FC236}">
                  <a16:creationId xmlns:a16="http://schemas.microsoft.com/office/drawing/2014/main" id="{4E03A5D5-DDDD-F03A-9871-236FEF430057}"/>
                </a:ext>
              </a:extLst>
            </p:cNvPr>
            <p:cNvSpPr/>
            <p:nvPr/>
          </p:nvSpPr>
          <p:spPr>
            <a:xfrm>
              <a:off x="1313545" y="4572700"/>
              <a:ext cx="312063" cy="8170"/>
            </a:xfrm>
            <a:custGeom>
              <a:avLst/>
              <a:gdLst/>
              <a:ahLst/>
              <a:cxnLst/>
              <a:rect l="l" t="t" r="r" b="b"/>
              <a:pathLst>
                <a:path w="2712" h="71" extrusionOk="0">
                  <a:moveTo>
                    <a:pt x="0" y="0"/>
                  </a:moveTo>
                  <a:lnTo>
                    <a:pt x="0" y="71"/>
                  </a:lnTo>
                  <a:lnTo>
                    <a:pt x="2711" y="71"/>
                  </a:lnTo>
                  <a:lnTo>
                    <a:pt x="27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2518;p49">
              <a:extLst>
                <a:ext uri="{FF2B5EF4-FFF2-40B4-BE49-F238E27FC236}">
                  <a16:creationId xmlns:a16="http://schemas.microsoft.com/office/drawing/2014/main" id="{F3E48407-A59F-F52A-8403-92D127A6D928}"/>
                </a:ext>
              </a:extLst>
            </p:cNvPr>
            <p:cNvSpPr/>
            <p:nvPr/>
          </p:nvSpPr>
          <p:spPr>
            <a:xfrm>
              <a:off x="1341852" y="3660440"/>
              <a:ext cx="39123" cy="993838"/>
            </a:xfrm>
            <a:custGeom>
              <a:avLst/>
              <a:gdLst/>
              <a:ahLst/>
              <a:cxnLst/>
              <a:rect l="l" t="t" r="r" b="b"/>
              <a:pathLst>
                <a:path w="340" h="8637" extrusionOk="0">
                  <a:moveTo>
                    <a:pt x="0" y="1"/>
                  </a:moveTo>
                  <a:cubicBezTo>
                    <a:pt x="0" y="194"/>
                    <a:pt x="70" y="411"/>
                    <a:pt x="123" y="779"/>
                  </a:cubicBezTo>
                  <a:cubicBezTo>
                    <a:pt x="193" y="1119"/>
                    <a:pt x="240" y="1582"/>
                    <a:pt x="270" y="2267"/>
                  </a:cubicBezTo>
                  <a:lnTo>
                    <a:pt x="270" y="3291"/>
                  </a:lnTo>
                  <a:cubicBezTo>
                    <a:pt x="270" y="4562"/>
                    <a:pt x="240" y="5879"/>
                    <a:pt x="193" y="6904"/>
                  </a:cubicBezTo>
                  <a:cubicBezTo>
                    <a:pt x="193" y="7413"/>
                    <a:pt x="170" y="7829"/>
                    <a:pt x="147" y="8145"/>
                  </a:cubicBezTo>
                  <a:cubicBezTo>
                    <a:pt x="147" y="8438"/>
                    <a:pt x="123" y="8608"/>
                    <a:pt x="123" y="8608"/>
                  </a:cubicBezTo>
                  <a:lnTo>
                    <a:pt x="193" y="8637"/>
                  </a:lnTo>
                  <a:cubicBezTo>
                    <a:pt x="193" y="8637"/>
                    <a:pt x="340" y="5826"/>
                    <a:pt x="340" y="3291"/>
                  </a:cubicBezTo>
                  <a:lnTo>
                    <a:pt x="340" y="2267"/>
                  </a:lnTo>
                  <a:cubicBezTo>
                    <a:pt x="316" y="1582"/>
                    <a:pt x="270" y="1119"/>
                    <a:pt x="193" y="756"/>
                  </a:cubicBezTo>
                  <a:cubicBezTo>
                    <a:pt x="147" y="411"/>
                    <a:pt x="70" y="170"/>
                    <a:pt x="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2519;p49">
              <a:extLst>
                <a:ext uri="{FF2B5EF4-FFF2-40B4-BE49-F238E27FC236}">
                  <a16:creationId xmlns:a16="http://schemas.microsoft.com/office/drawing/2014/main" id="{0599A0CF-DB69-292C-4112-7525A3B07A4A}"/>
                </a:ext>
              </a:extLst>
            </p:cNvPr>
            <p:cNvSpPr/>
            <p:nvPr/>
          </p:nvSpPr>
          <p:spPr>
            <a:xfrm>
              <a:off x="709900" y="3037230"/>
              <a:ext cx="716295" cy="1617044"/>
            </a:xfrm>
            <a:custGeom>
              <a:avLst/>
              <a:gdLst/>
              <a:ahLst/>
              <a:cxnLst/>
              <a:rect l="l" t="t" r="r" b="b"/>
              <a:pathLst>
                <a:path w="6225" h="14053" extrusionOk="0">
                  <a:moveTo>
                    <a:pt x="6002" y="1"/>
                  </a:moveTo>
                  <a:lnTo>
                    <a:pt x="2904" y="364"/>
                  </a:lnTo>
                  <a:cubicBezTo>
                    <a:pt x="1956" y="1757"/>
                    <a:pt x="2172" y="3367"/>
                    <a:pt x="2172" y="3367"/>
                  </a:cubicBezTo>
                  <a:lnTo>
                    <a:pt x="1686" y="7999"/>
                  </a:lnTo>
                  <a:lnTo>
                    <a:pt x="0" y="12759"/>
                  </a:lnTo>
                  <a:lnTo>
                    <a:pt x="2295" y="14053"/>
                  </a:lnTo>
                  <a:cubicBezTo>
                    <a:pt x="2295" y="14053"/>
                    <a:pt x="4099" y="11272"/>
                    <a:pt x="4854" y="8514"/>
                  </a:cubicBezTo>
                  <a:cubicBezTo>
                    <a:pt x="5492" y="6149"/>
                    <a:pt x="5908" y="3807"/>
                    <a:pt x="6002" y="3121"/>
                  </a:cubicBezTo>
                  <a:cubicBezTo>
                    <a:pt x="6224" y="1634"/>
                    <a:pt x="6002" y="1"/>
                    <a:pt x="60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2520;p49">
              <a:extLst>
                <a:ext uri="{FF2B5EF4-FFF2-40B4-BE49-F238E27FC236}">
                  <a16:creationId xmlns:a16="http://schemas.microsoft.com/office/drawing/2014/main" id="{610C8169-AA27-2A10-ED8B-2860314E7309}"/>
                </a:ext>
              </a:extLst>
            </p:cNvPr>
            <p:cNvSpPr/>
            <p:nvPr/>
          </p:nvSpPr>
          <p:spPr>
            <a:xfrm>
              <a:off x="732798" y="4426449"/>
              <a:ext cx="280304" cy="168574"/>
            </a:xfrm>
            <a:custGeom>
              <a:avLst/>
              <a:gdLst/>
              <a:ahLst/>
              <a:cxnLst/>
              <a:rect l="l" t="t" r="r" b="b"/>
              <a:pathLst>
                <a:path w="2436" h="1465" extrusionOk="0">
                  <a:moveTo>
                    <a:pt x="47" y="1"/>
                  </a:moveTo>
                  <a:lnTo>
                    <a:pt x="0" y="77"/>
                  </a:lnTo>
                  <a:lnTo>
                    <a:pt x="2412" y="1465"/>
                  </a:lnTo>
                  <a:lnTo>
                    <a:pt x="2436" y="1394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2521;p49">
              <a:extLst>
                <a:ext uri="{FF2B5EF4-FFF2-40B4-BE49-F238E27FC236}">
                  <a16:creationId xmlns:a16="http://schemas.microsoft.com/office/drawing/2014/main" id="{E09D05F9-88EA-DE8B-9FC0-A3D6B34E43BD}"/>
                </a:ext>
              </a:extLst>
            </p:cNvPr>
            <p:cNvSpPr/>
            <p:nvPr/>
          </p:nvSpPr>
          <p:spPr>
            <a:xfrm>
              <a:off x="752245" y="3146430"/>
              <a:ext cx="334386" cy="1383917"/>
            </a:xfrm>
            <a:custGeom>
              <a:avLst/>
              <a:gdLst/>
              <a:ahLst/>
              <a:cxnLst/>
              <a:rect l="l" t="t" r="r" b="b"/>
              <a:pathLst>
                <a:path w="2906" h="12027" extrusionOk="0">
                  <a:moveTo>
                    <a:pt x="2852" y="0"/>
                  </a:moveTo>
                  <a:cubicBezTo>
                    <a:pt x="2466" y="609"/>
                    <a:pt x="2390" y="1171"/>
                    <a:pt x="2390" y="1587"/>
                  </a:cubicBezTo>
                  <a:lnTo>
                    <a:pt x="2390" y="1880"/>
                  </a:lnTo>
                  <a:cubicBezTo>
                    <a:pt x="2413" y="2003"/>
                    <a:pt x="2413" y="2096"/>
                    <a:pt x="2413" y="2219"/>
                  </a:cubicBezTo>
                  <a:cubicBezTo>
                    <a:pt x="2413" y="2366"/>
                    <a:pt x="2413" y="2489"/>
                    <a:pt x="2390" y="2635"/>
                  </a:cubicBezTo>
                  <a:cubicBezTo>
                    <a:pt x="2320" y="3221"/>
                    <a:pt x="2197" y="4245"/>
                    <a:pt x="2074" y="5147"/>
                  </a:cubicBezTo>
                  <a:cubicBezTo>
                    <a:pt x="2027" y="5586"/>
                    <a:pt x="1951" y="6002"/>
                    <a:pt x="1927" y="6318"/>
                  </a:cubicBezTo>
                  <a:cubicBezTo>
                    <a:pt x="1904" y="6488"/>
                    <a:pt x="1880" y="6611"/>
                    <a:pt x="1851" y="6710"/>
                  </a:cubicBezTo>
                  <a:cubicBezTo>
                    <a:pt x="1851" y="6810"/>
                    <a:pt x="1828" y="6880"/>
                    <a:pt x="1828" y="6903"/>
                  </a:cubicBezTo>
                  <a:cubicBezTo>
                    <a:pt x="1705" y="7249"/>
                    <a:pt x="1266" y="8537"/>
                    <a:pt x="827" y="9708"/>
                  </a:cubicBezTo>
                  <a:cubicBezTo>
                    <a:pt x="610" y="10323"/>
                    <a:pt x="417" y="10879"/>
                    <a:pt x="241" y="11318"/>
                  </a:cubicBezTo>
                  <a:cubicBezTo>
                    <a:pt x="171" y="11517"/>
                    <a:pt x="95" y="11710"/>
                    <a:pt x="71" y="11833"/>
                  </a:cubicBezTo>
                  <a:cubicBezTo>
                    <a:pt x="24" y="11956"/>
                    <a:pt x="1" y="12003"/>
                    <a:pt x="1" y="12003"/>
                  </a:cubicBezTo>
                  <a:lnTo>
                    <a:pt x="71" y="12027"/>
                  </a:lnTo>
                  <a:cubicBezTo>
                    <a:pt x="71" y="12027"/>
                    <a:pt x="463" y="10932"/>
                    <a:pt x="903" y="9737"/>
                  </a:cubicBezTo>
                  <a:cubicBezTo>
                    <a:pt x="1318" y="8566"/>
                    <a:pt x="1781" y="7272"/>
                    <a:pt x="1904" y="6927"/>
                  </a:cubicBezTo>
                  <a:cubicBezTo>
                    <a:pt x="1904" y="6880"/>
                    <a:pt x="1927" y="6833"/>
                    <a:pt x="1927" y="6734"/>
                  </a:cubicBezTo>
                  <a:cubicBezTo>
                    <a:pt x="2050" y="6025"/>
                    <a:pt x="2343" y="3660"/>
                    <a:pt x="2466" y="2635"/>
                  </a:cubicBezTo>
                  <a:cubicBezTo>
                    <a:pt x="2489" y="2512"/>
                    <a:pt x="2489" y="2366"/>
                    <a:pt x="2489" y="2219"/>
                  </a:cubicBezTo>
                  <a:cubicBezTo>
                    <a:pt x="2489" y="2096"/>
                    <a:pt x="2489" y="1979"/>
                    <a:pt x="2466" y="1880"/>
                  </a:cubicBezTo>
                  <a:lnTo>
                    <a:pt x="2466" y="1587"/>
                  </a:lnTo>
                  <a:cubicBezTo>
                    <a:pt x="2466" y="1195"/>
                    <a:pt x="2536" y="633"/>
                    <a:pt x="2905" y="47"/>
                  </a:cubicBezTo>
                  <a:lnTo>
                    <a:pt x="28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2522;p49">
              <a:extLst>
                <a:ext uri="{FF2B5EF4-FFF2-40B4-BE49-F238E27FC236}">
                  <a16:creationId xmlns:a16="http://schemas.microsoft.com/office/drawing/2014/main" id="{BB0CC2F9-5E6A-0CE8-FFF5-8DE8F888857C}"/>
                </a:ext>
              </a:extLst>
            </p:cNvPr>
            <p:cNvSpPr/>
            <p:nvPr/>
          </p:nvSpPr>
          <p:spPr>
            <a:xfrm>
              <a:off x="1032550" y="3222490"/>
              <a:ext cx="165927" cy="64208"/>
            </a:xfrm>
            <a:custGeom>
              <a:avLst/>
              <a:gdLst/>
              <a:ahLst/>
              <a:cxnLst/>
              <a:rect l="l" t="t" r="r" b="b"/>
              <a:pathLst>
                <a:path w="1442" h="558" extrusionOk="0">
                  <a:moveTo>
                    <a:pt x="1394" y="1"/>
                  </a:moveTo>
                  <a:cubicBezTo>
                    <a:pt x="1394" y="1"/>
                    <a:pt x="1371" y="24"/>
                    <a:pt x="1318" y="71"/>
                  </a:cubicBezTo>
                  <a:cubicBezTo>
                    <a:pt x="1271" y="118"/>
                    <a:pt x="1172" y="217"/>
                    <a:pt x="1078" y="317"/>
                  </a:cubicBezTo>
                  <a:cubicBezTo>
                    <a:pt x="1025" y="340"/>
                    <a:pt x="978" y="387"/>
                    <a:pt x="955" y="411"/>
                  </a:cubicBezTo>
                  <a:cubicBezTo>
                    <a:pt x="908" y="440"/>
                    <a:pt x="879" y="463"/>
                    <a:pt x="856" y="463"/>
                  </a:cubicBezTo>
                  <a:cubicBezTo>
                    <a:pt x="762" y="487"/>
                    <a:pt x="639" y="487"/>
                    <a:pt x="516" y="487"/>
                  </a:cubicBezTo>
                  <a:lnTo>
                    <a:pt x="176" y="487"/>
                  </a:lnTo>
                  <a:cubicBezTo>
                    <a:pt x="77" y="463"/>
                    <a:pt x="30" y="463"/>
                    <a:pt x="30" y="463"/>
                  </a:cubicBezTo>
                  <a:lnTo>
                    <a:pt x="1" y="534"/>
                  </a:lnTo>
                  <a:cubicBezTo>
                    <a:pt x="1" y="534"/>
                    <a:pt x="247" y="557"/>
                    <a:pt x="516" y="557"/>
                  </a:cubicBezTo>
                  <a:cubicBezTo>
                    <a:pt x="639" y="557"/>
                    <a:pt x="785" y="557"/>
                    <a:pt x="879" y="534"/>
                  </a:cubicBezTo>
                  <a:cubicBezTo>
                    <a:pt x="908" y="534"/>
                    <a:pt x="932" y="510"/>
                    <a:pt x="955" y="510"/>
                  </a:cubicBezTo>
                  <a:cubicBezTo>
                    <a:pt x="1025" y="440"/>
                    <a:pt x="1148" y="340"/>
                    <a:pt x="1271" y="217"/>
                  </a:cubicBezTo>
                  <a:cubicBezTo>
                    <a:pt x="1371" y="118"/>
                    <a:pt x="1441" y="48"/>
                    <a:pt x="1441" y="48"/>
                  </a:cubicBezTo>
                  <a:lnTo>
                    <a:pt x="13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2523;p49">
              <a:extLst>
                <a:ext uri="{FF2B5EF4-FFF2-40B4-BE49-F238E27FC236}">
                  <a16:creationId xmlns:a16="http://schemas.microsoft.com/office/drawing/2014/main" id="{C21F2DA4-5B8B-1999-0A76-0BA440314F4F}"/>
                </a:ext>
              </a:extLst>
            </p:cNvPr>
            <p:cNvSpPr/>
            <p:nvPr/>
          </p:nvSpPr>
          <p:spPr>
            <a:xfrm>
              <a:off x="1392366" y="3168638"/>
              <a:ext cx="70191" cy="222425"/>
            </a:xfrm>
            <a:custGeom>
              <a:avLst/>
              <a:gdLst/>
              <a:ahLst/>
              <a:cxnLst/>
              <a:rect l="l" t="t" r="r" b="b"/>
              <a:pathLst>
                <a:path w="610" h="1933" extrusionOk="0">
                  <a:moveTo>
                    <a:pt x="533" y="0"/>
                  </a:moveTo>
                  <a:lnTo>
                    <a:pt x="533" y="176"/>
                  </a:lnTo>
                  <a:cubicBezTo>
                    <a:pt x="533" y="346"/>
                    <a:pt x="533" y="586"/>
                    <a:pt x="510" y="832"/>
                  </a:cubicBezTo>
                  <a:cubicBezTo>
                    <a:pt x="486" y="1101"/>
                    <a:pt x="439" y="1347"/>
                    <a:pt x="363" y="1517"/>
                  </a:cubicBezTo>
                  <a:cubicBezTo>
                    <a:pt x="340" y="1611"/>
                    <a:pt x="240" y="1710"/>
                    <a:pt x="170" y="1757"/>
                  </a:cubicBezTo>
                  <a:cubicBezTo>
                    <a:pt x="123" y="1786"/>
                    <a:pt x="71" y="1810"/>
                    <a:pt x="47" y="1833"/>
                  </a:cubicBezTo>
                  <a:cubicBezTo>
                    <a:pt x="24" y="1833"/>
                    <a:pt x="24" y="1833"/>
                    <a:pt x="0" y="1856"/>
                  </a:cubicBezTo>
                  <a:lnTo>
                    <a:pt x="24" y="1933"/>
                  </a:lnTo>
                  <a:cubicBezTo>
                    <a:pt x="24" y="1933"/>
                    <a:pt x="94" y="1880"/>
                    <a:pt x="194" y="1833"/>
                  </a:cubicBezTo>
                  <a:cubicBezTo>
                    <a:pt x="293" y="1757"/>
                    <a:pt x="387" y="1663"/>
                    <a:pt x="439" y="1540"/>
                  </a:cubicBezTo>
                  <a:cubicBezTo>
                    <a:pt x="533" y="1294"/>
                    <a:pt x="586" y="908"/>
                    <a:pt x="586" y="586"/>
                  </a:cubicBezTo>
                  <a:cubicBezTo>
                    <a:pt x="609" y="270"/>
                    <a:pt x="609" y="0"/>
                    <a:pt x="6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2524;p49">
              <a:extLst>
                <a:ext uri="{FF2B5EF4-FFF2-40B4-BE49-F238E27FC236}">
                  <a16:creationId xmlns:a16="http://schemas.microsoft.com/office/drawing/2014/main" id="{98C51601-3FBF-9CE4-AE86-B221B71A47EE}"/>
                </a:ext>
              </a:extLst>
            </p:cNvPr>
            <p:cNvSpPr/>
            <p:nvPr/>
          </p:nvSpPr>
          <p:spPr>
            <a:xfrm>
              <a:off x="1308137" y="3168638"/>
              <a:ext cx="115298" cy="665781"/>
            </a:xfrm>
            <a:custGeom>
              <a:avLst/>
              <a:gdLst/>
              <a:ahLst/>
              <a:cxnLst/>
              <a:rect l="l" t="t" r="r" b="b"/>
              <a:pathLst>
                <a:path w="1002" h="5786" extrusionOk="0">
                  <a:moveTo>
                    <a:pt x="926" y="0"/>
                  </a:moveTo>
                  <a:cubicBezTo>
                    <a:pt x="926" y="639"/>
                    <a:pt x="680" y="2079"/>
                    <a:pt x="463" y="3344"/>
                  </a:cubicBezTo>
                  <a:cubicBezTo>
                    <a:pt x="340" y="4005"/>
                    <a:pt x="241" y="4614"/>
                    <a:pt x="147" y="5053"/>
                  </a:cubicBezTo>
                  <a:cubicBezTo>
                    <a:pt x="94" y="5270"/>
                    <a:pt x="71" y="5446"/>
                    <a:pt x="47" y="5563"/>
                  </a:cubicBezTo>
                  <a:cubicBezTo>
                    <a:pt x="24" y="5709"/>
                    <a:pt x="0" y="5762"/>
                    <a:pt x="0" y="5762"/>
                  </a:cubicBezTo>
                  <a:lnTo>
                    <a:pt x="71" y="5785"/>
                  </a:lnTo>
                  <a:cubicBezTo>
                    <a:pt x="71" y="5785"/>
                    <a:pt x="317" y="4661"/>
                    <a:pt x="533" y="3367"/>
                  </a:cubicBezTo>
                  <a:cubicBezTo>
                    <a:pt x="756" y="2079"/>
                    <a:pt x="1002" y="639"/>
                    <a:pt x="10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2525;p49">
              <a:extLst>
                <a:ext uri="{FF2B5EF4-FFF2-40B4-BE49-F238E27FC236}">
                  <a16:creationId xmlns:a16="http://schemas.microsoft.com/office/drawing/2014/main" id="{AC60F6BE-4F61-CD44-7437-D2C988D18285}"/>
                </a:ext>
              </a:extLst>
            </p:cNvPr>
            <p:cNvSpPr/>
            <p:nvPr/>
          </p:nvSpPr>
          <p:spPr>
            <a:xfrm>
              <a:off x="1535165" y="3168638"/>
              <a:ext cx="126804" cy="115298"/>
            </a:xfrm>
            <a:custGeom>
              <a:avLst/>
              <a:gdLst/>
              <a:ahLst/>
              <a:cxnLst/>
              <a:rect l="l" t="t" r="r" b="b"/>
              <a:pathLst>
                <a:path w="1102" h="1002" extrusionOk="0">
                  <a:moveTo>
                    <a:pt x="1" y="0"/>
                  </a:moveTo>
                  <a:cubicBezTo>
                    <a:pt x="1" y="0"/>
                    <a:pt x="1" y="176"/>
                    <a:pt x="24" y="322"/>
                  </a:cubicBezTo>
                  <a:cubicBezTo>
                    <a:pt x="53" y="416"/>
                    <a:pt x="77" y="492"/>
                    <a:pt x="100" y="563"/>
                  </a:cubicBezTo>
                  <a:cubicBezTo>
                    <a:pt x="147" y="639"/>
                    <a:pt x="200" y="709"/>
                    <a:pt x="270" y="732"/>
                  </a:cubicBezTo>
                  <a:cubicBezTo>
                    <a:pt x="346" y="785"/>
                    <a:pt x="563" y="832"/>
                    <a:pt x="733" y="908"/>
                  </a:cubicBezTo>
                  <a:cubicBezTo>
                    <a:pt x="902" y="955"/>
                    <a:pt x="1078" y="1002"/>
                    <a:pt x="1078" y="1002"/>
                  </a:cubicBezTo>
                  <a:lnTo>
                    <a:pt x="1101" y="931"/>
                  </a:lnTo>
                  <a:cubicBezTo>
                    <a:pt x="1101" y="931"/>
                    <a:pt x="932" y="879"/>
                    <a:pt x="756" y="832"/>
                  </a:cubicBezTo>
                  <a:cubicBezTo>
                    <a:pt x="586" y="785"/>
                    <a:pt x="370" y="709"/>
                    <a:pt x="293" y="662"/>
                  </a:cubicBezTo>
                  <a:cubicBezTo>
                    <a:pt x="247" y="639"/>
                    <a:pt x="200" y="586"/>
                    <a:pt x="170" y="539"/>
                  </a:cubicBezTo>
                  <a:cubicBezTo>
                    <a:pt x="124" y="440"/>
                    <a:pt x="100" y="293"/>
                    <a:pt x="77" y="200"/>
                  </a:cubicBezTo>
                  <a:lnTo>
                    <a:pt x="77" y="5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2526;p49">
              <a:extLst>
                <a:ext uri="{FF2B5EF4-FFF2-40B4-BE49-F238E27FC236}">
                  <a16:creationId xmlns:a16="http://schemas.microsoft.com/office/drawing/2014/main" id="{73A03A3D-C618-EDCB-AAC7-F6E547A6B9DF}"/>
                </a:ext>
              </a:extLst>
            </p:cNvPr>
            <p:cNvSpPr/>
            <p:nvPr/>
          </p:nvSpPr>
          <p:spPr>
            <a:xfrm>
              <a:off x="973980" y="2203216"/>
              <a:ext cx="710197" cy="1028243"/>
            </a:xfrm>
            <a:custGeom>
              <a:avLst/>
              <a:gdLst/>
              <a:ahLst/>
              <a:cxnLst/>
              <a:rect l="l" t="t" r="r" b="b"/>
              <a:pathLst>
                <a:path w="6172" h="8936" extrusionOk="0">
                  <a:moveTo>
                    <a:pt x="3291" y="0"/>
                  </a:moveTo>
                  <a:lnTo>
                    <a:pt x="1388" y="902"/>
                  </a:lnTo>
                  <a:cubicBezTo>
                    <a:pt x="316" y="2635"/>
                    <a:pt x="0" y="8537"/>
                    <a:pt x="0" y="8537"/>
                  </a:cubicBezTo>
                  <a:cubicBezTo>
                    <a:pt x="0" y="8537"/>
                    <a:pt x="1608" y="8936"/>
                    <a:pt x="3462" y="8936"/>
                  </a:cubicBezTo>
                  <a:cubicBezTo>
                    <a:pt x="4359" y="8936"/>
                    <a:pt x="5313" y="8843"/>
                    <a:pt x="6172" y="8566"/>
                  </a:cubicBezTo>
                  <a:cubicBezTo>
                    <a:pt x="6172" y="8566"/>
                    <a:pt x="6125" y="5902"/>
                    <a:pt x="5955" y="3683"/>
                  </a:cubicBezTo>
                  <a:cubicBezTo>
                    <a:pt x="5779" y="1364"/>
                    <a:pt x="4052" y="246"/>
                    <a:pt x="4052" y="246"/>
                  </a:cubicBezTo>
                  <a:lnTo>
                    <a:pt x="32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2527;p49">
              <a:extLst>
                <a:ext uri="{FF2B5EF4-FFF2-40B4-BE49-F238E27FC236}">
                  <a16:creationId xmlns:a16="http://schemas.microsoft.com/office/drawing/2014/main" id="{4544BD6F-0675-A26C-CB8D-850A4E573EE1}"/>
                </a:ext>
              </a:extLst>
            </p:cNvPr>
            <p:cNvSpPr/>
            <p:nvPr/>
          </p:nvSpPr>
          <p:spPr>
            <a:xfrm>
              <a:off x="810929" y="2464536"/>
              <a:ext cx="365224" cy="861856"/>
            </a:xfrm>
            <a:custGeom>
              <a:avLst/>
              <a:gdLst/>
              <a:ahLst/>
              <a:cxnLst/>
              <a:rect l="l" t="t" r="r" b="b"/>
              <a:pathLst>
                <a:path w="3174" h="7490" extrusionOk="0">
                  <a:moveTo>
                    <a:pt x="1078" y="1"/>
                  </a:moveTo>
                  <a:cubicBezTo>
                    <a:pt x="1078" y="1"/>
                    <a:pt x="0" y="2314"/>
                    <a:pt x="24" y="3168"/>
                  </a:cubicBezTo>
                  <a:cubicBezTo>
                    <a:pt x="76" y="4462"/>
                    <a:pt x="1464" y="7490"/>
                    <a:pt x="1464" y="7490"/>
                  </a:cubicBezTo>
                  <a:cubicBezTo>
                    <a:pt x="1464" y="7490"/>
                    <a:pt x="2442" y="7267"/>
                    <a:pt x="2442" y="7121"/>
                  </a:cubicBezTo>
                  <a:cubicBezTo>
                    <a:pt x="2442" y="6998"/>
                    <a:pt x="1856" y="3245"/>
                    <a:pt x="1856" y="3245"/>
                  </a:cubicBezTo>
                  <a:lnTo>
                    <a:pt x="3174" y="340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2528;p49">
              <a:extLst>
                <a:ext uri="{FF2B5EF4-FFF2-40B4-BE49-F238E27FC236}">
                  <a16:creationId xmlns:a16="http://schemas.microsoft.com/office/drawing/2014/main" id="{5B189500-761A-2D3D-A8CB-834F2CC60198}"/>
                </a:ext>
              </a:extLst>
            </p:cNvPr>
            <p:cNvSpPr/>
            <p:nvPr/>
          </p:nvSpPr>
          <p:spPr>
            <a:xfrm>
              <a:off x="973980" y="3269668"/>
              <a:ext cx="165812" cy="228639"/>
            </a:xfrm>
            <a:custGeom>
              <a:avLst/>
              <a:gdLst/>
              <a:ahLst/>
              <a:cxnLst/>
              <a:rect l="l" t="t" r="r" b="b"/>
              <a:pathLst>
                <a:path w="1441" h="1987" extrusionOk="0">
                  <a:moveTo>
                    <a:pt x="978" y="1"/>
                  </a:moveTo>
                  <a:lnTo>
                    <a:pt x="0" y="200"/>
                  </a:lnTo>
                  <a:cubicBezTo>
                    <a:pt x="0" y="200"/>
                    <a:pt x="170" y="1025"/>
                    <a:pt x="393" y="1640"/>
                  </a:cubicBezTo>
                  <a:cubicBezTo>
                    <a:pt x="415" y="1707"/>
                    <a:pt x="502" y="1958"/>
                    <a:pt x="576" y="1958"/>
                  </a:cubicBezTo>
                  <a:cubicBezTo>
                    <a:pt x="579" y="1958"/>
                    <a:pt x="583" y="1957"/>
                    <a:pt x="586" y="1956"/>
                  </a:cubicBezTo>
                  <a:cubicBezTo>
                    <a:pt x="656" y="1956"/>
                    <a:pt x="562" y="1517"/>
                    <a:pt x="539" y="1394"/>
                  </a:cubicBezTo>
                  <a:lnTo>
                    <a:pt x="539" y="1394"/>
                  </a:lnTo>
                  <a:cubicBezTo>
                    <a:pt x="605" y="1553"/>
                    <a:pt x="716" y="1987"/>
                    <a:pt x="812" y="1987"/>
                  </a:cubicBezTo>
                  <a:cubicBezTo>
                    <a:pt x="818" y="1987"/>
                    <a:pt x="825" y="1984"/>
                    <a:pt x="832" y="1980"/>
                  </a:cubicBezTo>
                  <a:cubicBezTo>
                    <a:pt x="925" y="1933"/>
                    <a:pt x="709" y="1295"/>
                    <a:pt x="709" y="1295"/>
                  </a:cubicBezTo>
                  <a:lnTo>
                    <a:pt x="709" y="1295"/>
                  </a:lnTo>
                  <a:cubicBezTo>
                    <a:pt x="709" y="1295"/>
                    <a:pt x="947" y="1941"/>
                    <a:pt x="1073" y="1941"/>
                  </a:cubicBezTo>
                  <a:cubicBezTo>
                    <a:pt x="1081" y="1941"/>
                    <a:pt x="1088" y="1939"/>
                    <a:pt x="1095" y="1933"/>
                  </a:cubicBezTo>
                  <a:cubicBezTo>
                    <a:pt x="1171" y="1880"/>
                    <a:pt x="902" y="1149"/>
                    <a:pt x="902" y="1148"/>
                  </a:cubicBezTo>
                  <a:lnTo>
                    <a:pt x="902" y="1148"/>
                  </a:lnTo>
                  <a:cubicBezTo>
                    <a:pt x="902" y="1149"/>
                    <a:pt x="1156" y="1744"/>
                    <a:pt x="1272" y="1744"/>
                  </a:cubicBezTo>
                  <a:cubicBezTo>
                    <a:pt x="1280" y="1744"/>
                    <a:pt x="1288" y="1741"/>
                    <a:pt x="1294" y="1734"/>
                  </a:cubicBezTo>
                  <a:cubicBezTo>
                    <a:pt x="1365" y="1687"/>
                    <a:pt x="1294" y="1517"/>
                    <a:pt x="1242" y="1394"/>
                  </a:cubicBezTo>
                  <a:cubicBezTo>
                    <a:pt x="1195" y="1248"/>
                    <a:pt x="1072" y="978"/>
                    <a:pt x="1124" y="955"/>
                  </a:cubicBezTo>
                  <a:cubicBezTo>
                    <a:pt x="1129" y="952"/>
                    <a:pt x="1133" y="951"/>
                    <a:pt x="1138" y="951"/>
                  </a:cubicBezTo>
                  <a:cubicBezTo>
                    <a:pt x="1197" y="951"/>
                    <a:pt x="1244" y="1205"/>
                    <a:pt x="1361" y="1205"/>
                  </a:cubicBezTo>
                  <a:cubicBezTo>
                    <a:pt x="1369" y="1205"/>
                    <a:pt x="1378" y="1204"/>
                    <a:pt x="1388" y="1201"/>
                  </a:cubicBezTo>
                  <a:cubicBezTo>
                    <a:pt x="1441" y="1172"/>
                    <a:pt x="1365" y="932"/>
                    <a:pt x="1318" y="809"/>
                  </a:cubicBezTo>
                  <a:cubicBezTo>
                    <a:pt x="1242" y="586"/>
                    <a:pt x="1048" y="223"/>
                    <a:pt x="978" y="1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2529;p49">
              <a:extLst>
                <a:ext uri="{FF2B5EF4-FFF2-40B4-BE49-F238E27FC236}">
                  <a16:creationId xmlns:a16="http://schemas.microsoft.com/office/drawing/2014/main" id="{BFB6A862-DB79-61CA-A7CE-42C54F794A34}"/>
                </a:ext>
              </a:extLst>
            </p:cNvPr>
            <p:cNvSpPr/>
            <p:nvPr/>
          </p:nvSpPr>
          <p:spPr>
            <a:xfrm>
              <a:off x="844644" y="2208509"/>
              <a:ext cx="474423" cy="508828"/>
            </a:xfrm>
            <a:custGeom>
              <a:avLst/>
              <a:gdLst/>
              <a:ahLst/>
              <a:cxnLst/>
              <a:rect l="l" t="t" r="r" b="b"/>
              <a:pathLst>
                <a:path w="4123" h="4422" extrusionOk="0">
                  <a:moveTo>
                    <a:pt x="4122" y="1"/>
                  </a:moveTo>
                  <a:cubicBezTo>
                    <a:pt x="4122" y="1"/>
                    <a:pt x="2395" y="54"/>
                    <a:pt x="1587" y="785"/>
                  </a:cubicBezTo>
                  <a:cubicBezTo>
                    <a:pt x="562" y="1734"/>
                    <a:pt x="0" y="3514"/>
                    <a:pt x="0" y="3514"/>
                  </a:cubicBezTo>
                  <a:lnTo>
                    <a:pt x="2149" y="4422"/>
                  </a:lnTo>
                  <a:lnTo>
                    <a:pt x="3367" y="2320"/>
                  </a:lnTo>
                  <a:lnTo>
                    <a:pt x="4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2530;p49">
              <a:extLst>
                <a:ext uri="{FF2B5EF4-FFF2-40B4-BE49-F238E27FC236}">
                  <a16:creationId xmlns:a16="http://schemas.microsoft.com/office/drawing/2014/main" id="{395BEDF3-DFE4-AD31-896B-507B7CF99F19}"/>
                </a:ext>
              </a:extLst>
            </p:cNvPr>
            <p:cNvSpPr/>
            <p:nvPr/>
          </p:nvSpPr>
          <p:spPr>
            <a:xfrm>
              <a:off x="1089163" y="2511714"/>
              <a:ext cx="123467" cy="208272"/>
            </a:xfrm>
            <a:custGeom>
              <a:avLst/>
              <a:gdLst/>
              <a:ahLst/>
              <a:cxnLst/>
              <a:rect l="l" t="t" r="r" b="b"/>
              <a:pathLst>
                <a:path w="1073" h="1810" extrusionOk="0">
                  <a:moveTo>
                    <a:pt x="1002" y="1"/>
                  </a:moveTo>
                  <a:lnTo>
                    <a:pt x="1" y="1787"/>
                  </a:lnTo>
                  <a:lnTo>
                    <a:pt x="47" y="1810"/>
                  </a:lnTo>
                  <a:lnTo>
                    <a:pt x="1072" y="53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2531;p49">
              <a:extLst>
                <a:ext uri="{FF2B5EF4-FFF2-40B4-BE49-F238E27FC236}">
                  <a16:creationId xmlns:a16="http://schemas.microsoft.com/office/drawing/2014/main" id="{A5DE3FB5-BC7B-44D2-0407-18533DBE26CD}"/>
                </a:ext>
              </a:extLst>
            </p:cNvPr>
            <p:cNvSpPr/>
            <p:nvPr/>
          </p:nvSpPr>
          <p:spPr>
            <a:xfrm>
              <a:off x="1251523" y="2217369"/>
              <a:ext cx="211034" cy="72838"/>
            </a:xfrm>
            <a:custGeom>
              <a:avLst/>
              <a:gdLst/>
              <a:ahLst/>
              <a:cxnLst/>
              <a:rect l="l" t="t" r="r" b="b"/>
              <a:pathLst>
                <a:path w="1834" h="633" extrusionOk="0">
                  <a:moveTo>
                    <a:pt x="77" y="0"/>
                  </a:moveTo>
                  <a:lnTo>
                    <a:pt x="1" y="23"/>
                  </a:lnTo>
                  <a:cubicBezTo>
                    <a:pt x="1" y="23"/>
                    <a:pt x="53" y="170"/>
                    <a:pt x="223" y="316"/>
                  </a:cubicBezTo>
                  <a:cubicBezTo>
                    <a:pt x="393" y="486"/>
                    <a:pt x="662" y="632"/>
                    <a:pt x="1078" y="632"/>
                  </a:cubicBezTo>
                  <a:cubicBezTo>
                    <a:pt x="1441" y="632"/>
                    <a:pt x="1640" y="509"/>
                    <a:pt x="1734" y="363"/>
                  </a:cubicBezTo>
                  <a:cubicBezTo>
                    <a:pt x="1833" y="246"/>
                    <a:pt x="1833" y="123"/>
                    <a:pt x="1833" y="123"/>
                  </a:cubicBezTo>
                  <a:lnTo>
                    <a:pt x="1757" y="123"/>
                  </a:lnTo>
                  <a:cubicBezTo>
                    <a:pt x="1757" y="146"/>
                    <a:pt x="1757" y="246"/>
                    <a:pt x="1663" y="340"/>
                  </a:cubicBezTo>
                  <a:cubicBezTo>
                    <a:pt x="1587" y="439"/>
                    <a:pt x="1418" y="562"/>
                    <a:pt x="1078" y="562"/>
                  </a:cubicBezTo>
                  <a:cubicBezTo>
                    <a:pt x="686" y="562"/>
                    <a:pt x="416" y="416"/>
                    <a:pt x="270" y="269"/>
                  </a:cubicBezTo>
                  <a:cubicBezTo>
                    <a:pt x="200" y="193"/>
                    <a:pt x="147" y="146"/>
                    <a:pt x="100" y="70"/>
                  </a:cubicBezTo>
                  <a:cubicBezTo>
                    <a:pt x="100" y="47"/>
                    <a:pt x="77" y="47"/>
                    <a:pt x="77" y="23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2532;p49">
              <a:extLst>
                <a:ext uri="{FF2B5EF4-FFF2-40B4-BE49-F238E27FC236}">
                  <a16:creationId xmlns:a16="http://schemas.microsoft.com/office/drawing/2014/main" id="{AFE46CFA-76E9-FE1A-00A5-8780D01B24D9}"/>
                </a:ext>
              </a:extLst>
            </p:cNvPr>
            <p:cNvSpPr/>
            <p:nvPr/>
          </p:nvSpPr>
          <p:spPr>
            <a:xfrm>
              <a:off x="1282477" y="1986888"/>
              <a:ext cx="157873" cy="272710"/>
            </a:xfrm>
            <a:custGeom>
              <a:avLst/>
              <a:gdLst/>
              <a:ahLst/>
              <a:cxnLst/>
              <a:rect l="l" t="t" r="r" b="b"/>
              <a:pathLst>
                <a:path w="1372" h="2370" extrusionOk="0">
                  <a:moveTo>
                    <a:pt x="393" y="1"/>
                  </a:moveTo>
                  <a:lnTo>
                    <a:pt x="24" y="1049"/>
                  </a:lnTo>
                  <a:lnTo>
                    <a:pt x="1" y="1295"/>
                  </a:lnTo>
                  <a:lnTo>
                    <a:pt x="24" y="2103"/>
                  </a:lnTo>
                  <a:cubicBezTo>
                    <a:pt x="24" y="2103"/>
                    <a:pt x="391" y="2370"/>
                    <a:pt x="805" y="2370"/>
                  </a:cubicBezTo>
                  <a:cubicBezTo>
                    <a:pt x="976" y="2370"/>
                    <a:pt x="1154" y="2324"/>
                    <a:pt x="1318" y="2196"/>
                  </a:cubicBezTo>
                  <a:cubicBezTo>
                    <a:pt x="1342" y="2173"/>
                    <a:pt x="1371" y="2126"/>
                    <a:pt x="1371" y="2103"/>
                  </a:cubicBezTo>
                  <a:lnTo>
                    <a:pt x="1295" y="1078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2533;p49">
              <a:extLst>
                <a:ext uri="{FF2B5EF4-FFF2-40B4-BE49-F238E27FC236}">
                  <a16:creationId xmlns:a16="http://schemas.microsoft.com/office/drawing/2014/main" id="{238673EC-D01F-BFE3-DB2F-EAFF8814887A}"/>
                </a:ext>
              </a:extLst>
            </p:cNvPr>
            <p:cNvSpPr/>
            <p:nvPr/>
          </p:nvSpPr>
          <p:spPr>
            <a:xfrm>
              <a:off x="1251523" y="1882981"/>
              <a:ext cx="256140" cy="283641"/>
            </a:xfrm>
            <a:custGeom>
              <a:avLst/>
              <a:gdLst/>
              <a:ahLst/>
              <a:cxnLst/>
              <a:rect l="l" t="t" r="r" b="b"/>
              <a:pathLst>
                <a:path w="2226" h="2465" extrusionOk="0">
                  <a:moveTo>
                    <a:pt x="1060" y="0"/>
                  </a:moveTo>
                  <a:cubicBezTo>
                    <a:pt x="682" y="0"/>
                    <a:pt x="260" y="511"/>
                    <a:pt x="147" y="833"/>
                  </a:cubicBezTo>
                  <a:cubicBezTo>
                    <a:pt x="1" y="1249"/>
                    <a:pt x="709" y="2244"/>
                    <a:pt x="978" y="2367"/>
                  </a:cubicBezTo>
                  <a:cubicBezTo>
                    <a:pt x="1095" y="2425"/>
                    <a:pt x="1241" y="2464"/>
                    <a:pt x="1390" y="2464"/>
                  </a:cubicBezTo>
                  <a:cubicBezTo>
                    <a:pt x="1615" y="2464"/>
                    <a:pt x="1845" y="2375"/>
                    <a:pt x="1980" y="2127"/>
                  </a:cubicBezTo>
                  <a:cubicBezTo>
                    <a:pt x="2226" y="1659"/>
                    <a:pt x="1663" y="488"/>
                    <a:pt x="1371" y="148"/>
                  </a:cubicBezTo>
                  <a:cubicBezTo>
                    <a:pt x="1277" y="44"/>
                    <a:pt x="1170" y="0"/>
                    <a:pt x="1060" y="0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2534;p49">
              <a:extLst>
                <a:ext uri="{FF2B5EF4-FFF2-40B4-BE49-F238E27FC236}">
                  <a16:creationId xmlns:a16="http://schemas.microsoft.com/office/drawing/2014/main" id="{91257966-1277-3690-DC79-15ED40123089}"/>
                </a:ext>
              </a:extLst>
            </p:cNvPr>
            <p:cNvSpPr/>
            <p:nvPr/>
          </p:nvSpPr>
          <p:spPr>
            <a:xfrm>
              <a:off x="1150494" y="1797025"/>
              <a:ext cx="328863" cy="347734"/>
            </a:xfrm>
            <a:custGeom>
              <a:avLst/>
              <a:gdLst/>
              <a:ahLst/>
              <a:cxnLst/>
              <a:rect l="l" t="t" r="r" b="b"/>
              <a:pathLst>
                <a:path w="2858" h="3022" extrusionOk="0">
                  <a:moveTo>
                    <a:pt x="2223" y="1"/>
                  </a:moveTo>
                  <a:cubicBezTo>
                    <a:pt x="1931" y="1"/>
                    <a:pt x="1644" y="162"/>
                    <a:pt x="1493" y="409"/>
                  </a:cubicBezTo>
                  <a:cubicBezTo>
                    <a:pt x="1472" y="300"/>
                    <a:pt x="1371" y="243"/>
                    <a:pt x="1261" y="243"/>
                  </a:cubicBezTo>
                  <a:cubicBezTo>
                    <a:pt x="1224" y="243"/>
                    <a:pt x="1185" y="250"/>
                    <a:pt x="1148" y="263"/>
                  </a:cubicBezTo>
                  <a:cubicBezTo>
                    <a:pt x="1025" y="310"/>
                    <a:pt x="955" y="433"/>
                    <a:pt x="879" y="556"/>
                  </a:cubicBezTo>
                  <a:cubicBezTo>
                    <a:pt x="855" y="626"/>
                    <a:pt x="832" y="702"/>
                    <a:pt x="808" y="772"/>
                  </a:cubicBezTo>
                  <a:cubicBezTo>
                    <a:pt x="785" y="848"/>
                    <a:pt x="762" y="895"/>
                    <a:pt x="732" y="942"/>
                  </a:cubicBezTo>
                  <a:cubicBezTo>
                    <a:pt x="639" y="1088"/>
                    <a:pt x="492" y="1211"/>
                    <a:pt x="416" y="1358"/>
                  </a:cubicBezTo>
                  <a:cubicBezTo>
                    <a:pt x="0" y="1996"/>
                    <a:pt x="762" y="2652"/>
                    <a:pt x="1171" y="3021"/>
                  </a:cubicBezTo>
                  <a:cubicBezTo>
                    <a:pt x="1172" y="3021"/>
                    <a:pt x="1173" y="3021"/>
                    <a:pt x="1173" y="3021"/>
                  </a:cubicBezTo>
                  <a:cubicBezTo>
                    <a:pt x="1212" y="3021"/>
                    <a:pt x="1494" y="2458"/>
                    <a:pt x="1517" y="2435"/>
                  </a:cubicBezTo>
                  <a:cubicBezTo>
                    <a:pt x="1687" y="2019"/>
                    <a:pt x="1640" y="1703"/>
                    <a:pt x="2026" y="1411"/>
                  </a:cubicBezTo>
                  <a:cubicBezTo>
                    <a:pt x="2272" y="1235"/>
                    <a:pt x="2588" y="1118"/>
                    <a:pt x="2711" y="848"/>
                  </a:cubicBezTo>
                  <a:cubicBezTo>
                    <a:pt x="2858" y="556"/>
                    <a:pt x="2811" y="140"/>
                    <a:pt x="2465" y="40"/>
                  </a:cubicBezTo>
                  <a:cubicBezTo>
                    <a:pt x="2386" y="14"/>
                    <a:pt x="2304" y="1"/>
                    <a:pt x="2223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2535;p49">
              <a:extLst>
                <a:ext uri="{FF2B5EF4-FFF2-40B4-BE49-F238E27FC236}">
                  <a16:creationId xmlns:a16="http://schemas.microsoft.com/office/drawing/2014/main" id="{6F459290-EC42-B9C4-3F03-960AB51B20E4}"/>
                </a:ext>
              </a:extLst>
            </p:cNvPr>
            <p:cNvSpPr/>
            <p:nvPr/>
          </p:nvSpPr>
          <p:spPr>
            <a:xfrm>
              <a:off x="1347260" y="2141194"/>
              <a:ext cx="84229" cy="28422"/>
            </a:xfrm>
            <a:custGeom>
              <a:avLst/>
              <a:gdLst/>
              <a:ahLst/>
              <a:cxnLst/>
              <a:rect l="l" t="t" r="r" b="b"/>
              <a:pathLst>
                <a:path w="732" h="247" extrusionOk="0">
                  <a:moveTo>
                    <a:pt x="47" y="0"/>
                  </a:moveTo>
                  <a:lnTo>
                    <a:pt x="0" y="76"/>
                  </a:lnTo>
                  <a:cubicBezTo>
                    <a:pt x="193" y="223"/>
                    <a:pt x="463" y="246"/>
                    <a:pt x="609" y="246"/>
                  </a:cubicBezTo>
                  <a:lnTo>
                    <a:pt x="732" y="246"/>
                  </a:lnTo>
                  <a:lnTo>
                    <a:pt x="709" y="176"/>
                  </a:lnTo>
                  <a:lnTo>
                    <a:pt x="609" y="176"/>
                  </a:lnTo>
                  <a:cubicBezTo>
                    <a:pt x="463" y="176"/>
                    <a:pt x="223" y="147"/>
                    <a:pt x="47" y="0"/>
                  </a:cubicBez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2536;p49">
              <a:extLst>
                <a:ext uri="{FF2B5EF4-FFF2-40B4-BE49-F238E27FC236}">
                  <a16:creationId xmlns:a16="http://schemas.microsoft.com/office/drawing/2014/main" id="{0C4A277B-E37D-4B88-F460-E57EE209D63B}"/>
                </a:ext>
              </a:extLst>
            </p:cNvPr>
            <p:cNvSpPr/>
            <p:nvPr/>
          </p:nvSpPr>
          <p:spPr>
            <a:xfrm>
              <a:off x="1445528" y="1995633"/>
              <a:ext cx="62136" cy="64783"/>
            </a:xfrm>
            <a:custGeom>
              <a:avLst/>
              <a:gdLst/>
              <a:ahLst/>
              <a:cxnLst/>
              <a:rect l="l" t="t" r="r" b="b"/>
              <a:pathLst>
                <a:path w="540" h="563" extrusionOk="0">
                  <a:moveTo>
                    <a:pt x="1" y="1"/>
                  </a:moveTo>
                  <a:lnTo>
                    <a:pt x="294" y="563"/>
                  </a:lnTo>
                  <a:cubicBezTo>
                    <a:pt x="294" y="563"/>
                    <a:pt x="487" y="533"/>
                    <a:pt x="510" y="416"/>
                  </a:cubicBezTo>
                  <a:cubicBezTo>
                    <a:pt x="540" y="29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2537;p49">
              <a:extLst>
                <a:ext uri="{FF2B5EF4-FFF2-40B4-BE49-F238E27FC236}">
                  <a16:creationId xmlns:a16="http://schemas.microsoft.com/office/drawing/2014/main" id="{D403FD0E-AAAB-9385-4872-9D66AAA2E2EE}"/>
                </a:ext>
              </a:extLst>
            </p:cNvPr>
            <p:cNvSpPr/>
            <p:nvPr/>
          </p:nvSpPr>
          <p:spPr>
            <a:xfrm>
              <a:off x="1411928" y="1995633"/>
              <a:ext cx="22323" cy="19677"/>
            </a:xfrm>
            <a:custGeom>
              <a:avLst/>
              <a:gdLst/>
              <a:ahLst/>
              <a:cxnLst/>
              <a:rect l="l" t="t" r="r" b="b"/>
              <a:pathLst>
                <a:path w="194" h="171" extrusionOk="0">
                  <a:moveTo>
                    <a:pt x="100" y="1"/>
                  </a:moveTo>
                  <a:lnTo>
                    <a:pt x="100" y="1"/>
                  </a:lnTo>
                  <a:cubicBezTo>
                    <a:pt x="0" y="24"/>
                    <a:pt x="70" y="170"/>
                    <a:pt x="147" y="170"/>
                  </a:cubicBezTo>
                  <a:cubicBezTo>
                    <a:pt x="170" y="170"/>
                    <a:pt x="193" y="124"/>
                    <a:pt x="193" y="94"/>
                  </a:cubicBezTo>
                  <a:cubicBezTo>
                    <a:pt x="170" y="71"/>
                    <a:pt x="170" y="48"/>
                    <a:pt x="147" y="24"/>
                  </a:cubicBezTo>
                  <a:cubicBezTo>
                    <a:pt x="123" y="1"/>
                    <a:pt x="100" y="1"/>
                    <a:pt x="100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2538;p49">
              <a:extLst>
                <a:ext uri="{FF2B5EF4-FFF2-40B4-BE49-F238E27FC236}">
                  <a16:creationId xmlns:a16="http://schemas.microsoft.com/office/drawing/2014/main" id="{62BE90B0-7769-3823-67B0-999479B32AC3}"/>
                </a:ext>
              </a:extLst>
            </p:cNvPr>
            <p:cNvSpPr/>
            <p:nvPr/>
          </p:nvSpPr>
          <p:spPr>
            <a:xfrm>
              <a:off x="1406520" y="2082509"/>
              <a:ext cx="70191" cy="41309"/>
            </a:xfrm>
            <a:custGeom>
              <a:avLst/>
              <a:gdLst/>
              <a:ahLst/>
              <a:cxnLst/>
              <a:rect l="l" t="t" r="r" b="b"/>
              <a:pathLst>
                <a:path w="610" h="359" extrusionOk="0">
                  <a:moveTo>
                    <a:pt x="510" y="1"/>
                  </a:moveTo>
                  <a:lnTo>
                    <a:pt x="0" y="101"/>
                  </a:lnTo>
                  <a:cubicBezTo>
                    <a:pt x="0" y="101"/>
                    <a:pt x="112" y="359"/>
                    <a:pt x="334" y="359"/>
                  </a:cubicBezTo>
                  <a:cubicBezTo>
                    <a:pt x="367" y="359"/>
                    <a:pt x="402" y="353"/>
                    <a:pt x="439" y="341"/>
                  </a:cubicBezTo>
                  <a:cubicBezTo>
                    <a:pt x="609" y="294"/>
                    <a:pt x="510" y="1"/>
                    <a:pt x="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2539;p49">
              <a:extLst>
                <a:ext uri="{FF2B5EF4-FFF2-40B4-BE49-F238E27FC236}">
                  <a16:creationId xmlns:a16="http://schemas.microsoft.com/office/drawing/2014/main" id="{8C15858B-3CCA-F6AB-EBD5-639D11632A7F}"/>
                </a:ext>
              </a:extLst>
            </p:cNvPr>
            <p:cNvSpPr/>
            <p:nvPr/>
          </p:nvSpPr>
          <p:spPr>
            <a:xfrm>
              <a:off x="1392366" y="1970088"/>
              <a:ext cx="39123" cy="33715"/>
            </a:xfrm>
            <a:custGeom>
              <a:avLst/>
              <a:gdLst/>
              <a:ahLst/>
              <a:cxnLst/>
              <a:rect l="l" t="t" r="r" b="b"/>
              <a:pathLst>
                <a:path w="340" h="293" extrusionOk="0">
                  <a:moveTo>
                    <a:pt x="270" y="0"/>
                  </a:moveTo>
                  <a:cubicBezTo>
                    <a:pt x="147" y="53"/>
                    <a:pt x="0" y="199"/>
                    <a:pt x="0" y="223"/>
                  </a:cubicBezTo>
                  <a:cubicBezTo>
                    <a:pt x="0" y="246"/>
                    <a:pt x="47" y="293"/>
                    <a:pt x="71" y="293"/>
                  </a:cubicBezTo>
                  <a:cubicBezTo>
                    <a:pt x="147" y="199"/>
                    <a:pt x="240" y="123"/>
                    <a:pt x="340" y="76"/>
                  </a:cubicBezTo>
                  <a:cubicBezTo>
                    <a:pt x="340" y="53"/>
                    <a:pt x="270" y="0"/>
                    <a:pt x="270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2540;p49">
              <a:extLst>
                <a:ext uri="{FF2B5EF4-FFF2-40B4-BE49-F238E27FC236}">
                  <a16:creationId xmlns:a16="http://schemas.microsoft.com/office/drawing/2014/main" id="{32D63148-FEA6-CCC5-BE37-82B9AD769478}"/>
                </a:ext>
              </a:extLst>
            </p:cNvPr>
            <p:cNvSpPr/>
            <p:nvPr/>
          </p:nvSpPr>
          <p:spPr>
            <a:xfrm>
              <a:off x="1291337" y="2048219"/>
              <a:ext cx="61331" cy="71802"/>
            </a:xfrm>
            <a:custGeom>
              <a:avLst/>
              <a:gdLst/>
              <a:ahLst/>
              <a:cxnLst/>
              <a:rect l="l" t="t" r="r" b="b"/>
              <a:pathLst>
                <a:path w="533" h="624" extrusionOk="0">
                  <a:moveTo>
                    <a:pt x="188" y="0"/>
                  </a:moveTo>
                  <a:cubicBezTo>
                    <a:pt x="173" y="0"/>
                    <a:pt x="159" y="2"/>
                    <a:pt x="146" y="6"/>
                  </a:cubicBezTo>
                  <a:cubicBezTo>
                    <a:pt x="123" y="30"/>
                    <a:pt x="70" y="53"/>
                    <a:pt x="70" y="106"/>
                  </a:cubicBezTo>
                  <a:cubicBezTo>
                    <a:pt x="0" y="299"/>
                    <a:pt x="123" y="568"/>
                    <a:pt x="340" y="615"/>
                  </a:cubicBezTo>
                  <a:cubicBezTo>
                    <a:pt x="357" y="621"/>
                    <a:pt x="376" y="624"/>
                    <a:pt x="395" y="624"/>
                  </a:cubicBezTo>
                  <a:cubicBezTo>
                    <a:pt x="456" y="624"/>
                    <a:pt x="515" y="592"/>
                    <a:pt x="533" y="516"/>
                  </a:cubicBezTo>
                  <a:lnTo>
                    <a:pt x="416" y="129"/>
                  </a:lnTo>
                  <a:cubicBezTo>
                    <a:pt x="416" y="106"/>
                    <a:pt x="387" y="76"/>
                    <a:pt x="387" y="76"/>
                  </a:cubicBezTo>
                  <a:cubicBezTo>
                    <a:pt x="329" y="38"/>
                    <a:pt x="252" y="0"/>
                    <a:pt x="188" y="0"/>
                  </a:cubicBezTo>
                  <a:close/>
                </a:path>
              </a:pathLst>
            </a:custGeom>
            <a:solidFill>
              <a:srgbClr val="EE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2541;p49">
              <a:extLst>
                <a:ext uri="{FF2B5EF4-FFF2-40B4-BE49-F238E27FC236}">
                  <a16:creationId xmlns:a16="http://schemas.microsoft.com/office/drawing/2014/main" id="{FF588C4A-ED73-A301-8136-8C3AE4EAE7A2}"/>
                </a:ext>
              </a:extLst>
            </p:cNvPr>
            <p:cNvSpPr/>
            <p:nvPr/>
          </p:nvSpPr>
          <p:spPr>
            <a:xfrm>
              <a:off x="1316191" y="2107479"/>
              <a:ext cx="39928" cy="14268"/>
            </a:xfrm>
            <a:custGeom>
              <a:avLst/>
              <a:gdLst/>
              <a:ahLst/>
              <a:cxnLst/>
              <a:rect l="l" t="t" r="r" b="b"/>
              <a:pathLst>
                <a:path w="347" h="124" extrusionOk="0">
                  <a:moveTo>
                    <a:pt x="270" y="1"/>
                  </a:moveTo>
                  <a:cubicBezTo>
                    <a:pt x="247" y="53"/>
                    <a:pt x="200" y="53"/>
                    <a:pt x="171" y="53"/>
                  </a:cubicBezTo>
                  <a:cubicBezTo>
                    <a:pt x="124" y="53"/>
                    <a:pt x="100" y="53"/>
                    <a:pt x="77" y="30"/>
                  </a:cubicBezTo>
                  <a:lnTo>
                    <a:pt x="24" y="30"/>
                  </a:lnTo>
                  <a:lnTo>
                    <a:pt x="1" y="77"/>
                  </a:lnTo>
                  <a:cubicBezTo>
                    <a:pt x="1" y="77"/>
                    <a:pt x="77" y="124"/>
                    <a:pt x="171" y="124"/>
                  </a:cubicBezTo>
                  <a:cubicBezTo>
                    <a:pt x="223" y="124"/>
                    <a:pt x="270" y="124"/>
                    <a:pt x="346" y="77"/>
                  </a:cubicBezTo>
                  <a:lnTo>
                    <a:pt x="270" y="1"/>
                  </a:lnTo>
                  <a:close/>
                </a:path>
              </a:pathLst>
            </a:custGeom>
            <a:solidFill>
              <a:srgbClr val="DDC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2542;p49">
              <a:extLst>
                <a:ext uri="{FF2B5EF4-FFF2-40B4-BE49-F238E27FC236}">
                  <a16:creationId xmlns:a16="http://schemas.microsoft.com/office/drawing/2014/main" id="{D414C9F9-67C9-120F-C66B-4EF161A3852A}"/>
                </a:ext>
              </a:extLst>
            </p:cNvPr>
            <p:cNvSpPr/>
            <p:nvPr/>
          </p:nvSpPr>
          <p:spPr>
            <a:xfrm>
              <a:off x="1613987" y="2424837"/>
              <a:ext cx="50630" cy="272250"/>
            </a:xfrm>
            <a:custGeom>
              <a:avLst/>
              <a:gdLst/>
              <a:ahLst/>
              <a:cxnLst/>
              <a:rect l="l" t="t" r="r" b="b"/>
              <a:pathLst>
                <a:path w="440" h="2366" extrusionOk="0">
                  <a:moveTo>
                    <a:pt x="71" y="0"/>
                  </a:moveTo>
                  <a:lnTo>
                    <a:pt x="1" y="53"/>
                  </a:lnTo>
                  <a:cubicBezTo>
                    <a:pt x="147" y="369"/>
                    <a:pt x="247" y="955"/>
                    <a:pt x="293" y="1441"/>
                  </a:cubicBezTo>
                  <a:cubicBezTo>
                    <a:pt x="317" y="1710"/>
                    <a:pt x="340" y="1927"/>
                    <a:pt x="340" y="2102"/>
                  </a:cubicBezTo>
                  <a:cubicBezTo>
                    <a:pt x="364" y="2272"/>
                    <a:pt x="364" y="2366"/>
                    <a:pt x="364" y="2366"/>
                  </a:cubicBezTo>
                  <a:lnTo>
                    <a:pt x="440" y="2366"/>
                  </a:lnTo>
                  <a:cubicBezTo>
                    <a:pt x="440" y="2366"/>
                    <a:pt x="416" y="1956"/>
                    <a:pt x="364" y="1441"/>
                  </a:cubicBezTo>
                  <a:cubicBezTo>
                    <a:pt x="317" y="931"/>
                    <a:pt x="217" y="346"/>
                    <a:pt x="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2543;p49">
              <a:extLst>
                <a:ext uri="{FF2B5EF4-FFF2-40B4-BE49-F238E27FC236}">
                  <a16:creationId xmlns:a16="http://schemas.microsoft.com/office/drawing/2014/main" id="{B54A68BE-0D8B-5333-39F6-8F56B712BA62}"/>
                </a:ext>
              </a:extLst>
            </p:cNvPr>
            <p:cNvSpPr/>
            <p:nvPr/>
          </p:nvSpPr>
          <p:spPr>
            <a:xfrm>
              <a:off x="4061382" y="3995380"/>
              <a:ext cx="217159" cy="241072"/>
            </a:xfrm>
            <a:custGeom>
              <a:avLst/>
              <a:gdLst/>
              <a:ahLst/>
              <a:cxnLst/>
              <a:rect l="l" t="t" r="r" b="b"/>
              <a:pathLst>
                <a:path w="2489" h="2763" extrusionOk="0">
                  <a:moveTo>
                    <a:pt x="540" y="1"/>
                  </a:moveTo>
                  <a:cubicBezTo>
                    <a:pt x="427" y="1"/>
                    <a:pt x="318" y="31"/>
                    <a:pt x="223" y="100"/>
                  </a:cubicBezTo>
                  <a:cubicBezTo>
                    <a:pt x="147" y="147"/>
                    <a:pt x="76" y="223"/>
                    <a:pt x="47" y="316"/>
                  </a:cubicBezTo>
                  <a:cubicBezTo>
                    <a:pt x="0" y="492"/>
                    <a:pt x="123" y="685"/>
                    <a:pt x="223" y="832"/>
                  </a:cubicBezTo>
                  <a:cubicBezTo>
                    <a:pt x="463" y="1247"/>
                    <a:pt x="732" y="1634"/>
                    <a:pt x="978" y="2026"/>
                  </a:cubicBezTo>
                  <a:cubicBezTo>
                    <a:pt x="1137" y="2286"/>
                    <a:pt x="1544" y="2763"/>
                    <a:pt x="1915" y="2763"/>
                  </a:cubicBezTo>
                  <a:cubicBezTo>
                    <a:pt x="1996" y="2763"/>
                    <a:pt x="2075" y="2740"/>
                    <a:pt x="2149" y="2688"/>
                  </a:cubicBezTo>
                  <a:cubicBezTo>
                    <a:pt x="2489" y="2442"/>
                    <a:pt x="2295" y="1856"/>
                    <a:pt x="2149" y="1563"/>
                  </a:cubicBezTo>
                  <a:cubicBezTo>
                    <a:pt x="1927" y="1148"/>
                    <a:pt x="1634" y="755"/>
                    <a:pt x="1318" y="439"/>
                  </a:cubicBezTo>
                  <a:cubicBezTo>
                    <a:pt x="1171" y="293"/>
                    <a:pt x="1001" y="147"/>
                    <a:pt x="808" y="53"/>
                  </a:cubicBezTo>
                  <a:cubicBezTo>
                    <a:pt x="721" y="19"/>
                    <a:pt x="629" y="1"/>
                    <a:pt x="540" y="1"/>
                  </a:cubicBezTo>
                  <a:close/>
                </a:path>
              </a:pathLst>
            </a:custGeom>
            <a:solidFill>
              <a:srgbClr val="93A5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2544;p49">
              <a:extLst>
                <a:ext uri="{FF2B5EF4-FFF2-40B4-BE49-F238E27FC236}">
                  <a16:creationId xmlns:a16="http://schemas.microsoft.com/office/drawing/2014/main" id="{6E51FEF2-8A2F-B1DA-D072-BA0E7E71AAB2}"/>
                </a:ext>
              </a:extLst>
            </p:cNvPr>
            <p:cNvSpPr/>
            <p:nvPr/>
          </p:nvSpPr>
          <p:spPr>
            <a:xfrm>
              <a:off x="4097591" y="4022952"/>
              <a:ext cx="106355" cy="138553"/>
            </a:xfrm>
            <a:custGeom>
              <a:avLst/>
              <a:gdLst/>
              <a:ahLst/>
              <a:cxnLst/>
              <a:rect l="l" t="t" r="r" b="b"/>
              <a:pathLst>
                <a:path w="1219" h="1588" extrusionOk="0">
                  <a:moveTo>
                    <a:pt x="71" y="0"/>
                  </a:moveTo>
                  <a:lnTo>
                    <a:pt x="1" y="76"/>
                  </a:lnTo>
                  <a:cubicBezTo>
                    <a:pt x="440" y="516"/>
                    <a:pt x="832" y="1025"/>
                    <a:pt x="1125" y="1587"/>
                  </a:cubicBezTo>
                  <a:lnTo>
                    <a:pt x="1219" y="1540"/>
                  </a:lnTo>
                  <a:cubicBezTo>
                    <a:pt x="903" y="978"/>
                    <a:pt x="510" y="439"/>
                    <a:pt x="71" y="0"/>
                  </a:cubicBez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2545;p49">
              <a:extLst>
                <a:ext uri="{FF2B5EF4-FFF2-40B4-BE49-F238E27FC236}">
                  <a16:creationId xmlns:a16="http://schemas.microsoft.com/office/drawing/2014/main" id="{B222B509-854B-46D2-DD23-98243EC04971}"/>
                </a:ext>
              </a:extLst>
            </p:cNvPr>
            <p:cNvSpPr/>
            <p:nvPr/>
          </p:nvSpPr>
          <p:spPr>
            <a:xfrm>
              <a:off x="4223322" y="3597326"/>
              <a:ext cx="217159" cy="240548"/>
            </a:xfrm>
            <a:custGeom>
              <a:avLst/>
              <a:gdLst/>
              <a:ahLst/>
              <a:cxnLst/>
              <a:rect l="l" t="t" r="r" b="b"/>
              <a:pathLst>
                <a:path w="2489" h="2757" extrusionOk="0">
                  <a:moveTo>
                    <a:pt x="543" y="0"/>
                  </a:moveTo>
                  <a:cubicBezTo>
                    <a:pt x="427" y="0"/>
                    <a:pt x="314" y="31"/>
                    <a:pt x="217" y="101"/>
                  </a:cubicBezTo>
                  <a:cubicBezTo>
                    <a:pt x="147" y="147"/>
                    <a:pt x="71" y="223"/>
                    <a:pt x="47" y="294"/>
                  </a:cubicBezTo>
                  <a:cubicBezTo>
                    <a:pt x="0" y="464"/>
                    <a:pt x="94" y="663"/>
                    <a:pt x="217" y="832"/>
                  </a:cubicBezTo>
                  <a:cubicBezTo>
                    <a:pt x="463" y="1219"/>
                    <a:pt x="732" y="1611"/>
                    <a:pt x="972" y="2003"/>
                  </a:cubicBezTo>
                  <a:cubicBezTo>
                    <a:pt x="1136" y="2264"/>
                    <a:pt x="1548" y="2756"/>
                    <a:pt x="1917" y="2756"/>
                  </a:cubicBezTo>
                  <a:cubicBezTo>
                    <a:pt x="1995" y="2756"/>
                    <a:pt x="2071" y="2734"/>
                    <a:pt x="2143" y="2683"/>
                  </a:cubicBezTo>
                  <a:cubicBezTo>
                    <a:pt x="2489" y="2443"/>
                    <a:pt x="2290" y="1857"/>
                    <a:pt x="2120" y="1564"/>
                  </a:cubicBezTo>
                  <a:cubicBezTo>
                    <a:pt x="1903" y="1125"/>
                    <a:pt x="1634" y="756"/>
                    <a:pt x="1294" y="417"/>
                  </a:cubicBezTo>
                  <a:cubicBezTo>
                    <a:pt x="1148" y="270"/>
                    <a:pt x="1001" y="124"/>
                    <a:pt x="802" y="48"/>
                  </a:cubicBezTo>
                  <a:cubicBezTo>
                    <a:pt x="719" y="18"/>
                    <a:pt x="631" y="0"/>
                    <a:pt x="5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2546;p49">
              <a:extLst>
                <a:ext uri="{FF2B5EF4-FFF2-40B4-BE49-F238E27FC236}">
                  <a16:creationId xmlns:a16="http://schemas.microsoft.com/office/drawing/2014/main" id="{F1D7B153-B373-71FC-81B0-43DB4474218C}"/>
                </a:ext>
              </a:extLst>
            </p:cNvPr>
            <p:cNvSpPr/>
            <p:nvPr/>
          </p:nvSpPr>
          <p:spPr>
            <a:xfrm>
              <a:off x="4259532" y="3622891"/>
              <a:ext cx="104348" cy="138553"/>
            </a:xfrm>
            <a:custGeom>
              <a:avLst/>
              <a:gdLst/>
              <a:ahLst/>
              <a:cxnLst/>
              <a:rect l="l" t="t" r="r" b="b"/>
              <a:pathLst>
                <a:path w="1196" h="1588" extrusionOk="0">
                  <a:moveTo>
                    <a:pt x="71" y="1"/>
                  </a:moveTo>
                  <a:lnTo>
                    <a:pt x="1" y="77"/>
                  </a:lnTo>
                  <a:cubicBezTo>
                    <a:pt x="440" y="516"/>
                    <a:pt x="827" y="1025"/>
                    <a:pt x="1119" y="1587"/>
                  </a:cubicBezTo>
                  <a:lnTo>
                    <a:pt x="1195" y="1541"/>
                  </a:lnTo>
                  <a:cubicBezTo>
                    <a:pt x="903" y="979"/>
                    <a:pt x="510" y="463"/>
                    <a:pt x="71" y="1"/>
                  </a:cubicBez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2547;p49">
              <a:extLst>
                <a:ext uri="{FF2B5EF4-FFF2-40B4-BE49-F238E27FC236}">
                  <a16:creationId xmlns:a16="http://schemas.microsoft.com/office/drawing/2014/main" id="{D2406A1F-97D9-5C33-16B6-8B35D686F3B0}"/>
                </a:ext>
              </a:extLst>
            </p:cNvPr>
            <p:cNvSpPr/>
            <p:nvPr/>
          </p:nvSpPr>
          <p:spPr>
            <a:xfrm>
              <a:off x="3686894" y="3964056"/>
              <a:ext cx="308594" cy="257388"/>
            </a:xfrm>
            <a:custGeom>
              <a:avLst/>
              <a:gdLst/>
              <a:ahLst/>
              <a:cxnLst/>
              <a:rect l="l" t="t" r="r" b="b"/>
              <a:pathLst>
                <a:path w="3537" h="2950" extrusionOk="0">
                  <a:moveTo>
                    <a:pt x="2542" y="1"/>
                  </a:moveTo>
                  <a:cubicBezTo>
                    <a:pt x="2309" y="1"/>
                    <a:pt x="2062" y="71"/>
                    <a:pt x="1880" y="142"/>
                  </a:cubicBezTo>
                  <a:cubicBezTo>
                    <a:pt x="1218" y="412"/>
                    <a:pt x="586" y="851"/>
                    <a:pt x="270" y="1483"/>
                  </a:cubicBezTo>
                  <a:cubicBezTo>
                    <a:pt x="94" y="1823"/>
                    <a:pt x="0" y="2215"/>
                    <a:pt x="123" y="2555"/>
                  </a:cubicBezTo>
                  <a:cubicBezTo>
                    <a:pt x="190" y="2765"/>
                    <a:pt x="366" y="2949"/>
                    <a:pt x="573" y="2949"/>
                  </a:cubicBezTo>
                  <a:cubicBezTo>
                    <a:pt x="585" y="2949"/>
                    <a:pt x="597" y="2948"/>
                    <a:pt x="609" y="2947"/>
                  </a:cubicBezTo>
                  <a:cubicBezTo>
                    <a:pt x="680" y="2924"/>
                    <a:pt x="756" y="2871"/>
                    <a:pt x="826" y="2848"/>
                  </a:cubicBezTo>
                  <a:cubicBezTo>
                    <a:pt x="1411" y="2485"/>
                    <a:pt x="1927" y="2045"/>
                    <a:pt x="2389" y="1530"/>
                  </a:cubicBezTo>
                  <a:cubicBezTo>
                    <a:pt x="2659" y="1214"/>
                    <a:pt x="3537" y="582"/>
                    <a:pt x="2998" y="142"/>
                  </a:cubicBezTo>
                  <a:cubicBezTo>
                    <a:pt x="2874" y="39"/>
                    <a:pt x="2712" y="1"/>
                    <a:pt x="25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2548;p49">
              <a:extLst>
                <a:ext uri="{FF2B5EF4-FFF2-40B4-BE49-F238E27FC236}">
                  <a16:creationId xmlns:a16="http://schemas.microsoft.com/office/drawing/2014/main" id="{161BFFD3-DB1D-8262-AEB5-B3DDE310E12A}"/>
                </a:ext>
              </a:extLst>
            </p:cNvPr>
            <p:cNvSpPr/>
            <p:nvPr/>
          </p:nvSpPr>
          <p:spPr>
            <a:xfrm>
              <a:off x="3789067" y="3991279"/>
              <a:ext cx="153294" cy="136459"/>
            </a:xfrm>
            <a:custGeom>
              <a:avLst/>
              <a:gdLst/>
              <a:ahLst/>
              <a:cxnLst/>
              <a:rect l="l" t="t" r="r" b="b"/>
              <a:pathLst>
                <a:path w="1757" h="1564" extrusionOk="0">
                  <a:moveTo>
                    <a:pt x="1704" y="0"/>
                  </a:moveTo>
                  <a:cubicBezTo>
                    <a:pt x="1072" y="416"/>
                    <a:pt x="486" y="902"/>
                    <a:pt x="0" y="1487"/>
                  </a:cubicBezTo>
                  <a:lnTo>
                    <a:pt x="71" y="1564"/>
                  </a:lnTo>
                  <a:cubicBezTo>
                    <a:pt x="562" y="978"/>
                    <a:pt x="1119" y="486"/>
                    <a:pt x="1757" y="71"/>
                  </a:cubicBezTo>
                  <a:lnTo>
                    <a:pt x="1704" y="0"/>
                  </a:ln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2549;p49">
              <a:extLst>
                <a:ext uri="{FF2B5EF4-FFF2-40B4-BE49-F238E27FC236}">
                  <a16:creationId xmlns:a16="http://schemas.microsoft.com/office/drawing/2014/main" id="{24ACF92A-B90E-1184-A048-FE1DA664B43F}"/>
                </a:ext>
              </a:extLst>
            </p:cNvPr>
            <p:cNvSpPr/>
            <p:nvPr/>
          </p:nvSpPr>
          <p:spPr>
            <a:xfrm>
              <a:off x="3737937" y="3286700"/>
              <a:ext cx="327527" cy="207481"/>
            </a:xfrm>
            <a:custGeom>
              <a:avLst/>
              <a:gdLst/>
              <a:ahLst/>
              <a:cxnLst/>
              <a:rect l="l" t="t" r="r" b="b"/>
              <a:pathLst>
                <a:path w="3754" h="2378" extrusionOk="0">
                  <a:moveTo>
                    <a:pt x="1180" y="1"/>
                  </a:moveTo>
                  <a:cubicBezTo>
                    <a:pt x="850" y="1"/>
                    <a:pt x="523" y="67"/>
                    <a:pt x="217" y="218"/>
                  </a:cubicBezTo>
                  <a:cubicBezTo>
                    <a:pt x="124" y="270"/>
                    <a:pt x="24" y="317"/>
                    <a:pt x="1" y="417"/>
                  </a:cubicBezTo>
                  <a:cubicBezTo>
                    <a:pt x="1" y="487"/>
                    <a:pt x="24" y="587"/>
                    <a:pt x="71" y="657"/>
                  </a:cubicBezTo>
                  <a:cubicBezTo>
                    <a:pt x="217" y="903"/>
                    <a:pt x="440" y="1119"/>
                    <a:pt x="657" y="1295"/>
                  </a:cubicBezTo>
                  <a:cubicBezTo>
                    <a:pt x="1242" y="1734"/>
                    <a:pt x="1951" y="1904"/>
                    <a:pt x="2583" y="2197"/>
                  </a:cubicBezTo>
                  <a:cubicBezTo>
                    <a:pt x="2796" y="2295"/>
                    <a:pt x="3049" y="2378"/>
                    <a:pt x="3285" y="2378"/>
                  </a:cubicBezTo>
                  <a:cubicBezTo>
                    <a:pt x="3457" y="2378"/>
                    <a:pt x="3621" y="2334"/>
                    <a:pt x="3754" y="2220"/>
                  </a:cubicBezTo>
                  <a:lnTo>
                    <a:pt x="3584" y="1535"/>
                  </a:lnTo>
                  <a:cubicBezTo>
                    <a:pt x="3514" y="1049"/>
                    <a:pt x="3098" y="657"/>
                    <a:pt x="2683" y="417"/>
                  </a:cubicBezTo>
                  <a:cubicBezTo>
                    <a:pt x="2222" y="163"/>
                    <a:pt x="1697" y="1"/>
                    <a:pt x="1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2550;p49">
              <a:extLst>
                <a:ext uri="{FF2B5EF4-FFF2-40B4-BE49-F238E27FC236}">
                  <a16:creationId xmlns:a16="http://schemas.microsoft.com/office/drawing/2014/main" id="{3697688A-D8EF-4FEB-14B6-5A26E79C87B5}"/>
                </a:ext>
              </a:extLst>
            </p:cNvPr>
            <p:cNvSpPr/>
            <p:nvPr/>
          </p:nvSpPr>
          <p:spPr>
            <a:xfrm>
              <a:off x="3863668" y="3569753"/>
              <a:ext cx="144656" cy="802700"/>
            </a:xfrm>
            <a:custGeom>
              <a:avLst/>
              <a:gdLst/>
              <a:ahLst/>
              <a:cxnLst/>
              <a:rect l="l" t="t" r="r" b="b"/>
              <a:pathLst>
                <a:path w="1658" h="9200" extrusionOk="0">
                  <a:moveTo>
                    <a:pt x="70" y="1"/>
                  </a:moveTo>
                  <a:lnTo>
                    <a:pt x="0" y="48"/>
                  </a:lnTo>
                  <a:cubicBezTo>
                    <a:pt x="679" y="1465"/>
                    <a:pt x="925" y="2975"/>
                    <a:pt x="1048" y="4515"/>
                  </a:cubicBezTo>
                  <a:cubicBezTo>
                    <a:pt x="1195" y="6049"/>
                    <a:pt x="1242" y="7612"/>
                    <a:pt x="1558" y="9199"/>
                  </a:cubicBezTo>
                  <a:lnTo>
                    <a:pt x="1657" y="9176"/>
                  </a:lnTo>
                  <a:cubicBezTo>
                    <a:pt x="1341" y="7612"/>
                    <a:pt x="1288" y="6049"/>
                    <a:pt x="1142" y="4492"/>
                  </a:cubicBezTo>
                  <a:cubicBezTo>
                    <a:pt x="996" y="2952"/>
                    <a:pt x="779" y="1441"/>
                    <a:pt x="70" y="1"/>
                  </a:cubicBezTo>
                  <a:close/>
                </a:path>
              </a:pathLst>
            </a:custGeom>
            <a:solidFill>
              <a:srgbClr val="3F7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2551;p49">
              <a:extLst>
                <a:ext uri="{FF2B5EF4-FFF2-40B4-BE49-F238E27FC236}">
                  <a16:creationId xmlns:a16="http://schemas.microsoft.com/office/drawing/2014/main" id="{86DF5002-2EC4-4F69-ED55-32818025A7A0}"/>
                </a:ext>
              </a:extLst>
            </p:cNvPr>
            <p:cNvSpPr/>
            <p:nvPr/>
          </p:nvSpPr>
          <p:spPr>
            <a:xfrm>
              <a:off x="4135982" y="3522810"/>
              <a:ext cx="127730" cy="804620"/>
            </a:xfrm>
            <a:custGeom>
              <a:avLst/>
              <a:gdLst/>
              <a:ahLst/>
              <a:cxnLst/>
              <a:rect l="l" t="t" r="r" b="b"/>
              <a:pathLst>
                <a:path w="1464" h="9222" extrusionOk="0">
                  <a:moveTo>
                    <a:pt x="1440" y="0"/>
                  </a:moveTo>
                  <a:cubicBezTo>
                    <a:pt x="1364" y="0"/>
                    <a:pt x="1317" y="24"/>
                    <a:pt x="1271" y="76"/>
                  </a:cubicBezTo>
                  <a:cubicBezTo>
                    <a:pt x="1171" y="147"/>
                    <a:pt x="1124" y="223"/>
                    <a:pt x="1072" y="316"/>
                  </a:cubicBezTo>
                  <a:cubicBezTo>
                    <a:pt x="1025" y="416"/>
                    <a:pt x="1001" y="539"/>
                    <a:pt x="978" y="638"/>
                  </a:cubicBezTo>
                  <a:cubicBezTo>
                    <a:pt x="463" y="3127"/>
                    <a:pt x="0" y="6611"/>
                    <a:pt x="0" y="9199"/>
                  </a:cubicBezTo>
                  <a:lnTo>
                    <a:pt x="0" y="9222"/>
                  </a:lnTo>
                  <a:lnTo>
                    <a:pt x="100" y="9222"/>
                  </a:lnTo>
                  <a:lnTo>
                    <a:pt x="100" y="9199"/>
                  </a:lnTo>
                  <a:cubicBezTo>
                    <a:pt x="100" y="6640"/>
                    <a:pt x="562" y="3150"/>
                    <a:pt x="1072" y="638"/>
                  </a:cubicBezTo>
                  <a:cubicBezTo>
                    <a:pt x="1095" y="515"/>
                    <a:pt x="1148" y="392"/>
                    <a:pt x="1218" y="269"/>
                  </a:cubicBezTo>
                  <a:cubicBezTo>
                    <a:pt x="1241" y="223"/>
                    <a:pt x="1271" y="199"/>
                    <a:pt x="1317" y="147"/>
                  </a:cubicBezTo>
                  <a:cubicBezTo>
                    <a:pt x="1364" y="123"/>
                    <a:pt x="1388" y="100"/>
                    <a:pt x="1464" y="100"/>
                  </a:cubicBezTo>
                  <a:lnTo>
                    <a:pt x="1440" y="0"/>
                  </a:lnTo>
                  <a:close/>
                </a:path>
              </a:pathLst>
            </a:custGeom>
            <a:solidFill>
              <a:srgbClr val="3F7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2552;p49">
              <a:extLst>
                <a:ext uri="{FF2B5EF4-FFF2-40B4-BE49-F238E27FC236}">
                  <a16:creationId xmlns:a16="http://schemas.microsoft.com/office/drawing/2014/main" id="{BF7139DC-F139-19D9-5E82-F15E1676B500}"/>
                </a:ext>
              </a:extLst>
            </p:cNvPr>
            <p:cNvSpPr/>
            <p:nvPr/>
          </p:nvSpPr>
          <p:spPr>
            <a:xfrm>
              <a:off x="3805907" y="3844168"/>
              <a:ext cx="129824" cy="585447"/>
            </a:xfrm>
            <a:custGeom>
              <a:avLst/>
              <a:gdLst/>
              <a:ahLst/>
              <a:cxnLst/>
              <a:rect l="l" t="t" r="r" b="b"/>
              <a:pathLst>
                <a:path w="1488" h="6710" extrusionOk="0">
                  <a:moveTo>
                    <a:pt x="100" y="0"/>
                  </a:moveTo>
                  <a:lnTo>
                    <a:pt x="1" y="53"/>
                  </a:lnTo>
                  <a:cubicBezTo>
                    <a:pt x="563" y="1101"/>
                    <a:pt x="709" y="2172"/>
                    <a:pt x="832" y="3296"/>
                  </a:cubicBezTo>
                  <a:cubicBezTo>
                    <a:pt x="978" y="4421"/>
                    <a:pt x="1049" y="5562"/>
                    <a:pt x="1418" y="6710"/>
                  </a:cubicBezTo>
                  <a:lnTo>
                    <a:pt x="1488" y="6687"/>
                  </a:lnTo>
                  <a:cubicBezTo>
                    <a:pt x="1148" y="5562"/>
                    <a:pt x="1049" y="4421"/>
                    <a:pt x="926" y="3296"/>
                  </a:cubicBezTo>
                  <a:cubicBezTo>
                    <a:pt x="809" y="2172"/>
                    <a:pt x="633" y="1054"/>
                    <a:pt x="100" y="0"/>
                  </a:cubicBezTo>
                  <a:close/>
                </a:path>
              </a:pathLst>
            </a:custGeom>
            <a:solidFill>
              <a:srgbClr val="3F7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2553;p49">
              <a:extLst>
                <a:ext uri="{FF2B5EF4-FFF2-40B4-BE49-F238E27FC236}">
                  <a16:creationId xmlns:a16="http://schemas.microsoft.com/office/drawing/2014/main" id="{40021B16-F7FE-FE0E-03A4-2DD67AB0D94E}"/>
                </a:ext>
              </a:extLst>
            </p:cNvPr>
            <p:cNvSpPr/>
            <p:nvPr/>
          </p:nvSpPr>
          <p:spPr>
            <a:xfrm>
              <a:off x="3477925" y="3782130"/>
              <a:ext cx="387815" cy="283824"/>
            </a:xfrm>
            <a:custGeom>
              <a:avLst/>
              <a:gdLst/>
              <a:ahLst/>
              <a:cxnLst/>
              <a:rect l="l" t="t" r="r" b="b"/>
              <a:pathLst>
                <a:path w="4445" h="3253" extrusionOk="0">
                  <a:moveTo>
                    <a:pt x="3128" y="1"/>
                  </a:moveTo>
                  <a:cubicBezTo>
                    <a:pt x="2898" y="1"/>
                    <a:pt x="2668" y="46"/>
                    <a:pt x="2489" y="102"/>
                  </a:cubicBezTo>
                  <a:cubicBezTo>
                    <a:pt x="1663" y="325"/>
                    <a:pt x="879" y="740"/>
                    <a:pt x="393" y="1472"/>
                  </a:cubicBezTo>
                  <a:cubicBezTo>
                    <a:pt x="147" y="1812"/>
                    <a:pt x="1" y="2274"/>
                    <a:pt x="100" y="2713"/>
                  </a:cubicBezTo>
                  <a:cubicBezTo>
                    <a:pt x="176" y="2983"/>
                    <a:pt x="369" y="3252"/>
                    <a:pt x="662" y="3252"/>
                  </a:cubicBezTo>
                  <a:cubicBezTo>
                    <a:pt x="732" y="3252"/>
                    <a:pt x="832" y="3199"/>
                    <a:pt x="932" y="3153"/>
                  </a:cubicBezTo>
                  <a:cubicBezTo>
                    <a:pt x="1640" y="2813"/>
                    <a:pt x="2319" y="2374"/>
                    <a:pt x="2928" y="1812"/>
                  </a:cubicBezTo>
                  <a:cubicBezTo>
                    <a:pt x="3297" y="1496"/>
                    <a:pt x="4445" y="834"/>
                    <a:pt x="3859" y="248"/>
                  </a:cubicBezTo>
                  <a:cubicBezTo>
                    <a:pt x="3672" y="64"/>
                    <a:pt x="3400" y="1"/>
                    <a:pt x="3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2554;p49">
              <a:extLst>
                <a:ext uri="{FF2B5EF4-FFF2-40B4-BE49-F238E27FC236}">
                  <a16:creationId xmlns:a16="http://schemas.microsoft.com/office/drawing/2014/main" id="{54388307-6A00-5F95-502A-04598EBDD477}"/>
                </a:ext>
              </a:extLst>
            </p:cNvPr>
            <p:cNvSpPr/>
            <p:nvPr/>
          </p:nvSpPr>
          <p:spPr>
            <a:xfrm>
              <a:off x="3605662" y="3821133"/>
              <a:ext cx="196220" cy="140560"/>
            </a:xfrm>
            <a:custGeom>
              <a:avLst/>
              <a:gdLst/>
              <a:ahLst/>
              <a:cxnLst/>
              <a:rect l="l" t="t" r="r" b="b"/>
              <a:pathLst>
                <a:path w="2249" h="1611" extrusionOk="0">
                  <a:moveTo>
                    <a:pt x="2196" y="1"/>
                  </a:moveTo>
                  <a:cubicBezTo>
                    <a:pt x="1394" y="387"/>
                    <a:pt x="662" y="902"/>
                    <a:pt x="0" y="1535"/>
                  </a:cubicBezTo>
                  <a:lnTo>
                    <a:pt x="76" y="1611"/>
                  </a:lnTo>
                  <a:cubicBezTo>
                    <a:pt x="709" y="972"/>
                    <a:pt x="1441" y="463"/>
                    <a:pt x="2249" y="94"/>
                  </a:cubicBezTo>
                  <a:lnTo>
                    <a:pt x="2196" y="1"/>
                  </a:ln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2555;p49">
              <a:extLst>
                <a:ext uri="{FF2B5EF4-FFF2-40B4-BE49-F238E27FC236}">
                  <a16:creationId xmlns:a16="http://schemas.microsoft.com/office/drawing/2014/main" id="{48071352-4305-87E0-1048-930FEE5CA17F}"/>
                </a:ext>
              </a:extLst>
            </p:cNvPr>
            <p:cNvSpPr/>
            <p:nvPr/>
          </p:nvSpPr>
          <p:spPr>
            <a:xfrm>
              <a:off x="3625033" y="3545758"/>
              <a:ext cx="266279" cy="141432"/>
            </a:xfrm>
            <a:custGeom>
              <a:avLst/>
              <a:gdLst/>
              <a:ahLst/>
              <a:cxnLst/>
              <a:rect l="l" t="t" r="r" b="b"/>
              <a:pathLst>
                <a:path w="3052" h="1621" extrusionOk="0">
                  <a:moveTo>
                    <a:pt x="1505" y="1"/>
                  </a:moveTo>
                  <a:cubicBezTo>
                    <a:pt x="1183" y="1"/>
                    <a:pt x="874" y="60"/>
                    <a:pt x="586" y="229"/>
                  </a:cubicBezTo>
                  <a:cubicBezTo>
                    <a:pt x="270" y="446"/>
                    <a:pt x="24" y="785"/>
                    <a:pt x="24" y="1178"/>
                  </a:cubicBezTo>
                  <a:cubicBezTo>
                    <a:pt x="1" y="1254"/>
                    <a:pt x="24" y="1300"/>
                    <a:pt x="48" y="1347"/>
                  </a:cubicBezTo>
                  <a:cubicBezTo>
                    <a:pt x="71" y="1423"/>
                    <a:pt x="147" y="1470"/>
                    <a:pt x="217" y="1494"/>
                  </a:cubicBezTo>
                  <a:cubicBezTo>
                    <a:pt x="438" y="1587"/>
                    <a:pt x="666" y="1621"/>
                    <a:pt x="898" y="1621"/>
                  </a:cubicBezTo>
                  <a:cubicBezTo>
                    <a:pt x="1029" y="1621"/>
                    <a:pt x="1162" y="1610"/>
                    <a:pt x="1295" y="1593"/>
                  </a:cubicBezTo>
                  <a:cubicBezTo>
                    <a:pt x="1658" y="1546"/>
                    <a:pt x="2003" y="1423"/>
                    <a:pt x="2343" y="1300"/>
                  </a:cubicBezTo>
                  <a:cubicBezTo>
                    <a:pt x="2489" y="1224"/>
                    <a:pt x="2636" y="1178"/>
                    <a:pt x="2759" y="1078"/>
                  </a:cubicBezTo>
                  <a:cubicBezTo>
                    <a:pt x="2928" y="961"/>
                    <a:pt x="3051" y="692"/>
                    <a:pt x="2999" y="469"/>
                  </a:cubicBezTo>
                  <a:cubicBezTo>
                    <a:pt x="2882" y="53"/>
                    <a:pt x="2003" y="30"/>
                    <a:pt x="1681" y="6"/>
                  </a:cubicBezTo>
                  <a:cubicBezTo>
                    <a:pt x="1622" y="3"/>
                    <a:pt x="1563" y="1"/>
                    <a:pt x="15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2556;p49">
              <a:extLst>
                <a:ext uri="{FF2B5EF4-FFF2-40B4-BE49-F238E27FC236}">
                  <a16:creationId xmlns:a16="http://schemas.microsoft.com/office/drawing/2014/main" id="{45A6859A-5FAF-01DC-81F2-7F9AC7684F27}"/>
                </a:ext>
              </a:extLst>
            </p:cNvPr>
            <p:cNvSpPr/>
            <p:nvPr/>
          </p:nvSpPr>
          <p:spPr>
            <a:xfrm>
              <a:off x="3701727" y="3588687"/>
              <a:ext cx="168126" cy="28182"/>
            </a:xfrm>
            <a:custGeom>
              <a:avLst/>
              <a:gdLst/>
              <a:ahLst/>
              <a:cxnLst/>
              <a:rect l="l" t="t" r="r" b="b"/>
              <a:pathLst>
                <a:path w="1927" h="323" extrusionOk="0">
                  <a:moveTo>
                    <a:pt x="1587" y="0"/>
                  </a:moveTo>
                  <a:cubicBezTo>
                    <a:pt x="1048" y="0"/>
                    <a:pt x="510" y="77"/>
                    <a:pt x="0" y="223"/>
                  </a:cubicBezTo>
                  <a:lnTo>
                    <a:pt x="24" y="322"/>
                  </a:lnTo>
                  <a:cubicBezTo>
                    <a:pt x="539" y="176"/>
                    <a:pt x="1048" y="100"/>
                    <a:pt x="1587" y="100"/>
                  </a:cubicBezTo>
                  <a:cubicBezTo>
                    <a:pt x="1681" y="100"/>
                    <a:pt x="1804" y="123"/>
                    <a:pt x="1926" y="123"/>
                  </a:cubicBezTo>
                  <a:lnTo>
                    <a:pt x="1926" y="30"/>
                  </a:lnTo>
                  <a:cubicBezTo>
                    <a:pt x="1804" y="30"/>
                    <a:pt x="1681" y="0"/>
                    <a:pt x="1587" y="0"/>
                  </a:cubicBez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2557;p49">
              <a:extLst>
                <a:ext uri="{FF2B5EF4-FFF2-40B4-BE49-F238E27FC236}">
                  <a16:creationId xmlns:a16="http://schemas.microsoft.com/office/drawing/2014/main" id="{DE150D7F-A11F-EBCA-E25D-03130627668D}"/>
                </a:ext>
              </a:extLst>
            </p:cNvPr>
            <p:cNvSpPr/>
            <p:nvPr/>
          </p:nvSpPr>
          <p:spPr>
            <a:xfrm>
              <a:off x="3688901" y="3664599"/>
              <a:ext cx="255548" cy="368369"/>
            </a:xfrm>
            <a:custGeom>
              <a:avLst/>
              <a:gdLst/>
              <a:ahLst/>
              <a:cxnLst/>
              <a:rect l="l" t="t" r="r" b="b"/>
              <a:pathLst>
                <a:path w="2929" h="4222" extrusionOk="0">
                  <a:moveTo>
                    <a:pt x="2268" y="1"/>
                  </a:moveTo>
                  <a:cubicBezTo>
                    <a:pt x="2227" y="1"/>
                    <a:pt x="2187" y="4"/>
                    <a:pt x="2150" y="9"/>
                  </a:cubicBezTo>
                  <a:cubicBezTo>
                    <a:pt x="1757" y="61"/>
                    <a:pt x="1441" y="278"/>
                    <a:pt x="1148" y="571"/>
                  </a:cubicBezTo>
                  <a:cubicBezTo>
                    <a:pt x="657" y="1086"/>
                    <a:pt x="340" y="1765"/>
                    <a:pt x="247" y="2474"/>
                  </a:cubicBezTo>
                  <a:cubicBezTo>
                    <a:pt x="171" y="2889"/>
                    <a:pt x="1" y="3961"/>
                    <a:pt x="487" y="4183"/>
                  </a:cubicBezTo>
                  <a:cubicBezTo>
                    <a:pt x="543" y="4209"/>
                    <a:pt x="601" y="4221"/>
                    <a:pt x="658" y="4221"/>
                  </a:cubicBezTo>
                  <a:cubicBezTo>
                    <a:pt x="1254" y="4221"/>
                    <a:pt x="1899" y="2950"/>
                    <a:pt x="2097" y="2550"/>
                  </a:cubicBezTo>
                  <a:cubicBezTo>
                    <a:pt x="2319" y="2087"/>
                    <a:pt x="2559" y="1619"/>
                    <a:pt x="2735" y="1109"/>
                  </a:cubicBezTo>
                  <a:cubicBezTo>
                    <a:pt x="2852" y="793"/>
                    <a:pt x="2928" y="354"/>
                    <a:pt x="2659" y="132"/>
                  </a:cubicBezTo>
                  <a:cubicBezTo>
                    <a:pt x="2563" y="36"/>
                    <a:pt x="2411" y="1"/>
                    <a:pt x="2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2558;p49">
              <a:extLst>
                <a:ext uri="{FF2B5EF4-FFF2-40B4-BE49-F238E27FC236}">
                  <a16:creationId xmlns:a16="http://schemas.microsoft.com/office/drawing/2014/main" id="{B8874973-8C10-C472-996D-F0A2AB499E7A}"/>
                </a:ext>
              </a:extLst>
            </p:cNvPr>
            <p:cNvSpPr/>
            <p:nvPr/>
          </p:nvSpPr>
          <p:spPr>
            <a:xfrm>
              <a:off x="3774234" y="3688855"/>
              <a:ext cx="131918" cy="206433"/>
            </a:xfrm>
            <a:custGeom>
              <a:avLst/>
              <a:gdLst/>
              <a:ahLst/>
              <a:cxnLst/>
              <a:rect l="l" t="t" r="r" b="b"/>
              <a:pathLst>
                <a:path w="1512" h="2366" extrusionOk="0">
                  <a:moveTo>
                    <a:pt x="1435" y="0"/>
                  </a:moveTo>
                  <a:cubicBezTo>
                    <a:pt x="826" y="685"/>
                    <a:pt x="364" y="1487"/>
                    <a:pt x="1" y="2319"/>
                  </a:cubicBezTo>
                  <a:lnTo>
                    <a:pt x="94" y="2366"/>
                  </a:lnTo>
                  <a:cubicBezTo>
                    <a:pt x="440" y="1540"/>
                    <a:pt x="926" y="755"/>
                    <a:pt x="1511" y="53"/>
                  </a:cubicBezTo>
                  <a:lnTo>
                    <a:pt x="1435" y="0"/>
                  </a:ln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2559;p49">
              <a:extLst>
                <a:ext uri="{FF2B5EF4-FFF2-40B4-BE49-F238E27FC236}">
                  <a16:creationId xmlns:a16="http://schemas.microsoft.com/office/drawing/2014/main" id="{1493CAF8-719D-9826-9596-30E8D0CCCE5E}"/>
                </a:ext>
              </a:extLst>
            </p:cNvPr>
            <p:cNvSpPr/>
            <p:nvPr/>
          </p:nvSpPr>
          <p:spPr>
            <a:xfrm>
              <a:off x="3873876" y="3361303"/>
              <a:ext cx="153294" cy="82888"/>
            </a:xfrm>
            <a:custGeom>
              <a:avLst/>
              <a:gdLst/>
              <a:ahLst/>
              <a:cxnLst/>
              <a:rect l="l" t="t" r="r" b="b"/>
              <a:pathLst>
                <a:path w="1757" h="950" extrusionOk="0">
                  <a:moveTo>
                    <a:pt x="30" y="1"/>
                  </a:moveTo>
                  <a:lnTo>
                    <a:pt x="0" y="95"/>
                  </a:lnTo>
                  <a:cubicBezTo>
                    <a:pt x="615" y="264"/>
                    <a:pt x="1201" y="534"/>
                    <a:pt x="1687" y="949"/>
                  </a:cubicBezTo>
                  <a:lnTo>
                    <a:pt x="1757" y="850"/>
                  </a:lnTo>
                  <a:cubicBezTo>
                    <a:pt x="1247" y="463"/>
                    <a:pt x="639" y="171"/>
                    <a:pt x="30" y="1"/>
                  </a:cubicBez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2560;p49">
              <a:extLst>
                <a:ext uri="{FF2B5EF4-FFF2-40B4-BE49-F238E27FC236}">
                  <a16:creationId xmlns:a16="http://schemas.microsoft.com/office/drawing/2014/main" id="{F8BDB52D-FF37-39A3-6129-5E7C9F1FF151}"/>
                </a:ext>
              </a:extLst>
            </p:cNvPr>
            <p:cNvSpPr/>
            <p:nvPr/>
          </p:nvSpPr>
          <p:spPr>
            <a:xfrm>
              <a:off x="4082846" y="3420636"/>
              <a:ext cx="25564" cy="906789"/>
            </a:xfrm>
            <a:custGeom>
              <a:avLst/>
              <a:gdLst/>
              <a:ahLst/>
              <a:cxnLst/>
              <a:rect l="l" t="t" r="r" b="b"/>
              <a:pathLst>
                <a:path w="293" h="10393" extrusionOk="0">
                  <a:moveTo>
                    <a:pt x="146" y="0"/>
                  </a:moveTo>
                  <a:cubicBezTo>
                    <a:pt x="146" y="0"/>
                    <a:pt x="94" y="931"/>
                    <a:pt x="94" y="2172"/>
                  </a:cubicBezTo>
                  <a:cubicBezTo>
                    <a:pt x="94" y="3027"/>
                    <a:pt x="123" y="4005"/>
                    <a:pt x="170" y="4930"/>
                  </a:cubicBezTo>
                  <a:cubicBezTo>
                    <a:pt x="193" y="5516"/>
                    <a:pt x="193" y="6101"/>
                    <a:pt x="193" y="6663"/>
                  </a:cubicBezTo>
                  <a:cubicBezTo>
                    <a:pt x="193" y="7905"/>
                    <a:pt x="146" y="9076"/>
                    <a:pt x="0" y="10393"/>
                  </a:cubicBezTo>
                  <a:lnTo>
                    <a:pt x="94" y="10393"/>
                  </a:lnTo>
                  <a:cubicBezTo>
                    <a:pt x="240" y="9076"/>
                    <a:pt x="293" y="7905"/>
                    <a:pt x="293" y="6663"/>
                  </a:cubicBezTo>
                  <a:cubicBezTo>
                    <a:pt x="293" y="6101"/>
                    <a:pt x="293" y="5516"/>
                    <a:pt x="269" y="4930"/>
                  </a:cubicBezTo>
                  <a:cubicBezTo>
                    <a:pt x="217" y="4005"/>
                    <a:pt x="193" y="3027"/>
                    <a:pt x="193" y="2172"/>
                  </a:cubicBezTo>
                  <a:cubicBezTo>
                    <a:pt x="193" y="1563"/>
                    <a:pt x="217" y="1025"/>
                    <a:pt x="217" y="638"/>
                  </a:cubicBezTo>
                  <a:lnTo>
                    <a:pt x="217" y="170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3F7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2561;p49">
              <a:extLst>
                <a:ext uri="{FF2B5EF4-FFF2-40B4-BE49-F238E27FC236}">
                  <a16:creationId xmlns:a16="http://schemas.microsoft.com/office/drawing/2014/main" id="{D8270B01-BE83-5825-691A-E9C94134D5E3}"/>
                </a:ext>
              </a:extLst>
            </p:cNvPr>
            <p:cNvSpPr/>
            <p:nvPr/>
          </p:nvSpPr>
          <p:spPr>
            <a:xfrm>
              <a:off x="3957115" y="3369330"/>
              <a:ext cx="189589" cy="403444"/>
            </a:xfrm>
            <a:custGeom>
              <a:avLst/>
              <a:gdLst/>
              <a:ahLst/>
              <a:cxnLst/>
              <a:rect l="l" t="t" r="r" b="b"/>
              <a:pathLst>
                <a:path w="2173" h="4624" extrusionOk="0">
                  <a:moveTo>
                    <a:pt x="1442" y="0"/>
                  </a:moveTo>
                  <a:cubicBezTo>
                    <a:pt x="1213" y="0"/>
                    <a:pt x="994" y="163"/>
                    <a:pt x="879" y="371"/>
                  </a:cubicBezTo>
                  <a:cubicBezTo>
                    <a:pt x="733" y="565"/>
                    <a:pt x="686" y="834"/>
                    <a:pt x="610" y="1080"/>
                  </a:cubicBezTo>
                  <a:cubicBezTo>
                    <a:pt x="510" y="1519"/>
                    <a:pt x="270" y="1929"/>
                    <a:pt x="171" y="2368"/>
                  </a:cubicBezTo>
                  <a:cubicBezTo>
                    <a:pt x="48" y="2860"/>
                    <a:pt x="1" y="3369"/>
                    <a:pt x="24" y="3861"/>
                  </a:cubicBezTo>
                  <a:cubicBezTo>
                    <a:pt x="48" y="4125"/>
                    <a:pt x="100" y="4417"/>
                    <a:pt x="317" y="4540"/>
                  </a:cubicBezTo>
                  <a:cubicBezTo>
                    <a:pt x="390" y="4599"/>
                    <a:pt x="487" y="4623"/>
                    <a:pt x="590" y="4623"/>
                  </a:cubicBezTo>
                  <a:cubicBezTo>
                    <a:pt x="661" y="4623"/>
                    <a:pt x="734" y="4612"/>
                    <a:pt x="803" y="4593"/>
                  </a:cubicBezTo>
                  <a:cubicBezTo>
                    <a:pt x="949" y="4517"/>
                    <a:pt x="1096" y="4394"/>
                    <a:pt x="1195" y="4271"/>
                  </a:cubicBezTo>
                  <a:cubicBezTo>
                    <a:pt x="1564" y="3832"/>
                    <a:pt x="1781" y="3299"/>
                    <a:pt x="1880" y="2737"/>
                  </a:cubicBezTo>
                  <a:cubicBezTo>
                    <a:pt x="1974" y="2151"/>
                    <a:pt x="1974" y="1543"/>
                    <a:pt x="2073" y="957"/>
                  </a:cubicBezTo>
                  <a:cubicBezTo>
                    <a:pt x="2173" y="494"/>
                    <a:pt x="1950" y="55"/>
                    <a:pt x="1488" y="3"/>
                  </a:cubicBezTo>
                  <a:cubicBezTo>
                    <a:pt x="1473" y="1"/>
                    <a:pt x="1457" y="0"/>
                    <a:pt x="14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2562;p49">
              <a:extLst>
                <a:ext uri="{FF2B5EF4-FFF2-40B4-BE49-F238E27FC236}">
                  <a16:creationId xmlns:a16="http://schemas.microsoft.com/office/drawing/2014/main" id="{D847D98B-4A4D-5681-CAB8-B72B91A153B6}"/>
                </a:ext>
              </a:extLst>
            </p:cNvPr>
            <p:cNvSpPr/>
            <p:nvPr/>
          </p:nvSpPr>
          <p:spPr>
            <a:xfrm>
              <a:off x="4004144" y="3401701"/>
              <a:ext cx="89516" cy="293858"/>
            </a:xfrm>
            <a:custGeom>
              <a:avLst/>
              <a:gdLst/>
              <a:ahLst/>
              <a:cxnLst/>
              <a:rect l="l" t="t" r="r" b="b"/>
              <a:pathLst>
                <a:path w="1026" h="3368" extrusionOk="0">
                  <a:moveTo>
                    <a:pt x="925" y="0"/>
                  </a:moveTo>
                  <a:cubicBezTo>
                    <a:pt x="463" y="1049"/>
                    <a:pt x="147" y="2196"/>
                    <a:pt x="0" y="3367"/>
                  </a:cubicBezTo>
                  <a:lnTo>
                    <a:pt x="94" y="3367"/>
                  </a:lnTo>
                  <a:cubicBezTo>
                    <a:pt x="240" y="2220"/>
                    <a:pt x="557" y="1095"/>
                    <a:pt x="1025" y="47"/>
                  </a:cubicBezTo>
                  <a:lnTo>
                    <a:pt x="925" y="0"/>
                  </a:ln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2563;p49">
              <a:extLst>
                <a:ext uri="{FF2B5EF4-FFF2-40B4-BE49-F238E27FC236}">
                  <a16:creationId xmlns:a16="http://schemas.microsoft.com/office/drawing/2014/main" id="{F203CC3B-D7E6-868D-BD28-390BE2C6CC63}"/>
                </a:ext>
              </a:extLst>
            </p:cNvPr>
            <p:cNvSpPr/>
            <p:nvPr/>
          </p:nvSpPr>
          <p:spPr>
            <a:xfrm>
              <a:off x="3820740" y="4272238"/>
              <a:ext cx="453687" cy="410860"/>
            </a:xfrm>
            <a:custGeom>
              <a:avLst/>
              <a:gdLst/>
              <a:ahLst/>
              <a:cxnLst/>
              <a:rect l="l" t="t" r="r" b="b"/>
              <a:pathLst>
                <a:path w="5200" h="4709" extrusionOk="0">
                  <a:moveTo>
                    <a:pt x="0" y="1"/>
                  </a:moveTo>
                  <a:lnTo>
                    <a:pt x="732" y="4708"/>
                  </a:lnTo>
                  <a:lnTo>
                    <a:pt x="4468" y="4708"/>
                  </a:lnTo>
                  <a:lnTo>
                    <a:pt x="520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2564;p49">
              <a:extLst>
                <a:ext uri="{FF2B5EF4-FFF2-40B4-BE49-F238E27FC236}">
                  <a16:creationId xmlns:a16="http://schemas.microsoft.com/office/drawing/2014/main" id="{4A9E2863-76A4-9DD9-0D00-54FCA140E9B4}"/>
                </a:ext>
              </a:extLst>
            </p:cNvPr>
            <p:cNvSpPr/>
            <p:nvPr/>
          </p:nvSpPr>
          <p:spPr>
            <a:xfrm>
              <a:off x="3835573" y="4363680"/>
              <a:ext cx="424023" cy="23557"/>
            </a:xfrm>
            <a:custGeom>
              <a:avLst/>
              <a:gdLst/>
              <a:ahLst/>
              <a:cxnLst/>
              <a:rect l="l" t="t" r="r" b="b"/>
              <a:pathLst>
                <a:path w="4860" h="270" extrusionOk="0">
                  <a:moveTo>
                    <a:pt x="0" y="1"/>
                  </a:moveTo>
                  <a:lnTo>
                    <a:pt x="29" y="270"/>
                  </a:lnTo>
                  <a:lnTo>
                    <a:pt x="4831" y="270"/>
                  </a:lnTo>
                  <a:lnTo>
                    <a:pt x="48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2565;p49">
              <a:extLst>
                <a:ext uri="{FF2B5EF4-FFF2-40B4-BE49-F238E27FC236}">
                  <a16:creationId xmlns:a16="http://schemas.microsoft.com/office/drawing/2014/main" id="{9B3FF13A-B65A-727F-3334-70C9F763BE38}"/>
                </a:ext>
              </a:extLst>
            </p:cNvPr>
            <p:cNvSpPr/>
            <p:nvPr/>
          </p:nvSpPr>
          <p:spPr>
            <a:xfrm>
              <a:off x="3801806" y="4374413"/>
              <a:ext cx="106355" cy="487466"/>
            </a:xfrm>
            <a:custGeom>
              <a:avLst/>
              <a:gdLst/>
              <a:ahLst/>
              <a:cxnLst/>
              <a:rect l="l" t="t" r="r" b="b"/>
              <a:pathLst>
                <a:path w="1219" h="5587" extrusionOk="0">
                  <a:moveTo>
                    <a:pt x="1148" y="1"/>
                  </a:moveTo>
                  <a:lnTo>
                    <a:pt x="1" y="5586"/>
                  </a:lnTo>
                  <a:lnTo>
                    <a:pt x="94" y="5586"/>
                  </a:lnTo>
                  <a:lnTo>
                    <a:pt x="1219" y="24"/>
                  </a:lnTo>
                  <a:lnTo>
                    <a:pt x="11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2566;p49">
              <a:extLst>
                <a:ext uri="{FF2B5EF4-FFF2-40B4-BE49-F238E27FC236}">
                  <a16:creationId xmlns:a16="http://schemas.microsoft.com/office/drawing/2014/main" id="{BA6C058D-4AFF-6817-E4D6-EF9BEDC7B3C7}"/>
                </a:ext>
              </a:extLst>
            </p:cNvPr>
            <p:cNvSpPr/>
            <p:nvPr/>
          </p:nvSpPr>
          <p:spPr>
            <a:xfrm>
              <a:off x="4185018" y="4374413"/>
              <a:ext cx="106267" cy="487466"/>
            </a:xfrm>
            <a:custGeom>
              <a:avLst/>
              <a:gdLst/>
              <a:ahLst/>
              <a:cxnLst/>
              <a:rect l="l" t="t" r="r" b="b"/>
              <a:pathLst>
                <a:path w="1218" h="5587" extrusionOk="0">
                  <a:moveTo>
                    <a:pt x="94" y="1"/>
                  </a:moveTo>
                  <a:lnTo>
                    <a:pt x="0" y="24"/>
                  </a:lnTo>
                  <a:lnTo>
                    <a:pt x="1118" y="5586"/>
                  </a:lnTo>
                  <a:lnTo>
                    <a:pt x="1218" y="5586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2567;p49">
              <a:extLst>
                <a:ext uri="{FF2B5EF4-FFF2-40B4-BE49-F238E27FC236}">
                  <a16:creationId xmlns:a16="http://schemas.microsoft.com/office/drawing/2014/main" id="{483994CC-AA22-B4CF-6B9A-4F7E2F473A9D}"/>
                </a:ext>
              </a:extLst>
            </p:cNvPr>
            <p:cNvSpPr/>
            <p:nvPr/>
          </p:nvSpPr>
          <p:spPr>
            <a:xfrm>
              <a:off x="4042448" y="4376507"/>
              <a:ext cx="8289" cy="485372"/>
            </a:xfrm>
            <a:custGeom>
              <a:avLst/>
              <a:gdLst/>
              <a:ahLst/>
              <a:cxnLst/>
              <a:rect l="l" t="t" r="r" b="b"/>
              <a:pathLst>
                <a:path w="95" h="5563" extrusionOk="0">
                  <a:moveTo>
                    <a:pt x="1" y="0"/>
                  </a:moveTo>
                  <a:lnTo>
                    <a:pt x="1" y="5562"/>
                  </a:lnTo>
                  <a:lnTo>
                    <a:pt x="94" y="5562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2568;p49">
              <a:extLst>
                <a:ext uri="{FF2B5EF4-FFF2-40B4-BE49-F238E27FC236}">
                  <a16:creationId xmlns:a16="http://schemas.microsoft.com/office/drawing/2014/main" id="{2C3BC255-2D68-DBDE-11DB-B10810EACBD3}"/>
                </a:ext>
              </a:extLst>
            </p:cNvPr>
            <p:cNvSpPr/>
            <p:nvPr/>
          </p:nvSpPr>
          <p:spPr>
            <a:xfrm>
              <a:off x="4172192" y="3731261"/>
              <a:ext cx="325520" cy="263321"/>
            </a:xfrm>
            <a:custGeom>
              <a:avLst/>
              <a:gdLst/>
              <a:ahLst/>
              <a:cxnLst/>
              <a:rect l="l" t="t" r="r" b="b"/>
              <a:pathLst>
                <a:path w="3731" h="3018" extrusionOk="0">
                  <a:moveTo>
                    <a:pt x="774" y="0"/>
                  </a:moveTo>
                  <a:cubicBezTo>
                    <a:pt x="595" y="0"/>
                    <a:pt x="429" y="41"/>
                    <a:pt x="317" y="152"/>
                  </a:cubicBezTo>
                  <a:cubicBezTo>
                    <a:pt x="1" y="468"/>
                    <a:pt x="217" y="831"/>
                    <a:pt x="487" y="1101"/>
                  </a:cubicBezTo>
                  <a:cubicBezTo>
                    <a:pt x="856" y="1470"/>
                    <a:pt x="1219" y="1856"/>
                    <a:pt x="1587" y="2248"/>
                  </a:cubicBezTo>
                  <a:cubicBezTo>
                    <a:pt x="1781" y="2442"/>
                    <a:pt x="1974" y="2664"/>
                    <a:pt x="2196" y="2810"/>
                  </a:cubicBezTo>
                  <a:cubicBezTo>
                    <a:pt x="2430" y="2946"/>
                    <a:pt x="2693" y="3018"/>
                    <a:pt x="2950" y="3018"/>
                  </a:cubicBezTo>
                  <a:cubicBezTo>
                    <a:pt x="3016" y="3018"/>
                    <a:pt x="3081" y="3013"/>
                    <a:pt x="3145" y="3004"/>
                  </a:cubicBezTo>
                  <a:cubicBezTo>
                    <a:pt x="3244" y="2980"/>
                    <a:pt x="3344" y="2957"/>
                    <a:pt x="3414" y="2904"/>
                  </a:cubicBezTo>
                  <a:cubicBezTo>
                    <a:pt x="3514" y="2857"/>
                    <a:pt x="3584" y="2734"/>
                    <a:pt x="3637" y="2641"/>
                  </a:cubicBezTo>
                  <a:cubicBezTo>
                    <a:pt x="3730" y="2319"/>
                    <a:pt x="3684" y="1956"/>
                    <a:pt x="3514" y="1663"/>
                  </a:cubicBezTo>
                  <a:cubicBezTo>
                    <a:pt x="3367" y="1347"/>
                    <a:pt x="3122" y="1124"/>
                    <a:pt x="2852" y="908"/>
                  </a:cubicBezTo>
                  <a:cubicBezTo>
                    <a:pt x="2466" y="591"/>
                    <a:pt x="1974" y="299"/>
                    <a:pt x="1488" y="152"/>
                  </a:cubicBezTo>
                  <a:cubicBezTo>
                    <a:pt x="1303" y="80"/>
                    <a:pt x="1026" y="0"/>
                    <a:pt x="7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2569;p49">
              <a:extLst>
                <a:ext uri="{FF2B5EF4-FFF2-40B4-BE49-F238E27FC236}">
                  <a16:creationId xmlns:a16="http://schemas.microsoft.com/office/drawing/2014/main" id="{397B8373-9915-E686-690E-77CC124A5977}"/>
                </a:ext>
              </a:extLst>
            </p:cNvPr>
            <p:cNvSpPr/>
            <p:nvPr/>
          </p:nvSpPr>
          <p:spPr>
            <a:xfrm>
              <a:off x="4212590" y="3763371"/>
              <a:ext cx="210528" cy="142654"/>
            </a:xfrm>
            <a:custGeom>
              <a:avLst/>
              <a:gdLst/>
              <a:ahLst/>
              <a:cxnLst/>
              <a:rect l="l" t="t" r="r" b="b"/>
              <a:pathLst>
                <a:path w="2413" h="1635" extrusionOk="0">
                  <a:moveTo>
                    <a:pt x="47" y="1"/>
                  </a:moveTo>
                  <a:lnTo>
                    <a:pt x="0" y="77"/>
                  </a:lnTo>
                  <a:cubicBezTo>
                    <a:pt x="855" y="463"/>
                    <a:pt x="1634" y="1002"/>
                    <a:pt x="2342" y="1634"/>
                  </a:cubicBezTo>
                  <a:lnTo>
                    <a:pt x="2413" y="1564"/>
                  </a:lnTo>
                  <a:cubicBezTo>
                    <a:pt x="1710" y="903"/>
                    <a:pt x="902" y="393"/>
                    <a:pt x="47" y="1"/>
                  </a:cubicBez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2570;p49">
              <a:extLst>
                <a:ext uri="{FF2B5EF4-FFF2-40B4-BE49-F238E27FC236}">
                  <a16:creationId xmlns:a16="http://schemas.microsoft.com/office/drawing/2014/main" id="{46F6F774-F579-4848-963D-107106C73CA6}"/>
                </a:ext>
              </a:extLst>
            </p:cNvPr>
            <p:cNvSpPr/>
            <p:nvPr/>
          </p:nvSpPr>
          <p:spPr>
            <a:xfrm>
              <a:off x="3910173" y="3816072"/>
              <a:ext cx="344889" cy="256253"/>
            </a:xfrm>
            <a:custGeom>
              <a:avLst/>
              <a:gdLst/>
              <a:ahLst/>
              <a:cxnLst/>
              <a:rect l="l" t="t" r="r" b="b"/>
              <a:pathLst>
                <a:path w="3953" h="2937" extrusionOk="0">
                  <a:moveTo>
                    <a:pt x="958" y="1"/>
                  </a:moveTo>
                  <a:cubicBezTo>
                    <a:pt x="633" y="1"/>
                    <a:pt x="331" y="92"/>
                    <a:pt x="170" y="398"/>
                  </a:cubicBezTo>
                  <a:cubicBezTo>
                    <a:pt x="0" y="667"/>
                    <a:pt x="732" y="1347"/>
                    <a:pt x="878" y="1522"/>
                  </a:cubicBezTo>
                  <a:cubicBezTo>
                    <a:pt x="1271" y="1909"/>
                    <a:pt x="1686" y="2278"/>
                    <a:pt x="2149" y="2547"/>
                  </a:cubicBezTo>
                  <a:cubicBezTo>
                    <a:pt x="2490" y="2763"/>
                    <a:pt x="2863" y="2936"/>
                    <a:pt x="3241" y="2936"/>
                  </a:cubicBezTo>
                  <a:cubicBezTo>
                    <a:pt x="3324" y="2936"/>
                    <a:pt x="3407" y="2928"/>
                    <a:pt x="3490" y="2910"/>
                  </a:cubicBezTo>
                  <a:cubicBezTo>
                    <a:pt x="3660" y="2863"/>
                    <a:pt x="3829" y="2764"/>
                    <a:pt x="3882" y="2594"/>
                  </a:cubicBezTo>
                  <a:cubicBezTo>
                    <a:pt x="3952" y="2471"/>
                    <a:pt x="3929" y="2348"/>
                    <a:pt x="3905" y="2202"/>
                  </a:cubicBezTo>
                  <a:cubicBezTo>
                    <a:pt x="3829" y="1838"/>
                    <a:pt x="3683" y="1470"/>
                    <a:pt x="3466" y="1177"/>
                  </a:cubicBezTo>
                  <a:cubicBezTo>
                    <a:pt x="3074" y="644"/>
                    <a:pt x="2488" y="322"/>
                    <a:pt x="1880" y="152"/>
                  </a:cubicBezTo>
                  <a:cubicBezTo>
                    <a:pt x="1626" y="91"/>
                    <a:pt x="1281" y="1"/>
                    <a:pt x="9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2571;p49">
              <a:extLst>
                <a:ext uri="{FF2B5EF4-FFF2-40B4-BE49-F238E27FC236}">
                  <a16:creationId xmlns:a16="http://schemas.microsoft.com/office/drawing/2014/main" id="{6E79514A-0882-B916-50D1-F7C6696280EC}"/>
                </a:ext>
              </a:extLst>
            </p:cNvPr>
            <p:cNvSpPr/>
            <p:nvPr/>
          </p:nvSpPr>
          <p:spPr>
            <a:xfrm>
              <a:off x="3953014" y="3852806"/>
              <a:ext cx="227454" cy="140560"/>
            </a:xfrm>
            <a:custGeom>
              <a:avLst/>
              <a:gdLst/>
              <a:ahLst/>
              <a:cxnLst/>
              <a:rect l="l" t="t" r="r" b="b"/>
              <a:pathLst>
                <a:path w="2607" h="1611" extrusionOk="0">
                  <a:moveTo>
                    <a:pt x="48" y="1"/>
                  </a:moveTo>
                  <a:lnTo>
                    <a:pt x="1" y="100"/>
                  </a:lnTo>
                  <a:cubicBezTo>
                    <a:pt x="879" y="563"/>
                    <a:pt x="1728" y="1072"/>
                    <a:pt x="2560" y="1611"/>
                  </a:cubicBezTo>
                  <a:lnTo>
                    <a:pt x="2606" y="1540"/>
                  </a:lnTo>
                  <a:cubicBezTo>
                    <a:pt x="1781" y="978"/>
                    <a:pt x="926" y="463"/>
                    <a:pt x="48" y="1"/>
                  </a:cubicBez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2572;p49">
              <a:extLst>
                <a:ext uri="{FF2B5EF4-FFF2-40B4-BE49-F238E27FC236}">
                  <a16:creationId xmlns:a16="http://schemas.microsoft.com/office/drawing/2014/main" id="{1A6C9D04-543A-5A5A-B31A-52B00D1B7348}"/>
                </a:ext>
              </a:extLst>
            </p:cNvPr>
            <p:cNvSpPr/>
            <p:nvPr/>
          </p:nvSpPr>
          <p:spPr>
            <a:xfrm>
              <a:off x="4178300" y="3498816"/>
              <a:ext cx="394010" cy="188547"/>
            </a:xfrm>
            <a:custGeom>
              <a:avLst/>
              <a:gdLst/>
              <a:ahLst/>
              <a:cxnLst/>
              <a:rect l="l" t="t" r="r" b="b"/>
              <a:pathLst>
                <a:path w="4516" h="2161" extrusionOk="0">
                  <a:moveTo>
                    <a:pt x="2862" y="0"/>
                  </a:moveTo>
                  <a:cubicBezTo>
                    <a:pt x="2529" y="0"/>
                    <a:pt x="2187" y="50"/>
                    <a:pt x="1857" y="129"/>
                  </a:cubicBezTo>
                  <a:cubicBezTo>
                    <a:pt x="1395" y="228"/>
                    <a:pt x="540" y="82"/>
                    <a:pt x="346" y="767"/>
                  </a:cubicBezTo>
                  <a:cubicBezTo>
                    <a:pt x="1" y="1739"/>
                    <a:pt x="1395" y="1815"/>
                    <a:pt x="1927" y="1985"/>
                  </a:cubicBezTo>
                  <a:cubicBezTo>
                    <a:pt x="2279" y="2082"/>
                    <a:pt x="2620" y="2160"/>
                    <a:pt x="2950" y="2160"/>
                  </a:cubicBezTo>
                  <a:cubicBezTo>
                    <a:pt x="3357" y="2160"/>
                    <a:pt x="3748" y="2041"/>
                    <a:pt x="4123" y="1692"/>
                  </a:cubicBezTo>
                  <a:cubicBezTo>
                    <a:pt x="4346" y="1470"/>
                    <a:pt x="4515" y="1177"/>
                    <a:pt x="4468" y="861"/>
                  </a:cubicBezTo>
                  <a:cubicBezTo>
                    <a:pt x="4416" y="691"/>
                    <a:pt x="4299" y="544"/>
                    <a:pt x="4176" y="422"/>
                  </a:cubicBezTo>
                  <a:cubicBezTo>
                    <a:pt x="3860" y="152"/>
                    <a:pt x="3467" y="35"/>
                    <a:pt x="3052" y="6"/>
                  </a:cubicBezTo>
                  <a:cubicBezTo>
                    <a:pt x="2989" y="2"/>
                    <a:pt x="2926" y="0"/>
                    <a:pt x="28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2573;p49">
              <a:extLst>
                <a:ext uri="{FF2B5EF4-FFF2-40B4-BE49-F238E27FC236}">
                  <a16:creationId xmlns:a16="http://schemas.microsoft.com/office/drawing/2014/main" id="{6D48C089-CBD0-DBB1-D9D3-66F6B8AE053B}"/>
                </a:ext>
              </a:extLst>
            </p:cNvPr>
            <p:cNvSpPr/>
            <p:nvPr/>
          </p:nvSpPr>
          <p:spPr>
            <a:xfrm>
              <a:off x="4236061" y="3578479"/>
              <a:ext cx="281024" cy="55229"/>
            </a:xfrm>
            <a:custGeom>
              <a:avLst/>
              <a:gdLst/>
              <a:ahLst/>
              <a:cxnLst/>
              <a:rect l="l" t="t" r="r" b="b"/>
              <a:pathLst>
                <a:path w="3221" h="633" extrusionOk="0">
                  <a:moveTo>
                    <a:pt x="1" y="0"/>
                  </a:moveTo>
                  <a:lnTo>
                    <a:pt x="1" y="94"/>
                  </a:lnTo>
                  <a:cubicBezTo>
                    <a:pt x="1072" y="94"/>
                    <a:pt x="2144" y="293"/>
                    <a:pt x="3168" y="633"/>
                  </a:cubicBezTo>
                  <a:lnTo>
                    <a:pt x="3221" y="533"/>
                  </a:lnTo>
                  <a:cubicBezTo>
                    <a:pt x="2173" y="194"/>
                    <a:pt x="1096" y="0"/>
                    <a:pt x="1" y="0"/>
                  </a:cubicBezTo>
                  <a:close/>
                </a:path>
              </a:pathLst>
            </a:custGeom>
            <a:solidFill>
              <a:srgbClr val="728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635" name="Google Shape;2958;p55">
            <a:extLst>
              <a:ext uri="{FF2B5EF4-FFF2-40B4-BE49-F238E27FC236}">
                <a16:creationId xmlns:a16="http://schemas.microsoft.com/office/drawing/2014/main" id="{B3328B01-AD51-1145-C2C3-6AB3F28AD148}"/>
              </a:ext>
            </a:extLst>
          </p:cNvPr>
          <p:cNvCxnSpPr>
            <a:cxnSpLocks/>
          </p:cNvCxnSpPr>
          <p:nvPr/>
        </p:nvCxnSpPr>
        <p:spPr>
          <a:xfrm>
            <a:off x="804000" y="4756325"/>
            <a:ext cx="168088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636" name="Google Shape;2299;p45">
            <a:extLst>
              <a:ext uri="{FF2B5EF4-FFF2-40B4-BE49-F238E27FC236}">
                <a16:creationId xmlns:a16="http://schemas.microsoft.com/office/drawing/2014/main" id="{F64BCE32-04E7-236A-0862-2F66A389BA68}"/>
              </a:ext>
            </a:extLst>
          </p:cNvPr>
          <p:cNvSpPr txBox="1">
            <a:spLocks/>
          </p:cNvSpPr>
          <p:nvPr/>
        </p:nvSpPr>
        <p:spPr>
          <a:xfrm>
            <a:off x="935184" y="4546806"/>
            <a:ext cx="8217216" cy="54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/>
              <a:t>Understanding these trends supports targeted retention strategies and promotes workplace equity</a:t>
            </a:r>
          </a:p>
        </p:txBody>
      </p:sp>
    </p:spTree>
    <p:extLst>
      <p:ext uri="{BB962C8B-B14F-4D97-AF65-F5344CB8AC3E}">
        <p14:creationId xmlns:p14="http://schemas.microsoft.com/office/powerpoint/2010/main" val="3522135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3">
          <a:extLst>
            <a:ext uri="{FF2B5EF4-FFF2-40B4-BE49-F238E27FC236}">
              <a16:creationId xmlns:a16="http://schemas.microsoft.com/office/drawing/2014/main" id="{7835CCBB-28B4-A1C8-7F69-A7B2C0878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7" name="Google Shape;3267;p58">
            <a:extLst>
              <a:ext uri="{FF2B5EF4-FFF2-40B4-BE49-F238E27FC236}">
                <a16:creationId xmlns:a16="http://schemas.microsoft.com/office/drawing/2014/main" id="{288E397A-2209-C9EF-EEA0-F6E05AD08869}"/>
              </a:ext>
            </a:extLst>
          </p:cNvPr>
          <p:cNvGrpSpPr/>
          <p:nvPr/>
        </p:nvGrpSpPr>
        <p:grpSpPr>
          <a:xfrm>
            <a:off x="528637" y="2304630"/>
            <a:ext cx="8561865" cy="2628096"/>
            <a:chOff x="528637" y="2304630"/>
            <a:chExt cx="8561865" cy="2628096"/>
          </a:xfrm>
        </p:grpSpPr>
        <p:grpSp>
          <p:nvGrpSpPr>
            <p:cNvPr id="3268" name="Google Shape;3268;p58">
              <a:extLst>
                <a:ext uri="{FF2B5EF4-FFF2-40B4-BE49-F238E27FC236}">
                  <a16:creationId xmlns:a16="http://schemas.microsoft.com/office/drawing/2014/main" id="{8C8AC103-58E3-B76B-6AC6-FBAE8414DB87}"/>
                </a:ext>
              </a:extLst>
            </p:cNvPr>
            <p:cNvGrpSpPr/>
            <p:nvPr/>
          </p:nvGrpSpPr>
          <p:grpSpPr>
            <a:xfrm>
              <a:off x="528637" y="2304630"/>
              <a:ext cx="2217951" cy="2628096"/>
              <a:chOff x="528637" y="2304630"/>
              <a:chExt cx="2217951" cy="2628096"/>
            </a:xfrm>
          </p:grpSpPr>
          <p:sp>
            <p:nvSpPr>
              <p:cNvPr id="3269" name="Google Shape;3269;p58">
                <a:extLst>
                  <a:ext uri="{FF2B5EF4-FFF2-40B4-BE49-F238E27FC236}">
                    <a16:creationId xmlns:a16="http://schemas.microsoft.com/office/drawing/2014/main" id="{0CC9A04D-8E4F-95F0-3ECA-43E3D525189E}"/>
                  </a:ext>
                </a:extLst>
              </p:cNvPr>
              <p:cNvSpPr/>
              <p:nvPr/>
            </p:nvSpPr>
            <p:spPr>
              <a:xfrm>
                <a:off x="2462632" y="2711817"/>
                <a:ext cx="283956" cy="274313"/>
              </a:xfrm>
              <a:custGeom>
                <a:avLst/>
                <a:gdLst/>
                <a:ahLst/>
                <a:cxnLst/>
                <a:rect l="l" t="t" r="r" b="b"/>
                <a:pathLst>
                  <a:path w="6732" h="6503" extrusionOk="0">
                    <a:moveTo>
                      <a:pt x="5610" y="1"/>
                    </a:moveTo>
                    <a:cubicBezTo>
                      <a:pt x="5375" y="1"/>
                      <a:pt x="4260" y="1149"/>
                      <a:pt x="4039" y="1149"/>
                    </a:cubicBezTo>
                    <a:cubicBezTo>
                      <a:pt x="4034" y="1149"/>
                      <a:pt x="4029" y="1149"/>
                      <a:pt x="4025" y="1148"/>
                    </a:cubicBezTo>
                    <a:cubicBezTo>
                      <a:pt x="3832" y="1148"/>
                      <a:pt x="4400" y="579"/>
                      <a:pt x="4218" y="488"/>
                    </a:cubicBezTo>
                    <a:cubicBezTo>
                      <a:pt x="4217" y="488"/>
                      <a:pt x="4215" y="488"/>
                      <a:pt x="4214" y="488"/>
                    </a:cubicBezTo>
                    <a:cubicBezTo>
                      <a:pt x="3967" y="488"/>
                      <a:pt x="1" y="3569"/>
                      <a:pt x="1" y="3569"/>
                    </a:cubicBezTo>
                    <a:lnTo>
                      <a:pt x="2604" y="6502"/>
                    </a:lnTo>
                    <a:cubicBezTo>
                      <a:pt x="4503" y="4615"/>
                      <a:pt x="6731" y="1773"/>
                      <a:pt x="6583" y="1580"/>
                    </a:cubicBezTo>
                    <a:cubicBezTo>
                      <a:pt x="6569" y="1569"/>
                      <a:pt x="6551" y="1564"/>
                      <a:pt x="6529" y="1564"/>
                    </a:cubicBezTo>
                    <a:cubicBezTo>
                      <a:pt x="6247" y="1564"/>
                      <a:pt x="5355" y="2387"/>
                      <a:pt x="5355" y="2387"/>
                    </a:cubicBezTo>
                    <a:cubicBezTo>
                      <a:pt x="5355" y="2387"/>
                      <a:pt x="6674" y="1102"/>
                      <a:pt x="6583" y="966"/>
                    </a:cubicBezTo>
                    <a:cubicBezTo>
                      <a:pt x="6575" y="956"/>
                      <a:pt x="6560" y="952"/>
                      <a:pt x="6541" y="952"/>
                    </a:cubicBezTo>
                    <a:cubicBezTo>
                      <a:pt x="6260" y="952"/>
                      <a:pt x="4923" y="1909"/>
                      <a:pt x="4923" y="1909"/>
                    </a:cubicBezTo>
                    <a:cubicBezTo>
                      <a:pt x="4923" y="1909"/>
                      <a:pt x="6447" y="488"/>
                      <a:pt x="6299" y="352"/>
                    </a:cubicBezTo>
                    <a:cubicBezTo>
                      <a:pt x="6285" y="338"/>
                      <a:pt x="6264" y="331"/>
                      <a:pt x="6237" y="331"/>
                    </a:cubicBezTo>
                    <a:cubicBezTo>
                      <a:pt x="5893" y="331"/>
                      <a:pt x="4594" y="1386"/>
                      <a:pt x="4594" y="1386"/>
                    </a:cubicBezTo>
                    <a:cubicBezTo>
                      <a:pt x="4594" y="1386"/>
                      <a:pt x="5924" y="158"/>
                      <a:pt x="5640" y="11"/>
                    </a:cubicBezTo>
                    <a:cubicBezTo>
                      <a:pt x="5632" y="4"/>
                      <a:pt x="5622" y="1"/>
                      <a:pt x="5610" y="1"/>
                    </a:cubicBezTo>
                    <a:close/>
                  </a:path>
                </a:pathLst>
              </a:custGeom>
              <a:solidFill>
                <a:srgbClr val="D1A0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58">
                <a:extLst>
                  <a:ext uri="{FF2B5EF4-FFF2-40B4-BE49-F238E27FC236}">
                    <a16:creationId xmlns:a16="http://schemas.microsoft.com/office/drawing/2014/main" id="{AC06B065-1377-1DB8-B354-6ED008DBAD73}"/>
                  </a:ext>
                </a:extLst>
              </p:cNvPr>
              <p:cNvSpPr/>
              <p:nvPr/>
            </p:nvSpPr>
            <p:spPr>
              <a:xfrm>
                <a:off x="2592589" y="2768342"/>
                <a:ext cx="27839" cy="54247"/>
              </a:xfrm>
              <a:custGeom>
                <a:avLst/>
                <a:gdLst/>
                <a:ahLst/>
                <a:cxnLst/>
                <a:rect l="l" t="t" r="r" b="b"/>
                <a:pathLst>
                  <a:path w="660" h="1286" fill="none" extrusionOk="0">
                    <a:moveTo>
                      <a:pt x="660" y="1"/>
                    </a:moveTo>
                    <a:cubicBezTo>
                      <a:pt x="660" y="1"/>
                      <a:pt x="376" y="717"/>
                      <a:pt x="1" y="1286"/>
                    </a:cubicBezTo>
                  </a:path>
                </a:pathLst>
              </a:custGeom>
              <a:noFill/>
              <a:ln w="3700" cap="flat" cmpd="sng">
                <a:solidFill>
                  <a:srgbClr val="B87F6E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271" name="Google Shape;3271;p58">
                <a:extLst>
                  <a:ext uri="{FF2B5EF4-FFF2-40B4-BE49-F238E27FC236}">
                    <a16:creationId xmlns:a16="http://schemas.microsoft.com/office/drawing/2014/main" id="{C2BDF8AF-21F1-9CF7-3372-A4B5E3411242}"/>
                  </a:ext>
                </a:extLst>
              </p:cNvPr>
              <p:cNvGrpSpPr/>
              <p:nvPr/>
            </p:nvGrpSpPr>
            <p:grpSpPr>
              <a:xfrm>
                <a:off x="528637" y="2304630"/>
                <a:ext cx="2095629" cy="2628096"/>
                <a:chOff x="528637" y="2304630"/>
                <a:chExt cx="2095629" cy="2628096"/>
              </a:xfrm>
            </p:grpSpPr>
            <p:sp>
              <p:nvSpPr>
                <p:cNvPr id="3272" name="Google Shape;3272;p58">
                  <a:extLst>
                    <a:ext uri="{FF2B5EF4-FFF2-40B4-BE49-F238E27FC236}">
                      <a16:creationId xmlns:a16="http://schemas.microsoft.com/office/drawing/2014/main" id="{60F4E800-2115-0ED6-E1BC-C960C469E684}"/>
                    </a:ext>
                  </a:extLst>
                </p:cNvPr>
                <p:cNvSpPr/>
                <p:nvPr/>
              </p:nvSpPr>
              <p:spPr>
                <a:xfrm>
                  <a:off x="1547664" y="3419640"/>
                  <a:ext cx="42" cy="64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524" fill="none" extrusionOk="0">
                      <a:moveTo>
                        <a:pt x="0" y="0"/>
                      </a:moveTo>
                      <a:lnTo>
                        <a:pt x="0" y="1523"/>
                      </a:lnTo>
                    </a:path>
                  </a:pathLst>
                </a:custGeom>
                <a:noFill/>
                <a:ln w="4825" cap="flat" cmpd="sng">
                  <a:solidFill>
                    <a:srgbClr val="B9C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3" name="Google Shape;3273;p58">
                  <a:extLst>
                    <a:ext uri="{FF2B5EF4-FFF2-40B4-BE49-F238E27FC236}">
                      <a16:creationId xmlns:a16="http://schemas.microsoft.com/office/drawing/2014/main" id="{64F52673-8F5E-BC11-48D7-CAEFE0953FDC}"/>
                    </a:ext>
                  </a:extLst>
                </p:cNvPr>
                <p:cNvSpPr/>
                <p:nvPr/>
              </p:nvSpPr>
              <p:spPr>
                <a:xfrm>
                  <a:off x="1513624" y="3451740"/>
                  <a:ext cx="65716" cy="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1" fill="none" extrusionOk="0">
                      <a:moveTo>
                        <a:pt x="1558" y="1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4825" cap="flat" cmpd="sng">
                  <a:solidFill>
                    <a:srgbClr val="B9C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4" name="Google Shape;3274;p58">
                  <a:extLst>
                    <a:ext uri="{FF2B5EF4-FFF2-40B4-BE49-F238E27FC236}">
                      <a16:creationId xmlns:a16="http://schemas.microsoft.com/office/drawing/2014/main" id="{0EE195F8-5BBD-2C00-0947-3F207B40D349}"/>
                    </a:ext>
                  </a:extLst>
                </p:cNvPr>
                <p:cNvSpPr/>
                <p:nvPr/>
              </p:nvSpPr>
              <p:spPr>
                <a:xfrm>
                  <a:off x="2015229" y="2886326"/>
                  <a:ext cx="61878" cy="61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7" h="1468" fill="none" extrusionOk="0">
                      <a:moveTo>
                        <a:pt x="1467" y="706"/>
                      </a:moveTo>
                      <a:cubicBezTo>
                        <a:pt x="1467" y="1138"/>
                        <a:pt x="1137" y="1467"/>
                        <a:pt x="705" y="1467"/>
                      </a:cubicBezTo>
                      <a:cubicBezTo>
                        <a:pt x="330" y="1467"/>
                        <a:pt x="0" y="1138"/>
                        <a:pt x="0" y="706"/>
                      </a:cubicBezTo>
                      <a:cubicBezTo>
                        <a:pt x="0" y="330"/>
                        <a:pt x="330" y="1"/>
                        <a:pt x="705" y="1"/>
                      </a:cubicBezTo>
                      <a:cubicBezTo>
                        <a:pt x="1137" y="1"/>
                        <a:pt x="1467" y="330"/>
                        <a:pt x="1467" y="706"/>
                      </a:cubicBezTo>
                      <a:close/>
                    </a:path>
                  </a:pathLst>
                </a:custGeom>
                <a:noFill/>
                <a:ln w="4825" cap="flat" cmpd="sng">
                  <a:solidFill>
                    <a:srgbClr val="E8ECF8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5" name="Google Shape;3275;p58">
                  <a:extLst>
                    <a:ext uri="{FF2B5EF4-FFF2-40B4-BE49-F238E27FC236}">
                      <a16:creationId xmlns:a16="http://schemas.microsoft.com/office/drawing/2014/main" id="{B4E76377-9280-67FB-0695-33249A2C125B}"/>
                    </a:ext>
                  </a:extLst>
                </p:cNvPr>
                <p:cNvSpPr/>
                <p:nvPr/>
              </p:nvSpPr>
              <p:spPr>
                <a:xfrm>
                  <a:off x="650411" y="3595625"/>
                  <a:ext cx="345792" cy="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8" h="1" fill="none" extrusionOk="0">
                      <a:moveTo>
                        <a:pt x="1" y="0"/>
                      </a:moveTo>
                      <a:lnTo>
                        <a:pt x="8198" y="0"/>
                      </a:lnTo>
                    </a:path>
                  </a:pathLst>
                </a:custGeom>
                <a:noFill/>
                <a:ln w="4825" cap="flat" cmpd="sng">
                  <a:solidFill>
                    <a:srgbClr val="B9C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6" name="Google Shape;3276;p58">
                  <a:extLst>
                    <a:ext uri="{FF2B5EF4-FFF2-40B4-BE49-F238E27FC236}">
                      <a16:creationId xmlns:a16="http://schemas.microsoft.com/office/drawing/2014/main" id="{8A400794-FBBA-270A-5AFE-FBBD8E8F0254}"/>
                    </a:ext>
                  </a:extLst>
                </p:cNvPr>
                <p:cNvSpPr/>
                <p:nvPr/>
              </p:nvSpPr>
              <p:spPr>
                <a:xfrm>
                  <a:off x="1101694" y="3595625"/>
                  <a:ext cx="153957" cy="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0" h="1" fill="none" extrusionOk="0">
                      <a:moveTo>
                        <a:pt x="0" y="0"/>
                      </a:moveTo>
                      <a:lnTo>
                        <a:pt x="3650" y="0"/>
                      </a:lnTo>
                    </a:path>
                  </a:pathLst>
                </a:custGeom>
                <a:noFill/>
                <a:ln w="4825" cap="flat" cmpd="sng">
                  <a:solidFill>
                    <a:srgbClr val="B9C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7" name="Google Shape;3277;p58">
                  <a:extLst>
                    <a:ext uri="{FF2B5EF4-FFF2-40B4-BE49-F238E27FC236}">
                      <a16:creationId xmlns:a16="http://schemas.microsoft.com/office/drawing/2014/main" id="{AFA25438-65D0-A9AD-39B7-F24ACE583474}"/>
                    </a:ext>
                  </a:extLst>
                </p:cNvPr>
                <p:cNvSpPr/>
                <p:nvPr/>
              </p:nvSpPr>
              <p:spPr>
                <a:xfrm>
                  <a:off x="1677156" y="2910328"/>
                  <a:ext cx="42" cy="65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558" fill="none" extrusionOk="0">
                      <a:moveTo>
                        <a:pt x="0" y="0"/>
                      </a:moveTo>
                      <a:lnTo>
                        <a:pt x="0" y="1558"/>
                      </a:lnTo>
                    </a:path>
                  </a:pathLst>
                </a:custGeom>
                <a:noFill/>
                <a:ln w="4825" cap="flat" cmpd="sng">
                  <a:solidFill>
                    <a:srgbClr val="B9C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8" name="Google Shape;3278;p58">
                  <a:extLst>
                    <a:ext uri="{FF2B5EF4-FFF2-40B4-BE49-F238E27FC236}">
                      <a16:creationId xmlns:a16="http://schemas.microsoft.com/office/drawing/2014/main" id="{2E6C9E16-81A7-B426-F910-7686E7901434}"/>
                    </a:ext>
                  </a:extLst>
                </p:cNvPr>
                <p:cNvSpPr/>
                <p:nvPr/>
              </p:nvSpPr>
              <p:spPr>
                <a:xfrm>
                  <a:off x="1645479" y="2942429"/>
                  <a:ext cx="63818" cy="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" fill="none" extrusionOk="0">
                      <a:moveTo>
                        <a:pt x="1513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4825" cap="flat" cmpd="sng">
                  <a:solidFill>
                    <a:srgbClr val="B9C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9" name="Google Shape;3279;p58">
                  <a:extLst>
                    <a:ext uri="{FF2B5EF4-FFF2-40B4-BE49-F238E27FC236}">
                      <a16:creationId xmlns:a16="http://schemas.microsoft.com/office/drawing/2014/main" id="{A3BF6D19-D72B-8D78-D514-D7B19DD3C0EA}"/>
                    </a:ext>
                  </a:extLst>
                </p:cNvPr>
                <p:cNvSpPr/>
                <p:nvPr/>
              </p:nvSpPr>
              <p:spPr>
                <a:xfrm>
                  <a:off x="718025" y="3295876"/>
                  <a:ext cx="62384" cy="61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9" h="1468" fill="none" extrusionOk="0">
                      <a:moveTo>
                        <a:pt x="1479" y="717"/>
                      </a:moveTo>
                      <a:cubicBezTo>
                        <a:pt x="1479" y="1138"/>
                        <a:pt x="1138" y="1467"/>
                        <a:pt x="717" y="1467"/>
                      </a:cubicBezTo>
                      <a:cubicBezTo>
                        <a:pt x="342" y="1467"/>
                        <a:pt x="1" y="1138"/>
                        <a:pt x="1" y="717"/>
                      </a:cubicBezTo>
                      <a:cubicBezTo>
                        <a:pt x="1" y="331"/>
                        <a:pt x="342" y="1"/>
                        <a:pt x="717" y="1"/>
                      </a:cubicBezTo>
                      <a:cubicBezTo>
                        <a:pt x="1138" y="1"/>
                        <a:pt x="1479" y="331"/>
                        <a:pt x="1479" y="717"/>
                      </a:cubicBezTo>
                      <a:close/>
                    </a:path>
                  </a:pathLst>
                </a:custGeom>
                <a:noFill/>
                <a:ln w="4825" cap="flat" cmpd="sng">
                  <a:solidFill>
                    <a:srgbClr val="B9C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0" name="Google Shape;3280;p58">
                  <a:extLst>
                    <a:ext uri="{FF2B5EF4-FFF2-40B4-BE49-F238E27FC236}">
                      <a16:creationId xmlns:a16="http://schemas.microsoft.com/office/drawing/2014/main" id="{DFAAAC39-CE08-F68D-B770-2C1C3AA76556}"/>
                    </a:ext>
                  </a:extLst>
                </p:cNvPr>
                <p:cNvSpPr/>
                <p:nvPr/>
              </p:nvSpPr>
              <p:spPr>
                <a:xfrm>
                  <a:off x="1681459" y="3302119"/>
                  <a:ext cx="251815" cy="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" h="1" fill="none" extrusionOk="0">
                      <a:moveTo>
                        <a:pt x="0" y="1"/>
                      </a:moveTo>
                      <a:lnTo>
                        <a:pt x="5969" y="1"/>
                      </a:lnTo>
                    </a:path>
                  </a:pathLst>
                </a:custGeom>
                <a:noFill/>
                <a:ln w="4825" cap="flat" cmpd="sng">
                  <a:solidFill>
                    <a:srgbClr val="B9C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1" name="Google Shape;3281;p58">
                  <a:extLst>
                    <a:ext uri="{FF2B5EF4-FFF2-40B4-BE49-F238E27FC236}">
                      <a16:creationId xmlns:a16="http://schemas.microsoft.com/office/drawing/2014/main" id="{5EE8BF4C-2A9C-5430-A25C-CAD424F0FBDA}"/>
                    </a:ext>
                  </a:extLst>
                </p:cNvPr>
                <p:cNvSpPr/>
                <p:nvPr/>
              </p:nvSpPr>
              <p:spPr>
                <a:xfrm>
                  <a:off x="1083937" y="2304630"/>
                  <a:ext cx="82040" cy="82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5" h="1945" fill="none" extrusionOk="0">
                      <a:moveTo>
                        <a:pt x="1660" y="0"/>
                      </a:moveTo>
                      <a:lnTo>
                        <a:pt x="137" y="432"/>
                      </a:lnTo>
                      <a:cubicBezTo>
                        <a:pt x="0" y="478"/>
                        <a:pt x="0" y="671"/>
                        <a:pt x="91" y="762"/>
                      </a:cubicBezTo>
                      <a:lnTo>
                        <a:pt x="1183" y="1853"/>
                      </a:lnTo>
                      <a:cubicBezTo>
                        <a:pt x="1274" y="1944"/>
                        <a:pt x="1422" y="1899"/>
                        <a:pt x="1467" y="1762"/>
                      </a:cubicBezTo>
                      <a:lnTo>
                        <a:pt x="1899" y="284"/>
                      </a:lnTo>
                      <a:cubicBezTo>
                        <a:pt x="1945" y="148"/>
                        <a:pt x="1797" y="0"/>
                        <a:pt x="1660" y="0"/>
                      </a:cubicBezTo>
                      <a:close/>
                    </a:path>
                  </a:pathLst>
                </a:custGeom>
                <a:noFill/>
                <a:ln w="4825" cap="rnd" cmpd="sng">
                  <a:solidFill>
                    <a:srgbClr val="B8C7E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2" name="Google Shape;3282;p58">
                  <a:extLst>
                    <a:ext uri="{FF2B5EF4-FFF2-40B4-BE49-F238E27FC236}">
                      <a16:creationId xmlns:a16="http://schemas.microsoft.com/office/drawing/2014/main" id="{C91B0B72-3CDD-1C41-3719-E4A0D851333B}"/>
                    </a:ext>
                  </a:extLst>
                </p:cNvPr>
                <p:cNvSpPr/>
                <p:nvPr/>
              </p:nvSpPr>
              <p:spPr>
                <a:xfrm>
                  <a:off x="1347688" y="2722321"/>
                  <a:ext cx="231653" cy="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2" h="1" fill="none" extrusionOk="0">
                      <a:moveTo>
                        <a:pt x="0" y="0"/>
                      </a:moveTo>
                      <a:lnTo>
                        <a:pt x="5492" y="0"/>
                      </a:lnTo>
                    </a:path>
                  </a:pathLst>
                </a:custGeom>
                <a:noFill/>
                <a:ln w="4825" cap="rnd" cmpd="sng">
                  <a:solidFill>
                    <a:srgbClr val="B8C7E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3" name="Google Shape;3283;p58">
                  <a:extLst>
                    <a:ext uri="{FF2B5EF4-FFF2-40B4-BE49-F238E27FC236}">
                      <a16:creationId xmlns:a16="http://schemas.microsoft.com/office/drawing/2014/main" id="{02D3D1AF-8267-4DD1-264B-D4EAC659501A}"/>
                    </a:ext>
                  </a:extLst>
                </p:cNvPr>
                <p:cNvSpPr/>
                <p:nvPr/>
              </p:nvSpPr>
              <p:spPr>
                <a:xfrm>
                  <a:off x="1499705" y="2778423"/>
                  <a:ext cx="111777" cy="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0" h="1" fill="none" extrusionOk="0">
                      <a:moveTo>
                        <a:pt x="0" y="1"/>
                      </a:moveTo>
                      <a:lnTo>
                        <a:pt x="2649" y="1"/>
                      </a:lnTo>
                    </a:path>
                  </a:pathLst>
                </a:custGeom>
                <a:noFill/>
                <a:ln w="4825" cap="rnd" cmpd="sng">
                  <a:solidFill>
                    <a:srgbClr val="B8C7E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4" name="Google Shape;3284;p58">
                  <a:extLst>
                    <a:ext uri="{FF2B5EF4-FFF2-40B4-BE49-F238E27FC236}">
                      <a16:creationId xmlns:a16="http://schemas.microsoft.com/office/drawing/2014/main" id="{5F45535A-F4FF-FF6E-17A6-BE973DEE5004}"/>
                    </a:ext>
                  </a:extLst>
                </p:cNvPr>
                <p:cNvSpPr/>
                <p:nvPr/>
              </p:nvSpPr>
              <p:spPr>
                <a:xfrm>
                  <a:off x="1037918" y="2746280"/>
                  <a:ext cx="42" cy="46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093" fill="none" extrusionOk="0">
                      <a:moveTo>
                        <a:pt x="0" y="1"/>
                      </a:moveTo>
                      <a:lnTo>
                        <a:pt x="0" y="1092"/>
                      </a:lnTo>
                    </a:path>
                  </a:pathLst>
                </a:custGeom>
                <a:noFill/>
                <a:ln w="4825" cap="rnd" cmpd="sng">
                  <a:solidFill>
                    <a:srgbClr val="B8C7E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5" name="Google Shape;3285;p58">
                  <a:extLst>
                    <a:ext uri="{FF2B5EF4-FFF2-40B4-BE49-F238E27FC236}">
                      <a16:creationId xmlns:a16="http://schemas.microsoft.com/office/drawing/2014/main" id="{AE188195-8718-DDCB-908F-733A7BFE96B9}"/>
                    </a:ext>
                  </a:extLst>
                </p:cNvPr>
                <p:cNvSpPr/>
                <p:nvPr/>
              </p:nvSpPr>
              <p:spPr>
                <a:xfrm>
                  <a:off x="1013918" y="2770282"/>
                  <a:ext cx="46103" cy="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3" h="1" fill="none" extrusionOk="0">
                      <a:moveTo>
                        <a:pt x="1092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4825" cap="rnd" cmpd="sng">
                  <a:solidFill>
                    <a:srgbClr val="B8C7E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6" name="Google Shape;3286;p58">
                  <a:extLst>
                    <a:ext uri="{FF2B5EF4-FFF2-40B4-BE49-F238E27FC236}">
                      <a16:creationId xmlns:a16="http://schemas.microsoft.com/office/drawing/2014/main" id="{DC002A8A-EF52-7DE6-C779-054D4609FD33}"/>
                    </a:ext>
                  </a:extLst>
                </p:cNvPr>
                <p:cNvSpPr/>
                <p:nvPr/>
              </p:nvSpPr>
              <p:spPr>
                <a:xfrm>
                  <a:off x="1013918" y="2770282"/>
                  <a:ext cx="46103" cy="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3" h="1" fill="none" extrusionOk="0">
                      <a:moveTo>
                        <a:pt x="1092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4825" cap="rnd" cmpd="sng">
                  <a:solidFill>
                    <a:srgbClr val="B8C7E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7" name="Google Shape;3287;p58">
                  <a:extLst>
                    <a:ext uri="{FF2B5EF4-FFF2-40B4-BE49-F238E27FC236}">
                      <a16:creationId xmlns:a16="http://schemas.microsoft.com/office/drawing/2014/main" id="{E40FAC86-A215-A366-7F2F-3ED59F775919}"/>
                    </a:ext>
                  </a:extLst>
                </p:cNvPr>
                <p:cNvSpPr/>
                <p:nvPr/>
              </p:nvSpPr>
              <p:spPr>
                <a:xfrm>
                  <a:off x="1417707" y="3898706"/>
                  <a:ext cx="243632" cy="13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6" h="3193" extrusionOk="0">
                      <a:moveTo>
                        <a:pt x="3258" y="1"/>
                      </a:moveTo>
                      <a:cubicBezTo>
                        <a:pt x="2989" y="1"/>
                        <a:pt x="2719" y="26"/>
                        <a:pt x="2456" y="69"/>
                      </a:cubicBezTo>
                      <a:lnTo>
                        <a:pt x="0" y="1911"/>
                      </a:lnTo>
                      <a:cubicBezTo>
                        <a:pt x="344" y="1786"/>
                        <a:pt x="716" y="1714"/>
                        <a:pt x="1080" y="1714"/>
                      </a:cubicBezTo>
                      <a:cubicBezTo>
                        <a:pt x="1414" y="1714"/>
                        <a:pt x="1742" y="1775"/>
                        <a:pt x="2035" y="1911"/>
                      </a:cubicBezTo>
                      <a:cubicBezTo>
                        <a:pt x="2365" y="2104"/>
                        <a:pt x="2649" y="2343"/>
                        <a:pt x="2979" y="2570"/>
                      </a:cubicBezTo>
                      <a:cubicBezTo>
                        <a:pt x="3375" y="2897"/>
                        <a:pt x="3909" y="3192"/>
                        <a:pt x="4411" y="3192"/>
                      </a:cubicBezTo>
                      <a:cubicBezTo>
                        <a:pt x="4571" y="3192"/>
                        <a:pt x="4729" y="3162"/>
                        <a:pt x="4878" y="3093"/>
                      </a:cubicBezTo>
                      <a:cubicBezTo>
                        <a:pt x="5492" y="2854"/>
                        <a:pt x="5776" y="2104"/>
                        <a:pt x="5639" y="1490"/>
                      </a:cubicBezTo>
                      <a:cubicBezTo>
                        <a:pt x="5446" y="865"/>
                        <a:pt x="4923" y="399"/>
                        <a:pt x="4355" y="160"/>
                      </a:cubicBezTo>
                      <a:cubicBezTo>
                        <a:pt x="3999" y="48"/>
                        <a:pt x="3629" y="1"/>
                        <a:pt x="3258" y="1"/>
                      </a:cubicBezTo>
                      <a:close/>
                    </a:path>
                  </a:pathLst>
                </a:custGeom>
                <a:solidFill>
                  <a:srgbClr val="4B54A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8" name="Google Shape;3288;p58">
                  <a:extLst>
                    <a:ext uri="{FF2B5EF4-FFF2-40B4-BE49-F238E27FC236}">
                      <a16:creationId xmlns:a16="http://schemas.microsoft.com/office/drawing/2014/main" id="{C350F540-60BE-71CB-29D6-36C0D03E0014}"/>
                    </a:ext>
                  </a:extLst>
                </p:cNvPr>
                <p:cNvSpPr/>
                <p:nvPr/>
              </p:nvSpPr>
              <p:spPr>
                <a:xfrm>
                  <a:off x="930022" y="4465091"/>
                  <a:ext cx="42" cy="638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513" fill="none" extrusionOk="0">
                      <a:moveTo>
                        <a:pt x="0" y="0"/>
                      </a:moveTo>
                      <a:lnTo>
                        <a:pt x="0" y="1513"/>
                      </a:lnTo>
                    </a:path>
                  </a:pathLst>
                </a:custGeom>
                <a:noFill/>
                <a:ln w="4825" cap="flat" cmpd="sng">
                  <a:solidFill>
                    <a:srgbClr val="E8ECF8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9" name="Google Shape;3289;p58">
                  <a:extLst>
                    <a:ext uri="{FF2B5EF4-FFF2-40B4-BE49-F238E27FC236}">
                      <a16:creationId xmlns:a16="http://schemas.microsoft.com/office/drawing/2014/main" id="{19938E7A-ED66-45F6-4D46-218380867D9C}"/>
                    </a:ext>
                  </a:extLst>
                </p:cNvPr>
                <p:cNvSpPr/>
                <p:nvPr/>
              </p:nvSpPr>
              <p:spPr>
                <a:xfrm>
                  <a:off x="897881" y="4496728"/>
                  <a:ext cx="64282" cy="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1" fill="none" extrusionOk="0">
                      <a:moveTo>
                        <a:pt x="1524" y="1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4825" cap="flat" cmpd="sng">
                  <a:solidFill>
                    <a:srgbClr val="E8ECF8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0" name="Google Shape;3290;p58">
                  <a:extLst>
                    <a:ext uri="{FF2B5EF4-FFF2-40B4-BE49-F238E27FC236}">
                      <a16:creationId xmlns:a16="http://schemas.microsoft.com/office/drawing/2014/main" id="{D2A905C5-7389-EBF7-25AE-A96159771B77}"/>
                    </a:ext>
                  </a:extLst>
                </p:cNvPr>
                <p:cNvSpPr/>
                <p:nvPr/>
              </p:nvSpPr>
              <p:spPr>
                <a:xfrm>
                  <a:off x="684492" y="4161039"/>
                  <a:ext cx="221572" cy="1365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3" h="3238" extrusionOk="0">
                      <a:moveTo>
                        <a:pt x="5253" y="1"/>
                      </a:moveTo>
                      <a:cubicBezTo>
                        <a:pt x="5196" y="1"/>
                        <a:pt x="5139" y="3"/>
                        <a:pt x="5083" y="8"/>
                      </a:cubicBezTo>
                      <a:lnTo>
                        <a:pt x="5083" y="8"/>
                      </a:lnTo>
                      <a:lnTo>
                        <a:pt x="5253" y="1"/>
                      </a:lnTo>
                      <a:close/>
                      <a:moveTo>
                        <a:pt x="5083" y="8"/>
                      </a:moveTo>
                      <a:lnTo>
                        <a:pt x="1137" y="194"/>
                      </a:lnTo>
                      <a:cubicBezTo>
                        <a:pt x="796" y="523"/>
                        <a:pt x="466" y="808"/>
                        <a:pt x="227" y="1183"/>
                      </a:cubicBezTo>
                      <a:cubicBezTo>
                        <a:pt x="46" y="1615"/>
                        <a:pt x="0" y="2092"/>
                        <a:pt x="227" y="2468"/>
                      </a:cubicBezTo>
                      <a:cubicBezTo>
                        <a:pt x="330" y="2604"/>
                        <a:pt x="421" y="2706"/>
                        <a:pt x="569" y="2797"/>
                      </a:cubicBezTo>
                      <a:cubicBezTo>
                        <a:pt x="899" y="3088"/>
                        <a:pt x="1345" y="3237"/>
                        <a:pt x="1766" y="3237"/>
                      </a:cubicBezTo>
                      <a:cubicBezTo>
                        <a:pt x="1822" y="3237"/>
                        <a:pt x="1878" y="3235"/>
                        <a:pt x="1933" y="3229"/>
                      </a:cubicBezTo>
                      <a:cubicBezTo>
                        <a:pt x="2456" y="3127"/>
                        <a:pt x="2888" y="2843"/>
                        <a:pt x="3127" y="2377"/>
                      </a:cubicBezTo>
                      <a:cubicBezTo>
                        <a:pt x="3218" y="2092"/>
                        <a:pt x="3263" y="1808"/>
                        <a:pt x="3308" y="1524"/>
                      </a:cubicBezTo>
                      <a:cubicBezTo>
                        <a:pt x="3532" y="725"/>
                        <a:pt x="4254" y="86"/>
                        <a:pt x="5083" y="8"/>
                      </a:cubicBezTo>
                      <a:close/>
                    </a:path>
                  </a:pathLst>
                </a:custGeom>
                <a:solidFill>
                  <a:srgbClr val="4B54A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1" name="Google Shape;3291;p58">
                  <a:extLst>
                    <a:ext uri="{FF2B5EF4-FFF2-40B4-BE49-F238E27FC236}">
                      <a16:creationId xmlns:a16="http://schemas.microsoft.com/office/drawing/2014/main" id="{CD00EC1A-9233-11BA-779C-C31087170D55}"/>
                    </a:ext>
                  </a:extLst>
                </p:cNvPr>
                <p:cNvSpPr/>
                <p:nvPr/>
              </p:nvSpPr>
              <p:spPr>
                <a:xfrm>
                  <a:off x="688330" y="4097259"/>
                  <a:ext cx="367852" cy="212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21" h="5049" extrusionOk="0">
                      <a:moveTo>
                        <a:pt x="4218" y="0"/>
                      </a:moveTo>
                      <a:cubicBezTo>
                        <a:pt x="3263" y="0"/>
                        <a:pt x="898" y="853"/>
                        <a:pt x="0" y="2843"/>
                      </a:cubicBezTo>
                      <a:cubicBezTo>
                        <a:pt x="421" y="2604"/>
                        <a:pt x="807" y="2274"/>
                        <a:pt x="1273" y="2126"/>
                      </a:cubicBezTo>
                      <a:cubicBezTo>
                        <a:pt x="1431" y="2081"/>
                        <a:pt x="1593" y="2061"/>
                        <a:pt x="1756" y="2061"/>
                      </a:cubicBezTo>
                      <a:cubicBezTo>
                        <a:pt x="2085" y="2061"/>
                        <a:pt x="2413" y="2145"/>
                        <a:pt x="2694" y="2274"/>
                      </a:cubicBezTo>
                      <a:cubicBezTo>
                        <a:pt x="3888" y="2843"/>
                        <a:pt x="4457" y="4025"/>
                        <a:pt x="5491" y="4684"/>
                      </a:cubicBezTo>
                      <a:cubicBezTo>
                        <a:pt x="5886" y="4918"/>
                        <a:pt x="6382" y="5048"/>
                        <a:pt x="6870" y="5048"/>
                      </a:cubicBezTo>
                      <a:cubicBezTo>
                        <a:pt x="7378" y="5048"/>
                        <a:pt x="7877" y="4907"/>
                        <a:pt x="8243" y="4594"/>
                      </a:cubicBezTo>
                      <a:cubicBezTo>
                        <a:pt x="8720" y="4218"/>
                        <a:pt x="8618" y="3457"/>
                        <a:pt x="8379" y="2888"/>
                      </a:cubicBezTo>
                      <a:cubicBezTo>
                        <a:pt x="7674" y="1183"/>
                        <a:pt x="5969" y="0"/>
                        <a:pt x="4218" y="0"/>
                      </a:cubicBezTo>
                      <a:close/>
                    </a:path>
                  </a:pathLst>
                </a:custGeom>
                <a:solidFill>
                  <a:srgbClr val="E8EEF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2" name="Google Shape;3292;p58">
                  <a:extLst>
                    <a:ext uri="{FF2B5EF4-FFF2-40B4-BE49-F238E27FC236}">
                      <a16:creationId xmlns:a16="http://schemas.microsoft.com/office/drawing/2014/main" id="{CB83939F-A33A-129E-2D22-738C407D594D}"/>
                    </a:ext>
                  </a:extLst>
                </p:cNvPr>
                <p:cNvSpPr/>
                <p:nvPr/>
              </p:nvSpPr>
              <p:spPr>
                <a:xfrm>
                  <a:off x="1117976" y="3450855"/>
                  <a:ext cx="415346" cy="624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47" h="14802" extrusionOk="0">
                      <a:moveTo>
                        <a:pt x="6991" y="0"/>
                      </a:moveTo>
                      <a:cubicBezTo>
                        <a:pt x="6582" y="0"/>
                        <a:pt x="6174" y="46"/>
                        <a:pt x="5776" y="113"/>
                      </a:cubicBezTo>
                      <a:cubicBezTo>
                        <a:pt x="3025" y="545"/>
                        <a:pt x="1376" y="2955"/>
                        <a:pt x="808" y="5422"/>
                      </a:cubicBezTo>
                      <a:cubicBezTo>
                        <a:pt x="376" y="7275"/>
                        <a:pt x="285" y="9162"/>
                        <a:pt x="183" y="11061"/>
                      </a:cubicBezTo>
                      <a:cubicBezTo>
                        <a:pt x="92" y="12243"/>
                        <a:pt x="1" y="14142"/>
                        <a:pt x="1376" y="14801"/>
                      </a:cubicBezTo>
                      <a:cubicBezTo>
                        <a:pt x="2934" y="14563"/>
                        <a:pt x="3980" y="13142"/>
                        <a:pt x="4355" y="11720"/>
                      </a:cubicBezTo>
                      <a:cubicBezTo>
                        <a:pt x="4730" y="10254"/>
                        <a:pt x="4639" y="8742"/>
                        <a:pt x="5071" y="7321"/>
                      </a:cubicBezTo>
                      <a:cubicBezTo>
                        <a:pt x="5640" y="5331"/>
                        <a:pt x="7152" y="3580"/>
                        <a:pt x="9187" y="2671"/>
                      </a:cubicBezTo>
                      <a:cubicBezTo>
                        <a:pt x="9380" y="2580"/>
                        <a:pt x="9619" y="2489"/>
                        <a:pt x="9710" y="2296"/>
                      </a:cubicBezTo>
                      <a:cubicBezTo>
                        <a:pt x="9846" y="2159"/>
                        <a:pt x="9846" y="1966"/>
                        <a:pt x="9801" y="1773"/>
                      </a:cubicBezTo>
                      <a:cubicBezTo>
                        <a:pt x="9710" y="1022"/>
                        <a:pt x="8994" y="397"/>
                        <a:pt x="8243" y="170"/>
                      </a:cubicBezTo>
                      <a:cubicBezTo>
                        <a:pt x="7834" y="48"/>
                        <a:pt x="7412" y="0"/>
                        <a:pt x="6991" y="0"/>
                      </a:cubicBezTo>
                      <a:close/>
                    </a:path>
                  </a:pathLst>
                </a:custGeom>
                <a:solidFill>
                  <a:srgbClr val="94A2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3" name="Google Shape;3293;p58">
                  <a:extLst>
                    <a:ext uri="{FF2B5EF4-FFF2-40B4-BE49-F238E27FC236}">
                      <a16:creationId xmlns:a16="http://schemas.microsoft.com/office/drawing/2014/main" id="{E741B25C-DC36-973C-5DB4-255301A57998}"/>
                    </a:ext>
                  </a:extLst>
                </p:cNvPr>
                <p:cNvSpPr/>
                <p:nvPr/>
              </p:nvSpPr>
              <p:spPr>
                <a:xfrm>
                  <a:off x="1153955" y="3896513"/>
                  <a:ext cx="397589" cy="372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6" h="8831" extrusionOk="0">
                      <a:moveTo>
                        <a:pt x="5977" y="1"/>
                      </a:moveTo>
                      <a:cubicBezTo>
                        <a:pt x="5201" y="1"/>
                        <a:pt x="4520" y="72"/>
                        <a:pt x="4218" y="257"/>
                      </a:cubicBezTo>
                      <a:cubicBezTo>
                        <a:pt x="3263" y="780"/>
                        <a:pt x="2797" y="1485"/>
                        <a:pt x="2365" y="2440"/>
                      </a:cubicBezTo>
                      <a:cubicBezTo>
                        <a:pt x="1842" y="3577"/>
                        <a:pt x="0" y="7693"/>
                        <a:pt x="2126" y="8830"/>
                      </a:cubicBezTo>
                      <a:cubicBezTo>
                        <a:pt x="2151" y="8830"/>
                        <a:pt x="2175" y="8830"/>
                        <a:pt x="2199" y="8830"/>
                      </a:cubicBezTo>
                      <a:cubicBezTo>
                        <a:pt x="4399" y="8830"/>
                        <a:pt x="4361" y="6787"/>
                        <a:pt x="4923" y="6135"/>
                      </a:cubicBezTo>
                      <a:cubicBezTo>
                        <a:pt x="5867" y="4850"/>
                        <a:pt x="6015" y="3145"/>
                        <a:pt x="6913" y="1872"/>
                      </a:cubicBezTo>
                      <a:cubicBezTo>
                        <a:pt x="7504" y="1007"/>
                        <a:pt x="8274" y="448"/>
                        <a:pt x="9304" y="448"/>
                      </a:cubicBezTo>
                      <a:cubicBezTo>
                        <a:pt x="9344" y="448"/>
                        <a:pt x="9385" y="449"/>
                        <a:pt x="9425" y="451"/>
                      </a:cubicBezTo>
                      <a:cubicBezTo>
                        <a:pt x="9117" y="238"/>
                        <a:pt x="7390" y="1"/>
                        <a:pt x="5977" y="1"/>
                      </a:cubicBezTo>
                      <a:close/>
                    </a:path>
                  </a:pathLst>
                </a:custGeom>
                <a:solidFill>
                  <a:srgbClr val="E8EEF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4" name="Google Shape;3294;p58">
                  <a:extLst>
                    <a:ext uri="{FF2B5EF4-FFF2-40B4-BE49-F238E27FC236}">
                      <a16:creationId xmlns:a16="http://schemas.microsoft.com/office/drawing/2014/main" id="{42E41004-A3B3-BE2D-A19D-FB4DEFBA2919}"/>
                    </a:ext>
                  </a:extLst>
                </p:cNvPr>
                <p:cNvSpPr/>
                <p:nvPr/>
              </p:nvSpPr>
              <p:spPr>
                <a:xfrm>
                  <a:off x="1201914" y="3906763"/>
                  <a:ext cx="309812" cy="645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45" h="15306" extrusionOk="0">
                      <a:moveTo>
                        <a:pt x="6897" y="0"/>
                      </a:moveTo>
                      <a:cubicBezTo>
                        <a:pt x="2033" y="0"/>
                        <a:pt x="1124" y="6840"/>
                        <a:pt x="614" y="10485"/>
                      </a:cubicBezTo>
                      <a:cubicBezTo>
                        <a:pt x="421" y="12100"/>
                        <a:pt x="239" y="13657"/>
                        <a:pt x="0" y="15272"/>
                      </a:cubicBezTo>
                      <a:cubicBezTo>
                        <a:pt x="0" y="15294"/>
                        <a:pt x="23" y="15306"/>
                        <a:pt x="46" y="15306"/>
                      </a:cubicBezTo>
                      <a:cubicBezTo>
                        <a:pt x="68" y="15306"/>
                        <a:pt x="91" y="15294"/>
                        <a:pt x="91" y="15272"/>
                      </a:cubicBezTo>
                      <a:cubicBezTo>
                        <a:pt x="705" y="11906"/>
                        <a:pt x="807" y="8496"/>
                        <a:pt x="1797" y="5221"/>
                      </a:cubicBezTo>
                      <a:cubicBezTo>
                        <a:pt x="2584" y="2681"/>
                        <a:pt x="4183" y="55"/>
                        <a:pt x="7069" y="55"/>
                      </a:cubicBezTo>
                      <a:cubicBezTo>
                        <a:pt x="7141" y="55"/>
                        <a:pt x="7214" y="56"/>
                        <a:pt x="7288" y="60"/>
                      </a:cubicBezTo>
                      <a:cubicBezTo>
                        <a:pt x="7345" y="60"/>
                        <a:pt x="7345" y="14"/>
                        <a:pt x="7288" y="14"/>
                      </a:cubicBezTo>
                      <a:cubicBezTo>
                        <a:pt x="7155" y="5"/>
                        <a:pt x="7025" y="0"/>
                        <a:pt x="6897" y="0"/>
                      </a:cubicBezTo>
                      <a:close/>
                    </a:path>
                  </a:pathLst>
                </a:custGeom>
                <a:solidFill>
                  <a:srgbClr val="283C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5" name="Google Shape;3295;p58">
                  <a:extLst>
                    <a:ext uri="{FF2B5EF4-FFF2-40B4-BE49-F238E27FC236}">
                      <a16:creationId xmlns:a16="http://schemas.microsoft.com/office/drawing/2014/main" id="{B4C66B0D-E2C7-9998-2C4C-115FADA85324}"/>
                    </a:ext>
                  </a:extLst>
                </p:cNvPr>
                <p:cNvSpPr/>
                <p:nvPr/>
              </p:nvSpPr>
              <p:spPr>
                <a:xfrm>
                  <a:off x="742026" y="3400447"/>
                  <a:ext cx="423951" cy="64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51" h="15235" extrusionOk="0">
                      <a:moveTo>
                        <a:pt x="2598" y="1"/>
                      </a:moveTo>
                      <a:cubicBezTo>
                        <a:pt x="1866" y="1"/>
                        <a:pt x="1186" y="347"/>
                        <a:pt x="717" y="1262"/>
                      </a:cubicBezTo>
                      <a:cubicBezTo>
                        <a:pt x="0" y="2638"/>
                        <a:pt x="478" y="4343"/>
                        <a:pt x="1376" y="5571"/>
                      </a:cubicBezTo>
                      <a:cubicBezTo>
                        <a:pt x="2047" y="6424"/>
                        <a:pt x="2843" y="7140"/>
                        <a:pt x="3468" y="8038"/>
                      </a:cubicBezTo>
                      <a:cubicBezTo>
                        <a:pt x="4650" y="9744"/>
                        <a:pt x="4502" y="11824"/>
                        <a:pt x="5310" y="13677"/>
                      </a:cubicBezTo>
                      <a:cubicBezTo>
                        <a:pt x="5685" y="14484"/>
                        <a:pt x="6356" y="15189"/>
                        <a:pt x="7208" y="15235"/>
                      </a:cubicBezTo>
                      <a:cubicBezTo>
                        <a:pt x="10051" y="13586"/>
                        <a:pt x="9619" y="9550"/>
                        <a:pt x="9334" y="7993"/>
                      </a:cubicBezTo>
                      <a:cubicBezTo>
                        <a:pt x="8914" y="5526"/>
                        <a:pt x="7345" y="3013"/>
                        <a:pt x="5401" y="1308"/>
                      </a:cubicBezTo>
                      <a:cubicBezTo>
                        <a:pt x="4623" y="608"/>
                        <a:pt x="3566" y="1"/>
                        <a:pt x="2598" y="1"/>
                      </a:cubicBezTo>
                      <a:close/>
                    </a:path>
                  </a:pathLst>
                </a:custGeom>
                <a:solidFill>
                  <a:srgbClr val="94A2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6" name="Google Shape;3296;p58">
                  <a:extLst>
                    <a:ext uri="{FF2B5EF4-FFF2-40B4-BE49-F238E27FC236}">
                      <a16:creationId xmlns:a16="http://schemas.microsoft.com/office/drawing/2014/main" id="{2B58D76E-0DF4-AFA2-F432-69A6035F581E}"/>
                    </a:ext>
                  </a:extLst>
                </p:cNvPr>
                <p:cNvSpPr/>
                <p:nvPr/>
              </p:nvSpPr>
              <p:spPr>
                <a:xfrm>
                  <a:off x="832164" y="3479581"/>
                  <a:ext cx="237895" cy="1002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0" h="23762" extrusionOk="0">
                      <a:moveTo>
                        <a:pt x="46" y="0"/>
                      </a:moveTo>
                      <a:cubicBezTo>
                        <a:pt x="1" y="0"/>
                        <a:pt x="1" y="102"/>
                        <a:pt x="46" y="102"/>
                      </a:cubicBezTo>
                      <a:cubicBezTo>
                        <a:pt x="1274" y="148"/>
                        <a:pt x="2275" y="1615"/>
                        <a:pt x="2843" y="2615"/>
                      </a:cubicBezTo>
                      <a:cubicBezTo>
                        <a:pt x="3605" y="3979"/>
                        <a:pt x="3980" y="5594"/>
                        <a:pt x="4264" y="7106"/>
                      </a:cubicBezTo>
                      <a:cubicBezTo>
                        <a:pt x="4969" y="10573"/>
                        <a:pt x="5162" y="14120"/>
                        <a:pt x="5310" y="17622"/>
                      </a:cubicBezTo>
                      <a:cubicBezTo>
                        <a:pt x="5401" y="19669"/>
                        <a:pt x="5447" y="21704"/>
                        <a:pt x="5492" y="23693"/>
                      </a:cubicBezTo>
                      <a:cubicBezTo>
                        <a:pt x="5492" y="23739"/>
                        <a:pt x="5518" y="23761"/>
                        <a:pt x="5543" y="23761"/>
                      </a:cubicBezTo>
                      <a:cubicBezTo>
                        <a:pt x="5569" y="23761"/>
                        <a:pt x="5594" y="23739"/>
                        <a:pt x="5594" y="23693"/>
                      </a:cubicBezTo>
                      <a:cubicBezTo>
                        <a:pt x="5640" y="19850"/>
                        <a:pt x="5401" y="15974"/>
                        <a:pt x="5071" y="12131"/>
                      </a:cubicBezTo>
                      <a:cubicBezTo>
                        <a:pt x="4924" y="10380"/>
                        <a:pt x="4742" y="8629"/>
                        <a:pt x="4355" y="6924"/>
                      </a:cubicBezTo>
                      <a:cubicBezTo>
                        <a:pt x="4025" y="5355"/>
                        <a:pt x="3650" y="3752"/>
                        <a:pt x="2843" y="2376"/>
                      </a:cubicBezTo>
                      <a:cubicBezTo>
                        <a:pt x="2275" y="1421"/>
                        <a:pt x="1274" y="57"/>
                        <a:pt x="46" y="0"/>
                      </a:cubicBezTo>
                      <a:close/>
                    </a:path>
                  </a:pathLst>
                </a:custGeom>
                <a:solidFill>
                  <a:srgbClr val="283C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7" name="Google Shape;3297;p58">
                  <a:extLst>
                    <a:ext uri="{FF2B5EF4-FFF2-40B4-BE49-F238E27FC236}">
                      <a16:creationId xmlns:a16="http://schemas.microsoft.com/office/drawing/2014/main" id="{B3B2738C-802C-34B1-347C-64371CE82A5F}"/>
                    </a:ext>
                  </a:extLst>
                </p:cNvPr>
                <p:cNvSpPr/>
                <p:nvPr/>
              </p:nvSpPr>
              <p:spPr>
                <a:xfrm>
                  <a:off x="528637" y="3853234"/>
                  <a:ext cx="317489" cy="2084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7" h="4942" extrusionOk="0">
                      <a:moveTo>
                        <a:pt x="4315" y="0"/>
                      </a:moveTo>
                      <a:cubicBezTo>
                        <a:pt x="3459" y="0"/>
                        <a:pt x="2270" y="180"/>
                        <a:pt x="1558" y="431"/>
                      </a:cubicBezTo>
                      <a:cubicBezTo>
                        <a:pt x="1228" y="715"/>
                        <a:pt x="660" y="1238"/>
                        <a:pt x="330" y="2045"/>
                      </a:cubicBezTo>
                      <a:cubicBezTo>
                        <a:pt x="0" y="2852"/>
                        <a:pt x="182" y="3841"/>
                        <a:pt x="796" y="4410"/>
                      </a:cubicBezTo>
                      <a:cubicBezTo>
                        <a:pt x="1216" y="4790"/>
                        <a:pt x="1821" y="4941"/>
                        <a:pt x="2409" y="4941"/>
                      </a:cubicBezTo>
                      <a:cubicBezTo>
                        <a:pt x="2489" y="4941"/>
                        <a:pt x="2570" y="4938"/>
                        <a:pt x="2649" y="4933"/>
                      </a:cubicBezTo>
                      <a:cubicBezTo>
                        <a:pt x="2933" y="4933"/>
                        <a:pt x="3263" y="4887"/>
                        <a:pt x="3547" y="4694"/>
                      </a:cubicBezTo>
                      <a:cubicBezTo>
                        <a:pt x="4264" y="4273"/>
                        <a:pt x="4400" y="3318"/>
                        <a:pt x="4775" y="2613"/>
                      </a:cubicBezTo>
                      <a:cubicBezTo>
                        <a:pt x="5325" y="1646"/>
                        <a:pt x="6365" y="997"/>
                        <a:pt x="7420" y="997"/>
                      </a:cubicBezTo>
                      <a:cubicBezTo>
                        <a:pt x="7455" y="997"/>
                        <a:pt x="7491" y="998"/>
                        <a:pt x="7526" y="999"/>
                      </a:cubicBezTo>
                      <a:lnTo>
                        <a:pt x="4639" y="10"/>
                      </a:lnTo>
                      <a:cubicBezTo>
                        <a:pt x="4538" y="3"/>
                        <a:pt x="4429" y="0"/>
                        <a:pt x="4315" y="0"/>
                      </a:cubicBezTo>
                      <a:close/>
                    </a:path>
                  </a:pathLst>
                </a:custGeom>
                <a:solidFill>
                  <a:srgbClr val="4B54A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8" name="Google Shape;3298;p58">
                  <a:extLst>
                    <a:ext uri="{FF2B5EF4-FFF2-40B4-BE49-F238E27FC236}">
                      <a16:creationId xmlns:a16="http://schemas.microsoft.com/office/drawing/2014/main" id="{E2DC677A-2AB7-8D88-ECCD-472E44C6A25F}"/>
                    </a:ext>
                  </a:extLst>
                </p:cNvPr>
                <p:cNvSpPr/>
                <p:nvPr/>
              </p:nvSpPr>
              <p:spPr>
                <a:xfrm>
                  <a:off x="612533" y="3834884"/>
                  <a:ext cx="155897" cy="159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6" h="3788" extrusionOk="0">
                      <a:moveTo>
                        <a:pt x="3169" y="0"/>
                      </a:moveTo>
                      <a:cubicBezTo>
                        <a:pt x="2273" y="0"/>
                        <a:pt x="1356" y="476"/>
                        <a:pt x="797" y="1150"/>
                      </a:cubicBezTo>
                      <a:cubicBezTo>
                        <a:pt x="137" y="1866"/>
                        <a:pt x="46" y="2810"/>
                        <a:pt x="1" y="3753"/>
                      </a:cubicBezTo>
                      <a:cubicBezTo>
                        <a:pt x="1" y="3776"/>
                        <a:pt x="23" y="3787"/>
                        <a:pt x="46" y="3787"/>
                      </a:cubicBezTo>
                      <a:cubicBezTo>
                        <a:pt x="69" y="3787"/>
                        <a:pt x="92" y="3776"/>
                        <a:pt x="92" y="3753"/>
                      </a:cubicBezTo>
                      <a:cubicBezTo>
                        <a:pt x="137" y="2855"/>
                        <a:pt x="228" y="1957"/>
                        <a:pt x="797" y="1241"/>
                      </a:cubicBezTo>
                      <a:cubicBezTo>
                        <a:pt x="1558" y="388"/>
                        <a:pt x="2604" y="161"/>
                        <a:pt x="3696" y="58"/>
                      </a:cubicBezTo>
                      <a:cubicBezTo>
                        <a:pt x="3523" y="19"/>
                        <a:pt x="3346" y="0"/>
                        <a:pt x="3169" y="0"/>
                      </a:cubicBezTo>
                      <a:close/>
                    </a:path>
                  </a:pathLst>
                </a:custGeom>
                <a:solidFill>
                  <a:srgbClr val="283C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9" name="Google Shape;3299;p58">
                  <a:extLst>
                    <a:ext uri="{FF2B5EF4-FFF2-40B4-BE49-F238E27FC236}">
                      <a16:creationId xmlns:a16="http://schemas.microsoft.com/office/drawing/2014/main" id="{8B106FBC-CB2D-0D6B-60A8-E903614731F9}"/>
                    </a:ext>
                  </a:extLst>
                </p:cNvPr>
                <p:cNvSpPr/>
                <p:nvPr/>
              </p:nvSpPr>
              <p:spPr>
                <a:xfrm>
                  <a:off x="594311" y="3819150"/>
                  <a:ext cx="327570" cy="17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66" h="4073" extrusionOk="0">
                      <a:moveTo>
                        <a:pt x="3799" y="0"/>
                      </a:moveTo>
                      <a:cubicBezTo>
                        <a:pt x="2786" y="0"/>
                        <a:pt x="1021" y="179"/>
                        <a:pt x="1" y="1239"/>
                      </a:cubicBezTo>
                      <a:cubicBezTo>
                        <a:pt x="246" y="1194"/>
                        <a:pt x="493" y="1173"/>
                        <a:pt x="738" y="1173"/>
                      </a:cubicBezTo>
                      <a:cubicBezTo>
                        <a:pt x="2059" y="1173"/>
                        <a:pt x="3344" y="1792"/>
                        <a:pt x="4264" y="2751"/>
                      </a:cubicBezTo>
                      <a:cubicBezTo>
                        <a:pt x="4787" y="3274"/>
                        <a:pt x="5310" y="3990"/>
                        <a:pt x="6015" y="4035"/>
                      </a:cubicBezTo>
                      <a:cubicBezTo>
                        <a:pt x="6178" y="4055"/>
                        <a:pt x="6350" y="4072"/>
                        <a:pt x="6519" y="4072"/>
                      </a:cubicBezTo>
                      <a:cubicBezTo>
                        <a:pt x="7140" y="4072"/>
                        <a:pt x="7730" y="3838"/>
                        <a:pt x="7766" y="2614"/>
                      </a:cubicBezTo>
                      <a:cubicBezTo>
                        <a:pt x="7766" y="1386"/>
                        <a:pt x="7061" y="1102"/>
                        <a:pt x="6401" y="670"/>
                      </a:cubicBezTo>
                      <a:cubicBezTo>
                        <a:pt x="5776" y="250"/>
                        <a:pt x="4980" y="102"/>
                        <a:pt x="4219" y="11"/>
                      </a:cubicBezTo>
                      <a:cubicBezTo>
                        <a:pt x="4102" y="5"/>
                        <a:pt x="3960" y="0"/>
                        <a:pt x="3799" y="0"/>
                      </a:cubicBezTo>
                      <a:close/>
                    </a:path>
                  </a:pathLst>
                </a:custGeom>
                <a:solidFill>
                  <a:srgbClr val="E8EEF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0" name="Google Shape;3300;p58">
                  <a:extLst>
                    <a:ext uri="{FF2B5EF4-FFF2-40B4-BE49-F238E27FC236}">
                      <a16:creationId xmlns:a16="http://schemas.microsoft.com/office/drawing/2014/main" id="{E6385FE6-7A22-A895-77D3-C8CE42A2764B}"/>
                    </a:ext>
                  </a:extLst>
                </p:cNvPr>
                <p:cNvSpPr/>
                <p:nvPr/>
              </p:nvSpPr>
              <p:spPr>
                <a:xfrm>
                  <a:off x="668168" y="3827249"/>
                  <a:ext cx="313650" cy="679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6" h="16100" extrusionOk="0">
                      <a:moveTo>
                        <a:pt x="46" y="1"/>
                      </a:moveTo>
                      <a:cubicBezTo>
                        <a:pt x="1" y="1"/>
                        <a:pt x="1" y="58"/>
                        <a:pt x="46" y="58"/>
                      </a:cubicBezTo>
                      <a:cubicBezTo>
                        <a:pt x="2559" y="103"/>
                        <a:pt x="4650" y="1808"/>
                        <a:pt x="5640" y="4082"/>
                      </a:cubicBezTo>
                      <a:cubicBezTo>
                        <a:pt x="6492" y="5924"/>
                        <a:pt x="6776" y="8061"/>
                        <a:pt x="6970" y="10096"/>
                      </a:cubicBezTo>
                      <a:cubicBezTo>
                        <a:pt x="7209" y="12086"/>
                        <a:pt x="7209" y="14076"/>
                        <a:pt x="7345" y="16065"/>
                      </a:cubicBezTo>
                      <a:cubicBezTo>
                        <a:pt x="7345" y="16088"/>
                        <a:pt x="7368" y="16099"/>
                        <a:pt x="7390" y="16099"/>
                      </a:cubicBezTo>
                      <a:cubicBezTo>
                        <a:pt x="7413" y="16099"/>
                        <a:pt x="7436" y="16088"/>
                        <a:pt x="7436" y="16065"/>
                      </a:cubicBezTo>
                      <a:cubicBezTo>
                        <a:pt x="7436" y="14166"/>
                        <a:pt x="7299" y="12222"/>
                        <a:pt x="7152" y="10381"/>
                      </a:cubicBezTo>
                      <a:cubicBezTo>
                        <a:pt x="7015" y="9096"/>
                        <a:pt x="6822" y="7823"/>
                        <a:pt x="6583" y="6595"/>
                      </a:cubicBezTo>
                      <a:cubicBezTo>
                        <a:pt x="6208" y="4889"/>
                        <a:pt x="5594" y="3275"/>
                        <a:pt x="4412" y="1990"/>
                      </a:cubicBezTo>
                      <a:cubicBezTo>
                        <a:pt x="3275" y="717"/>
                        <a:pt x="1751" y="1"/>
                        <a:pt x="46" y="1"/>
                      </a:cubicBezTo>
                      <a:close/>
                    </a:path>
                  </a:pathLst>
                </a:custGeom>
                <a:solidFill>
                  <a:srgbClr val="283C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1" name="Google Shape;3301;p58">
                  <a:extLst>
                    <a:ext uri="{FF2B5EF4-FFF2-40B4-BE49-F238E27FC236}">
                      <a16:creationId xmlns:a16="http://schemas.microsoft.com/office/drawing/2014/main" id="{35E009F7-52EC-C241-0B06-A9F9C28FFA03}"/>
                    </a:ext>
                  </a:extLst>
                </p:cNvPr>
                <p:cNvSpPr/>
                <p:nvPr/>
              </p:nvSpPr>
              <p:spPr>
                <a:xfrm>
                  <a:off x="812044" y="4126365"/>
                  <a:ext cx="237895" cy="372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0" h="8827" extrusionOk="0">
                      <a:moveTo>
                        <a:pt x="915" y="0"/>
                      </a:moveTo>
                      <a:cubicBezTo>
                        <a:pt x="611" y="0"/>
                        <a:pt x="304" y="27"/>
                        <a:pt x="0" y="72"/>
                      </a:cubicBezTo>
                      <a:cubicBezTo>
                        <a:pt x="0" y="72"/>
                        <a:pt x="0" y="118"/>
                        <a:pt x="46" y="118"/>
                      </a:cubicBezTo>
                      <a:cubicBezTo>
                        <a:pt x="306" y="79"/>
                        <a:pt x="569" y="58"/>
                        <a:pt x="832" y="58"/>
                      </a:cubicBezTo>
                      <a:cubicBezTo>
                        <a:pt x="1580" y="58"/>
                        <a:pt x="2326" y="232"/>
                        <a:pt x="2990" y="686"/>
                      </a:cubicBezTo>
                      <a:cubicBezTo>
                        <a:pt x="3798" y="1255"/>
                        <a:pt x="4309" y="2153"/>
                        <a:pt x="4650" y="3096"/>
                      </a:cubicBezTo>
                      <a:cubicBezTo>
                        <a:pt x="5264" y="4904"/>
                        <a:pt x="5401" y="6894"/>
                        <a:pt x="5162" y="8781"/>
                      </a:cubicBezTo>
                      <a:cubicBezTo>
                        <a:pt x="5162" y="8826"/>
                        <a:pt x="5219" y="8826"/>
                        <a:pt x="5219" y="8826"/>
                      </a:cubicBezTo>
                      <a:cubicBezTo>
                        <a:pt x="5639" y="6837"/>
                        <a:pt x="5355" y="4472"/>
                        <a:pt x="4548" y="2630"/>
                      </a:cubicBezTo>
                      <a:cubicBezTo>
                        <a:pt x="4218" y="1778"/>
                        <a:pt x="3650" y="1016"/>
                        <a:pt x="2888" y="538"/>
                      </a:cubicBezTo>
                      <a:cubicBezTo>
                        <a:pt x="2294" y="142"/>
                        <a:pt x="1612" y="0"/>
                        <a:pt x="915" y="0"/>
                      </a:cubicBezTo>
                      <a:close/>
                    </a:path>
                  </a:pathLst>
                </a:custGeom>
                <a:solidFill>
                  <a:srgbClr val="283C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2" name="Google Shape;3302;p58">
                  <a:extLst>
                    <a:ext uri="{FF2B5EF4-FFF2-40B4-BE49-F238E27FC236}">
                      <a16:creationId xmlns:a16="http://schemas.microsoft.com/office/drawing/2014/main" id="{6AE49745-6147-3BE7-6F7D-EE88820771C8}"/>
                    </a:ext>
                  </a:extLst>
                </p:cNvPr>
                <p:cNvSpPr/>
                <p:nvPr/>
              </p:nvSpPr>
              <p:spPr>
                <a:xfrm>
                  <a:off x="1143874" y="3502697"/>
                  <a:ext cx="253713" cy="107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" h="25590" extrusionOk="0">
                      <a:moveTo>
                        <a:pt x="6001" y="0"/>
                      </a:moveTo>
                      <a:cubicBezTo>
                        <a:pt x="5995" y="0"/>
                        <a:pt x="5985" y="5"/>
                        <a:pt x="5969" y="21"/>
                      </a:cubicBezTo>
                      <a:cubicBezTo>
                        <a:pt x="4639" y="737"/>
                        <a:pt x="3741" y="2112"/>
                        <a:pt x="3082" y="3431"/>
                      </a:cubicBezTo>
                      <a:cubicBezTo>
                        <a:pt x="2320" y="4852"/>
                        <a:pt x="1797" y="6421"/>
                        <a:pt x="1422" y="7979"/>
                      </a:cubicBezTo>
                      <a:cubicBezTo>
                        <a:pt x="615" y="11583"/>
                        <a:pt x="285" y="15323"/>
                        <a:pt x="137" y="19018"/>
                      </a:cubicBezTo>
                      <a:cubicBezTo>
                        <a:pt x="46" y="21201"/>
                        <a:pt x="1" y="23384"/>
                        <a:pt x="194" y="25555"/>
                      </a:cubicBezTo>
                      <a:cubicBezTo>
                        <a:pt x="194" y="25578"/>
                        <a:pt x="205" y="25590"/>
                        <a:pt x="217" y="25590"/>
                      </a:cubicBezTo>
                      <a:cubicBezTo>
                        <a:pt x="228" y="25590"/>
                        <a:pt x="239" y="25578"/>
                        <a:pt x="239" y="25555"/>
                      </a:cubicBezTo>
                      <a:cubicBezTo>
                        <a:pt x="137" y="21860"/>
                        <a:pt x="194" y="18211"/>
                        <a:pt x="524" y="14516"/>
                      </a:cubicBezTo>
                      <a:cubicBezTo>
                        <a:pt x="899" y="11105"/>
                        <a:pt x="1274" y="7558"/>
                        <a:pt x="2650" y="4386"/>
                      </a:cubicBezTo>
                      <a:cubicBezTo>
                        <a:pt x="3411" y="2772"/>
                        <a:pt x="4400" y="930"/>
                        <a:pt x="6015" y="21"/>
                      </a:cubicBezTo>
                      <a:cubicBezTo>
                        <a:pt x="6015" y="21"/>
                        <a:pt x="6015" y="0"/>
                        <a:pt x="6001" y="0"/>
                      </a:cubicBezTo>
                      <a:close/>
                    </a:path>
                  </a:pathLst>
                </a:custGeom>
                <a:solidFill>
                  <a:srgbClr val="283C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3" name="Google Shape;3303;p58">
                  <a:extLst>
                    <a:ext uri="{FF2B5EF4-FFF2-40B4-BE49-F238E27FC236}">
                      <a16:creationId xmlns:a16="http://schemas.microsoft.com/office/drawing/2014/main" id="{DC3C4D58-CA00-8B61-86CA-296790A65472}"/>
                    </a:ext>
                  </a:extLst>
                </p:cNvPr>
                <p:cNvSpPr/>
                <p:nvPr/>
              </p:nvSpPr>
              <p:spPr>
                <a:xfrm>
                  <a:off x="873880" y="4462686"/>
                  <a:ext cx="449892" cy="470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6" h="11143" extrusionOk="0">
                      <a:moveTo>
                        <a:pt x="1" y="1"/>
                      </a:moveTo>
                      <a:lnTo>
                        <a:pt x="1" y="1808"/>
                      </a:lnTo>
                      <a:cubicBezTo>
                        <a:pt x="1" y="9050"/>
                        <a:pt x="2513" y="11142"/>
                        <a:pt x="2513" y="11142"/>
                      </a:cubicBezTo>
                      <a:lnTo>
                        <a:pt x="8107" y="11142"/>
                      </a:lnTo>
                      <a:cubicBezTo>
                        <a:pt x="8107" y="11142"/>
                        <a:pt x="10665" y="9050"/>
                        <a:pt x="10665" y="1808"/>
                      </a:cubicBezTo>
                      <a:lnTo>
                        <a:pt x="1066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4" name="Google Shape;3304;p58">
                  <a:extLst>
                    <a:ext uri="{FF2B5EF4-FFF2-40B4-BE49-F238E27FC236}">
                      <a16:creationId xmlns:a16="http://schemas.microsoft.com/office/drawing/2014/main" id="{0E8167A1-FF57-63B6-1A3F-806B2C99D39F}"/>
                    </a:ext>
                  </a:extLst>
                </p:cNvPr>
                <p:cNvSpPr/>
                <p:nvPr/>
              </p:nvSpPr>
              <p:spPr>
                <a:xfrm>
                  <a:off x="1767295" y="2534819"/>
                  <a:ext cx="147757" cy="126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3" h="2993" extrusionOk="0">
                      <a:moveTo>
                        <a:pt x="330" y="0"/>
                      </a:moveTo>
                      <a:lnTo>
                        <a:pt x="0" y="2035"/>
                      </a:lnTo>
                      <a:cubicBezTo>
                        <a:pt x="0" y="2035"/>
                        <a:pt x="579" y="2993"/>
                        <a:pt x="1820" y="2993"/>
                      </a:cubicBezTo>
                      <a:cubicBezTo>
                        <a:pt x="1904" y="2993"/>
                        <a:pt x="1991" y="2988"/>
                        <a:pt x="2081" y="2979"/>
                      </a:cubicBezTo>
                      <a:cubicBezTo>
                        <a:pt x="3320" y="2842"/>
                        <a:pt x="3502" y="2217"/>
                        <a:pt x="3502" y="2217"/>
                      </a:cubicBezTo>
                      <a:lnTo>
                        <a:pt x="3263" y="46"/>
                      </a:lnTo>
                      <a:lnTo>
                        <a:pt x="330" y="0"/>
                      </a:lnTo>
                      <a:close/>
                    </a:path>
                  </a:pathLst>
                </a:custGeom>
                <a:solidFill>
                  <a:srgbClr val="D1A08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5" name="Google Shape;3305;p58">
                  <a:extLst>
                    <a:ext uri="{FF2B5EF4-FFF2-40B4-BE49-F238E27FC236}">
                      <a16:creationId xmlns:a16="http://schemas.microsoft.com/office/drawing/2014/main" id="{656D32F1-4AF7-0061-D5D9-0BCE4A9FB372}"/>
                    </a:ext>
                  </a:extLst>
                </p:cNvPr>
                <p:cNvSpPr/>
                <p:nvPr/>
              </p:nvSpPr>
              <p:spPr>
                <a:xfrm>
                  <a:off x="1769193" y="2381149"/>
                  <a:ext cx="205796" cy="196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" h="4660" extrusionOk="0">
                      <a:moveTo>
                        <a:pt x="2198" y="0"/>
                      </a:moveTo>
                      <a:cubicBezTo>
                        <a:pt x="1708" y="0"/>
                        <a:pt x="1186" y="90"/>
                        <a:pt x="717" y="232"/>
                      </a:cubicBezTo>
                      <a:cubicBezTo>
                        <a:pt x="1" y="460"/>
                        <a:pt x="524" y="3404"/>
                        <a:pt x="615" y="3734"/>
                      </a:cubicBezTo>
                      <a:cubicBezTo>
                        <a:pt x="693" y="3987"/>
                        <a:pt x="1792" y="4659"/>
                        <a:pt x="2812" y="4659"/>
                      </a:cubicBezTo>
                      <a:cubicBezTo>
                        <a:pt x="3125" y="4659"/>
                        <a:pt x="3430" y="4596"/>
                        <a:pt x="3696" y="4439"/>
                      </a:cubicBezTo>
                      <a:cubicBezTo>
                        <a:pt x="4878" y="3734"/>
                        <a:pt x="4026" y="983"/>
                        <a:pt x="4026" y="983"/>
                      </a:cubicBezTo>
                      <a:cubicBezTo>
                        <a:pt x="3789" y="265"/>
                        <a:pt x="3039" y="0"/>
                        <a:pt x="2198" y="0"/>
                      </a:cubicBezTo>
                      <a:close/>
                    </a:path>
                  </a:pathLst>
                </a:custGeom>
                <a:solidFill>
                  <a:srgbClr val="D1A08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6" name="Google Shape;3306;p58">
                  <a:extLst>
                    <a:ext uri="{FF2B5EF4-FFF2-40B4-BE49-F238E27FC236}">
                      <a16:creationId xmlns:a16="http://schemas.microsoft.com/office/drawing/2014/main" id="{0ACE8446-E9AC-76A5-86FC-E0A31C565E01}"/>
                    </a:ext>
                  </a:extLst>
                </p:cNvPr>
                <p:cNvSpPr/>
                <p:nvPr/>
              </p:nvSpPr>
              <p:spPr>
                <a:xfrm>
                  <a:off x="1823394" y="2560720"/>
                  <a:ext cx="85878" cy="316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" h="751" fill="none" extrusionOk="0">
                      <a:moveTo>
                        <a:pt x="2036" y="466"/>
                      </a:moveTo>
                      <a:cubicBezTo>
                        <a:pt x="2036" y="466"/>
                        <a:pt x="853" y="750"/>
                        <a:pt x="1" y="0"/>
                      </a:cubicBezTo>
                    </a:path>
                  </a:pathLst>
                </a:custGeom>
                <a:noFill/>
                <a:ln w="3700" cap="flat" cmpd="sng">
                  <a:solidFill>
                    <a:srgbClr val="B87F6E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7" name="Google Shape;3307;p58">
                  <a:extLst>
                    <a:ext uri="{FF2B5EF4-FFF2-40B4-BE49-F238E27FC236}">
                      <a16:creationId xmlns:a16="http://schemas.microsoft.com/office/drawing/2014/main" id="{0D562051-EDB4-4D4F-03F6-B6CE424FB6AE}"/>
                    </a:ext>
                  </a:extLst>
                </p:cNvPr>
                <p:cNvSpPr/>
                <p:nvPr/>
              </p:nvSpPr>
              <p:spPr>
                <a:xfrm>
                  <a:off x="1733256" y="2320743"/>
                  <a:ext cx="246036" cy="223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3" h="5287" extrusionOk="0">
                      <a:moveTo>
                        <a:pt x="3636" y="0"/>
                      </a:moveTo>
                      <a:cubicBezTo>
                        <a:pt x="3548" y="0"/>
                        <a:pt x="3457" y="15"/>
                        <a:pt x="3365" y="50"/>
                      </a:cubicBezTo>
                      <a:cubicBezTo>
                        <a:pt x="3172" y="96"/>
                        <a:pt x="2933" y="243"/>
                        <a:pt x="2752" y="380"/>
                      </a:cubicBezTo>
                      <a:cubicBezTo>
                        <a:pt x="2649" y="471"/>
                        <a:pt x="2513" y="573"/>
                        <a:pt x="2365" y="619"/>
                      </a:cubicBezTo>
                      <a:cubicBezTo>
                        <a:pt x="2248" y="667"/>
                        <a:pt x="2137" y="681"/>
                        <a:pt x="2027" y="681"/>
                      </a:cubicBezTo>
                      <a:cubicBezTo>
                        <a:pt x="1876" y="681"/>
                        <a:pt x="1727" y="654"/>
                        <a:pt x="1572" y="654"/>
                      </a:cubicBezTo>
                      <a:cubicBezTo>
                        <a:pt x="1522" y="654"/>
                        <a:pt x="1472" y="657"/>
                        <a:pt x="1421" y="664"/>
                      </a:cubicBezTo>
                      <a:cubicBezTo>
                        <a:pt x="1092" y="664"/>
                        <a:pt x="762" y="948"/>
                        <a:pt x="614" y="1278"/>
                      </a:cubicBezTo>
                      <a:cubicBezTo>
                        <a:pt x="523" y="1608"/>
                        <a:pt x="569" y="1994"/>
                        <a:pt x="432" y="2324"/>
                      </a:cubicBezTo>
                      <a:cubicBezTo>
                        <a:pt x="330" y="2517"/>
                        <a:pt x="148" y="2608"/>
                        <a:pt x="91" y="2801"/>
                      </a:cubicBezTo>
                      <a:cubicBezTo>
                        <a:pt x="0" y="3029"/>
                        <a:pt x="91" y="3313"/>
                        <a:pt x="239" y="3506"/>
                      </a:cubicBezTo>
                      <a:cubicBezTo>
                        <a:pt x="330" y="3700"/>
                        <a:pt x="478" y="3938"/>
                        <a:pt x="523" y="4120"/>
                      </a:cubicBezTo>
                      <a:cubicBezTo>
                        <a:pt x="569" y="4313"/>
                        <a:pt x="614" y="4450"/>
                        <a:pt x="660" y="4643"/>
                      </a:cubicBezTo>
                      <a:cubicBezTo>
                        <a:pt x="762" y="4973"/>
                        <a:pt x="944" y="5257"/>
                        <a:pt x="1330" y="5257"/>
                      </a:cubicBezTo>
                      <a:cubicBezTo>
                        <a:pt x="1387" y="5276"/>
                        <a:pt x="1445" y="5287"/>
                        <a:pt x="1501" y="5287"/>
                      </a:cubicBezTo>
                      <a:cubicBezTo>
                        <a:pt x="1579" y="5287"/>
                        <a:pt x="1652" y="5265"/>
                        <a:pt x="1706" y="5212"/>
                      </a:cubicBezTo>
                      <a:cubicBezTo>
                        <a:pt x="1797" y="5166"/>
                        <a:pt x="1853" y="5018"/>
                        <a:pt x="1853" y="4882"/>
                      </a:cubicBezTo>
                      <a:cubicBezTo>
                        <a:pt x="1899" y="4689"/>
                        <a:pt x="1899" y="4450"/>
                        <a:pt x="1797" y="4268"/>
                      </a:cubicBezTo>
                      <a:lnTo>
                        <a:pt x="1797" y="4268"/>
                      </a:lnTo>
                      <a:cubicBezTo>
                        <a:pt x="1924" y="4307"/>
                        <a:pt x="2042" y="4414"/>
                        <a:pt x="2167" y="4414"/>
                      </a:cubicBezTo>
                      <a:cubicBezTo>
                        <a:pt x="2187" y="4414"/>
                        <a:pt x="2208" y="4411"/>
                        <a:pt x="2229" y="4404"/>
                      </a:cubicBezTo>
                      <a:cubicBezTo>
                        <a:pt x="2274" y="4404"/>
                        <a:pt x="2274" y="4359"/>
                        <a:pt x="2319" y="4359"/>
                      </a:cubicBezTo>
                      <a:cubicBezTo>
                        <a:pt x="2604" y="4029"/>
                        <a:pt x="2274" y="3552"/>
                        <a:pt x="2229" y="3222"/>
                      </a:cubicBezTo>
                      <a:cubicBezTo>
                        <a:pt x="2183" y="2892"/>
                        <a:pt x="2513" y="2563"/>
                        <a:pt x="2888" y="2563"/>
                      </a:cubicBezTo>
                      <a:cubicBezTo>
                        <a:pt x="3036" y="2608"/>
                        <a:pt x="3172" y="2654"/>
                        <a:pt x="3320" y="2654"/>
                      </a:cubicBezTo>
                      <a:cubicBezTo>
                        <a:pt x="3604" y="2608"/>
                        <a:pt x="3843" y="2324"/>
                        <a:pt x="4127" y="2233"/>
                      </a:cubicBezTo>
                      <a:cubicBezTo>
                        <a:pt x="4203" y="2214"/>
                        <a:pt x="4285" y="2208"/>
                        <a:pt x="4371" y="2208"/>
                      </a:cubicBezTo>
                      <a:cubicBezTo>
                        <a:pt x="4544" y="2208"/>
                        <a:pt x="4734" y="2233"/>
                        <a:pt x="4923" y="2233"/>
                      </a:cubicBezTo>
                      <a:cubicBezTo>
                        <a:pt x="4946" y="2235"/>
                        <a:pt x="4969" y="2236"/>
                        <a:pt x="4992" y="2236"/>
                      </a:cubicBezTo>
                      <a:cubicBezTo>
                        <a:pt x="5436" y="2236"/>
                        <a:pt x="5778" y="1824"/>
                        <a:pt x="5833" y="1380"/>
                      </a:cubicBezTo>
                      <a:cubicBezTo>
                        <a:pt x="5833" y="1187"/>
                        <a:pt x="5776" y="1039"/>
                        <a:pt x="5685" y="857"/>
                      </a:cubicBezTo>
                      <a:cubicBezTo>
                        <a:pt x="5548" y="619"/>
                        <a:pt x="5310" y="425"/>
                        <a:pt x="5025" y="380"/>
                      </a:cubicBezTo>
                      <a:cubicBezTo>
                        <a:pt x="4741" y="334"/>
                        <a:pt x="4457" y="380"/>
                        <a:pt x="4218" y="243"/>
                      </a:cubicBezTo>
                      <a:cubicBezTo>
                        <a:pt x="4173" y="186"/>
                        <a:pt x="4127" y="141"/>
                        <a:pt x="4025" y="96"/>
                      </a:cubicBezTo>
                      <a:cubicBezTo>
                        <a:pt x="3912" y="39"/>
                        <a:pt x="3778" y="0"/>
                        <a:pt x="3636" y="0"/>
                      </a:cubicBezTo>
                      <a:close/>
                    </a:path>
                  </a:pathLst>
                </a:custGeom>
                <a:solidFill>
                  <a:srgbClr val="21223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8" name="Google Shape;3308;p58">
                  <a:extLst>
                    <a:ext uri="{FF2B5EF4-FFF2-40B4-BE49-F238E27FC236}">
                      <a16:creationId xmlns:a16="http://schemas.microsoft.com/office/drawing/2014/main" id="{EF66A907-2A3B-AFF2-6DA0-02DC4FAA988D}"/>
                    </a:ext>
                  </a:extLst>
                </p:cNvPr>
                <p:cNvSpPr/>
                <p:nvPr/>
              </p:nvSpPr>
              <p:spPr>
                <a:xfrm>
                  <a:off x="1779485" y="2480320"/>
                  <a:ext cx="47790" cy="58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3" h="1386" extrusionOk="0">
                      <a:moveTo>
                        <a:pt x="486" y="0"/>
                      </a:moveTo>
                      <a:cubicBezTo>
                        <a:pt x="436" y="0"/>
                        <a:pt x="383" y="16"/>
                        <a:pt x="325" y="53"/>
                      </a:cubicBezTo>
                      <a:cubicBezTo>
                        <a:pt x="234" y="98"/>
                        <a:pt x="189" y="246"/>
                        <a:pt x="132" y="337"/>
                      </a:cubicBezTo>
                      <a:cubicBezTo>
                        <a:pt x="0" y="755"/>
                        <a:pt x="304" y="1385"/>
                        <a:pt x="664" y="1385"/>
                      </a:cubicBezTo>
                      <a:cubicBezTo>
                        <a:pt x="676" y="1385"/>
                        <a:pt x="688" y="1385"/>
                        <a:pt x="701" y="1383"/>
                      </a:cubicBezTo>
                      <a:cubicBezTo>
                        <a:pt x="939" y="1338"/>
                        <a:pt x="1042" y="1099"/>
                        <a:pt x="1133" y="906"/>
                      </a:cubicBezTo>
                      <a:lnTo>
                        <a:pt x="894" y="439"/>
                      </a:lnTo>
                      <a:cubicBezTo>
                        <a:pt x="821" y="249"/>
                        <a:pt x="683" y="0"/>
                        <a:pt x="486" y="0"/>
                      </a:cubicBezTo>
                      <a:close/>
                    </a:path>
                  </a:pathLst>
                </a:custGeom>
                <a:solidFill>
                  <a:srgbClr val="D1A08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9" name="Google Shape;3309;p58">
                  <a:extLst>
                    <a:ext uri="{FF2B5EF4-FFF2-40B4-BE49-F238E27FC236}">
                      <a16:creationId xmlns:a16="http://schemas.microsoft.com/office/drawing/2014/main" id="{2C111385-3E8B-7404-C92F-9A5C41DF36D9}"/>
                    </a:ext>
                  </a:extLst>
                </p:cNvPr>
                <p:cNvSpPr/>
                <p:nvPr/>
              </p:nvSpPr>
              <p:spPr>
                <a:xfrm>
                  <a:off x="1901090" y="2468635"/>
                  <a:ext cx="20162" cy="4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" h="1047" fill="none" extrusionOk="0">
                      <a:moveTo>
                        <a:pt x="91" y="0"/>
                      </a:moveTo>
                      <a:cubicBezTo>
                        <a:pt x="91" y="0"/>
                        <a:pt x="478" y="716"/>
                        <a:pt x="432" y="853"/>
                      </a:cubicBezTo>
                      <a:cubicBezTo>
                        <a:pt x="330" y="1046"/>
                        <a:pt x="0" y="944"/>
                        <a:pt x="0" y="944"/>
                      </a:cubicBezTo>
                    </a:path>
                  </a:pathLst>
                </a:custGeom>
                <a:noFill/>
                <a:ln w="3700" cap="flat" cmpd="sng">
                  <a:solidFill>
                    <a:srgbClr val="B87F6E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0" name="Google Shape;3310;p58">
                  <a:extLst>
                    <a:ext uri="{FF2B5EF4-FFF2-40B4-BE49-F238E27FC236}">
                      <a16:creationId xmlns:a16="http://schemas.microsoft.com/office/drawing/2014/main" id="{FBE6C6C2-579D-075D-C6B6-0BDF7117AED8}"/>
                    </a:ext>
                  </a:extLst>
                </p:cNvPr>
                <p:cNvSpPr/>
                <p:nvPr/>
              </p:nvSpPr>
              <p:spPr>
                <a:xfrm>
                  <a:off x="1892949" y="2524738"/>
                  <a:ext cx="42222" cy="32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" h="761" extrusionOk="0">
                      <a:moveTo>
                        <a:pt x="910" y="0"/>
                      </a:moveTo>
                      <a:lnTo>
                        <a:pt x="0" y="91"/>
                      </a:lnTo>
                      <a:cubicBezTo>
                        <a:pt x="0" y="91"/>
                        <a:pt x="50" y="760"/>
                        <a:pt x="477" y="760"/>
                      </a:cubicBezTo>
                      <a:cubicBezTo>
                        <a:pt x="506" y="760"/>
                        <a:pt x="536" y="757"/>
                        <a:pt x="569" y="751"/>
                      </a:cubicBezTo>
                      <a:cubicBezTo>
                        <a:pt x="1001" y="660"/>
                        <a:pt x="910" y="0"/>
                        <a:pt x="91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1" name="Google Shape;3311;p58">
                  <a:extLst>
                    <a:ext uri="{FF2B5EF4-FFF2-40B4-BE49-F238E27FC236}">
                      <a16:creationId xmlns:a16="http://schemas.microsoft.com/office/drawing/2014/main" id="{941437F3-1489-75E2-6CDC-DB1D12EEECF4}"/>
                    </a:ext>
                  </a:extLst>
                </p:cNvPr>
                <p:cNvSpPr/>
                <p:nvPr/>
              </p:nvSpPr>
              <p:spPr>
                <a:xfrm>
                  <a:off x="1928886" y="2459228"/>
                  <a:ext cx="9406" cy="13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" h="324" extrusionOk="0">
                      <a:moveTo>
                        <a:pt x="77" y="1"/>
                      </a:moveTo>
                      <a:cubicBezTo>
                        <a:pt x="38" y="1"/>
                        <a:pt x="1" y="25"/>
                        <a:pt x="1" y="87"/>
                      </a:cubicBezTo>
                      <a:cubicBezTo>
                        <a:pt x="1" y="132"/>
                        <a:pt x="58" y="223"/>
                        <a:pt x="58" y="269"/>
                      </a:cubicBezTo>
                      <a:cubicBezTo>
                        <a:pt x="75" y="307"/>
                        <a:pt x="105" y="323"/>
                        <a:pt x="133" y="323"/>
                      </a:cubicBezTo>
                      <a:cubicBezTo>
                        <a:pt x="180" y="323"/>
                        <a:pt x="222" y="280"/>
                        <a:pt x="194" y="223"/>
                      </a:cubicBezTo>
                      <a:cubicBezTo>
                        <a:pt x="194" y="178"/>
                        <a:pt x="149" y="132"/>
                        <a:pt x="149" y="30"/>
                      </a:cubicBezTo>
                      <a:cubicBezTo>
                        <a:pt x="130" y="12"/>
                        <a:pt x="103" y="1"/>
                        <a:pt x="7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2" name="Google Shape;3312;p58">
                  <a:extLst>
                    <a:ext uri="{FF2B5EF4-FFF2-40B4-BE49-F238E27FC236}">
                      <a16:creationId xmlns:a16="http://schemas.microsoft.com/office/drawing/2014/main" id="{70A9FE1E-1767-0217-2232-CC0ACE9634CA}"/>
                    </a:ext>
                  </a:extLst>
                </p:cNvPr>
                <p:cNvSpPr/>
                <p:nvPr/>
              </p:nvSpPr>
              <p:spPr>
                <a:xfrm>
                  <a:off x="1921210" y="2438896"/>
                  <a:ext cx="22102" cy="9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228" fill="none" extrusionOk="0">
                      <a:moveTo>
                        <a:pt x="1" y="228"/>
                      </a:moveTo>
                      <a:cubicBezTo>
                        <a:pt x="1" y="228"/>
                        <a:pt x="240" y="0"/>
                        <a:pt x="524" y="182"/>
                      </a:cubicBezTo>
                    </a:path>
                  </a:pathLst>
                </a:custGeom>
                <a:solidFill>
                  <a:schemeClr val="dk1"/>
                </a:solidFill>
                <a:ln w="2275" cap="rnd" cmpd="sng">
                  <a:solidFill>
                    <a:srgbClr val="23326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3" name="Google Shape;3313;p58">
                  <a:extLst>
                    <a:ext uri="{FF2B5EF4-FFF2-40B4-BE49-F238E27FC236}">
                      <a16:creationId xmlns:a16="http://schemas.microsoft.com/office/drawing/2014/main" id="{143FBADF-6315-504A-63C4-9937F4C2F27B}"/>
                    </a:ext>
                  </a:extLst>
                </p:cNvPr>
                <p:cNvSpPr/>
                <p:nvPr/>
              </p:nvSpPr>
              <p:spPr>
                <a:xfrm>
                  <a:off x="1865110" y="2475342"/>
                  <a:ext cx="8183" cy="1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275" extrusionOk="0">
                      <a:moveTo>
                        <a:pt x="53" y="0"/>
                      </a:moveTo>
                      <a:cubicBezTo>
                        <a:pt x="23" y="0"/>
                        <a:pt x="1" y="12"/>
                        <a:pt x="1" y="35"/>
                      </a:cubicBezTo>
                      <a:cubicBezTo>
                        <a:pt x="1" y="125"/>
                        <a:pt x="1" y="171"/>
                        <a:pt x="46" y="216"/>
                      </a:cubicBezTo>
                      <a:cubicBezTo>
                        <a:pt x="46" y="257"/>
                        <a:pt x="69" y="274"/>
                        <a:pt x="97" y="274"/>
                      </a:cubicBezTo>
                      <a:cubicBezTo>
                        <a:pt x="140" y="274"/>
                        <a:pt x="194" y="233"/>
                        <a:pt x="194" y="171"/>
                      </a:cubicBezTo>
                      <a:cubicBezTo>
                        <a:pt x="148" y="125"/>
                        <a:pt x="148" y="80"/>
                        <a:pt x="148" y="35"/>
                      </a:cubicBezTo>
                      <a:cubicBezTo>
                        <a:pt x="120" y="12"/>
                        <a:pt x="83" y="0"/>
                        <a:pt x="5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4" name="Google Shape;3314;p58">
                  <a:extLst>
                    <a:ext uri="{FF2B5EF4-FFF2-40B4-BE49-F238E27FC236}">
                      <a16:creationId xmlns:a16="http://schemas.microsoft.com/office/drawing/2014/main" id="{8703D7E6-F342-3526-3B17-FADB23383573}"/>
                    </a:ext>
                  </a:extLst>
                </p:cNvPr>
                <p:cNvSpPr/>
                <p:nvPr/>
              </p:nvSpPr>
              <p:spPr>
                <a:xfrm>
                  <a:off x="1847395" y="2450876"/>
                  <a:ext cx="25899" cy="15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" h="376" fill="none" extrusionOk="0">
                      <a:moveTo>
                        <a:pt x="614" y="92"/>
                      </a:moveTo>
                      <a:cubicBezTo>
                        <a:pt x="614" y="92"/>
                        <a:pt x="284" y="1"/>
                        <a:pt x="0" y="376"/>
                      </a:cubicBezTo>
                    </a:path>
                  </a:pathLst>
                </a:custGeom>
                <a:solidFill>
                  <a:schemeClr val="dk1"/>
                </a:solidFill>
                <a:ln w="2275" cap="rnd" cmpd="sng">
                  <a:solidFill>
                    <a:srgbClr val="23326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5" name="Google Shape;3315;p58">
                  <a:extLst>
                    <a:ext uri="{FF2B5EF4-FFF2-40B4-BE49-F238E27FC236}">
                      <a16:creationId xmlns:a16="http://schemas.microsoft.com/office/drawing/2014/main" id="{43BAE9EB-0CBE-A072-A36F-F63799D101A3}"/>
                    </a:ext>
                  </a:extLst>
                </p:cNvPr>
                <p:cNvSpPr/>
                <p:nvPr/>
              </p:nvSpPr>
              <p:spPr>
                <a:xfrm>
                  <a:off x="1959129" y="4513052"/>
                  <a:ext cx="385567" cy="3736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41" h="8857" extrusionOk="0">
                      <a:moveTo>
                        <a:pt x="4968" y="0"/>
                      </a:moveTo>
                      <a:lnTo>
                        <a:pt x="0" y="512"/>
                      </a:lnTo>
                      <a:lnTo>
                        <a:pt x="807" y="6822"/>
                      </a:lnTo>
                      <a:lnTo>
                        <a:pt x="705" y="8857"/>
                      </a:lnTo>
                      <a:lnTo>
                        <a:pt x="8811" y="8811"/>
                      </a:lnTo>
                      <a:cubicBezTo>
                        <a:pt x="9004" y="8811"/>
                        <a:pt x="9141" y="8664"/>
                        <a:pt x="9141" y="8470"/>
                      </a:cubicBezTo>
                      <a:cubicBezTo>
                        <a:pt x="9141" y="8288"/>
                        <a:pt x="9050" y="8186"/>
                        <a:pt x="8902" y="8141"/>
                      </a:cubicBezTo>
                      <a:lnTo>
                        <a:pt x="5446" y="6538"/>
                      </a:lnTo>
                      <a:lnTo>
                        <a:pt x="4968" y="0"/>
                      </a:lnTo>
                      <a:close/>
                    </a:path>
                  </a:pathLst>
                </a:custGeom>
                <a:solidFill>
                  <a:srgbClr val="D1A08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6" name="Google Shape;3316;p58">
                  <a:extLst>
                    <a:ext uri="{FF2B5EF4-FFF2-40B4-BE49-F238E27FC236}">
                      <a16:creationId xmlns:a16="http://schemas.microsoft.com/office/drawing/2014/main" id="{CFC9D7A3-003C-1C5B-C767-01CC77912FA0}"/>
                    </a:ext>
                  </a:extLst>
                </p:cNvPr>
                <p:cNvSpPr/>
                <p:nvPr/>
              </p:nvSpPr>
              <p:spPr>
                <a:xfrm>
                  <a:off x="1971109" y="4788799"/>
                  <a:ext cx="393750" cy="131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5" h="3128" extrusionOk="0">
                      <a:moveTo>
                        <a:pt x="5116" y="1"/>
                      </a:moveTo>
                      <a:cubicBezTo>
                        <a:pt x="4316" y="314"/>
                        <a:pt x="3428" y="408"/>
                        <a:pt x="2645" y="408"/>
                      </a:cubicBezTo>
                      <a:cubicBezTo>
                        <a:pt x="1436" y="408"/>
                        <a:pt x="478" y="182"/>
                        <a:pt x="478" y="182"/>
                      </a:cubicBezTo>
                      <a:lnTo>
                        <a:pt x="0" y="2979"/>
                      </a:lnTo>
                      <a:cubicBezTo>
                        <a:pt x="0" y="3025"/>
                        <a:pt x="46" y="3127"/>
                        <a:pt x="137" y="3127"/>
                      </a:cubicBezTo>
                      <a:lnTo>
                        <a:pt x="9141" y="3127"/>
                      </a:lnTo>
                      <a:cubicBezTo>
                        <a:pt x="9334" y="3127"/>
                        <a:pt x="9186" y="2172"/>
                        <a:pt x="9186" y="2172"/>
                      </a:cubicBezTo>
                      <a:cubicBezTo>
                        <a:pt x="9141" y="1933"/>
                        <a:pt x="8948" y="1649"/>
                        <a:pt x="8811" y="1558"/>
                      </a:cubicBezTo>
                      <a:lnTo>
                        <a:pt x="5116" y="1"/>
                      </a:lnTo>
                      <a:close/>
                    </a:path>
                  </a:pathLst>
                </a:custGeom>
                <a:solidFill>
                  <a:srgbClr val="E8EEF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7" name="Google Shape;3317;p58">
                  <a:extLst>
                    <a:ext uri="{FF2B5EF4-FFF2-40B4-BE49-F238E27FC236}">
                      <a16:creationId xmlns:a16="http://schemas.microsoft.com/office/drawing/2014/main" id="{CC223CA8-3EF3-C102-1BAD-F4575A2EFF02}"/>
                    </a:ext>
                  </a:extLst>
                </p:cNvPr>
                <p:cNvSpPr/>
                <p:nvPr/>
              </p:nvSpPr>
              <p:spPr>
                <a:xfrm>
                  <a:off x="2198881" y="4794578"/>
                  <a:ext cx="22102" cy="379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899" fill="none" extrusionOk="0">
                      <a:moveTo>
                        <a:pt x="524" y="0"/>
                      </a:moveTo>
                      <a:cubicBezTo>
                        <a:pt x="330" y="284"/>
                        <a:pt x="137" y="568"/>
                        <a:pt x="1" y="898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4B54A1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8" name="Google Shape;3318;p58">
                  <a:extLst>
                    <a:ext uri="{FF2B5EF4-FFF2-40B4-BE49-F238E27FC236}">
                      <a16:creationId xmlns:a16="http://schemas.microsoft.com/office/drawing/2014/main" id="{490C0453-4650-AC86-F703-EE405E2F9DE9}"/>
                    </a:ext>
                  </a:extLst>
                </p:cNvPr>
                <p:cNvSpPr/>
                <p:nvPr/>
              </p:nvSpPr>
              <p:spPr>
                <a:xfrm>
                  <a:off x="2222881" y="4806558"/>
                  <a:ext cx="17758" cy="321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" h="762" fill="none" extrusionOk="0">
                      <a:moveTo>
                        <a:pt x="421" y="0"/>
                      </a:moveTo>
                      <a:cubicBezTo>
                        <a:pt x="193" y="284"/>
                        <a:pt x="136" y="478"/>
                        <a:pt x="0" y="762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4B54A1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9" name="Google Shape;3319;p58">
                  <a:extLst>
                    <a:ext uri="{FF2B5EF4-FFF2-40B4-BE49-F238E27FC236}">
                      <a16:creationId xmlns:a16="http://schemas.microsoft.com/office/drawing/2014/main" id="{329BFBF8-332A-76FE-6E7B-A099C7BDF82C}"/>
                    </a:ext>
                  </a:extLst>
                </p:cNvPr>
                <p:cNvSpPr/>
                <p:nvPr/>
              </p:nvSpPr>
              <p:spPr>
                <a:xfrm>
                  <a:off x="2240597" y="4814699"/>
                  <a:ext cx="16366" cy="29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" h="706" fill="none" extrusionOk="0">
                      <a:moveTo>
                        <a:pt x="387" y="1"/>
                      </a:moveTo>
                      <a:cubicBezTo>
                        <a:pt x="239" y="182"/>
                        <a:pt x="103" y="467"/>
                        <a:pt x="1" y="705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4B54A1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0" name="Google Shape;3320;p58">
                  <a:extLst>
                    <a:ext uri="{FF2B5EF4-FFF2-40B4-BE49-F238E27FC236}">
                      <a16:creationId xmlns:a16="http://schemas.microsoft.com/office/drawing/2014/main" id="{6B912BEB-5203-2C9F-641C-27BE608027B0}"/>
                    </a:ext>
                  </a:extLst>
                </p:cNvPr>
                <p:cNvSpPr/>
                <p:nvPr/>
              </p:nvSpPr>
              <p:spPr>
                <a:xfrm>
                  <a:off x="1973007" y="4892399"/>
                  <a:ext cx="387508" cy="1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7" h="46" fill="none" extrusionOk="0">
                      <a:moveTo>
                        <a:pt x="1" y="46"/>
                      </a:moveTo>
                      <a:lnTo>
                        <a:pt x="9187" y="0"/>
                      </a:lnTo>
                    </a:path>
                  </a:pathLst>
                </a:custGeom>
                <a:noFill/>
                <a:ln w="4825" cap="flat" cmpd="sng">
                  <a:solidFill>
                    <a:srgbClr val="4B54A1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1" name="Google Shape;3321;p58">
                  <a:extLst>
                    <a:ext uri="{FF2B5EF4-FFF2-40B4-BE49-F238E27FC236}">
                      <a16:creationId xmlns:a16="http://schemas.microsoft.com/office/drawing/2014/main" id="{F646E612-8912-085E-2A7B-D7A0432EA6C8}"/>
                    </a:ext>
                  </a:extLst>
                </p:cNvPr>
                <p:cNvSpPr/>
                <p:nvPr/>
              </p:nvSpPr>
              <p:spPr>
                <a:xfrm>
                  <a:off x="1983088" y="4838659"/>
                  <a:ext cx="99798" cy="55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6" h="1320" fill="none" extrusionOk="0">
                      <a:moveTo>
                        <a:pt x="0" y="1"/>
                      </a:moveTo>
                      <a:cubicBezTo>
                        <a:pt x="0" y="1"/>
                        <a:pt x="2183" y="46"/>
                        <a:pt x="2365" y="1320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4B54A1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2" name="Google Shape;3322;p58">
                  <a:extLst>
                    <a:ext uri="{FF2B5EF4-FFF2-40B4-BE49-F238E27FC236}">
                      <a16:creationId xmlns:a16="http://schemas.microsoft.com/office/drawing/2014/main" id="{6EB04527-6664-FE6C-ECD6-B51F3C3B5390}"/>
                    </a:ext>
                  </a:extLst>
                </p:cNvPr>
                <p:cNvSpPr/>
                <p:nvPr/>
              </p:nvSpPr>
              <p:spPr>
                <a:xfrm>
                  <a:off x="2280879" y="4840599"/>
                  <a:ext cx="29779" cy="53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1274" fill="none" extrusionOk="0">
                      <a:moveTo>
                        <a:pt x="706" y="0"/>
                      </a:moveTo>
                      <a:cubicBezTo>
                        <a:pt x="706" y="0"/>
                        <a:pt x="137" y="853"/>
                        <a:pt x="1" y="1274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4B54A1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3" name="Google Shape;3323;p58">
                  <a:extLst>
                    <a:ext uri="{FF2B5EF4-FFF2-40B4-BE49-F238E27FC236}">
                      <a16:creationId xmlns:a16="http://schemas.microsoft.com/office/drawing/2014/main" id="{0AE4C9C6-D117-452C-1947-FE95665E5873}"/>
                    </a:ext>
                  </a:extLst>
                </p:cNvPr>
                <p:cNvSpPr/>
                <p:nvPr/>
              </p:nvSpPr>
              <p:spPr>
                <a:xfrm>
                  <a:off x="1691540" y="3268078"/>
                  <a:ext cx="527545" cy="1488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07" h="35290" extrusionOk="0">
                      <a:moveTo>
                        <a:pt x="375" y="0"/>
                      </a:moveTo>
                      <a:cubicBezTo>
                        <a:pt x="0" y="1660"/>
                        <a:pt x="796" y="4309"/>
                        <a:pt x="2786" y="8197"/>
                      </a:cubicBezTo>
                      <a:cubicBezTo>
                        <a:pt x="3979" y="18611"/>
                        <a:pt x="5162" y="35290"/>
                        <a:pt x="5162" y="35290"/>
                      </a:cubicBezTo>
                      <a:lnTo>
                        <a:pt x="12506" y="35290"/>
                      </a:lnTo>
                      <a:cubicBezTo>
                        <a:pt x="12506" y="35290"/>
                        <a:pt x="11460" y="12597"/>
                        <a:pt x="10130" y="3025"/>
                      </a:cubicBezTo>
                      <a:lnTo>
                        <a:pt x="375" y="0"/>
                      </a:lnTo>
                      <a:close/>
                    </a:path>
                  </a:pathLst>
                </a:custGeom>
                <a:solidFill>
                  <a:srgbClr val="4B54A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4" name="Google Shape;3324;p58">
                  <a:extLst>
                    <a:ext uri="{FF2B5EF4-FFF2-40B4-BE49-F238E27FC236}">
                      <a16:creationId xmlns:a16="http://schemas.microsoft.com/office/drawing/2014/main" id="{2E5AD257-E006-958B-EF69-07074763BC4C}"/>
                    </a:ext>
                  </a:extLst>
                </p:cNvPr>
                <p:cNvSpPr/>
                <p:nvPr/>
              </p:nvSpPr>
              <p:spPr>
                <a:xfrm>
                  <a:off x="1849293" y="3613848"/>
                  <a:ext cx="99798" cy="1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6" h="27093" fill="none" extrusionOk="0">
                      <a:moveTo>
                        <a:pt x="2365" y="27093"/>
                      </a:moveTo>
                      <a:cubicBezTo>
                        <a:pt x="2365" y="27093"/>
                        <a:pt x="1183" y="10414"/>
                        <a:pt x="1" y="0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E8EEF9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5" name="Google Shape;3325;p58">
                  <a:extLst>
                    <a:ext uri="{FF2B5EF4-FFF2-40B4-BE49-F238E27FC236}">
                      <a16:creationId xmlns:a16="http://schemas.microsoft.com/office/drawing/2014/main" id="{611BACCA-FB62-5287-CCF1-718BD839D8F3}"/>
                    </a:ext>
                  </a:extLst>
                </p:cNvPr>
                <p:cNvSpPr/>
                <p:nvPr/>
              </p:nvSpPr>
              <p:spPr>
                <a:xfrm>
                  <a:off x="1515522" y="4513052"/>
                  <a:ext cx="355873" cy="3736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7" h="8857" extrusionOk="0">
                      <a:moveTo>
                        <a:pt x="5492" y="0"/>
                      </a:moveTo>
                      <a:lnTo>
                        <a:pt x="524" y="512"/>
                      </a:lnTo>
                      <a:lnTo>
                        <a:pt x="92" y="6822"/>
                      </a:lnTo>
                      <a:lnTo>
                        <a:pt x="1" y="8857"/>
                      </a:lnTo>
                      <a:lnTo>
                        <a:pt x="8095" y="8811"/>
                      </a:lnTo>
                      <a:cubicBezTo>
                        <a:pt x="8289" y="8811"/>
                        <a:pt x="8436" y="8664"/>
                        <a:pt x="8436" y="8470"/>
                      </a:cubicBezTo>
                      <a:cubicBezTo>
                        <a:pt x="8436" y="8288"/>
                        <a:pt x="8334" y="8186"/>
                        <a:pt x="8243" y="8141"/>
                      </a:cubicBezTo>
                      <a:lnTo>
                        <a:pt x="4742" y="6538"/>
                      </a:lnTo>
                      <a:lnTo>
                        <a:pt x="5492" y="0"/>
                      </a:lnTo>
                      <a:close/>
                    </a:path>
                  </a:pathLst>
                </a:custGeom>
                <a:solidFill>
                  <a:srgbClr val="D1A08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6" name="Google Shape;3326;p58">
                  <a:extLst>
                    <a:ext uri="{FF2B5EF4-FFF2-40B4-BE49-F238E27FC236}">
                      <a16:creationId xmlns:a16="http://schemas.microsoft.com/office/drawing/2014/main" id="{C113ED0F-B2D7-DDAD-6752-F4EB70DA0F9C}"/>
                    </a:ext>
                  </a:extLst>
                </p:cNvPr>
                <p:cNvSpPr/>
                <p:nvPr/>
              </p:nvSpPr>
              <p:spPr>
                <a:xfrm>
                  <a:off x="1497301" y="4788799"/>
                  <a:ext cx="393750" cy="131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5" h="3128" extrusionOk="0">
                      <a:moveTo>
                        <a:pt x="5117" y="1"/>
                      </a:moveTo>
                      <a:cubicBezTo>
                        <a:pt x="4316" y="314"/>
                        <a:pt x="3428" y="408"/>
                        <a:pt x="2645" y="408"/>
                      </a:cubicBezTo>
                      <a:cubicBezTo>
                        <a:pt x="1437" y="408"/>
                        <a:pt x="478" y="182"/>
                        <a:pt x="478" y="182"/>
                      </a:cubicBezTo>
                      <a:lnTo>
                        <a:pt x="1" y="2979"/>
                      </a:lnTo>
                      <a:cubicBezTo>
                        <a:pt x="1" y="3025"/>
                        <a:pt x="57" y="3127"/>
                        <a:pt x="148" y="3127"/>
                      </a:cubicBezTo>
                      <a:lnTo>
                        <a:pt x="9153" y="3127"/>
                      </a:lnTo>
                      <a:cubicBezTo>
                        <a:pt x="9335" y="3127"/>
                        <a:pt x="9198" y="2172"/>
                        <a:pt x="9198" y="2172"/>
                      </a:cubicBezTo>
                      <a:cubicBezTo>
                        <a:pt x="9153" y="1933"/>
                        <a:pt x="8959" y="1649"/>
                        <a:pt x="8812" y="1558"/>
                      </a:cubicBezTo>
                      <a:lnTo>
                        <a:pt x="5117" y="1"/>
                      </a:lnTo>
                      <a:close/>
                    </a:path>
                  </a:pathLst>
                </a:custGeom>
                <a:solidFill>
                  <a:srgbClr val="E8EEF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7" name="Google Shape;3327;p58">
                  <a:extLst>
                    <a:ext uri="{FF2B5EF4-FFF2-40B4-BE49-F238E27FC236}">
                      <a16:creationId xmlns:a16="http://schemas.microsoft.com/office/drawing/2014/main" id="{EC813B3E-F659-F849-C7AB-7B2AF0EEF4C2}"/>
                    </a:ext>
                  </a:extLst>
                </p:cNvPr>
                <p:cNvSpPr/>
                <p:nvPr/>
              </p:nvSpPr>
              <p:spPr>
                <a:xfrm>
                  <a:off x="1725073" y="4794578"/>
                  <a:ext cx="22102" cy="379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" h="899" fill="none" extrusionOk="0">
                      <a:moveTo>
                        <a:pt x="524" y="0"/>
                      </a:moveTo>
                      <a:cubicBezTo>
                        <a:pt x="342" y="284"/>
                        <a:pt x="149" y="568"/>
                        <a:pt x="1" y="898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4B54A1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8" name="Google Shape;3328;p58">
                  <a:extLst>
                    <a:ext uri="{FF2B5EF4-FFF2-40B4-BE49-F238E27FC236}">
                      <a16:creationId xmlns:a16="http://schemas.microsoft.com/office/drawing/2014/main" id="{00013CB9-73C8-EA37-A9D0-F35C2733EEBC}"/>
                    </a:ext>
                  </a:extLst>
                </p:cNvPr>
                <p:cNvSpPr/>
                <p:nvPr/>
              </p:nvSpPr>
              <p:spPr>
                <a:xfrm>
                  <a:off x="1749073" y="4806558"/>
                  <a:ext cx="18264" cy="321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" h="762" fill="none" extrusionOk="0">
                      <a:moveTo>
                        <a:pt x="432" y="0"/>
                      </a:moveTo>
                      <a:cubicBezTo>
                        <a:pt x="194" y="284"/>
                        <a:pt x="148" y="478"/>
                        <a:pt x="0" y="762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4B54A1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9" name="Google Shape;3329;p58">
                  <a:extLst>
                    <a:ext uri="{FF2B5EF4-FFF2-40B4-BE49-F238E27FC236}">
                      <a16:creationId xmlns:a16="http://schemas.microsoft.com/office/drawing/2014/main" id="{9EA2284F-B147-886E-CD20-0DF902D2F503}"/>
                    </a:ext>
                  </a:extLst>
                </p:cNvPr>
                <p:cNvSpPr/>
                <p:nvPr/>
              </p:nvSpPr>
              <p:spPr>
                <a:xfrm>
                  <a:off x="1767295" y="4814699"/>
                  <a:ext cx="15860" cy="29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706" fill="none" extrusionOk="0">
                      <a:moveTo>
                        <a:pt x="376" y="1"/>
                      </a:moveTo>
                      <a:cubicBezTo>
                        <a:pt x="239" y="182"/>
                        <a:pt x="91" y="467"/>
                        <a:pt x="0" y="705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4B54A1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0" name="Google Shape;3330;p58">
                  <a:extLst>
                    <a:ext uri="{FF2B5EF4-FFF2-40B4-BE49-F238E27FC236}">
                      <a16:creationId xmlns:a16="http://schemas.microsoft.com/office/drawing/2014/main" id="{0CCDBF7C-713D-17F3-9A00-D59AF4F12680}"/>
                    </a:ext>
                  </a:extLst>
                </p:cNvPr>
                <p:cNvSpPr/>
                <p:nvPr/>
              </p:nvSpPr>
              <p:spPr>
                <a:xfrm>
                  <a:off x="1499705" y="4892399"/>
                  <a:ext cx="387508" cy="1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7" h="46" fill="none" extrusionOk="0">
                      <a:moveTo>
                        <a:pt x="0" y="46"/>
                      </a:moveTo>
                      <a:lnTo>
                        <a:pt x="9187" y="0"/>
                      </a:lnTo>
                    </a:path>
                  </a:pathLst>
                </a:custGeom>
                <a:noFill/>
                <a:ln w="4825" cap="flat" cmpd="sng">
                  <a:solidFill>
                    <a:srgbClr val="4B54A1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1" name="Google Shape;3331;p58">
                  <a:extLst>
                    <a:ext uri="{FF2B5EF4-FFF2-40B4-BE49-F238E27FC236}">
                      <a16:creationId xmlns:a16="http://schemas.microsoft.com/office/drawing/2014/main" id="{837E7AC3-1BD9-1A24-8A39-05FE08D2633F}"/>
                    </a:ext>
                  </a:extLst>
                </p:cNvPr>
                <p:cNvSpPr/>
                <p:nvPr/>
              </p:nvSpPr>
              <p:spPr>
                <a:xfrm>
                  <a:off x="1509280" y="4838659"/>
                  <a:ext cx="100262" cy="55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7" h="1320" fill="none" extrusionOk="0">
                      <a:moveTo>
                        <a:pt x="1" y="1"/>
                      </a:moveTo>
                      <a:cubicBezTo>
                        <a:pt x="1" y="1"/>
                        <a:pt x="2184" y="46"/>
                        <a:pt x="2377" y="1320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4B54A1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2" name="Google Shape;3332;p58">
                  <a:extLst>
                    <a:ext uri="{FF2B5EF4-FFF2-40B4-BE49-F238E27FC236}">
                      <a16:creationId xmlns:a16="http://schemas.microsoft.com/office/drawing/2014/main" id="{782269AE-35FC-0590-0FAA-BF76B9C50D3F}"/>
                    </a:ext>
                  </a:extLst>
                </p:cNvPr>
                <p:cNvSpPr/>
                <p:nvPr/>
              </p:nvSpPr>
              <p:spPr>
                <a:xfrm>
                  <a:off x="1807113" y="4840599"/>
                  <a:ext cx="30243" cy="53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7" h="1274" fill="none" extrusionOk="0">
                      <a:moveTo>
                        <a:pt x="716" y="0"/>
                      </a:moveTo>
                      <a:cubicBezTo>
                        <a:pt x="716" y="0"/>
                        <a:pt x="148" y="853"/>
                        <a:pt x="0" y="1274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4B54A1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3" name="Google Shape;3333;p58">
                  <a:extLst>
                    <a:ext uri="{FF2B5EF4-FFF2-40B4-BE49-F238E27FC236}">
                      <a16:creationId xmlns:a16="http://schemas.microsoft.com/office/drawing/2014/main" id="{7D034318-691B-77BC-3106-8250A00E037A}"/>
                    </a:ext>
                  </a:extLst>
                </p:cNvPr>
                <p:cNvSpPr/>
                <p:nvPr/>
              </p:nvSpPr>
              <p:spPr>
                <a:xfrm>
                  <a:off x="1469504" y="3347676"/>
                  <a:ext cx="445547" cy="14090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33403" extrusionOk="0">
                      <a:moveTo>
                        <a:pt x="10562" y="1"/>
                      </a:moveTo>
                      <a:lnTo>
                        <a:pt x="1228" y="239"/>
                      </a:lnTo>
                      <a:cubicBezTo>
                        <a:pt x="614" y="1899"/>
                        <a:pt x="478" y="4787"/>
                        <a:pt x="1137" y="7584"/>
                      </a:cubicBezTo>
                      <a:cubicBezTo>
                        <a:pt x="1183" y="7777"/>
                        <a:pt x="1183" y="7959"/>
                        <a:pt x="1183" y="8152"/>
                      </a:cubicBezTo>
                      <a:cubicBezTo>
                        <a:pt x="614" y="19669"/>
                        <a:pt x="0" y="33403"/>
                        <a:pt x="0" y="33403"/>
                      </a:cubicBezTo>
                      <a:lnTo>
                        <a:pt x="7299" y="33403"/>
                      </a:lnTo>
                      <a:cubicBezTo>
                        <a:pt x="7299" y="33403"/>
                        <a:pt x="9994" y="4787"/>
                        <a:pt x="10562" y="1"/>
                      </a:cubicBezTo>
                      <a:close/>
                    </a:path>
                  </a:pathLst>
                </a:custGeom>
                <a:solidFill>
                  <a:srgbClr val="4B54A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4" name="Google Shape;3334;p58">
                  <a:extLst>
                    <a:ext uri="{FF2B5EF4-FFF2-40B4-BE49-F238E27FC236}">
                      <a16:creationId xmlns:a16="http://schemas.microsoft.com/office/drawing/2014/main" id="{8250AFC4-2168-ED3E-8A80-FDE54320720A}"/>
                    </a:ext>
                  </a:extLst>
                </p:cNvPr>
                <p:cNvSpPr/>
                <p:nvPr/>
              </p:nvSpPr>
              <p:spPr>
                <a:xfrm>
                  <a:off x="1517463" y="3357758"/>
                  <a:ext cx="51797" cy="1398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8" h="33164" fill="none" extrusionOk="0">
                      <a:moveTo>
                        <a:pt x="1228" y="0"/>
                      </a:moveTo>
                      <a:cubicBezTo>
                        <a:pt x="614" y="1660"/>
                        <a:pt x="478" y="4548"/>
                        <a:pt x="1137" y="7345"/>
                      </a:cubicBezTo>
                      <a:cubicBezTo>
                        <a:pt x="1183" y="7538"/>
                        <a:pt x="1183" y="7720"/>
                        <a:pt x="1183" y="7913"/>
                      </a:cubicBezTo>
                      <a:cubicBezTo>
                        <a:pt x="614" y="19430"/>
                        <a:pt x="0" y="33164"/>
                        <a:pt x="0" y="33164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E8EEF9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5" name="Google Shape;3335;p58">
                  <a:extLst>
                    <a:ext uri="{FF2B5EF4-FFF2-40B4-BE49-F238E27FC236}">
                      <a16:creationId xmlns:a16="http://schemas.microsoft.com/office/drawing/2014/main" id="{0333E723-345F-43E7-D5E4-BC1D9B45FE04}"/>
                    </a:ext>
                  </a:extLst>
                </p:cNvPr>
                <p:cNvSpPr/>
                <p:nvPr/>
              </p:nvSpPr>
              <p:spPr>
                <a:xfrm>
                  <a:off x="1849293" y="3417699"/>
                  <a:ext cx="59980" cy="5875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2" h="13928" fill="none" extrusionOk="0">
                      <a:moveTo>
                        <a:pt x="1" y="13928"/>
                      </a:moveTo>
                      <a:cubicBezTo>
                        <a:pt x="1" y="13928"/>
                        <a:pt x="1092" y="2661"/>
                        <a:pt x="1422" y="1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E8EEF9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6" name="Google Shape;3336;p58">
                  <a:extLst>
                    <a:ext uri="{FF2B5EF4-FFF2-40B4-BE49-F238E27FC236}">
                      <a16:creationId xmlns:a16="http://schemas.microsoft.com/office/drawing/2014/main" id="{2BF89D61-5C69-E859-0D3F-A12506CA01EB}"/>
                    </a:ext>
                  </a:extLst>
                </p:cNvPr>
                <p:cNvSpPr/>
                <p:nvPr/>
              </p:nvSpPr>
              <p:spPr>
                <a:xfrm>
                  <a:off x="1549562" y="3467559"/>
                  <a:ext cx="131939" cy="10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8" h="2514" fill="none" extrusionOk="0">
                      <a:moveTo>
                        <a:pt x="1" y="2513"/>
                      </a:moveTo>
                      <a:cubicBezTo>
                        <a:pt x="1" y="2513"/>
                        <a:pt x="2036" y="2093"/>
                        <a:pt x="3127" y="1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E8EEF9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7" name="Google Shape;3337;p58">
                  <a:extLst>
                    <a:ext uri="{FF2B5EF4-FFF2-40B4-BE49-F238E27FC236}">
                      <a16:creationId xmlns:a16="http://schemas.microsoft.com/office/drawing/2014/main" id="{9B4996E0-9EBE-7FCB-6073-595E384E4D81}"/>
                    </a:ext>
                  </a:extLst>
                </p:cNvPr>
                <p:cNvSpPr/>
                <p:nvPr/>
              </p:nvSpPr>
              <p:spPr>
                <a:xfrm>
                  <a:off x="1895311" y="3427781"/>
                  <a:ext cx="51839" cy="126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9" h="2991" fill="none" extrusionOk="0">
                      <a:moveTo>
                        <a:pt x="1" y="2990"/>
                      </a:moveTo>
                      <a:cubicBezTo>
                        <a:pt x="1" y="2990"/>
                        <a:pt x="706" y="2888"/>
                        <a:pt x="751" y="2604"/>
                      </a:cubicBezTo>
                      <a:cubicBezTo>
                        <a:pt x="854" y="2365"/>
                        <a:pt x="1229" y="0"/>
                        <a:pt x="1229" y="0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E8EEF9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8" name="Google Shape;3338;p58">
                  <a:extLst>
                    <a:ext uri="{FF2B5EF4-FFF2-40B4-BE49-F238E27FC236}">
                      <a16:creationId xmlns:a16="http://schemas.microsoft.com/office/drawing/2014/main" id="{B99227CA-FDBD-72A3-7A2E-13D219FFC1D3}"/>
                    </a:ext>
                  </a:extLst>
                </p:cNvPr>
                <p:cNvSpPr/>
                <p:nvPr/>
              </p:nvSpPr>
              <p:spPr>
                <a:xfrm>
                  <a:off x="2044966" y="3447902"/>
                  <a:ext cx="92079" cy="99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3" h="2366" fill="none" extrusionOk="0">
                      <a:moveTo>
                        <a:pt x="0" y="1"/>
                      </a:moveTo>
                      <a:cubicBezTo>
                        <a:pt x="0" y="1"/>
                        <a:pt x="478" y="2275"/>
                        <a:pt x="2183" y="2366"/>
                      </a:cubicBezTo>
                    </a:path>
                  </a:pathLst>
                </a:custGeom>
                <a:noFill/>
                <a:ln w="4825" cap="flat" cmpd="sng">
                  <a:solidFill>
                    <a:srgbClr val="E8EEF9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9" name="Google Shape;3339;p58">
                  <a:extLst>
                    <a:ext uri="{FF2B5EF4-FFF2-40B4-BE49-F238E27FC236}">
                      <a16:creationId xmlns:a16="http://schemas.microsoft.com/office/drawing/2014/main" id="{1E63B167-2101-4CCD-B0A8-D2C9A6789D02}"/>
                    </a:ext>
                  </a:extLst>
                </p:cNvPr>
                <p:cNvSpPr/>
                <p:nvPr/>
              </p:nvSpPr>
              <p:spPr>
                <a:xfrm>
                  <a:off x="1473342" y="4698655"/>
                  <a:ext cx="307914" cy="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0" h="1" extrusionOk="0">
                      <a:moveTo>
                        <a:pt x="0" y="0"/>
                      </a:moveTo>
                      <a:lnTo>
                        <a:pt x="7299" y="0"/>
                      </a:lnTo>
                      <a:close/>
                    </a:path>
                  </a:pathLst>
                </a:custGeom>
                <a:solidFill>
                  <a:srgbClr val="E8EEF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0" name="Google Shape;3340;p58">
                  <a:extLst>
                    <a:ext uri="{FF2B5EF4-FFF2-40B4-BE49-F238E27FC236}">
                      <a16:creationId xmlns:a16="http://schemas.microsoft.com/office/drawing/2014/main" id="{35DA03B6-E772-9533-714A-D9E6F937CE70}"/>
                    </a:ext>
                  </a:extLst>
                </p:cNvPr>
                <p:cNvSpPr/>
                <p:nvPr/>
              </p:nvSpPr>
              <p:spPr>
                <a:xfrm>
                  <a:off x="1904928" y="4698655"/>
                  <a:ext cx="309812" cy="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45" h="1" extrusionOk="0">
                      <a:moveTo>
                        <a:pt x="0" y="0"/>
                      </a:moveTo>
                      <a:lnTo>
                        <a:pt x="7345" y="0"/>
                      </a:lnTo>
                      <a:close/>
                    </a:path>
                  </a:pathLst>
                </a:custGeom>
                <a:solidFill>
                  <a:srgbClr val="E8EEF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1" name="Google Shape;3341;p58">
                  <a:extLst>
                    <a:ext uri="{FF2B5EF4-FFF2-40B4-BE49-F238E27FC236}">
                      <a16:creationId xmlns:a16="http://schemas.microsoft.com/office/drawing/2014/main" id="{A7E11999-83D8-4319-10F0-91B30EB4F3FC}"/>
                    </a:ext>
                  </a:extLst>
                </p:cNvPr>
                <p:cNvSpPr/>
                <p:nvPr/>
              </p:nvSpPr>
              <p:spPr>
                <a:xfrm>
                  <a:off x="2012825" y="2816303"/>
                  <a:ext cx="611441" cy="346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96" h="8204" extrusionOk="0">
                      <a:moveTo>
                        <a:pt x="12131" y="1"/>
                      </a:moveTo>
                      <a:cubicBezTo>
                        <a:pt x="12131" y="1"/>
                        <a:pt x="7611" y="3413"/>
                        <a:pt x="6576" y="3413"/>
                      </a:cubicBezTo>
                      <a:cubicBezTo>
                        <a:pt x="6563" y="3413"/>
                        <a:pt x="6550" y="3413"/>
                        <a:pt x="6538" y="3411"/>
                      </a:cubicBezTo>
                      <a:cubicBezTo>
                        <a:pt x="5924" y="3366"/>
                        <a:pt x="4321" y="853"/>
                        <a:pt x="4321" y="853"/>
                      </a:cubicBezTo>
                      <a:lnTo>
                        <a:pt x="0" y="3787"/>
                      </a:lnTo>
                      <a:cubicBezTo>
                        <a:pt x="0" y="3787"/>
                        <a:pt x="3327" y="8204"/>
                        <a:pt x="6177" y="8204"/>
                      </a:cubicBezTo>
                      <a:cubicBezTo>
                        <a:pt x="6237" y="8204"/>
                        <a:pt x="6296" y="8202"/>
                        <a:pt x="6356" y="8198"/>
                      </a:cubicBezTo>
                      <a:cubicBezTo>
                        <a:pt x="10051" y="7959"/>
                        <a:pt x="14496" y="2707"/>
                        <a:pt x="14496" y="2707"/>
                      </a:cubicBezTo>
                      <a:lnTo>
                        <a:pt x="12131" y="1"/>
                      </a:lnTo>
                      <a:close/>
                    </a:path>
                  </a:pathLst>
                </a:custGeom>
                <a:solidFill>
                  <a:srgbClr val="D1A08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2" name="Google Shape;3342;p58">
                  <a:extLst>
                    <a:ext uri="{FF2B5EF4-FFF2-40B4-BE49-F238E27FC236}">
                      <a16:creationId xmlns:a16="http://schemas.microsoft.com/office/drawing/2014/main" id="{B3FCDF8F-19E4-483E-B2B4-A5C3C768AD76}"/>
                    </a:ext>
                  </a:extLst>
                </p:cNvPr>
                <p:cNvSpPr/>
                <p:nvPr/>
              </p:nvSpPr>
              <p:spPr>
                <a:xfrm>
                  <a:off x="1415767" y="2608639"/>
                  <a:ext cx="728955" cy="857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2" h="20318" extrusionOk="0">
                      <a:moveTo>
                        <a:pt x="8380" y="1"/>
                      </a:moveTo>
                      <a:cubicBezTo>
                        <a:pt x="1" y="2229"/>
                        <a:pt x="1934" y="20317"/>
                        <a:pt x="1934" y="20317"/>
                      </a:cubicBezTo>
                      <a:lnTo>
                        <a:pt x="17282" y="20317"/>
                      </a:lnTo>
                      <a:cubicBezTo>
                        <a:pt x="17282" y="20317"/>
                        <a:pt x="17191" y="16532"/>
                        <a:pt x="16247" y="9335"/>
                      </a:cubicBezTo>
                      <a:cubicBezTo>
                        <a:pt x="15247" y="2082"/>
                        <a:pt x="11836" y="331"/>
                        <a:pt x="11836" y="331"/>
                      </a:cubicBezTo>
                      <a:cubicBezTo>
                        <a:pt x="11836" y="331"/>
                        <a:pt x="11225" y="863"/>
                        <a:pt x="10260" y="863"/>
                      </a:cubicBezTo>
                      <a:cubicBezTo>
                        <a:pt x="10188" y="863"/>
                        <a:pt x="10115" y="860"/>
                        <a:pt x="10040" y="854"/>
                      </a:cubicBezTo>
                      <a:cubicBezTo>
                        <a:pt x="8994" y="751"/>
                        <a:pt x="8380" y="1"/>
                        <a:pt x="8380" y="1"/>
                      </a:cubicBezTo>
                      <a:close/>
                    </a:path>
                  </a:pathLst>
                </a:custGeom>
                <a:solidFill>
                  <a:srgbClr val="EC64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3" name="Google Shape;3343;p58">
                  <a:extLst>
                    <a:ext uri="{FF2B5EF4-FFF2-40B4-BE49-F238E27FC236}">
                      <a16:creationId xmlns:a16="http://schemas.microsoft.com/office/drawing/2014/main" id="{D005CE6D-3EA0-442E-83DC-111C8FB1FCDD}"/>
                    </a:ext>
                  </a:extLst>
                </p:cNvPr>
                <p:cNvSpPr/>
                <p:nvPr/>
              </p:nvSpPr>
              <p:spPr>
                <a:xfrm>
                  <a:off x="1915009" y="2622559"/>
                  <a:ext cx="325630" cy="4115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0" h="9756" extrusionOk="0">
                      <a:moveTo>
                        <a:pt x="0" y="1"/>
                      </a:moveTo>
                      <a:lnTo>
                        <a:pt x="3274" y="9755"/>
                      </a:lnTo>
                      <a:lnTo>
                        <a:pt x="7720" y="6629"/>
                      </a:lnTo>
                      <a:cubicBezTo>
                        <a:pt x="5878" y="4116"/>
                        <a:pt x="5264" y="2468"/>
                        <a:pt x="3320" y="1047"/>
                      </a:cubicBezTo>
                      <a:cubicBezTo>
                        <a:pt x="2376" y="421"/>
                        <a:pt x="955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EC64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4" name="Google Shape;3344;p58">
                  <a:extLst>
                    <a:ext uri="{FF2B5EF4-FFF2-40B4-BE49-F238E27FC236}">
                      <a16:creationId xmlns:a16="http://schemas.microsoft.com/office/drawing/2014/main" id="{DE5759BF-CBCB-21D8-BC6B-84B6F3DB548C}"/>
                    </a:ext>
                  </a:extLst>
                </p:cNvPr>
                <p:cNvSpPr/>
                <p:nvPr/>
              </p:nvSpPr>
              <p:spPr>
                <a:xfrm>
                  <a:off x="1513624" y="3128032"/>
                  <a:ext cx="465667" cy="517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0" h="12268" extrusionOk="0">
                      <a:moveTo>
                        <a:pt x="4355" y="1"/>
                      </a:moveTo>
                      <a:lnTo>
                        <a:pt x="0" y="9005"/>
                      </a:lnTo>
                      <a:lnTo>
                        <a:pt x="6674" y="12268"/>
                      </a:lnTo>
                      <a:lnTo>
                        <a:pt x="11040" y="3275"/>
                      </a:lnTo>
                      <a:lnTo>
                        <a:pt x="4355" y="1"/>
                      </a:lnTo>
                      <a:close/>
                    </a:path>
                  </a:pathLst>
                </a:custGeom>
                <a:solidFill>
                  <a:srgbClr val="E8EEF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5" name="Google Shape;3345;p58">
                  <a:extLst>
                    <a:ext uri="{FF2B5EF4-FFF2-40B4-BE49-F238E27FC236}">
                      <a16:creationId xmlns:a16="http://schemas.microsoft.com/office/drawing/2014/main" id="{A87C7C13-EE1A-DD15-3B03-08DD92CC4BA9}"/>
                    </a:ext>
                  </a:extLst>
                </p:cNvPr>
                <p:cNvSpPr/>
                <p:nvPr/>
              </p:nvSpPr>
              <p:spPr>
                <a:xfrm>
                  <a:off x="1759154" y="3145242"/>
                  <a:ext cx="169774" cy="102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" h="2435" extrusionOk="0">
                      <a:moveTo>
                        <a:pt x="379" y="1"/>
                      </a:moveTo>
                      <a:cubicBezTo>
                        <a:pt x="331" y="1"/>
                        <a:pt x="271" y="38"/>
                        <a:pt x="239" y="70"/>
                      </a:cubicBezTo>
                      <a:lnTo>
                        <a:pt x="0" y="593"/>
                      </a:lnTo>
                      <a:lnTo>
                        <a:pt x="3741" y="2435"/>
                      </a:lnTo>
                      <a:lnTo>
                        <a:pt x="3979" y="1912"/>
                      </a:lnTo>
                      <a:cubicBezTo>
                        <a:pt x="4025" y="1821"/>
                        <a:pt x="3979" y="1730"/>
                        <a:pt x="3934" y="1730"/>
                      </a:cubicBezTo>
                      <a:lnTo>
                        <a:pt x="432" y="25"/>
                      </a:lnTo>
                      <a:cubicBezTo>
                        <a:pt x="419" y="8"/>
                        <a:pt x="400" y="1"/>
                        <a:pt x="379" y="1"/>
                      </a:cubicBezTo>
                      <a:close/>
                    </a:path>
                  </a:pathLst>
                </a:custGeom>
                <a:solidFill>
                  <a:srgbClr val="4B54A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6" name="Google Shape;3346;p58">
                  <a:extLst>
                    <a:ext uri="{FF2B5EF4-FFF2-40B4-BE49-F238E27FC236}">
                      <a16:creationId xmlns:a16="http://schemas.microsoft.com/office/drawing/2014/main" id="{BEA3E158-2F74-2918-0792-0E429B1834CE}"/>
                    </a:ext>
                  </a:extLst>
                </p:cNvPr>
                <p:cNvSpPr/>
                <p:nvPr/>
              </p:nvSpPr>
              <p:spPr>
                <a:xfrm>
                  <a:off x="1827233" y="3143302"/>
                  <a:ext cx="59980" cy="49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2" h="1173" extrusionOk="0">
                      <a:moveTo>
                        <a:pt x="685" y="300"/>
                      </a:moveTo>
                      <a:cubicBezTo>
                        <a:pt x="740" y="300"/>
                        <a:pt x="799" y="317"/>
                        <a:pt x="853" y="355"/>
                      </a:cubicBezTo>
                      <a:cubicBezTo>
                        <a:pt x="990" y="400"/>
                        <a:pt x="1046" y="582"/>
                        <a:pt x="990" y="730"/>
                      </a:cubicBezTo>
                      <a:cubicBezTo>
                        <a:pt x="931" y="818"/>
                        <a:pt x="853" y="873"/>
                        <a:pt x="765" y="873"/>
                      </a:cubicBezTo>
                      <a:cubicBezTo>
                        <a:pt x="717" y="873"/>
                        <a:pt x="667" y="857"/>
                        <a:pt x="614" y="821"/>
                      </a:cubicBezTo>
                      <a:cubicBezTo>
                        <a:pt x="478" y="776"/>
                        <a:pt x="376" y="582"/>
                        <a:pt x="478" y="446"/>
                      </a:cubicBezTo>
                      <a:cubicBezTo>
                        <a:pt x="507" y="352"/>
                        <a:pt x="590" y="300"/>
                        <a:pt x="685" y="300"/>
                      </a:cubicBezTo>
                      <a:close/>
                      <a:moveTo>
                        <a:pt x="669" y="1"/>
                      </a:moveTo>
                      <a:cubicBezTo>
                        <a:pt x="444" y="1"/>
                        <a:pt x="238" y="105"/>
                        <a:pt x="137" y="298"/>
                      </a:cubicBezTo>
                      <a:cubicBezTo>
                        <a:pt x="1" y="582"/>
                        <a:pt x="137" y="969"/>
                        <a:pt x="478" y="1105"/>
                      </a:cubicBezTo>
                      <a:cubicBezTo>
                        <a:pt x="566" y="1151"/>
                        <a:pt x="662" y="1173"/>
                        <a:pt x="757" y="1173"/>
                      </a:cubicBezTo>
                      <a:cubicBezTo>
                        <a:pt x="971" y="1173"/>
                        <a:pt x="1180" y="1063"/>
                        <a:pt x="1274" y="866"/>
                      </a:cubicBezTo>
                      <a:cubicBezTo>
                        <a:pt x="1422" y="582"/>
                        <a:pt x="1274" y="207"/>
                        <a:pt x="990" y="71"/>
                      </a:cubicBezTo>
                      <a:cubicBezTo>
                        <a:pt x="884" y="23"/>
                        <a:pt x="775" y="1"/>
                        <a:pt x="669" y="1"/>
                      </a:cubicBezTo>
                      <a:close/>
                    </a:path>
                  </a:pathLst>
                </a:custGeom>
                <a:solidFill>
                  <a:srgbClr val="4B54A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7" name="Google Shape;3347;p58">
                  <a:extLst>
                    <a:ext uri="{FF2B5EF4-FFF2-40B4-BE49-F238E27FC236}">
                      <a16:creationId xmlns:a16="http://schemas.microsoft.com/office/drawing/2014/main" id="{16F89BA1-DD38-756C-FBCF-34CFBADA462B}"/>
                    </a:ext>
                  </a:extLst>
                </p:cNvPr>
                <p:cNvSpPr/>
                <p:nvPr/>
              </p:nvSpPr>
              <p:spPr>
                <a:xfrm>
                  <a:off x="1307870" y="2914167"/>
                  <a:ext cx="477225" cy="521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4" h="12370" extrusionOk="0">
                      <a:moveTo>
                        <a:pt x="2650" y="0"/>
                      </a:moveTo>
                      <a:cubicBezTo>
                        <a:pt x="2650" y="0"/>
                        <a:pt x="1" y="5218"/>
                        <a:pt x="751" y="7776"/>
                      </a:cubicBezTo>
                      <a:cubicBezTo>
                        <a:pt x="1513" y="10278"/>
                        <a:pt x="9949" y="12370"/>
                        <a:pt x="9949" y="12370"/>
                      </a:cubicBezTo>
                      <a:lnTo>
                        <a:pt x="11313" y="9095"/>
                      </a:lnTo>
                      <a:cubicBezTo>
                        <a:pt x="11313" y="9095"/>
                        <a:pt x="6061" y="6685"/>
                        <a:pt x="6152" y="5832"/>
                      </a:cubicBezTo>
                      <a:cubicBezTo>
                        <a:pt x="6197" y="5025"/>
                        <a:pt x="7527" y="2137"/>
                        <a:pt x="7527" y="2137"/>
                      </a:cubicBezTo>
                      <a:lnTo>
                        <a:pt x="2650" y="0"/>
                      </a:lnTo>
                      <a:close/>
                    </a:path>
                  </a:pathLst>
                </a:custGeom>
                <a:solidFill>
                  <a:srgbClr val="D1A08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8" name="Google Shape;3348;p58">
                  <a:extLst>
                    <a:ext uri="{FF2B5EF4-FFF2-40B4-BE49-F238E27FC236}">
                      <a16:creationId xmlns:a16="http://schemas.microsoft.com/office/drawing/2014/main" id="{E110D9DD-83FE-D83E-388A-F4A8E3A9ECBB}"/>
                    </a:ext>
                  </a:extLst>
                </p:cNvPr>
                <p:cNvSpPr/>
                <p:nvPr/>
              </p:nvSpPr>
              <p:spPr>
                <a:xfrm>
                  <a:off x="1591278" y="3239773"/>
                  <a:ext cx="347732" cy="236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4" h="5614" extrusionOk="0">
                      <a:moveTo>
                        <a:pt x="1900" y="1"/>
                      </a:moveTo>
                      <a:lnTo>
                        <a:pt x="1" y="3605"/>
                      </a:lnTo>
                      <a:cubicBezTo>
                        <a:pt x="2384" y="4441"/>
                        <a:pt x="5962" y="5614"/>
                        <a:pt x="6513" y="5614"/>
                      </a:cubicBezTo>
                      <a:cubicBezTo>
                        <a:pt x="6553" y="5614"/>
                        <a:pt x="6577" y="5607"/>
                        <a:pt x="6584" y="5594"/>
                      </a:cubicBezTo>
                      <a:cubicBezTo>
                        <a:pt x="6686" y="5401"/>
                        <a:pt x="5788" y="4935"/>
                        <a:pt x="5219" y="4696"/>
                      </a:cubicBezTo>
                      <a:lnTo>
                        <a:pt x="5219" y="4696"/>
                      </a:lnTo>
                      <a:cubicBezTo>
                        <a:pt x="5966" y="4932"/>
                        <a:pt x="6847" y="5263"/>
                        <a:pt x="7201" y="5263"/>
                      </a:cubicBezTo>
                      <a:cubicBezTo>
                        <a:pt x="7272" y="5263"/>
                        <a:pt x="7322" y="5250"/>
                        <a:pt x="7345" y="5219"/>
                      </a:cubicBezTo>
                      <a:cubicBezTo>
                        <a:pt x="7436" y="4980"/>
                        <a:pt x="6402" y="4412"/>
                        <a:pt x="5731" y="4128"/>
                      </a:cubicBezTo>
                      <a:lnTo>
                        <a:pt x="5731" y="4128"/>
                      </a:lnTo>
                      <a:cubicBezTo>
                        <a:pt x="6262" y="4292"/>
                        <a:pt x="7533" y="4793"/>
                        <a:pt x="7965" y="4793"/>
                      </a:cubicBezTo>
                      <a:cubicBezTo>
                        <a:pt x="8042" y="4793"/>
                        <a:pt x="8092" y="4777"/>
                        <a:pt x="8107" y="4742"/>
                      </a:cubicBezTo>
                      <a:cubicBezTo>
                        <a:pt x="8244" y="4457"/>
                        <a:pt x="6357" y="3514"/>
                        <a:pt x="6356" y="3514"/>
                      </a:cubicBezTo>
                      <a:lnTo>
                        <a:pt x="6356" y="3514"/>
                      </a:lnTo>
                      <a:cubicBezTo>
                        <a:pt x="6357" y="3514"/>
                        <a:pt x="7533" y="4018"/>
                        <a:pt x="8007" y="4018"/>
                      </a:cubicBezTo>
                      <a:cubicBezTo>
                        <a:pt x="8111" y="4018"/>
                        <a:pt x="8182" y="3994"/>
                        <a:pt x="8198" y="3934"/>
                      </a:cubicBezTo>
                      <a:cubicBezTo>
                        <a:pt x="8244" y="3650"/>
                        <a:pt x="6072" y="2843"/>
                        <a:pt x="6015" y="2616"/>
                      </a:cubicBezTo>
                      <a:cubicBezTo>
                        <a:pt x="6005" y="2572"/>
                        <a:pt x="6042" y="2557"/>
                        <a:pt x="6106" y="2557"/>
                      </a:cubicBezTo>
                      <a:cubicBezTo>
                        <a:pt x="6242" y="2557"/>
                        <a:pt x="6499" y="2624"/>
                        <a:pt x="6677" y="2624"/>
                      </a:cubicBezTo>
                      <a:cubicBezTo>
                        <a:pt x="6788" y="2624"/>
                        <a:pt x="6868" y="2598"/>
                        <a:pt x="6868" y="2513"/>
                      </a:cubicBezTo>
                      <a:cubicBezTo>
                        <a:pt x="6868" y="2274"/>
                        <a:pt x="1900" y="1"/>
                        <a:pt x="1900" y="1"/>
                      </a:cubicBezTo>
                      <a:close/>
                    </a:path>
                  </a:pathLst>
                </a:custGeom>
                <a:solidFill>
                  <a:srgbClr val="D1A08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9" name="Google Shape;3349;p58">
                  <a:extLst>
                    <a:ext uri="{FF2B5EF4-FFF2-40B4-BE49-F238E27FC236}">
                      <a16:creationId xmlns:a16="http://schemas.microsoft.com/office/drawing/2014/main" id="{3F168741-12AB-3B22-FAE0-B3C06193FA1A}"/>
                    </a:ext>
                  </a:extLst>
                </p:cNvPr>
                <p:cNvSpPr/>
                <p:nvPr/>
              </p:nvSpPr>
              <p:spPr>
                <a:xfrm>
                  <a:off x="1385566" y="2608554"/>
                  <a:ext cx="383669" cy="429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96" h="10190" extrusionOk="0">
                      <a:moveTo>
                        <a:pt x="8884" y="1"/>
                      </a:moveTo>
                      <a:cubicBezTo>
                        <a:pt x="6773" y="1"/>
                        <a:pt x="4701" y="655"/>
                        <a:pt x="3502" y="1799"/>
                      </a:cubicBezTo>
                      <a:cubicBezTo>
                        <a:pt x="1661" y="3550"/>
                        <a:pt x="1" y="7916"/>
                        <a:pt x="1" y="7916"/>
                      </a:cubicBezTo>
                      <a:lnTo>
                        <a:pt x="5878" y="10190"/>
                      </a:lnTo>
                      <a:lnTo>
                        <a:pt x="8436" y="5210"/>
                      </a:lnTo>
                      <a:lnTo>
                        <a:pt x="9096" y="3"/>
                      </a:lnTo>
                      <a:cubicBezTo>
                        <a:pt x="9025" y="2"/>
                        <a:pt x="8954" y="1"/>
                        <a:pt x="8884" y="1"/>
                      </a:cubicBezTo>
                      <a:close/>
                    </a:path>
                  </a:pathLst>
                </a:custGeom>
                <a:solidFill>
                  <a:srgbClr val="EC64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0" name="Google Shape;3350;p58">
                  <a:extLst>
                    <a:ext uri="{FF2B5EF4-FFF2-40B4-BE49-F238E27FC236}">
                      <a16:creationId xmlns:a16="http://schemas.microsoft.com/office/drawing/2014/main" id="{A0774953-C5E5-3E3A-BE17-65B9316C9677}"/>
                    </a:ext>
                  </a:extLst>
                </p:cNvPr>
                <p:cNvSpPr/>
                <p:nvPr/>
              </p:nvSpPr>
              <p:spPr>
                <a:xfrm>
                  <a:off x="1615278" y="2890165"/>
                  <a:ext cx="83938" cy="143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0" h="3412" extrusionOk="0">
                      <a:moveTo>
                        <a:pt x="0" y="3411"/>
                      </a:moveTo>
                      <a:lnTo>
                        <a:pt x="1990" y="1"/>
                      </a:lnTo>
                      <a:close/>
                    </a:path>
                  </a:pathLst>
                </a:custGeom>
                <a:solidFill>
                  <a:srgbClr val="283C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1" name="Google Shape;3351;p58">
                  <a:extLst>
                    <a:ext uri="{FF2B5EF4-FFF2-40B4-BE49-F238E27FC236}">
                      <a16:creationId xmlns:a16="http://schemas.microsoft.com/office/drawing/2014/main" id="{D0817062-4776-BB67-B1A2-FE777DAAE874}"/>
                    </a:ext>
                  </a:extLst>
                </p:cNvPr>
                <p:cNvSpPr/>
                <p:nvPr/>
              </p:nvSpPr>
              <p:spPr>
                <a:xfrm>
                  <a:off x="1615278" y="2890165"/>
                  <a:ext cx="83938" cy="143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0" h="3412" fill="none" extrusionOk="0">
                      <a:moveTo>
                        <a:pt x="0" y="3411"/>
                      </a:moveTo>
                      <a:lnTo>
                        <a:pt x="1990" y="1"/>
                      </a:lnTo>
                    </a:path>
                  </a:pathLst>
                </a:custGeom>
                <a:noFill/>
                <a:ln w="3700" cap="flat" cmpd="sng">
                  <a:solidFill>
                    <a:srgbClr val="283C7A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2" name="Google Shape;3352;p58">
                  <a:extLst>
                    <a:ext uri="{FF2B5EF4-FFF2-40B4-BE49-F238E27FC236}">
                      <a16:creationId xmlns:a16="http://schemas.microsoft.com/office/drawing/2014/main" id="{515DCCC9-1C18-37B9-4012-1F4CC1B9F67D}"/>
                    </a:ext>
                  </a:extLst>
                </p:cNvPr>
                <p:cNvSpPr/>
                <p:nvPr/>
              </p:nvSpPr>
              <p:spPr>
                <a:xfrm>
                  <a:off x="1399485" y="2896408"/>
                  <a:ext cx="239793" cy="97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5" h="2320" extrusionOk="0">
                      <a:moveTo>
                        <a:pt x="5685" y="232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83C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3" name="Google Shape;3353;p58">
                  <a:extLst>
                    <a:ext uri="{FF2B5EF4-FFF2-40B4-BE49-F238E27FC236}">
                      <a16:creationId xmlns:a16="http://schemas.microsoft.com/office/drawing/2014/main" id="{A28771A0-29A7-53CE-1C15-2D952807B53E}"/>
                    </a:ext>
                  </a:extLst>
                </p:cNvPr>
                <p:cNvSpPr/>
                <p:nvPr/>
              </p:nvSpPr>
              <p:spPr>
                <a:xfrm>
                  <a:off x="1399485" y="2896408"/>
                  <a:ext cx="239793" cy="97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5" h="2320" fill="none" extrusionOk="0">
                      <a:moveTo>
                        <a:pt x="5685" y="232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700" cap="flat" cmpd="sng">
                  <a:solidFill>
                    <a:srgbClr val="283C7A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4" name="Google Shape;3354;p58">
                  <a:extLst>
                    <a:ext uri="{FF2B5EF4-FFF2-40B4-BE49-F238E27FC236}">
                      <a16:creationId xmlns:a16="http://schemas.microsoft.com/office/drawing/2014/main" id="{ED118E56-D6E2-8EE2-E4A7-DF1FB929E146}"/>
                    </a:ext>
                  </a:extLst>
                </p:cNvPr>
                <p:cNvSpPr/>
                <p:nvPr/>
              </p:nvSpPr>
              <p:spPr>
                <a:xfrm>
                  <a:off x="2067026" y="2804323"/>
                  <a:ext cx="34081" cy="195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8" h="4640" extrusionOk="0">
                      <a:moveTo>
                        <a:pt x="0" y="1"/>
                      </a:moveTo>
                      <a:lnTo>
                        <a:pt x="807" y="4639"/>
                      </a:lnTo>
                      <a:cubicBezTo>
                        <a:pt x="569" y="2604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283C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5" name="Google Shape;3355;p58">
                  <a:extLst>
                    <a:ext uri="{FF2B5EF4-FFF2-40B4-BE49-F238E27FC236}">
                      <a16:creationId xmlns:a16="http://schemas.microsoft.com/office/drawing/2014/main" id="{53B31474-51DA-8727-EE39-C8B6721135D5}"/>
                    </a:ext>
                  </a:extLst>
                </p:cNvPr>
                <p:cNvSpPr/>
                <p:nvPr/>
              </p:nvSpPr>
              <p:spPr>
                <a:xfrm>
                  <a:off x="2094823" y="2872406"/>
                  <a:ext cx="124262" cy="85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6" h="2036" extrusionOk="0">
                      <a:moveTo>
                        <a:pt x="0" y="2036"/>
                      </a:moveTo>
                      <a:lnTo>
                        <a:pt x="2945" y="1"/>
                      </a:lnTo>
                      <a:close/>
                    </a:path>
                  </a:pathLst>
                </a:custGeom>
                <a:solidFill>
                  <a:srgbClr val="283C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6" name="Google Shape;3356;p58">
                  <a:extLst>
                    <a:ext uri="{FF2B5EF4-FFF2-40B4-BE49-F238E27FC236}">
                      <a16:creationId xmlns:a16="http://schemas.microsoft.com/office/drawing/2014/main" id="{C782B1D6-53A4-A70E-2A0C-AC74678B081F}"/>
                    </a:ext>
                  </a:extLst>
                </p:cNvPr>
                <p:cNvSpPr/>
                <p:nvPr/>
              </p:nvSpPr>
              <p:spPr>
                <a:xfrm>
                  <a:off x="2094823" y="2872406"/>
                  <a:ext cx="124262" cy="85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6" h="2036" fill="none" extrusionOk="0">
                      <a:moveTo>
                        <a:pt x="0" y="2036"/>
                      </a:moveTo>
                      <a:lnTo>
                        <a:pt x="2945" y="1"/>
                      </a:lnTo>
                    </a:path>
                  </a:pathLst>
                </a:custGeom>
                <a:noFill/>
                <a:ln w="3700" cap="flat" cmpd="sng">
                  <a:solidFill>
                    <a:srgbClr val="283C7A"/>
                  </a:solidFill>
                  <a:prstDash val="solid"/>
                  <a:miter lim="11369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357" name="Google Shape;3357;p58">
              <a:extLst>
                <a:ext uri="{FF2B5EF4-FFF2-40B4-BE49-F238E27FC236}">
                  <a16:creationId xmlns:a16="http://schemas.microsoft.com/office/drawing/2014/main" id="{F5F424DB-F113-18EA-3BB2-6B6390B80BA4}"/>
                </a:ext>
              </a:extLst>
            </p:cNvPr>
            <p:cNvGrpSpPr/>
            <p:nvPr/>
          </p:nvGrpSpPr>
          <p:grpSpPr>
            <a:xfrm>
              <a:off x="6273131" y="2399203"/>
              <a:ext cx="2817371" cy="2533523"/>
              <a:chOff x="6273131" y="2399203"/>
              <a:chExt cx="2817371" cy="2533523"/>
            </a:xfrm>
          </p:grpSpPr>
          <p:sp>
            <p:nvSpPr>
              <p:cNvPr id="3358" name="Google Shape;3358;p58">
                <a:extLst>
                  <a:ext uri="{FF2B5EF4-FFF2-40B4-BE49-F238E27FC236}">
                    <a16:creationId xmlns:a16="http://schemas.microsoft.com/office/drawing/2014/main" id="{35E9F154-2088-ED8A-8450-F7D0754323E5}"/>
                  </a:ext>
                </a:extLst>
              </p:cNvPr>
              <p:cNvSpPr/>
              <p:nvPr/>
            </p:nvSpPr>
            <p:spPr>
              <a:xfrm>
                <a:off x="8405161" y="3712975"/>
                <a:ext cx="60022" cy="62388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479" fill="none" extrusionOk="0">
                    <a:moveTo>
                      <a:pt x="1422" y="717"/>
                    </a:moveTo>
                    <a:cubicBezTo>
                      <a:pt x="1422" y="1138"/>
                      <a:pt x="1081" y="1479"/>
                      <a:pt x="706" y="1479"/>
                    </a:cubicBezTo>
                    <a:cubicBezTo>
                      <a:pt x="285" y="1479"/>
                      <a:pt x="1" y="1138"/>
                      <a:pt x="1" y="717"/>
                    </a:cubicBezTo>
                    <a:cubicBezTo>
                      <a:pt x="1" y="342"/>
                      <a:pt x="285" y="1"/>
                      <a:pt x="706" y="1"/>
                    </a:cubicBezTo>
                    <a:cubicBezTo>
                      <a:pt x="1081" y="1"/>
                      <a:pt x="1422" y="342"/>
                      <a:pt x="1422" y="717"/>
                    </a:cubicBezTo>
                    <a:close/>
                  </a:path>
                </a:pathLst>
              </a:custGeom>
              <a:noFill/>
              <a:ln w="4825" cap="flat" cmpd="sng">
                <a:solidFill>
                  <a:srgbClr val="B9C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58">
                <a:extLst>
                  <a:ext uri="{FF2B5EF4-FFF2-40B4-BE49-F238E27FC236}">
                    <a16:creationId xmlns:a16="http://schemas.microsoft.com/office/drawing/2014/main" id="{17786F82-F096-8750-52D7-27FBBF40D0DA}"/>
                  </a:ext>
                </a:extLst>
              </p:cNvPr>
              <p:cNvSpPr/>
              <p:nvPr/>
            </p:nvSpPr>
            <p:spPr>
              <a:xfrm>
                <a:off x="7959192" y="4550932"/>
                <a:ext cx="254219" cy="42"/>
              </a:xfrm>
              <a:custGeom>
                <a:avLst/>
                <a:gdLst/>
                <a:ahLst/>
                <a:cxnLst/>
                <a:rect l="l" t="t" r="r" b="b"/>
                <a:pathLst>
                  <a:path w="6027" h="1" fill="none" extrusionOk="0">
                    <a:moveTo>
                      <a:pt x="1" y="1"/>
                    </a:moveTo>
                    <a:lnTo>
                      <a:pt x="6026" y="1"/>
                    </a:lnTo>
                  </a:path>
                </a:pathLst>
              </a:custGeom>
              <a:noFill/>
              <a:ln w="48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58">
                <a:extLst>
                  <a:ext uri="{FF2B5EF4-FFF2-40B4-BE49-F238E27FC236}">
                    <a16:creationId xmlns:a16="http://schemas.microsoft.com/office/drawing/2014/main" id="{DB8B14F2-9FD1-1B7A-FFC2-033C0C43179B}"/>
                  </a:ext>
                </a:extLst>
              </p:cNvPr>
              <p:cNvSpPr/>
              <p:nvPr/>
            </p:nvSpPr>
            <p:spPr>
              <a:xfrm>
                <a:off x="8195147" y="4436786"/>
                <a:ext cx="165936" cy="42"/>
              </a:xfrm>
              <a:custGeom>
                <a:avLst/>
                <a:gdLst/>
                <a:ahLst/>
                <a:cxnLst/>
                <a:rect l="l" t="t" r="r" b="b"/>
                <a:pathLst>
                  <a:path w="3934" h="1" fill="none" extrusionOk="0">
                    <a:moveTo>
                      <a:pt x="0" y="1"/>
                    </a:moveTo>
                    <a:lnTo>
                      <a:pt x="3934" y="1"/>
                    </a:lnTo>
                  </a:path>
                </a:pathLst>
              </a:custGeom>
              <a:noFill/>
              <a:ln w="48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58">
                <a:extLst>
                  <a:ext uri="{FF2B5EF4-FFF2-40B4-BE49-F238E27FC236}">
                    <a16:creationId xmlns:a16="http://schemas.microsoft.com/office/drawing/2014/main" id="{6B8CC3E7-A151-A39D-38A8-ACD900677746}"/>
                  </a:ext>
                </a:extLst>
              </p:cNvPr>
              <p:cNvSpPr/>
              <p:nvPr/>
            </p:nvSpPr>
            <p:spPr>
              <a:xfrm>
                <a:off x="8782588" y="3921274"/>
                <a:ext cx="42" cy="64286"/>
              </a:xfrm>
              <a:custGeom>
                <a:avLst/>
                <a:gdLst/>
                <a:ahLst/>
                <a:cxnLst/>
                <a:rect l="l" t="t" r="r" b="b"/>
                <a:pathLst>
                  <a:path w="1" h="1524" fill="none" extrusionOk="0">
                    <a:moveTo>
                      <a:pt x="0" y="0"/>
                    </a:moveTo>
                    <a:lnTo>
                      <a:pt x="0" y="1523"/>
                    </a:lnTo>
                  </a:path>
                </a:pathLst>
              </a:custGeom>
              <a:noFill/>
              <a:ln w="4825" cap="flat" cmpd="sng">
                <a:solidFill>
                  <a:srgbClr val="B9C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58">
                <a:extLst>
                  <a:ext uri="{FF2B5EF4-FFF2-40B4-BE49-F238E27FC236}">
                    <a16:creationId xmlns:a16="http://schemas.microsoft.com/office/drawing/2014/main" id="{C0908B1B-5C73-EFA6-923D-25D3480E92D7}"/>
                  </a:ext>
                </a:extLst>
              </p:cNvPr>
              <p:cNvSpPr/>
              <p:nvPr/>
            </p:nvSpPr>
            <p:spPr>
              <a:xfrm>
                <a:off x="8750447" y="3953375"/>
                <a:ext cx="64324" cy="42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" fill="none" extrusionOk="0">
                    <a:moveTo>
                      <a:pt x="1524" y="1"/>
                    </a:moveTo>
                    <a:lnTo>
                      <a:pt x="1" y="1"/>
                    </a:lnTo>
                  </a:path>
                </a:pathLst>
              </a:custGeom>
              <a:noFill/>
              <a:ln w="4825" cap="flat" cmpd="sng">
                <a:solidFill>
                  <a:srgbClr val="B9C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58">
                <a:extLst>
                  <a:ext uri="{FF2B5EF4-FFF2-40B4-BE49-F238E27FC236}">
                    <a16:creationId xmlns:a16="http://schemas.microsoft.com/office/drawing/2014/main" id="{B225767E-6589-259B-B845-ED07BE20A627}"/>
                  </a:ext>
                </a:extLst>
              </p:cNvPr>
              <p:cNvSpPr/>
              <p:nvPr/>
            </p:nvSpPr>
            <p:spPr>
              <a:xfrm>
                <a:off x="8836789" y="3619498"/>
                <a:ext cx="253713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15" fill="none" extrusionOk="0">
                    <a:moveTo>
                      <a:pt x="0" y="0"/>
                    </a:moveTo>
                    <a:lnTo>
                      <a:pt x="6014" y="0"/>
                    </a:lnTo>
                  </a:path>
                </a:pathLst>
              </a:custGeom>
              <a:noFill/>
              <a:ln w="4825" cap="flat" cmpd="sng">
                <a:solidFill>
                  <a:srgbClr val="B9C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58">
                <a:extLst>
                  <a:ext uri="{FF2B5EF4-FFF2-40B4-BE49-F238E27FC236}">
                    <a16:creationId xmlns:a16="http://schemas.microsoft.com/office/drawing/2014/main" id="{D9DFC413-1C8F-2B61-B83C-169ED720DAEA}"/>
                  </a:ext>
                </a:extLst>
              </p:cNvPr>
              <p:cNvSpPr/>
              <p:nvPr/>
            </p:nvSpPr>
            <p:spPr>
              <a:xfrm>
                <a:off x="7999474" y="2540428"/>
                <a:ext cx="107939" cy="42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1" fill="none" extrusionOk="0">
                    <a:moveTo>
                      <a:pt x="1" y="1"/>
                    </a:moveTo>
                    <a:lnTo>
                      <a:pt x="2559" y="1"/>
                    </a:lnTo>
                  </a:path>
                </a:pathLst>
              </a:custGeom>
              <a:noFill/>
              <a:ln w="48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58">
                <a:extLst>
                  <a:ext uri="{FF2B5EF4-FFF2-40B4-BE49-F238E27FC236}">
                    <a16:creationId xmlns:a16="http://schemas.microsoft.com/office/drawing/2014/main" id="{290FDCB6-ACBE-7DDB-3129-E2BDFCC1CD06}"/>
                  </a:ext>
                </a:extLst>
              </p:cNvPr>
              <p:cNvSpPr/>
              <p:nvPr/>
            </p:nvSpPr>
            <p:spPr>
              <a:xfrm>
                <a:off x="8174985" y="4465091"/>
                <a:ext cx="42" cy="638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3" fill="none" extrusionOk="0">
                    <a:moveTo>
                      <a:pt x="1" y="0"/>
                    </a:moveTo>
                    <a:lnTo>
                      <a:pt x="1" y="1513"/>
                    </a:lnTo>
                  </a:path>
                </a:pathLst>
              </a:custGeom>
              <a:noFill/>
              <a:ln w="48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58">
                <a:extLst>
                  <a:ext uri="{FF2B5EF4-FFF2-40B4-BE49-F238E27FC236}">
                    <a16:creationId xmlns:a16="http://schemas.microsoft.com/office/drawing/2014/main" id="{770D9EC6-79C0-6B03-FC71-C5E12CF87758}"/>
                  </a:ext>
                </a:extLst>
              </p:cNvPr>
              <p:cNvSpPr/>
              <p:nvPr/>
            </p:nvSpPr>
            <p:spPr>
              <a:xfrm>
                <a:off x="8143350" y="4496728"/>
                <a:ext cx="63818" cy="42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" fill="none" extrusionOk="0">
                    <a:moveTo>
                      <a:pt x="0" y="1"/>
                    </a:moveTo>
                    <a:lnTo>
                      <a:pt x="1513" y="1"/>
                    </a:lnTo>
                  </a:path>
                </a:pathLst>
              </a:custGeom>
              <a:noFill/>
              <a:ln w="48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58">
                <a:extLst>
                  <a:ext uri="{FF2B5EF4-FFF2-40B4-BE49-F238E27FC236}">
                    <a16:creationId xmlns:a16="http://schemas.microsoft.com/office/drawing/2014/main" id="{60FC5642-9903-E8A0-D018-E6CA162652A8}"/>
                  </a:ext>
                </a:extLst>
              </p:cNvPr>
              <p:cNvSpPr/>
              <p:nvPr/>
            </p:nvSpPr>
            <p:spPr>
              <a:xfrm>
                <a:off x="8141410" y="3641054"/>
                <a:ext cx="347732" cy="42"/>
              </a:xfrm>
              <a:custGeom>
                <a:avLst/>
                <a:gdLst/>
                <a:ahLst/>
                <a:cxnLst/>
                <a:rect l="l" t="t" r="r" b="b"/>
                <a:pathLst>
                  <a:path w="8244" h="1" fill="none" extrusionOk="0">
                    <a:moveTo>
                      <a:pt x="8244" y="1"/>
                    </a:moveTo>
                    <a:lnTo>
                      <a:pt x="1" y="1"/>
                    </a:lnTo>
                  </a:path>
                </a:pathLst>
              </a:custGeom>
              <a:noFill/>
              <a:ln w="4825" cap="flat" cmpd="sng">
                <a:solidFill>
                  <a:srgbClr val="B9C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58">
                <a:extLst>
                  <a:ext uri="{FF2B5EF4-FFF2-40B4-BE49-F238E27FC236}">
                    <a16:creationId xmlns:a16="http://schemas.microsoft.com/office/drawing/2014/main" id="{19FFEA5A-F708-63FD-F9C4-F9F17E0F44B5}"/>
                  </a:ext>
                </a:extLst>
              </p:cNvPr>
              <p:cNvSpPr/>
              <p:nvPr/>
            </p:nvSpPr>
            <p:spPr>
              <a:xfrm>
                <a:off x="7881497" y="3611443"/>
                <a:ext cx="153999" cy="42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1" fill="none" extrusionOk="0">
                    <a:moveTo>
                      <a:pt x="3650" y="1"/>
                    </a:moveTo>
                    <a:lnTo>
                      <a:pt x="1" y="1"/>
                    </a:lnTo>
                  </a:path>
                </a:pathLst>
              </a:custGeom>
              <a:noFill/>
              <a:ln w="4825" cap="flat" cmpd="sng">
                <a:solidFill>
                  <a:srgbClr val="B9C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58">
                <a:extLst>
                  <a:ext uri="{FF2B5EF4-FFF2-40B4-BE49-F238E27FC236}">
                    <a16:creationId xmlns:a16="http://schemas.microsoft.com/office/drawing/2014/main" id="{9313B3A4-0A3E-BF39-50F5-1785AC54CABF}"/>
                  </a:ext>
                </a:extLst>
              </p:cNvPr>
              <p:cNvSpPr/>
              <p:nvPr/>
            </p:nvSpPr>
            <p:spPr>
              <a:xfrm>
                <a:off x="8359143" y="3341305"/>
                <a:ext cx="59980" cy="62388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1479" fill="none" extrusionOk="0">
                    <a:moveTo>
                      <a:pt x="1" y="717"/>
                    </a:moveTo>
                    <a:cubicBezTo>
                      <a:pt x="1" y="1138"/>
                      <a:pt x="285" y="1479"/>
                      <a:pt x="705" y="1479"/>
                    </a:cubicBezTo>
                    <a:cubicBezTo>
                      <a:pt x="1092" y="1479"/>
                      <a:pt x="1422" y="1138"/>
                      <a:pt x="1422" y="717"/>
                    </a:cubicBezTo>
                    <a:cubicBezTo>
                      <a:pt x="1422" y="342"/>
                      <a:pt x="1092" y="1"/>
                      <a:pt x="705" y="1"/>
                    </a:cubicBezTo>
                    <a:cubicBezTo>
                      <a:pt x="285" y="1"/>
                      <a:pt x="1" y="342"/>
                      <a:pt x="1" y="717"/>
                    </a:cubicBezTo>
                    <a:close/>
                  </a:path>
                </a:pathLst>
              </a:custGeom>
              <a:noFill/>
              <a:ln w="4825" cap="flat" cmpd="sng">
                <a:solidFill>
                  <a:srgbClr val="B9C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58">
                <a:extLst>
                  <a:ext uri="{FF2B5EF4-FFF2-40B4-BE49-F238E27FC236}">
                    <a16:creationId xmlns:a16="http://schemas.microsoft.com/office/drawing/2014/main" id="{ED183240-1299-2D43-7F57-813CBC7BE50B}"/>
                  </a:ext>
                </a:extLst>
              </p:cNvPr>
              <p:cNvSpPr/>
              <p:nvPr/>
            </p:nvSpPr>
            <p:spPr>
              <a:xfrm>
                <a:off x="8201390" y="4161039"/>
                <a:ext cx="221572" cy="136587"/>
              </a:xfrm>
              <a:custGeom>
                <a:avLst/>
                <a:gdLst/>
                <a:ahLst/>
                <a:cxnLst/>
                <a:rect l="l" t="t" r="r" b="b"/>
                <a:pathLst>
                  <a:path w="5253" h="3238" extrusionOk="0">
                    <a:moveTo>
                      <a:pt x="0" y="1"/>
                    </a:moveTo>
                    <a:lnTo>
                      <a:pt x="155" y="8"/>
                    </a:lnTo>
                    <a:lnTo>
                      <a:pt x="155" y="8"/>
                    </a:lnTo>
                    <a:cubicBezTo>
                      <a:pt x="104" y="3"/>
                      <a:pt x="52" y="1"/>
                      <a:pt x="0" y="1"/>
                    </a:cubicBezTo>
                    <a:close/>
                    <a:moveTo>
                      <a:pt x="155" y="8"/>
                    </a:moveTo>
                    <a:cubicBezTo>
                      <a:pt x="948" y="83"/>
                      <a:pt x="1663" y="723"/>
                      <a:pt x="1887" y="1524"/>
                    </a:cubicBezTo>
                    <a:cubicBezTo>
                      <a:pt x="1990" y="1808"/>
                      <a:pt x="1990" y="2092"/>
                      <a:pt x="2126" y="2377"/>
                    </a:cubicBezTo>
                    <a:cubicBezTo>
                      <a:pt x="2319" y="2843"/>
                      <a:pt x="2786" y="3127"/>
                      <a:pt x="3263" y="3229"/>
                    </a:cubicBezTo>
                    <a:cubicBezTo>
                      <a:pt x="3319" y="3235"/>
                      <a:pt x="3376" y="3237"/>
                      <a:pt x="3434" y="3237"/>
                    </a:cubicBezTo>
                    <a:cubicBezTo>
                      <a:pt x="3863" y="3237"/>
                      <a:pt x="4313" y="3088"/>
                      <a:pt x="4684" y="2797"/>
                    </a:cubicBezTo>
                    <a:cubicBezTo>
                      <a:pt x="4775" y="2706"/>
                      <a:pt x="4923" y="2604"/>
                      <a:pt x="4968" y="2468"/>
                    </a:cubicBezTo>
                    <a:cubicBezTo>
                      <a:pt x="5253" y="2092"/>
                      <a:pt x="5162" y="1615"/>
                      <a:pt x="4968" y="1183"/>
                    </a:cubicBezTo>
                    <a:cubicBezTo>
                      <a:pt x="4775" y="808"/>
                      <a:pt x="4400" y="523"/>
                      <a:pt x="4070" y="194"/>
                    </a:cubicBezTo>
                    <a:lnTo>
                      <a:pt x="155" y="8"/>
                    </a:ln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58">
                <a:extLst>
                  <a:ext uri="{FF2B5EF4-FFF2-40B4-BE49-F238E27FC236}">
                    <a16:creationId xmlns:a16="http://schemas.microsoft.com/office/drawing/2014/main" id="{B7D516E7-8ABE-6994-AC39-D3A53A37A1DD}"/>
                  </a:ext>
                </a:extLst>
              </p:cNvPr>
              <p:cNvSpPr/>
              <p:nvPr/>
            </p:nvSpPr>
            <p:spPr>
              <a:xfrm>
                <a:off x="8049373" y="4097259"/>
                <a:ext cx="367852" cy="212979"/>
              </a:xfrm>
              <a:custGeom>
                <a:avLst/>
                <a:gdLst/>
                <a:ahLst/>
                <a:cxnLst/>
                <a:rect l="l" t="t" r="r" b="b"/>
                <a:pathLst>
                  <a:path w="8721" h="5049" extrusionOk="0">
                    <a:moveTo>
                      <a:pt x="4502" y="0"/>
                    </a:moveTo>
                    <a:cubicBezTo>
                      <a:pt x="2751" y="0"/>
                      <a:pt x="1046" y="1183"/>
                      <a:pt x="330" y="2888"/>
                    </a:cubicBezTo>
                    <a:cubicBezTo>
                      <a:pt x="91" y="3457"/>
                      <a:pt x="0" y="4218"/>
                      <a:pt x="478" y="4594"/>
                    </a:cubicBezTo>
                    <a:cubicBezTo>
                      <a:pt x="837" y="4907"/>
                      <a:pt x="1348" y="5048"/>
                      <a:pt x="1862" y="5048"/>
                    </a:cubicBezTo>
                    <a:cubicBezTo>
                      <a:pt x="2355" y="5048"/>
                      <a:pt x="2850" y="4918"/>
                      <a:pt x="3218" y="4684"/>
                    </a:cubicBezTo>
                    <a:cubicBezTo>
                      <a:pt x="4264" y="4025"/>
                      <a:pt x="4832" y="2843"/>
                      <a:pt x="6014" y="2274"/>
                    </a:cubicBezTo>
                    <a:cubicBezTo>
                      <a:pt x="6304" y="2145"/>
                      <a:pt x="6629" y="2061"/>
                      <a:pt x="6956" y="2061"/>
                    </a:cubicBezTo>
                    <a:cubicBezTo>
                      <a:pt x="7117" y="2061"/>
                      <a:pt x="7278" y="2081"/>
                      <a:pt x="7435" y="2126"/>
                    </a:cubicBezTo>
                    <a:cubicBezTo>
                      <a:pt x="7913" y="2274"/>
                      <a:pt x="8288" y="2604"/>
                      <a:pt x="8720" y="2843"/>
                    </a:cubicBezTo>
                    <a:cubicBezTo>
                      <a:pt x="7811" y="853"/>
                      <a:pt x="5446" y="0"/>
                      <a:pt x="4502" y="0"/>
                    </a:cubicBezTo>
                    <a:close/>
                  </a:path>
                </a:pathLst>
              </a:custGeom>
              <a:solidFill>
                <a:srgbClr val="E8EE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58">
                <a:extLst>
                  <a:ext uri="{FF2B5EF4-FFF2-40B4-BE49-F238E27FC236}">
                    <a16:creationId xmlns:a16="http://schemas.microsoft.com/office/drawing/2014/main" id="{72979C91-D464-A945-FF5B-9D2F5E797944}"/>
                  </a:ext>
                </a:extLst>
              </p:cNvPr>
              <p:cNvSpPr/>
              <p:nvPr/>
            </p:nvSpPr>
            <p:spPr>
              <a:xfrm>
                <a:off x="7475810" y="3914904"/>
                <a:ext cx="243674" cy="134731"/>
              </a:xfrm>
              <a:custGeom>
                <a:avLst/>
                <a:gdLst/>
                <a:ahLst/>
                <a:cxnLst/>
                <a:rect l="l" t="t" r="r" b="b"/>
                <a:pathLst>
                  <a:path w="5777" h="3194" extrusionOk="0">
                    <a:moveTo>
                      <a:pt x="2549" y="0"/>
                    </a:moveTo>
                    <a:cubicBezTo>
                      <a:pt x="2168" y="0"/>
                      <a:pt x="1800" y="44"/>
                      <a:pt x="1467" y="151"/>
                    </a:cubicBezTo>
                    <a:cubicBezTo>
                      <a:pt x="853" y="390"/>
                      <a:pt x="330" y="867"/>
                      <a:pt x="194" y="1481"/>
                    </a:cubicBezTo>
                    <a:cubicBezTo>
                      <a:pt x="1" y="2095"/>
                      <a:pt x="330" y="2857"/>
                      <a:pt x="899" y="3096"/>
                    </a:cubicBezTo>
                    <a:cubicBezTo>
                      <a:pt x="1059" y="3164"/>
                      <a:pt x="1221" y="3193"/>
                      <a:pt x="1383" y="3193"/>
                    </a:cubicBezTo>
                    <a:cubicBezTo>
                      <a:pt x="1899" y="3193"/>
                      <a:pt x="2410" y="2893"/>
                      <a:pt x="2843" y="2573"/>
                    </a:cubicBezTo>
                    <a:cubicBezTo>
                      <a:pt x="3127" y="2334"/>
                      <a:pt x="3411" y="2095"/>
                      <a:pt x="3741" y="1902"/>
                    </a:cubicBezTo>
                    <a:cubicBezTo>
                      <a:pt x="4058" y="1768"/>
                      <a:pt x="4383" y="1709"/>
                      <a:pt x="4706" y="1709"/>
                    </a:cubicBezTo>
                    <a:cubicBezTo>
                      <a:pt x="5068" y="1709"/>
                      <a:pt x="5428" y="1782"/>
                      <a:pt x="5776" y="1902"/>
                    </a:cubicBezTo>
                    <a:lnTo>
                      <a:pt x="3366" y="60"/>
                    </a:lnTo>
                    <a:cubicBezTo>
                      <a:pt x="3093" y="22"/>
                      <a:pt x="2818" y="0"/>
                      <a:pt x="2549" y="0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58">
                <a:extLst>
                  <a:ext uri="{FF2B5EF4-FFF2-40B4-BE49-F238E27FC236}">
                    <a16:creationId xmlns:a16="http://schemas.microsoft.com/office/drawing/2014/main" id="{58177DBF-AE18-180A-8DD6-78AD828E5844}"/>
                  </a:ext>
                </a:extLst>
              </p:cNvPr>
              <p:cNvSpPr/>
              <p:nvPr/>
            </p:nvSpPr>
            <p:spPr>
              <a:xfrm>
                <a:off x="7571727" y="3450855"/>
                <a:ext cx="417709" cy="624385"/>
              </a:xfrm>
              <a:custGeom>
                <a:avLst/>
                <a:gdLst/>
                <a:ahLst/>
                <a:cxnLst/>
                <a:rect l="l" t="t" r="r" b="b"/>
                <a:pathLst>
                  <a:path w="9903" h="14802" extrusionOk="0">
                    <a:moveTo>
                      <a:pt x="2871" y="0"/>
                    </a:moveTo>
                    <a:cubicBezTo>
                      <a:pt x="2457" y="0"/>
                      <a:pt x="2047" y="48"/>
                      <a:pt x="1660" y="170"/>
                    </a:cubicBezTo>
                    <a:cubicBezTo>
                      <a:pt x="853" y="397"/>
                      <a:pt x="148" y="1022"/>
                      <a:pt x="46" y="1773"/>
                    </a:cubicBezTo>
                    <a:cubicBezTo>
                      <a:pt x="1" y="1966"/>
                      <a:pt x="46" y="2159"/>
                      <a:pt x="148" y="2296"/>
                    </a:cubicBezTo>
                    <a:cubicBezTo>
                      <a:pt x="239" y="2489"/>
                      <a:pt x="478" y="2580"/>
                      <a:pt x="660" y="2671"/>
                    </a:cubicBezTo>
                    <a:cubicBezTo>
                      <a:pt x="2706" y="3580"/>
                      <a:pt x="4218" y="5331"/>
                      <a:pt x="4787" y="7321"/>
                    </a:cubicBezTo>
                    <a:cubicBezTo>
                      <a:pt x="5208" y="8742"/>
                      <a:pt x="5117" y="10254"/>
                      <a:pt x="5549" y="11720"/>
                    </a:cubicBezTo>
                    <a:cubicBezTo>
                      <a:pt x="5924" y="13142"/>
                      <a:pt x="6913" y="14563"/>
                      <a:pt x="8527" y="14801"/>
                    </a:cubicBezTo>
                    <a:cubicBezTo>
                      <a:pt x="9903" y="14142"/>
                      <a:pt x="9755" y="12243"/>
                      <a:pt x="9664" y="11061"/>
                    </a:cubicBezTo>
                    <a:cubicBezTo>
                      <a:pt x="9573" y="9162"/>
                      <a:pt x="9528" y="7275"/>
                      <a:pt x="9050" y="5422"/>
                    </a:cubicBezTo>
                    <a:cubicBezTo>
                      <a:pt x="8482" y="2955"/>
                      <a:pt x="6867" y="545"/>
                      <a:pt x="4071" y="113"/>
                    </a:cubicBezTo>
                    <a:cubicBezTo>
                      <a:pt x="3679" y="46"/>
                      <a:pt x="3273" y="0"/>
                      <a:pt x="2871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58">
                <a:extLst>
                  <a:ext uri="{FF2B5EF4-FFF2-40B4-BE49-F238E27FC236}">
                    <a16:creationId xmlns:a16="http://schemas.microsoft.com/office/drawing/2014/main" id="{F82C0E4C-A97D-15CD-74A8-7BEAEE36401B}"/>
                  </a:ext>
                </a:extLst>
              </p:cNvPr>
              <p:cNvSpPr/>
              <p:nvPr/>
            </p:nvSpPr>
            <p:spPr>
              <a:xfrm>
                <a:off x="7553969" y="3896513"/>
                <a:ext cx="397589" cy="372514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8831" extrusionOk="0">
                    <a:moveTo>
                      <a:pt x="3467" y="1"/>
                    </a:moveTo>
                    <a:cubicBezTo>
                      <a:pt x="2050" y="1"/>
                      <a:pt x="302" y="238"/>
                      <a:pt x="1" y="451"/>
                    </a:cubicBezTo>
                    <a:cubicBezTo>
                      <a:pt x="41" y="449"/>
                      <a:pt x="81" y="448"/>
                      <a:pt x="121" y="448"/>
                    </a:cubicBezTo>
                    <a:cubicBezTo>
                      <a:pt x="1141" y="448"/>
                      <a:pt x="1913" y="1007"/>
                      <a:pt x="2559" y="1872"/>
                    </a:cubicBezTo>
                    <a:cubicBezTo>
                      <a:pt x="3457" y="3145"/>
                      <a:pt x="3548" y="4850"/>
                      <a:pt x="4492" y="6135"/>
                    </a:cubicBezTo>
                    <a:cubicBezTo>
                      <a:pt x="5054" y="6787"/>
                      <a:pt x="5060" y="8830"/>
                      <a:pt x="7217" y="8830"/>
                    </a:cubicBezTo>
                    <a:cubicBezTo>
                      <a:pt x="7241" y="8830"/>
                      <a:pt x="7264" y="8830"/>
                      <a:pt x="7288" y="8830"/>
                    </a:cubicBezTo>
                    <a:cubicBezTo>
                      <a:pt x="9426" y="7693"/>
                      <a:pt x="7573" y="3577"/>
                      <a:pt x="7107" y="2440"/>
                    </a:cubicBezTo>
                    <a:cubicBezTo>
                      <a:pt x="6629" y="1485"/>
                      <a:pt x="6152" y="780"/>
                      <a:pt x="5208" y="257"/>
                    </a:cubicBezTo>
                    <a:cubicBezTo>
                      <a:pt x="4922" y="72"/>
                      <a:pt x="4244" y="1"/>
                      <a:pt x="3467" y="1"/>
                    </a:cubicBezTo>
                    <a:close/>
                  </a:path>
                </a:pathLst>
              </a:custGeom>
              <a:solidFill>
                <a:srgbClr val="E8EE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58">
                <a:extLst>
                  <a:ext uri="{FF2B5EF4-FFF2-40B4-BE49-F238E27FC236}">
                    <a16:creationId xmlns:a16="http://schemas.microsoft.com/office/drawing/2014/main" id="{3BAA0730-5DB0-5B4F-012A-0950FCC36C72}"/>
                  </a:ext>
                </a:extLst>
              </p:cNvPr>
              <p:cNvSpPr/>
              <p:nvPr/>
            </p:nvSpPr>
            <p:spPr>
              <a:xfrm>
                <a:off x="7593787" y="3906637"/>
                <a:ext cx="309812" cy="645772"/>
              </a:xfrm>
              <a:custGeom>
                <a:avLst/>
                <a:gdLst/>
                <a:ahLst/>
                <a:cxnLst/>
                <a:rect l="l" t="t" r="r" b="b"/>
                <a:pathLst>
                  <a:path w="7345" h="15309" extrusionOk="0">
                    <a:moveTo>
                      <a:pt x="440" y="1"/>
                    </a:moveTo>
                    <a:cubicBezTo>
                      <a:pt x="309" y="1"/>
                      <a:pt x="177" y="6"/>
                      <a:pt x="46" y="17"/>
                    </a:cubicBezTo>
                    <a:cubicBezTo>
                      <a:pt x="1" y="17"/>
                      <a:pt x="1" y="63"/>
                      <a:pt x="46" y="63"/>
                    </a:cubicBezTo>
                    <a:cubicBezTo>
                      <a:pt x="121" y="59"/>
                      <a:pt x="196" y="58"/>
                      <a:pt x="269" y="58"/>
                    </a:cubicBezTo>
                    <a:cubicBezTo>
                      <a:pt x="3207" y="58"/>
                      <a:pt x="4805" y="2684"/>
                      <a:pt x="5537" y="5224"/>
                    </a:cubicBezTo>
                    <a:cubicBezTo>
                      <a:pt x="6538" y="8499"/>
                      <a:pt x="6629" y="11909"/>
                      <a:pt x="7243" y="15275"/>
                    </a:cubicBezTo>
                    <a:cubicBezTo>
                      <a:pt x="7243" y="15297"/>
                      <a:pt x="7268" y="15309"/>
                      <a:pt x="7294" y="15309"/>
                    </a:cubicBezTo>
                    <a:cubicBezTo>
                      <a:pt x="7319" y="15309"/>
                      <a:pt x="7345" y="15297"/>
                      <a:pt x="7345" y="15275"/>
                    </a:cubicBezTo>
                    <a:cubicBezTo>
                      <a:pt x="6958" y="12432"/>
                      <a:pt x="6674" y="9590"/>
                      <a:pt x="6060" y="6793"/>
                    </a:cubicBezTo>
                    <a:cubicBezTo>
                      <a:pt x="5640" y="4656"/>
                      <a:pt x="4878" y="2291"/>
                      <a:pt x="3082" y="915"/>
                    </a:cubicBezTo>
                    <a:cubicBezTo>
                      <a:pt x="2331" y="295"/>
                      <a:pt x="1397" y="1"/>
                      <a:pt x="440" y="1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58">
                <a:extLst>
                  <a:ext uri="{FF2B5EF4-FFF2-40B4-BE49-F238E27FC236}">
                    <a16:creationId xmlns:a16="http://schemas.microsoft.com/office/drawing/2014/main" id="{EFF319AF-5F3D-9493-D27D-666D0C0DEDA7}"/>
                  </a:ext>
                </a:extLst>
              </p:cNvPr>
              <p:cNvSpPr/>
              <p:nvPr/>
            </p:nvSpPr>
            <p:spPr>
              <a:xfrm>
                <a:off x="7939536" y="3400447"/>
                <a:ext cx="423487" cy="642650"/>
              </a:xfrm>
              <a:custGeom>
                <a:avLst/>
                <a:gdLst/>
                <a:ahLst/>
                <a:cxnLst/>
                <a:rect l="l" t="t" r="r" b="b"/>
                <a:pathLst>
                  <a:path w="10040" h="15235" extrusionOk="0">
                    <a:moveTo>
                      <a:pt x="7472" y="1"/>
                    </a:moveTo>
                    <a:cubicBezTo>
                      <a:pt x="6498" y="1"/>
                      <a:pt x="5423" y="608"/>
                      <a:pt x="4639" y="1308"/>
                    </a:cubicBezTo>
                    <a:cubicBezTo>
                      <a:pt x="2741" y="3013"/>
                      <a:pt x="1138" y="5526"/>
                      <a:pt x="705" y="7993"/>
                    </a:cubicBezTo>
                    <a:cubicBezTo>
                      <a:pt x="421" y="9550"/>
                      <a:pt x="1" y="13586"/>
                      <a:pt x="2843" y="15235"/>
                    </a:cubicBezTo>
                    <a:cubicBezTo>
                      <a:pt x="3696" y="15189"/>
                      <a:pt x="4400" y="14484"/>
                      <a:pt x="4730" y="13677"/>
                    </a:cubicBezTo>
                    <a:cubicBezTo>
                      <a:pt x="5583" y="11824"/>
                      <a:pt x="5401" y="9744"/>
                      <a:pt x="6583" y="8038"/>
                    </a:cubicBezTo>
                    <a:cubicBezTo>
                      <a:pt x="7197" y="7140"/>
                      <a:pt x="8004" y="6424"/>
                      <a:pt x="8664" y="5571"/>
                    </a:cubicBezTo>
                    <a:cubicBezTo>
                      <a:pt x="9619" y="4343"/>
                      <a:pt x="10039" y="2638"/>
                      <a:pt x="9335" y="1262"/>
                    </a:cubicBezTo>
                    <a:cubicBezTo>
                      <a:pt x="8885" y="347"/>
                      <a:pt x="8207" y="1"/>
                      <a:pt x="7472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58">
                <a:extLst>
                  <a:ext uri="{FF2B5EF4-FFF2-40B4-BE49-F238E27FC236}">
                    <a16:creationId xmlns:a16="http://schemas.microsoft.com/office/drawing/2014/main" id="{E22877D9-935C-59AA-C1D7-BD17CFD2C2D8}"/>
                  </a:ext>
                </a:extLst>
              </p:cNvPr>
              <p:cNvSpPr/>
              <p:nvPr/>
            </p:nvSpPr>
            <p:spPr>
              <a:xfrm>
                <a:off x="8037352" y="3479581"/>
                <a:ext cx="235997" cy="1002341"/>
              </a:xfrm>
              <a:custGeom>
                <a:avLst/>
                <a:gdLst/>
                <a:ahLst/>
                <a:cxnLst/>
                <a:rect l="l" t="t" r="r" b="b"/>
                <a:pathLst>
                  <a:path w="5595" h="23762" extrusionOk="0">
                    <a:moveTo>
                      <a:pt x="5538" y="0"/>
                    </a:moveTo>
                    <a:cubicBezTo>
                      <a:pt x="4458" y="57"/>
                      <a:pt x="3605" y="1137"/>
                      <a:pt x="3036" y="1944"/>
                    </a:cubicBezTo>
                    <a:cubicBezTo>
                      <a:pt x="2184" y="3183"/>
                      <a:pt x="1752" y="4741"/>
                      <a:pt x="1377" y="6208"/>
                    </a:cubicBezTo>
                    <a:cubicBezTo>
                      <a:pt x="524" y="9812"/>
                      <a:pt x="376" y="13507"/>
                      <a:pt x="194" y="17156"/>
                    </a:cubicBezTo>
                    <a:cubicBezTo>
                      <a:pt x="46" y="19327"/>
                      <a:pt x="1" y="21510"/>
                      <a:pt x="1" y="23693"/>
                    </a:cubicBezTo>
                    <a:cubicBezTo>
                      <a:pt x="1" y="23739"/>
                      <a:pt x="24" y="23761"/>
                      <a:pt x="46" y="23761"/>
                    </a:cubicBezTo>
                    <a:cubicBezTo>
                      <a:pt x="69" y="23761"/>
                      <a:pt x="92" y="23739"/>
                      <a:pt x="92" y="23693"/>
                    </a:cubicBezTo>
                    <a:cubicBezTo>
                      <a:pt x="137" y="20135"/>
                      <a:pt x="285" y="16588"/>
                      <a:pt x="569" y="13029"/>
                    </a:cubicBezTo>
                    <a:cubicBezTo>
                      <a:pt x="706" y="11278"/>
                      <a:pt x="899" y="9527"/>
                      <a:pt x="1183" y="7822"/>
                    </a:cubicBezTo>
                    <a:cubicBezTo>
                      <a:pt x="1468" y="6208"/>
                      <a:pt x="1843" y="4548"/>
                      <a:pt x="2513" y="3081"/>
                    </a:cubicBezTo>
                    <a:cubicBezTo>
                      <a:pt x="2843" y="2376"/>
                      <a:pt x="3264" y="1762"/>
                      <a:pt x="3741" y="1194"/>
                    </a:cubicBezTo>
                    <a:cubicBezTo>
                      <a:pt x="4219" y="671"/>
                      <a:pt x="4833" y="102"/>
                      <a:pt x="5538" y="102"/>
                    </a:cubicBezTo>
                    <a:cubicBezTo>
                      <a:pt x="5594" y="102"/>
                      <a:pt x="5594" y="0"/>
                      <a:pt x="5538" y="0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58">
                <a:extLst>
                  <a:ext uri="{FF2B5EF4-FFF2-40B4-BE49-F238E27FC236}">
                    <a16:creationId xmlns:a16="http://schemas.microsoft.com/office/drawing/2014/main" id="{DC93F658-AA00-C197-FBA7-501DB3B80CE5}"/>
                  </a:ext>
                </a:extLst>
              </p:cNvPr>
              <p:cNvSpPr/>
              <p:nvPr/>
            </p:nvSpPr>
            <p:spPr>
              <a:xfrm>
                <a:off x="8258923" y="3853234"/>
                <a:ext cx="317995" cy="208466"/>
              </a:xfrm>
              <a:custGeom>
                <a:avLst/>
                <a:gdLst/>
                <a:ahLst/>
                <a:cxnLst/>
                <a:rect l="l" t="t" r="r" b="b"/>
                <a:pathLst>
                  <a:path w="7539" h="4942" extrusionOk="0">
                    <a:moveTo>
                      <a:pt x="3256" y="0"/>
                    </a:moveTo>
                    <a:cubicBezTo>
                      <a:pt x="3145" y="0"/>
                      <a:pt x="3040" y="3"/>
                      <a:pt x="2945" y="10"/>
                    </a:cubicBezTo>
                    <a:lnTo>
                      <a:pt x="0" y="999"/>
                    </a:lnTo>
                    <a:cubicBezTo>
                      <a:pt x="37" y="998"/>
                      <a:pt x="74" y="997"/>
                      <a:pt x="111" y="997"/>
                    </a:cubicBezTo>
                    <a:cubicBezTo>
                      <a:pt x="1208" y="997"/>
                      <a:pt x="2246" y="1646"/>
                      <a:pt x="2752" y="2613"/>
                    </a:cubicBezTo>
                    <a:cubicBezTo>
                      <a:pt x="3127" y="3318"/>
                      <a:pt x="3320" y="4273"/>
                      <a:pt x="3980" y="4694"/>
                    </a:cubicBezTo>
                    <a:cubicBezTo>
                      <a:pt x="4264" y="4887"/>
                      <a:pt x="4605" y="4933"/>
                      <a:pt x="4935" y="4933"/>
                    </a:cubicBezTo>
                    <a:cubicBezTo>
                      <a:pt x="5009" y="4938"/>
                      <a:pt x="5084" y="4941"/>
                      <a:pt x="5160" y="4941"/>
                    </a:cubicBezTo>
                    <a:cubicBezTo>
                      <a:pt x="5715" y="4941"/>
                      <a:pt x="6311" y="4790"/>
                      <a:pt x="6731" y="4410"/>
                    </a:cubicBezTo>
                    <a:cubicBezTo>
                      <a:pt x="7390" y="3841"/>
                      <a:pt x="7538" y="2852"/>
                      <a:pt x="7208" y="2045"/>
                    </a:cubicBezTo>
                    <a:cubicBezTo>
                      <a:pt x="6924" y="1238"/>
                      <a:pt x="6310" y="715"/>
                      <a:pt x="5969" y="431"/>
                    </a:cubicBezTo>
                    <a:cubicBezTo>
                      <a:pt x="5307" y="180"/>
                      <a:pt x="4089" y="0"/>
                      <a:pt x="3256" y="0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58">
                <a:extLst>
                  <a:ext uri="{FF2B5EF4-FFF2-40B4-BE49-F238E27FC236}">
                    <a16:creationId xmlns:a16="http://schemas.microsoft.com/office/drawing/2014/main" id="{4BD41E18-FA7A-4C33-DA53-7DCD47C5BBC6}"/>
                  </a:ext>
                </a:extLst>
              </p:cNvPr>
              <p:cNvSpPr/>
              <p:nvPr/>
            </p:nvSpPr>
            <p:spPr>
              <a:xfrm>
                <a:off x="8339023" y="3834884"/>
                <a:ext cx="153957" cy="159787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3788" extrusionOk="0">
                    <a:moveTo>
                      <a:pt x="524" y="0"/>
                    </a:moveTo>
                    <a:cubicBezTo>
                      <a:pt x="348" y="0"/>
                      <a:pt x="173" y="19"/>
                      <a:pt x="0" y="58"/>
                    </a:cubicBezTo>
                    <a:cubicBezTo>
                      <a:pt x="1091" y="161"/>
                      <a:pt x="2081" y="388"/>
                      <a:pt x="2842" y="1241"/>
                    </a:cubicBezTo>
                    <a:cubicBezTo>
                      <a:pt x="3411" y="1957"/>
                      <a:pt x="3559" y="2855"/>
                      <a:pt x="3559" y="3753"/>
                    </a:cubicBezTo>
                    <a:cubicBezTo>
                      <a:pt x="3581" y="3776"/>
                      <a:pt x="3604" y="3787"/>
                      <a:pt x="3621" y="3787"/>
                    </a:cubicBezTo>
                    <a:cubicBezTo>
                      <a:pt x="3638" y="3787"/>
                      <a:pt x="3650" y="3776"/>
                      <a:pt x="3650" y="3753"/>
                    </a:cubicBezTo>
                    <a:cubicBezTo>
                      <a:pt x="3650" y="2810"/>
                      <a:pt x="3502" y="1866"/>
                      <a:pt x="2888" y="1150"/>
                    </a:cubicBezTo>
                    <a:cubicBezTo>
                      <a:pt x="2299" y="476"/>
                      <a:pt x="1410" y="0"/>
                      <a:pt x="524" y="0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58">
                <a:extLst>
                  <a:ext uri="{FF2B5EF4-FFF2-40B4-BE49-F238E27FC236}">
                    <a16:creationId xmlns:a16="http://schemas.microsoft.com/office/drawing/2014/main" id="{86253A37-2CD1-6353-86DB-6AE6108CBD96}"/>
                  </a:ext>
                </a:extLst>
              </p:cNvPr>
              <p:cNvSpPr/>
              <p:nvPr/>
            </p:nvSpPr>
            <p:spPr>
              <a:xfrm>
                <a:off x="8183168" y="3819150"/>
                <a:ext cx="327570" cy="171809"/>
              </a:xfrm>
              <a:custGeom>
                <a:avLst/>
                <a:gdLst/>
                <a:ahLst/>
                <a:cxnLst/>
                <a:rect l="l" t="t" r="r" b="b"/>
                <a:pathLst>
                  <a:path w="7766" h="4073" extrusionOk="0">
                    <a:moveTo>
                      <a:pt x="3992" y="0"/>
                    </a:moveTo>
                    <a:cubicBezTo>
                      <a:pt x="3828" y="0"/>
                      <a:pt x="3682" y="5"/>
                      <a:pt x="3559" y="11"/>
                    </a:cubicBezTo>
                    <a:cubicBezTo>
                      <a:pt x="2797" y="102"/>
                      <a:pt x="1990" y="250"/>
                      <a:pt x="1376" y="670"/>
                    </a:cubicBezTo>
                    <a:cubicBezTo>
                      <a:pt x="716" y="1102"/>
                      <a:pt x="0" y="1386"/>
                      <a:pt x="46" y="2614"/>
                    </a:cubicBezTo>
                    <a:cubicBezTo>
                      <a:pt x="46" y="3838"/>
                      <a:pt x="635" y="4072"/>
                      <a:pt x="1252" y="4072"/>
                    </a:cubicBezTo>
                    <a:cubicBezTo>
                      <a:pt x="1420" y="4072"/>
                      <a:pt x="1590" y="4055"/>
                      <a:pt x="1751" y="4035"/>
                    </a:cubicBezTo>
                    <a:cubicBezTo>
                      <a:pt x="2513" y="3990"/>
                      <a:pt x="2990" y="3274"/>
                      <a:pt x="3502" y="2751"/>
                    </a:cubicBezTo>
                    <a:cubicBezTo>
                      <a:pt x="4422" y="1792"/>
                      <a:pt x="5747" y="1173"/>
                      <a:pt x="7046" y="1173"/>
                    </a:cubicBezTo>
                    <a:cubicBezTo>
                      <a:pt x="7288" y="1173"/>
                      <a:pt x="7528" y="1194"/>
                      <a:pt x="7765" y="1239"/>
                    </a:cubicBezTo>
                    <a:cubicBezTo>
                      <a:pt x="6745" y="179"/>
                      <a:pt x="5022" y="0"/>
                      <a:pt x="3992" y="0"/>
                    </a:cubicBezTo>
                    <a:close/>
                  </a:path>
                </a:pathLst>
              </a:custGeom>
              <a:solidFill>
                <a:srgbClr val="E8EE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58">
                <a:extLst>
                  <a:ext uri="{FF2B5EF4-FFF2-40B4-BE49-F238E27FC236}">
                    <a16:creationId xmlns:a16="http://schemas.microsoft.com/office/drawing/2014/main" id="{4595576F-BBFA-FB6B-74B6-D6D9B9111619}"/>
                  </a:ext>
                </a:extLst>
              </p:cNvPr>
              <p:cNvSpPr/>
              <p:nvPr/>
            </p:nvSpPr>
            <p:spPr>
              <a:xfrm>
                <a:off x="8123188" y="3827249"/>
                <a:ext cx="313693" cy="679138"/>
              </a:xfrm>
              <a:custGeom>
                <a:avLst/>
                <a:gdLst/>
                <a:ahLst/>
                <a:cxnLst/>
                <a:rect l="l" t="t" r="r" b="b"/>
                <a:pathLst>
                  <a:path w="7437" h="16100" extrusionOk="0">
                    <a:moveTo>
                      <a:pt x="7391" y="1"/>
                    </a:moveTo>
                    <a:cubicBezTo>
                      <a:pt x="4924" y="1"/>
                      <a:pt x="2843" y="1615"/>
                      <a:pt x="1797" y="3798"/>
                    </a:cubicBezTo>
                    <a:cubicBezTo>
                      <a:pt x="899" y="5640"/>
                      <a:pt x="615" y="7732"/>
                      <a:pt x="376" y="9721"/>
                    </a:cubicBezTo>
                    <a:cubicBezTo>
                      <a:pt x="149" y="11802"/>
                      <a:pt x="1" y="13928"/>
                      <a:pt x="46" y="16065"/>
                    </a:cubicBezTo>
                    <a:cubicBezTo>
                      <a:pt x="46" y="16088"/>
                      <a:pt x="58" y="16099"/>
                      <a:pt x="69" y="16099"/>
                    </a:cubicBezTo>
                    <a:cubicBezTo>
                      <a:pt x="81" y="16099"/>
                      <a:pt x="92" y="16088"/>
                      <a:pt x="92" y="16065"/>
                    </a:cubicBezTo>
                    <a:cubicBezTo>
                      <a:pt x="331" y="12984"/>
                      <a:pt x="331" y="9858"/>
                      <a:pt x="945" y="6822"/>
                    </a:cubicBezTo>
                    <a:cubicBezTo>
                      <a:pt x="1286" y="5174"/>
                      <a:pt x="1854" y="3605"/>
                      <a:pt x="2934" y="2274"/>
                    </a:cubicBezTo>
                    <a:cubicBezTo>
                      <a:pt x="4071" y="956"/>
                      <a:pt x="5640" y="103"/>
                      <a:pt x="7391" y="58"/>
                    </a:cubicBezTo>
                    <a:cubicBezTo>
                      <a:pt x="7436" y="58"/>
                      <a:pt x="7436" y="1"/>
                      <a:pt x="7391" y="1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58">
                <a:extLst>
                  <a:ext uri="{FF2B5EF4-FFF2-40B4-BE49-F238E27FC236}">
                    <a16:creationId xmlns:a16="http://schemas.microsoft.com/office/drawing/2014/main" id="{D45E88F6-037E-15C1-7FA0-83F6A95747DB}"/>
                  </a:ext>
                </a:extLst>
              </p:cNvPr>
              <p:cNvSpPr/>
              <p:nvPr/>
            </p:nvSpPr>
            <p:spPr>
              <a:xfrm>
                <a:off x="8055110" y="4126365"/>
                <a:ext cx="237895" cy="372345"/>
              </a:xfrm>
              <a:custGeom>
                <a:avLst/>
                <a:gdLst/>
                <a:ahLst/>
                <a:cxnLst/>
                <a:rect l="l" t="t" r="r" b="b"/>
                <a:pathLst>
                  <a:path w="5640" h="8827" extrusionOk="0">
                    <a:moveTo>
                      <a:pt x="4730" y="0"/>
                    </a:moveTo>
                    <a:cubicBezTo>
                      <a:pt x="4033" y="0"/>
                      <a:pt x="3346" y="142"/>
                      <a:pt x="2752" y="538"/>
                    </a:cubicBezTo>
                    <a:cubicBezTo>
                      <a:pt x="1990" y="1016"/>
                      <a:pt x="1479" y="1778"/>
                      <a:pt x="1092" y="2630"/>
                    </a:cubicBezTo>
                    <a:cubicBezTo>
                      <a:pt x="285" y="4472"/>
                      <a:pt x="1" y="6837"/>
                      <a:pt x="433" y="8826"/>
                    </a:cubicBezTo>
                    <a:cubicBezTo>
                      <a:pt x="433" y="8826"/>
                      <a:pt x="524" y="8826"/>
                      <a:pt x="478" y="8781"/>
                    </a:cubicBezTo>
                    <a:cubicBezTo>
                      <a:pt x="239" y="6894"/>
                      <a:pt x="387" y="4904"/>
                      <a:pt x="1047" y="3096"/>
                    </a:cubicBezTo>
                    <a:cubicBezTo>
                      <a:pt x="1331" y="2198"/>
                      <a:pt x="1854" y="1345"/>
                      <a:pt x="2559" y="777"/>
                    </a:cubicBezTo>
                    <a:cubicBezTo>
                      <a:pt x="3258" y="270"/>
                      <a:pt x="4059" y="65"/>
                      <a:pt x="4888" y="65"/>
                    </a:cubicBezTo>
                    <a:cubicBezTo>
                      <a:pt x="5137" y="65"/>
                      <a:pt x="5388" y="84"/>
                      <a:pt x="5640" y="118"/>
                    </a:cubicBezTo>
                    <a:lnTo>
                      <a:pt x="5640" y="72"/>
                    </a:lnTo>
                    <a:cubicBezTo>
                      <a:pt x="5339" y="27"/>
                      <a:pt x="5034" y="0"/>
                      <a:pt x="4730" y="0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58">
                <a:extLst>
                  <a:ext uri="{FF2B5EF4-FFF2-40B4-BE49-F238E27FC236}">
                    <a16:creationId xmlns:a16="http://schemas.microsoft.com/office/drawing/2014/main" id="{8A74DBBD-24FB-CC85-9841-CEFAF6DD1A5D}"/>
                  </a:ext>
                </a:extLst>
              </p:cNvPr>
              <p:cNvSpPr/>
              <p:nvPr/>
            </p:nvSpPr>
            <p:spPr>
              <a:xfrm>
                <a:off x="7707715" y="3502697"/>
                <a:ext cx="257762" cy="1079450"/>
              </a:xfrm>
              <a:custGeom>
                <a:avLst/>
                <a:gdLst/>
                <a:ahLst/>
                <a:cxnLst/>
                <a:rect l="l" t="t" r="r" b="b"/>
                <a:pathLst>
                  <a:path w="6111" h="25590" extrusionOk="0">
                    <a:moveTo>
                      <a:pt x="13" y="0"/>
                    </a:moveTo>
                    <a:cubicBezTo>
                      <a:pt x="0" y="0"/>
                      <a:pt x="13" y="21"/>
                      <a:pt x="51" y="21"/>
                    </a:cubicBezTo>
                    <a:cubicBezTo>
                      <a:pt x="32" y="5"/>
                      <a:pt x="19" y="0"/>
                      <a:pt x="13" y="0"/>
                    </a:cubicBezTo>
                    <a:close/>
                    <a:moveTo>
                      <a:pt x="51" y="21"/>
                    </a:moveTo>
                    <a:cubicBezTo>
                      <a:pt x="1472" y="828"/>
                      <a:pt x="2370" y="2397"/>
                      <a:pt x="3075" y="3818"/>
                    </a:cubicBezTo>
                    <a:cubicBezTo>
                      <a:pt x="3791" y="5284"/>
                      <a:pt x="4257" y="6842"/>
                      <a:pt x="4598" y="8411"/>
                    </a:cubicBezTo>
                    <a:cubicBezTo>
                      <a:pt x="5349" y="11958"/>
                      <a:pt x="5679" y="15653"/>
                      <a:pt x="5826" y="19302"/>
                    </a:cubicBezTo>
                    <a:cubicBezTo>
                      <a:pt x="5872" y="21394"/>
                      <a:pt x="5826" y="23475"/>
                      <a:pt x="5781" y="25555"/>
                    </a:cubicBezTo>
                    <a:cubicBezTo>
                      <a:pt x="5781" y="25578"/>
                      <a:pt x="5804" y="25590"/>
                      <a:pt x="5826" y="25590"/>
                    </a:cubicBezTo>
                    <a:cubicBezTo>
                      <a:pt x="5849" y="25590"/>
                      <a:pt x="5872" y="25578"/>
                      <a:pt x="5872" y="25555"/>
                    </a:cubicBezTo>
                    <a:cubicBezTo>
                      <a:pt x="6111" y="21679"/>
                      <a:pt x="5917" y="17745"/>
                      <a:pt x="5497" y="13902"/>
                    </a:cubicBezTo>
                    <a:cubicBezTo>
                      <a:pt x="5167" y="10537"/>
                      <a:pt x="4689" y="7081"/>
                      <a:pt x="3268" y="4000"/>
                    </a:cubicBezTo>
                    <a:cubicBezTo>
                      <a:pt x="2552" y="2488"/>
                      <a:pt x="1563" y="828"/>
                      <a:pt x="51" y="21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58">
                <a:extLst>
                  <a:ext uri="{FF2B5EF4-FFF2-40B4-BE49-F238E27FC236}">
                    <a16:creationId xmlns:a16="http://schemas.microsoft.com/office/drawing/2014/main" id="{9E7AF891-99A5-B219-6F23-C58A03905006}"/>
                  </a:ext>
                </a:extLst>
              </p:cNvPr>
              <p:cNvSpPr/>
              <p:nvPr/>
            </p:nvSpPr>
            <p:spPr>
              <a:xfrm>
                <a:off x="7781783" y="4462686"/>
                <a:ext cx="451284" cy="470040"/>
              </a:xfrm>
              <a:custGeom>
                <a:avLst/>
                <a:gdLst/>
                <a:ahLst/>
                <a:cxnLst/>
                <a:rect l="l" t="t" r="r" b="b"/>
                <a:pathLst>
                  <a:path w="10699" h="11143" extrusionOk="0">
                    <a:moveTo>
                      <a:pt x="0" y="1"/>
                    </a:moveTo>
                    <a:lnTo>
                      <a:pt x="0" y="1808"/>
                    </a:lnTo>
                    <a:cubicBezTo>
                      <a:pt x="0" y="9050"/>
                      <a:pt x="2558" y="11142"/>
                      <a:pt x="2558" y="11142"/>
                    </a:cubicBezTo>
                    <a:lnTo>
                      <a:pt x="8140" y="11142"/>
                    </a:lnTo>
                    <a:cubicBezTo>
                      <a:pt x="8140" y="11142"/>
                      <a:pt x="10698" y="9050"/>
                      <a:pt x="10698" y="1808"/>
                    </a:cubicBezTo>
                    <a:lnTo>
                      <a:pt x="1069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58">
                <a:extLst>
                  <a:ext uri="{FF2B5EF4-FFF2-40B4-BE49-F238E27FC236}">
                    <a16:creationId xmlns:a16="http://schemas.microsoft.com/office/drawing/2014/main" id="{E38B2E13-2372-9A65-B3A5-A657ED9AF261}"/>
                  </a:ext>
                </a:extLst>
              </p:cNvPr>
              <p:cNvSpPr/>
              <p:nvPr/>
            </p:nvSpPr>
            <p:spPr>
              <a:xfrm>
                <a:off x="6862470" y="2554477"/>
                <a:ext cx="152059" cy="182102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4317" extrusionOk="0">
                    <a:moveTo>
                      <a:pt x="2559" y="0"/>
                    </a:moveTo>
                    <a:lnTo>
                      <a:pt x="1" y="1751"/>
                    </a:lnTo>
                    <a:lnTo>
                      <a:pt x="239" y="3411"/>
                    </a:lnTo>
                    <a:cubicBezTo>
                      <a:pt x="239" y="3411"/>
                      <a:pt x="281" y="4316"/>
                      <a:pt x="1264" y="4316"/>
                    </a:cubicBezTo>
                    <a:cubicBezTo>
                      <a:pt x="1314" y="4316"/>
                      <a:pt x="1367" y="4314"/>
                      <a:pt x="1422" y="4309"/>
                    </a:cubicBezTo>
                    <a:cubicBezTo>
                      <a:pt x="2604" y="4173"/>
                      <a:pt x="3605" y="2990"/>
                      <a:pt x="3605" y="2990"/>
                    </a:cubicBezTo>
                    <a:lnTo>
                      <a:pt x="2559" y="0"/>
                    </a:ln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58">
                <a:extLst>
                  <a:ext uri="{FF2B5EF4-FFF2-40B4-BE49-F238E27FC236}">
                    <a16:creationId xmlns:a16="http://schemas.microsoft.com/office/drawing/2014/main" id="{ED0556E1-3D21-FBBD-7FD1-210449ACF6BA}"/>
                  </a:ext>
                </a:extLst>
              </p:cNvPr>
              <p:cNvSpPr/>
              <p:nvPr/>
            </p:nvSpPr>
            <p:spPr>
              <a:xfrm>
                <a:off x="6772331" y="2427549"/>
                <a:ext cx="218956" cy="230991"/>
              </a:xfrm>
              <a:custGeom>
                <a:avLst/>
                <a:gdLst/>
                <a:ahLst/>
                <a:cxnLst/>
                <a:rect l="l" t="t" r="r" b="b"/>
                <a:pathLst>
                  <a:path w="5191" h="5476" extrusionOk="0">
                    <a:moveTo>
                      <a:pt x="3060" y="1"/>
                    </a:moveTo>
                    <a:cubicBezTo>
                      <a:pt x="2641" y="1"/>
                      <a:pt x="2180" y="216"/>
                      <a:pt x="1706" y="735"/>
                    </a:cubicBezTo>
                    <a:cubicBezTo>
                      <a:pt x="1001" y="1543"/>
                      <a:pt x="0" y="4760"/>
                      <a:pt x="1376" y="5283"/>
                    </a:cubicBezTo>
                    <a:cubicBezTo>
                      <a:pt x="1676" y="5410"/>
                      <a:pt x="2007" y="5475"/>
                      <a:pt x="2341" y="5475"/>
                    </a:cubicBezTo>
                    <a:cubicBezTo>
                      <a:pt x="3388" y="5475"/>
                      <a:pt x="4479" y="4837"/>
                      <a:pt x="4832" y="3441"/>
                    </a:cubicBezTo>
                    <a:cubicBezTo>
                      <a:pt x="5190" y="1948"/>
                      <a:pt x="4320" y="1"/>
                      <a:pt x="3060" y="1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58">
                <a:extLst>
                  <a:ext uri="{FF2B5EF4-FFF2-40B4-BE49-F238E27FC236}">
                    <a16:creationId xmlns:a16="http://schemas.microsoft.com/office/drawing/2014/main" id="{605C4CA5-9C75-7261-E345-CA848C1ACE48}"/>
                  </a:ext>
                </a:extLst>
              </p:cNvPr>
              <p:cNvSpPr/>
              <p:nvPr/>
            </p:nvSpPr>
            <p:spPr>
              <a:xfrm>
                <a:off x="6868249" y="2630700"/>
                <a:ext cx="80100" cy="33619"/>
              </a:xfrm>
              <a:custGeom>
                <a:avLst/>
                <a:gdLst/>
                <a:ahLst/>
                <a:cxnLst/>
                <a:rect l="l" t="t" r="r" b="b"/>
                <a:pathLst>
                  <a:path w="1899" h="797" fill="none" extrusionOk="0">
                    <a:moveTo>
                      <a:pt x="0" y="706"/>
                    </a:moveTo>
                    <a:cubicBezTo>
                      <a:pt x="0" y="706"/>
                      <a:pt x="1092" y="797"/>
                      <a:pt x="1899" y="1"/>
                    </a:cubicBezTo>
                  </a:path>
                </a:pathLst>
              </a:custGeom>
              <a:noFill/>
              <a:ln w="3700" cap="flat" cmpd="sng">
                <a:solidFill>
                  <a:srgbClr val="C56047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58">
                <a:extLst>
                  <a:ext uri="{FF2B5EF4-FFF2-40B4-BE49-F238E27FC236}">
                    <a16:creationId xmlns:a16="http://schemas.microsoft.com/office/drawing/2014/main" id="{8D28B8AA-FEF9-5E52-378C-F15D4AF80400}"/>
                  </a:ext>
                </a:extLst>
              </p:cNvPr>
              <p:cNvSpPr/>
              <p:nvPr/>
            </p:nvSpPr>
            <p:spPr>
              <a:xfrm>
                <a:off x="6970367" y="2562618"/>
                <a:ext cx="42" cy="4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0835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58">
                <a:extLst>
                  <a:ext uri="{FF2B5EF4-FFF2-40B4-BE49-F238E27FC236}">
                    <a16:creationId xmlns:a16="http://schemas.microsoft.com/office/drawing/2014/main" id="{EF1A3CC6-C31F-886E-9EFD-E05EFB74E34D}"/>
                  </a:ext>
                </a:extLst>
              </p:cNvPr>
              <p:cNvSpPr/>
              <p:nvPr/>
            </p:nvSpPr>
            <p:spPr>
              <a:xfrm>
                <a:off x="6968468" y="2562618"/>
                <a:ext cx="1940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46" h="47" extrusionOk="0">
                    <a:moveTo>
                      <a:pt x="46" y="1"/>
                    </a:moveTo>
                    <a:cubicBezTo>
                      <a:pt x="46" y="1"/>
                      <a:pt x="0" y="1"/>
                      <a:pt x="0" y="46"/>
                    </a:cubicBezTo>
                    <a:lnTo>
                      <a:pt x="46" y="46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rgbClr val="F0835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58">
                <a:extLst>
                  <a:ext uri="{FF2B5EF4-FFF2-40B4-BE49-F238E27FC236}">
                    <a16:creationId xmlns:a16="http://schemas.microsoft.com/office/drawing/2014/main" id="{B743FA27-B7B6-BD57-4EC0-09427B29A4DE}"/>
                  </a:ext>
                </a:extLst>
              </p:cNvPr>
              <p:cNvSpPr/>
              <p:nvPr/>
            </p:nvSpPr>
            <p:spPr>
              <a:xfrm>
                <a:off x="6830329" y="2540556"/>
                <a:ext cx="20204" cy="39862"/>
              </a:xfrm>
              <a:custGeom>
                <a:avLst/>
                <a:gdLst/>
                <a:ahLst/>
                <a:cxnLst/>
                <a:rect l="l" t="t" r="r" b="b"/>
                <a:pathLst>
                  <a:path w="479" h="945" fill="none" extrusionOk="0">
                    <a:moveTo>
                      <a:pt x="478" y="1"/>
                    </a:moveTo>
                    <a:cubicBezTo>
                      <a:pt x="478" y="1"/>
                      <a:pt x="1" y="615"/>
                      <a:pt x="46" y="762"/>
                    </a:cubicBezTo>
                    <a:cubicBezTo>
                      <a:pt x="103" y="944"/>
                      <a:pt x="478" y="899"/>
                      <a:pt x="478" y="899"/>
                    </a:cubicBezTo>
                  </a:path>
                </a:pathLst>
              </a:custGeom>
              <a:noFill/>
              <a:ln w="3700" cap="flat" cmpd="sng">
                <a:solidFill>
                  <a:srgbClr val="C56047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58">
                <a:extLst>
                  <a:ext uri="{FF2B5EF4-FFF2-40B4-BE49-F238E27FC236}">
                    <a16:creationId xmlns:a16="http://schemas.microsoft.com/office/drawing/2014/main" id="{9E66C764-580B-2A0E-4AC2-F308AE1041E6}"/>
                  </a:ext>
                </a:extLst>
              </p:cNvPr>
              <p:cNvSpPr/>
              <p:nvPr/>
            </p:nvSpPr>
            <p:spPr>
              <a:xfrm>
                <a:off x="6882632" y="2544395"/>
                <a:ext cx="9617" cy="10883"/>
              </a:xfrm>
              <a:custGeom>
                <a:avLst/>
                <a:gdLst/>
                <a:ahLst/>
                <a:cxnLst/>
                <a:rect l="l" t="t" r="r" b="b"/>
                <a:pathLst>
                  <a:path w="228" h="258" extrusionOk="0">
                    <a:moveTo>
                      <a:pt x="137" y="1"/>
                    </a:moveTo>
                    <a:cubicBezTo>
                      <a:pt x="91" y="1"/>
                      <a:pt x="46" y="57"/>
                      <a:pt x="0" y="103"/>
                    </a:cubicBezTo>
                    <a:cubicBezTo>
                      <a:pt x="0" y="194"/>
                      <a:pt x="46" y="239"/>
                      <a:pt x="91" y="239"/>
                    </a:cubicBezTo>
                    <a:cubicBezTo>
                      <a:pt x="103" y="251"/>
                      <a:pt x="116" y="257"/>
                      <a:pt x="127" y="257"/>
                    </a:cubicBezTo>
                    <a:cubicBezTo>
                      <a:pt x="158" y="257"/>
                      <a:pt x="182" y="215"/>
                      <a:pt x="182" y="148"/>
                    </a:cubicBezTo>
                    <a:cubicBezTo>
                      <a:pt x="228" y="103"/>
                      <a:pt x="182" y="1"/>
                      <a:pt x="137" y="1"/>
                    </a:cubicBezTo>
                    <a:close/>
                  </a:path>
                </a:pathLst>
              </a:custGeom>
              <a:solidFill>
                <a:srgbClr val="16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58">
                <a:extLst>
                  <a:ext uri="{FF2B5EF4-FFF2-40B4-BE49-F238E27FC236}">
                    <a16:creationId xmlns:a16="http://schemas.microsoft.com/office/drawing/2014/main" id="{BD7BA12C-0844-D3FA-8BFF-42150F1B3B14}"/>
                  </a:ext>
                </a:extLst>
              </p:cNvPr>
              <p:cNvSpPr/>
              <p:nvPr/>
            </p:nvSpPr>
            <p:spPr>
              <a:xfrm>
                <a:off x="6820290" y="2524738"/>
                <a:ext cx="10081" cy="10124"/>
              </a:xfrm>
              <a:custGeom>
                <a:avLst/>
                <a:gdLst/>
                <a:ahLst/>
                <a:cxnLst/>
                <a:rect l="l" t="t" r="r" b="b"/>
                <a:pathLst>
                  <a:path w="239" h="240" extrusionOk="0">
                    <a:moveTo>
                      <a:pt x="148" y="0"/>
                    </a:moveTo>
                    <a:cubicBezTo>
                      <a:pt x="103" y="0"/>
                      <a:pt x="57" y="46"/>
                      <a:pt x="57" y="91"/>
                    </a:cubicBezTo>
                    <a:cubicBezTo>
                      <a:pt x="0" y="137"/>
                      <a:pt x="57" y="239"/>
                      <a:pt x="103" y="239"/>
                    </a:cubicBezTo>
                    <a:cubicBezTo>
                      <a:pt x="148" y="239"/>
                      <a:pt x="193" y="182"/>
                      <a:pt x="239" y="137"/>
                    </a:cubicBezTo>
                    <a:cubicBezTo>
                      <a:pt x="239" y="46"/>
                      <a:pt x="193" y="0"/>
                      <a:pt x="148" y="0"/>
                    </a:cubicBezTo>
                    <a:close/>
                  </a:path>
                </a:pathLst>
              </a:custGeom>
              <a:solidFill>
                <a:srgbClr val="16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58">
                <a:extLst>
                  <a:ext uri="{FF2B5EF4-FFF2-40B4-BE49-F238E27FC236}">
                    <a16:creationId xmlns:a16="http://schemas.microsoft.com/office/drawing/2014/main" id="{BD0A8BD2-964C-8B79-0021-2FECB973B0FA}"/>
                  </a:ext>
                </a:extLst>
              </p:cNvPr>
              <p:cNvSpPr/>
              <p:nvPr/>
            </p:nvSpPr>
            <p:spPr>
              <a:xfrm>
                <a:off x="6814511" y="2590416"/>
                <a:ext cx="41758" cy="32987"/>
              </a:xfrm>
              <a:custGeom>
                <a:avLst/>
                <a:gdLst/>
                <a:ahLst/>
                <a:cxnLst/>
                <a:rect l="l" t="t" r="r" b="b"/>
                <a:pathLst>
                  <a:path w="990" h="782" extrusionOk="0">
                    <a:moveTo>
                      <a:pt x="137" y="1"/>
                    </a:moveTo>
                    <a:cubicBezTo>
                      <a:pt x="137" y="1"/>
                      <a:pt x="1" y="615"/>
                      <a:pt x="421" y="763"/>
                    </a:cubicBezTo>
                    <a:cubicBezTo>
                      <a:pt x="466" y="775"/>
                      <a:pt x="508" y="781"/>
                      <a:pt x="546" y="781"/>
                    </a:cubicBezTo>
                    <a:cubicBezTo>
                      <a:pt x="915" y="781"/>
                      <a:pt x="990" y="240"/>
                      <a:pt x="990" y="240"/>
                    </a:cubicBez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58">
                <a:extLst>
                  <a:ext uri="{FF2B5EF4-FFF2-40B4-BE49-F238E27FC236}">
                    <a16:creationId xmlns:a16="http://schemas.microsoft.com/office/drawing/2014/main" id="{1963C6DB-9C85-D2D4-6999-A9B621F47035}"/>
                  </a:ext>
                </a:extLst>
              </p:cNvPr>
              <p:cNvSpPr/>
              <p:nvPr/>
            </p:nvSpPr>
            <p:spPr>
              <a:xfrm>
                <a:off x="6792451" y="2412448"/>
                <a:ext cx="255653" cy="194335"/>
              </a:xfrm>
              <a:custGeom>
                <a:avLst/>
                <a:gdLst/>
                <a:ahLst/>
                <a:cxnLst/>
                <a:rect l="l" t="t" r="r" b="b"/>
                <a:pathLst>
                  <a:path w="6061" h="4607" extrusionOk="0">
                    <a:moveTo>
                      <a:pt x="3052" y="0"/>
                    </a:moveTo>
                    <a:cubicBezTo>
                      <a:pt x="2744" y="0"/>
                      <a:pt x="2445" y="63"/>
                      <a:pt x="2184" y="195"/>
                    </a:cubicBezTo>
                    <a:cubicBezTo>
                      <a:pt x="1924" y="82"/>
                      <a:pt x="1692" y="35"/>
                      <a:pt x="1485" y="35"/>
                    </a:cubicBezTo>
                    <a:cubicBezTo>
                      <a:pt x="401" y="35"/>
                      <a:pt x="1" y="1332"/>
                      <a:pt x="1" y="1332"/>
                    </a:cubicBezTo>
                    <a:cubicBezTo>
                      <a:pt x="808" y="2185"/>
                      <a:pt x="3127" y="2230"/>
                      <a:pt x="3127" y="2230"/>
                    </a:cubicBezTo>
                    <a:cubicBezTo>
                      <a:pt x="3127" y="2230"/>
                      <a:pt x="2752" y="3083"/>
                      <a:pt x="3741" y="4129"/>
                    </a:cubicBezTo>
                    <a:lnTo>
                      <a:pt x="4594" y="4607"/>
                    </a:lnTo>
                    <a:cubicBezTo>
                      <a:pt x="5162" y="4322"/>
                      <a:pt x="6061" y="2617"/>
                      <a:pt x="5162" y="1139"/>
                    </a:cubicBezTo>
                    <a:cubicBezTo>
                      <a:pt x="4719" y="424"/>
                      <a:pt x="3854" y="0"/>
                      <a:pt x="3052" y="0"/>
                    </a:cubicBezTo>
                    <a:close/>
                  </a:path>
                </a:pathLst>
              </a:custGeom>
              <a:solidFill>
                <a:srgbClr val="16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58">
                <a:extLst>
                  <a:ext uri="{FF2B5EF4-FFF2-40B4-BE49-F238E27FC236}">
                    <a16:creationId xmlns:a16="http://schemas.microsoft.com/office/drawing/2014/main" id="{9C47C86D-E5F6-433C-A81F-7641A58663DF}"/>
                  </a:ext>
                </a:extLst>
              </p:cNvPr>
              <p:cNvSpPr/>
              <p:nvPr/>
            </p:nvSpPr>
            <p:spPr>
              <a:xfrm>
                <a:off x="6970367" y="2399203"/>
                <a:ext cx="85878" cy="83353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1976" extrusionOk="0">
                    <a:moveTo>
                      <a:pt x="1040" y="0"/>
                    </a:moveTo>
                    <a:cubicBezTo>
                      <a:pt x="744" y="0"/>
                      <a:pt x="435" y="138"/>
                      <a:pt x="239" y="373"/>
                    </a:cubicBezTo>
                    <a:cubicBezTo>
                      <a:pt x="92" y="555"/>
                      <a:pt x="1" y="987"/>
                      <a:pt x="137" y="1271"/>
                    </a:cubicBezTo>
                    <a:lnTo>
                      <a:pt x="524" y="1794"/>
                    </a:lnTo>
                    <a:cubicBezTo>
                      <a:pt x="615" y="1930"/>
                      <a:pt x="808" y="1976"/>
                      <a:pt x="990" y="1976"/>
                    </a:cubicBezTo>
                    <a:cubicBezTo>
                      <a:pt x="1422" y="1930"/>
                      <a:pt x="1843" y="1601"/>
                      <a:pt x="1945" y="1169"/>
                    </a:cubicBezTo>
                    <a:cubicBezTo>
                      <a:pt x="2036" y="748"/>
                      <a:pt x="1797" y="271"/>
                      <a:pt x="1422" y="89"/>
                    </a:cubicBezTo>
                    <a:cubicBezTo>
                      <a:pt x="1305" y="28"/>
                      <a:pt x="1174" y="0"/>
                      <a:pt x="1040" y="0"/>
                    </a:cubicBezTo>
                    <a:close/>
                  </a:path>
                </a:pathLst>
              </a:custGeom>
              <a:solidFill>
                <a:srgbClr val="16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58">
                <a:extLst>
                  <a:ext uri="{FF2B5EF4-FFF2-40B4-BE49-F238E27FC236}">
                    <a16:creationId xmlns:a16="http://schemas.microsoft.com/office/drawing/2014/main" id="{31D2C4B8-0E30-FDFC-E046-60C742F1B3C6}"/>
                  </a:ext>
                </a:extLst>
              </p:cNvPr>
              <p:cNvSpPr/>
              <p:nvPr/>
            </p:nvSpPr>
            <p:spPr>
              <a:xfrm>
                <a:off x="6930591" y="2549457"/>
                <a:ext cx="35684" cy="61291"/>
              </a:xfrm>
              <a:custGeom>
                <a:avLst/>
                <a:gdLst/>
                <a:ahLst/>
                <a:cxnLst/>
                <a:rect l="l" t="t" r="r" b="b"/>
                <a:pathLst>
                  <a:path w="846" h="1453" extrusionOk="0">
                    <a:moveTo>
                      <a:pt x="420" y="1"/>
                    </a:moveTo>
                    <a:cubicBezTo>
                      <a:pt x="378" y="1"/>
                      <a:pt x="332" y="9"/>
                      <a:pt x="284" y="28"/>
                    </a:cubicBezTo>
                    <a:cubicBezTo>
                      <a:pt x="91" y="74"/>
                      <a:pt x="46" y="267"/>
                      <a:pt x="46" y="358"/>
                    </a:cubicBezTo>
                    <a:lnTo>
                      <a:pt x="0" y="1256"/>
                    </a:lnTo>
                    <a:cubicBezTo>
                      <a:pt x="65" y="1392"/>
                      <a:pt x="154" y="1453"/>
                      <a:pt x="250" y="1453"/>
                    </a:cubicBezTo>
                    <a:cubicBezTo>
                      <a:pt x="355" y="1453"/>
                      <a:pt x="468" y="1381"/>
                      <a:pt x="569" y="1256"/>
                    </a:cubicBezTo>
                    <a:cubicBezTo>
                      <a:pt x="705" y="1120"/>
                      <a:pt x="796" y="926"/>
                      <a:pt x="796" y="688"/>
                    </a:cubicBezTo>
                    <a:cubicBezTo>
                      <a:pt x="845" y="400"/>
                      <a:pt x="705" y="1"/>
                      <a:pt x="420" y="1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58">
                <a:extLst>
                  <a:ext uri="{FF2B5EF4-FFF2-40B4-BE49-F238E27FC236}">
                    <a16:creationId xmlns:a16="http://schemas.microsoft.com/office/drawing/2014/main" id="{44CF948A-04F6-3009-22E9-7DB39A82ABFE}"/>
                  </a:ext>
                </a:extLst>
              </p:cNvPr>
              <p:cNvSpPr/>
              <p:nvPr/>
            </p:nvSpPr>
            <p:spPr>
              <a:xfrm>
                <a:off x="6882632" y="2524611"/>
                <a:ext cx="27839" cy="22230"/>
              </a:xfrm>
              <a:custGeom>
                <a:avLst/>
                <a:gdLst/>
                <a:ahLst/>
                <a:cxnLst/>
                <a:rect l="l" t="t" r="r" b="b"/>
                <a:pathLst>
                  <a:path w="660" h="527" extrusionOk="0">
                    <a:moveTo>
                      <a:pt x="64" y="1"/>
                    </a:moveTo>
                    <a:cubicBezTo>
                      <a:pt x="43" y="1"/>
                      <a:pt x="22" y="2"/>
                      <a:pt x="0" y="3"/>
                    </a:cubicBezTo>
                    <a:lnTo>
                      <a:pt x="660" y="526"/>
                    </a:lnTo>
                    <a:cubicBezTo>
                      <a:pt x="660" y="526"/>
                      <a:pt x="576" y="1"/>
                      <a:pt x="64" y="1"/>
                    </a:cubicBezTo>
                    <a:close/>
                  </a:path>
                </a:pathLst>
              </a:custGeom>
              <a:solidFill>
                <a:srgbClr val="16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58">
                <a:extLst>
                  <a:ext uri="{FF2B5EF4-FFF2-40B4-BE49-F238E27FC236}">
                    <a16:creationId xmlns:a16="http://schemas.microsoft.com/office/drawing/2014/main" id="{BC707502-78ED-A57C-4EA4-A3B9D05B086B}"/>
                  </a:ext>
                </a:extLst>
              </p:cNvPr>
              <p:cNvSpPr/>
              <p:nvPr/>
            </p:nvSpPr>
            <p:spPr>
              <a:xfrm>
                <a:off x="6820290" y="2508793"/>
                <a:ext cx="26405" cy="5906"/>
              </a:xfrm>
              <a:custGeom>
                <a:avLst/>
                <a:gdLst/>
                <a:ahLst/>
                <a:cxnLst/>
                <a:rect l="l" t="t" r="r" b="b"/>
                <a:pathLst>
                  <a:path w="626" h="140" extrusionOk="0">
                    <a:moveTo>
                      <a:pt x="230" y="0"/>
                    </a:moveTo>
                    <a:cubicBezTo>
                      <a:pt x="158" y="0"/>
                      <a:pt x="81" y="14"/>
                      <a:pt x="0" y="49"/>
                    </a:cubicBezTo>
                    <a:lnTo>
                      <a:pt x="626" y="140"/>
                    </a:lnTo>
                    <a:cubicBezTo>
                      <a:pt x="626" y="140"/>
                      <a:pt x="460" y="0"/>
                      <a:pt x="230" y="0"/>
                    </a:cubicBezTo>
                    <a:close/>
                  </a:path>
                </a:pathLst>
              </a:custGeom>
              <a:solidFill>
                <a:srgbClr val="16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58">
                <a:extLst>
                  <a:ext uri="{FF2B5EF4-FFF2-40B4-BE49-F238E27FC236}">
                    <a16:creationId xmlns:a16="http://schemas.microsoft.com/office/drawing/2014/main" id="{7CB239B3-DFF9-1BF1-55D0-FD7169DB3694}"/>
                  </a:ext>
                </a:extLst>
              </p:cNvPr>
              <p:cNvSpPr/>
              <p:nvPr/>
            </p:nvSpPr>
            <p:spPr>
              <a:xfrm>
                <a:off x="6810673" y="3727487"/>
                <a:ext cx="455628" cy="1175036"/>
              </a:xfrm>
              <a:custGeom>
                <a:avLst/>
                <a:gdLst/>
                <a:ahLst/>
                <a:cxnLst/>
                <a:rect l="l" t="t" r="r" b="b"/>
                <a:pathLst>
                  <a:path w="10802" h="27856" extrusionOk="0">
                    <a:moveTo>
                      <a:pt x="10801" y="1"/>
                    </a:moveTo>
                    <a:lnTo>
                      <a:pt x="4264" y="240"/>
                    </a:lnTo>
                    <a:lnTo>
                      <a:pt x="1843" y="25775"/>
                    </a:lnTo>
                    <a:lnTo>
                      <a:pt x="1" y="27855"/>
                    </a:lnTo>
                    <a:cubicBezTo>
                      <a:pt x="1" y="27855"/>
                      <a:pt x="6345" y="27571"/>
                      <a:pt x="6584" y="27378"/>
                    </a:cubicBezTo>
                    <a:cubicBezTo>
                      <a:pt x="6765" y="27150"/>
                      <a:pt x="6481" y="25672"/>
                      <a:pt x="6481" y="25672"/>
                    </a:cubicBezTo>
                    <a:lnTo>
                      <a:pt x="10801" y="1"/>
                    </a:ln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58">
                <a:extLst>
                  <a:ext uri="{FF2B5EF4-FFF2-40B4-BE49-F238E27FC236}">
                    <a16:creationId xmlns:a16="http://schemas.microsoft.com/office/drawing/2014/main" id="{0301A0CD-A976-50A4-A649-6C787E800FE5}"/>
                  </a:ext>
                </a:extLst>
              </p:cNvPr>
              <p:cNvSpPr/>
              <p:nvPr/>
            </p:nvSpPr>
            <p:spPr>
              <a:xfrm>
                <a:off x="6720534" y="4820436"/>
                <a:ext cx="373588" cy="109885"/>
              </a:xfrm>
              <a:custGeom>
                <a:avLst/>
                <a:gdLst/>
                <a:ahLst/>
                <a:cxnLst/>
                <a:rect l="l" t="t" r="r" b="b"/>
                <a:pathLst>
                  <a:path w="8857" h="2605" extrusionOk="0">
                    <a:moveTo>
                      <a:pt x="8721" y="1"/>
                    </a:moveTo>
                    <a:lnTo>
                      <a:pt x="7015" y="1422"/>
                    </a:lnTo>
                    <a:lnTo>
                      <a:pt x="6299" y="1468"/>
                    </a:lnTo>
                    <a:lnTo>
                      <a:pt x="3411" y="240"/>
                    </a:lnTo>
                    <a:lnTo>
                      <a:pt x="285" y="1945"/>
                    </a:lnTo>
                    <a:cubicBezTo>
                      <a:pt x="0" y="2138"/>
                      <a:pt x="148" y="2604"/>
                      <a:pt x="523" y="2604"/>
                    </a:cubicBezTo>
                    <a:lnTo>
                      <a:pt x="4923" y="2604"/>
                    </a:lnTo>
                    <a:lnTo>
                      <a:pt x="6117" y="1752"/>
                    </a:lnTo>
                    <a:lnTo>
                      <a:pt x="6447" y="1752"/>
                    </a:lnTo>
                    <a:lnTo>
                      <a:pt x="6447" y="2559"/>
                    </a:lnTo>
                    <a:lnTo>
                      <a:pt x="8857" y="2559"/>
                    </a:lnTo>
                    <a:lnTo>
                      <a:pt x="8811" y="1422"/>
                    </a:lnTo>
                    <a:lnTo>
                      <a:pt x="7675" y="1422"/>
                    </a:lnTo>
                    <a:lnTo>
                      <a:pt x="8811" y="478"/>
                    </a:lnTo>
                    <a:lnTo>
                      <a:pt x="8721" y="1"/>
                    </a:lnTo>
                    <a:close/>
                  </a:path>
                </a:pathLst>
              </a:custGeom>
              <a:solidFill>
                <a:srgbClr val="2122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58">
                <a:extLst>
                  <a:ext uri="{FF2B5EF4-FFF2-40B4-BE49-F238E27FC236}">
                    <a16:creationId xmlns:a16="http://schemas.microsoft.com/office/drawing/2014/main" id="{5C58E16D-E0CF-5E81-4F46-F540BACA4A53}"/>
                  </a:ext>
                </a:extLst>
              </p:cNvPr>
              <p:cNvSpPr/>
              <p:nvPr/>
            </p:nvSpPr>
            <p:spPr>
              <a:xfrm>
                <a:off x="7271996" y="3727487"/>
                <a:ext cx="306016" cy="1175036"/>
              </a:xfrm>
              <a:custGeom>
                <a:avLst/>
                <a:gdLst/>
                <a:ahLst/>
                <a:cxnLst/>
                <a:rect l="l" t="t" r="r" b="b"/>
                <a:pathLst>
                  <a:path w="7255" h="27856" extrusionOk="0">
                    <a:moveTo>
                      <a:pt x="7254" y="1"/>
                    </a:moveTo>
                    <a:lnTo>
                      <a:pt x="717" y="240"/>
                    </a:lnTo>
                    <a:lnTo>
                      <a:pt x="1854" y="25775"/>
                    </a:lnTo>
                    <a:lnTo>
                      <a:pt x="1" y="27855"/>
                    </a:lnTo>
                    <a:cubicBezTo>
                      <a:pt x="1" y="27855"/>
                      <a:pt x="6402" y="27571"/>
                      <a:pt x="6584" y="27378"/>
                    </a:cubicBezTo>
                    <a:cubicBezTo>
                      <a:pt x="6777" y="27150"/>
                      <a:pt x="6493" y="25672"/>
                      <a:pt x="6493" y="25672"/>
                    </a:cubicBezTo>
                    <a:lnTo>
                      <a:pt x="7254" y="1"/>
                    </a:ln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58">
                <a:extLst>
                  <a:ext uri="{FF2B5EF4-FFF2-40B4-BE49-F238E27FC236}">
                    <a16:creationId xmlns:a16="http://schemas.microsoft.com/office/drawing/2014/main" id="{0E1BC7BF-3C3B-0408-EBF6-2C8C346087B4}"/>
                  </a:ext>
                </a:extLst>
              </p:cNvPr>
              <p:cNvSpPr/>
              <p:nvPr/>
            </p:nvSpPr>
            <p:spPr>
              <a:xfrm>
                <a:off x="7182321" y="4820436"/>
                <a:ext cx="373630" cy="109885"/>
              </a:xfrm>
              <a:custGeom>
                <a:avLst/>
                <a:gdLst/>
                <a:ahLst/>
                <a:cxnLst/>
                <a:rect l="l" t="t" r="r" b="b"/>
                <a:pathLst>
                  <a:path w="8858" h="2605" extrusionOk="0">
                    <a:moveTo>
                      <a:pt x="8710" y="1"/>
                    </a:moveTo>
                    <a:lnTo>
                      <a:pt x="7004" y="1422"/>
                    </a:lnTo>
                    <a:lnTo>
                      <a:pt x="6299" y="1468"/>
                    </a:lnTo>
                    <a:lnTo>
                      <a:pt x="3412" y="240"/>
                    </a:lnTo>
                    <a:lnTo>
                      <a:pt x="331" y="1945"/>
                    </a:lnTo>
                    <a:cubicBezTo>
                      <a:pt x="1" y="2138"/>
                      <a:pt x="137" y="2604"/>
                      <a:pt x="512" y="2604"/>
                    </a:cubicBezTo>
                    <a:lnTo>
                      <a:pt x="4924" y="2604"/>
                    </a:lnTo>
                    <a:lnTo>
                      <a:pt x="6106" y="1752"/>
                    </a:lnTo>
                    <a:lnTo>
                      <a:pt x="6436" y="1752"/>
                    </a:lnTo>
                    <a:lnTo>
                      <a:pt x="6436" y="2559"/>
                    </a:lnTo>
                    <a:lnTo>
                      <a:pt x="8857" y="2559"/>
                    </a:lnTo>
                    <a:lnTo>
                      <a:pt x="8812" y="1422"/>
                    </a:lnTo>
                    <a:lnTo>
                      <a:pt x="7675" y="1422"/>
                    </a:lnTo>
                    <a:lnTo>
                      <a:pt x="8857" y="478"/>
                    </a:lnTo>
                    <a:lnTo>
                      <a:pt x="8710" y="1"/>
                    </a:lnTo>
                    <a:close/>
                  </a:path>
                </a:pathLst>
              </a:custGeom>
              <a:solidFill>
                <a:srgbClr val="2122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58">
                <a:extLst>
                  <a:ext uri="{FF2B5EF4-FFF2-40B4-BE49-F238E27FC236}">
                    <a16:creationId xmlns:a16="http://schemas.microsoft.com/office/drawing/2014/main" id="{95E23E2A-629C-478F-FA81-F2397F34A038}"/>
                  </a:ext>
                </a:extLst>
              </p:cNvPr>
              <p:cNvSpPr/>
              <p:nvPr/>
            </p:nvSpPr>
            <p:spPr>
              <a:xfrm>
                <a:off x="6906590" y="3198055"/>
                <a:ext cx="725116" cy="727564"/>
              </a:xfrm>
              <a:custGeom>
                <a:avLst/>
                <a:gdLst/>
                <a:ahLst/>
                <a:cxnLst/>
                <a:rect l="l" t="t" r="r" b="b"/>
                <a:pathLst>
                  <a:path w="17191" h="17248" extrusionOk="0">
                    <a:moveTo>
                      <a:pt x="11984" y="1"/>
                    </a:moveTo>
                    <a:lnTo>
                      <a:pt x="2650" y="1183"/>
                    </a:lnTo>
                    <a:cubicBezTo>
                      <a:pt x="1604" y="4116"/>
                      <a:pt x="1" y="17247"/>
                      <a:pt x="1" y="17247"/>
                    </a:cubicBezTo>
                    <a:lnTo>
                      <a:pt x="16486" y="17247"/>
                    </a:lnTo>
                    <a:cubicBezTo>
                      <a:pt x="16486" y="17247"/>
                      <a:pt x="17191" y="6958"/>
                      <a:pt x="14496" y="2695"/>
                    </a:cubicBezTo>
                    <a:cubicBezTo>
                      <a:pt x="13689" y="1376"/>
                      <a:pt x="12836" y="614"/>
                      <a:pt x="11984" y="1"/>
                    </a:cubicBezTo>
                    <a:close/>
                  </a:path>
                </a:pathLst>
              </a:custGeom>
              <a:solidFill>
                <a:srgbClr val="EC64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58">
                <a:extLst>
                  <a:ext uri="{FF2B5EF4-FFF2-40B4-BE49-F238E27FC236}">
                    <a16:creationId xmlns:a16="http://schemas.microsoft.com/office/drawing/2014/main" id="{A4F1867A-E2A8-7D39-10D5-8FE01D8A68AC}"/>
                  </a:ext>
                </a:extLst>
              </p:cNvPr>
              <p:cNvSpPr/>
              <p:nvPr/>
            </p:nvSpPr>
            <p:spPr>
              <a:xfrm>
                <a:off x="7271996" y="3134275"/>
                <a:ext cx="301671" cy="791344"/>
              </a:xfrm>
              <a:custGeom>
                <a:avLst/>
                <a:gdLst/>
                <a:ahLst/>
                <a:cxnLst/>
                <a:rect l="l" t="t" r="r" b="b"/>
                <a:pathLst>
                  <a:path w="7152" h="18760" fill="none" extrusionOk="0">
                    <a:moveTo>
                      <a:pt x="1" y="0"/>
                    </a:moveTo>
                    <a:cubicBezTo>
                      <a:pt x="1" y="0"/>
                      <a:pt x="3127" y="2274"/>
                      <a:pt x="4981" y="5162"/>
                    </a:cubicBezTo>
                    <a:cubicBezTo>
                      <a:pt x="7152" y="8527"/>
                      <a:pt x="6970" y="18759"/>
                      <a:pt x="6970" y="18759"/>
                    </a:cubicBezTo>
                  </a:path>
                </a:pathLst>
              </a:custGeom>
              <a:noFill/>
              <a:ln w="4825" cap="flat" cmpd="sng">
                <a:solidFill>
                  <a:srgbClr val="FFFFFF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58">
                <a:extLst>
                  <a:ext uri="{FF2B5EF4-FFF2-40B4-BE49-F238E27FC236}">
                    <a16:creationId xmlns:a16="http://schemas.microsoft.com/office/drawing/2014/main" id="{0EDC273C-AF3E-A47C-8D1C-F52D0E7098B3}"/>
                  </a:ext>
                </a:extLst>
              </p:cNvPr>
              <p:cNvSpPr/>
              <p:nvPr/>
            </p:nvSpPr>
            <p:spPr>
              <a:xfrm>
                <a:off x="7256178" y="3271916"/>
                <a:ext cx="163574" cy="78206"/>
              </a:xfrm>
              <a:custGeom>
                <a:avLst/>
                <a:gdLst/>
                <a:ahLst/>
                <a:cxnLst/>
                <a:rect l="l" t="t" r="r" b="b"/>
                <a:pathLst>
                  <a:path w="3878" h="1854" fill="none" extrusionOk="0">
                    <a:moveTo>
                      <a:pt x="1" y="0"/>
                    </a:moveTo>
                    <a:cubicBezTo>
                      <a:pt x="2127" y="1854"/>
                      <a:pt x="3878" y="0"/>
                      <a:pt x="3878" y="0"/>
                    </a:cubicBezTo>
                  </a:path>
                </a:pathLst>
              </a:custGeom>
              <a:noFill/>
              <a:ln w="4825" cap="flat" cmpd="sng">
                <a:solidFill>
                  <a:srgbClr val="FFFFFF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58">
                <a:extLst>
                  <a:ext uri="{FF2B5EF4-FFF2-40B4-BE49-F238E27FC236}">
                    <a16:creationId xmlns:a16="http://schemas.microsoft.com/office/drawing/2014/main" id="{4E5C02D8-8D8E-BA86-0BC2-C9619499B377}"/>
                  </a:ext>
                </a:extLst>
              </p:cNvPr>
              <p:cNvSpPr/>
              <p:nvPr/>
            </p:nvSpPr>
            <p:spPr>
              <a:xfrm>
                <a:off x="6309069" y="2818244"/>
                <a:ext cx="483425" cy="375593"/>
              </a:xfrm>
              <a:custGeom>
                <a:avLst/>
                <a:gdLst/>
                <a:ahLst/>
                <a:cxnLst/>
                <a:rect l="l" t="t" r="r" b="b"/>
                <a:pathLst>
                  <a:path w="11461" h="8904" extrusionOk="0">
                    <a:moveTo>
                      <a:pt x="2559" y="0"/>
                    </a:moveTo>
                    <a:lnTo>
                      <a:pt x="1" y="1137"/>
                    </a:lnTo>
                    <a:cubicBezTo>
                      <a:pt x="1" y="1137"/>
                      <a:pt x="3264" y="8288"/>
                      <a:pt x="5447" y="8857"/>
                    </a:cubicBezTo>
                    <a:cubicBezTo>
                      <a:pt x="5569" y="8889"/>
                      <a:pt x="5697" y="8904"/>
                      <a:pt x="5829" y="8904"/>
                    </a:cubicBezTo>
                    <a:cubicBezTo>
                      <a:pt x="8048" y="8904"/>
                      <a:pt x="11461" y="4650"/>
                      <a:pt x="11461" y="4650"/>
                    </a:cubicBezTo>
                    <a:lnTo>
                      <a:pt x="8948" y="762"/>
                    </a:lnTo>
                    <a:cubicBezTo>
                      <a:pt x="8948" y="762"/>
                      <a:pt x="6254" y="3798"/>
                      <a:pt x="5822" y="3798"/>
                    </a:cubicBezTo>
                    <a:cubicBezTo>
                      <a:pt x="5401" y="3741"/>
                      <a:pt x="2559" y="0"/>
                      <a:pt x="2559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58">
                <a:extLst>
                  <a:ext uri="{FF2B5EF4-FFF2-40B4-BE49-F238E27FC236}">
                    <a16:creationId xmlns:a16="http://schemas.microsoft.com/office/drawing/2014/main" id="{9A63331E-9E20-66A9-9374-6E7D7E96C987}"/>
                  </a:ext>
                </a:extLst>
              </p:cNvPr>
              <p:cNvSpPr/>
              <p:nvPr/>
            </p:nvSpPr>
            <p:spPr>
              <a:xfrm>
                <a:off x="6273131" y="2692540"/>
                <a:ext cx="171715" cy="231708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5493" extrusionOk="0">
                    <a:moveTo>
                      <a:pt x="761" y="0"/>
                    </a:moveTo>
                    <a:cubicBezTo>
                      <a:pt x="758" y="0"/>
                      <a:pt x="754" y="1"/>
                      <a:pt x="750" y="2"/>
                    </a:cubicBezTo>
                    <a:cubicBezTo>
                      <a:pt x="569" y="47"/>
                      <a:pt x="1182" y="1184"/>
                      <a:pt x="1182" y="1184"/>
                    </a:cubicBezTo>
                    <a:cubicBezTo>
                      <a:pt x="1182" y="1184"/>
                      <a:pt x="1046" y="1015"/>
                      <a:pt x="895" y="1015"/>
                    </a:cubicBezTo>
                    <a:cubicBezTo>
                      <a:pt x="866" y="1015"/>
                      <a:pt x="836" y="1022"/>
                      <a:pt x="807" y="1036"/>
                    </a:cubicBezTo>
                    <a:cubicBezTo>
                      <a:pt x="660" y="1138"/>
                      <a:pt x="807" y="1468"/>
                      <a:pt x="807" y="1468"/>
                    </a:cubicBezTo>
                    <a:cubicBezTo>
                      <a:pt x="807" y="1468"/>
                      <a:pt x="701" y="1387"/>
                      <a:pt x="585" y="1387"/>
                    </a:cubicBezTo>
                    <a:cubicBezTo>
                      <a:pt x="545" y="1387"/>
                      <a:pt x="504" y="1396"/>
                      <a:pt x="466" y="1423"/>
                    </a:cubicBezTo>
                    <a:cubicBezTo>
                      <a:pt x="330" y="1514"/>
                      <a:pt x="421" y="1798"/>
                      <a:pt x="421" y="1798"/>
                    </a:cubicBezTo>
                    <a:cubicBezTo>
                      <a:pt x="421" y="1798"/>
                      <a:pt x="352" y="1677"/>
                      <a:pt x="258" y="1677"/>
                    </a:cubicBezTo>
                    <a:cubicBezTo>
                      <a:pt x="221" y="1677"/>
                      <a:pt x="179" y="1697"/>
                      <a:pt x="137" y="1752"/>
                    </a:cubicBezTo>
                    <a:cubicBezTo>
                      <a:pt x="0" y="1889"/>
                      <a:pt x="569" y="3594"/>
                      <a:pt x="1512" y="5493"/>
                    </a:cubicBezTo>
                    <a:lnTo>
                      <a:pt x="4070" y="3833"/>
                    </a:lnTo>
                    <a:cubicBezTo>
                      <a:pt x="4070" y="3833"/>
                      <a:pt x="1887" y="661"/>
                      <a:pt x="1751" y="661"/>
                    </a:cubicBezTo>
                    <a:cubicBezTo>
                      <a:pt x="1558" y="661"/>
                      <a:pt x="1842" y="1229"/>
                      <a:pt x="1705" y="1229"/>
                    </a:cubicBezTo>
                    <a:cubicBezTo>
                      <a:pt x="1560" y="1185"/>
                      <a:pt x="966" y="0"/>
                      <a:pt x="761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58">
                <a:extLst>
                  <a:ext uri="{FF2B5EF4-FFF2-40B4-BE49-F238E27FC236}">
                    <a16:creationId xmlns:a16="http://schemas.microsoft.com/office/drawing/2014/main" id="{9421AC72-ABD8-926D-041E-FED44C00F94D}"/>
                  </a:ext>
                </a:extLst>
              </p:cNvPr>
              <p:cNvSpPr/>
              <p:nvPr/>
            </p:nvSpPr>
            <p:spPr>
              <a:xfrm>
                <a:off x="6350785" y="2756362"/>
                <a:ext cx="8225" cy="46105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093" fill="none" extrusionOk="0">
                    <a:moveTo>
                      <a:pt x="1" y="1"/>
                    </a:moveTo>
                    <a:cubicBezTo>
                      <a:pt x="1" y="1"/>
                      <a:pt x="46" y="615"/>
                      <a:pt x="194" y="1092"/>
                    </a:cubicBezTo>
                  </a:path>
                </a:pathLst>
              </a:custGeom>
              <a:noFill/>
              <a:ln w="3700" cap="flat" cmpd="sng">
                <a:solidFill>
                  <a:srgbClr val="C56047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58">
                <a:extLst>
                  <a:ext uri="{FF2B5EF4-FFF2-40B4-BE49-F238E27FC236}">
                    <a16:creationId xmlns:a16="http://schemas.microsoft.com/office/drawing/2014/main" id="{46522332-22E8-DFBD-C6BB-396283B011B5}"/>
                  </a:ext>
                </a:extLst>
              </p:cNvPr>
              <p:cNvSpPr/>
              <p:nvPr/>
            </p:nvSpPr>
            <p:spPr>
              <a:xfrm>
                <a:off x="6278868" y="2746323"/>
                <a:ext cx="59980" cy="68125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1615" extrusionOk="0">
                    <a:moveTo>
                      <a:pt x="1092" y="0"/>
                    </a:moveTo>
                    <a:cubicBezTo>
                      <a:pt x="1137" y="193"/>
                      <a:pt x="1183" y="387"/>
                      <a:pt x="1240" y="568"/>
                    </a:cubicBezTo>
                    <a:cubicBezTo>
                      <a:pt x="1240" y="671"/>
                      <a:pt x="1285" y="762"/>
                      <a:pt x="1285" y="853"/>
                    </a:cubicBezTo>
                    <a:cubicBezTo>
                      <a:pt x="1331" y="955"/>
                      <a:pt x="1331" y="1046"/>
                      <a:pt x="1331" y="1137"/>
                    </a:cubicBezTo>
                    <a:lnTo>
                      <a:pt x="1285" y="1137"/>
                    </a:lnTo>
                    <a:cubicBezTo>
                      <a:pt x="1240" y="1091"/>
                      <a:pt x="1183" y="1091"/>
                      <a:pt x="1183" y="1046"/>
                    </a:cubicBezTo>
                    <a:cubicBezTo>
                      <a:pt x="1137" y="955"/>
                      <a:pt x="1092" y="853"/>
                      <a:pt x="1046" y="807"/>
                    </a:cubicBezTo>
                    <a:cubicBezTo>
                      <a:pt x="956" y="614"/>
                      <a:pt x="853" y="432"/>
                      <a:pt x="808" y="284"/>
                    </a:cubicBezTo>
                    <a:lnTo>
                      <a:pt x="671" y="330"/>
                    </a:lnTo>
                    <a:cubicBezTo>
                      <a:pt x="717" y="477"/>
                      <a:pt x="808" y="671"/>
                      <a:pt x="853" y="853"/>
                    </a:cubicBezTo>
                    <a:cubicBezTo>
                      <a:pt x="853" y="955"/>
                      <a:pt x="899" y="1046"/>
                      <a:pt x="899" y="1137"/>
                    </a:cubicBezTo>
                    <a:cubicBezTo>
                      <a:pt x="956" y="1239"/>
                      <a:pt x="956" y="1330"/>
                      <a:pt x="956" y="1376"/>
                    </a:cubicBezTo>
                    <a:cubicBezTo>
                      <a:pt x="956" y="1376"/>
                      <a:pt x="899" y="1330"/>
                      <a:pt x="853" y="1285"/>
                    </a:cubicBezTo>
                    <a:cubicBezTo>
                      <a:pt x="808" y="1239"/>
                      <a:pt x="762" y="1137"/>
                      <a:pt x="717" y="1091"/>
                    </a:cubicBezTo>
                    <a:cubicBezTo>
                      <a:pt x="614" y="898"/>
                      <a:pt x="524" y="762"/>
                      <a:pt x="433" y="568"/>
                    </a:cubicBezTo>
                    <a:lnTo>
                      <a:pt x="433" y="568"/>
                    </a:lnTo>
                    <a:lnTo>
                      <a:pt x="433" y="568"/>
                    </a:lnTo>
                    <a:lnTo>
                      <a:pt x="330" y="614"/>
                    </a:lnTo>
                    <a:cubicBezTo>
                      <a:pt x="335" y="629"/>
                      <a:pt x="339" y="643"/>
                      <a:pt x="344" y="657"/>
                    </a:cubicBezTo>
                    <a:lnTo>
                      <a:pt x="344" y="657"/>
                    </a:lnTo>
                    <a:lnTo>
                      <a:pt x="330" y="671"/>
                    </a:lnTo>
                    <a:cubicBezTo>
                      <a:pt x="345" y="690"/>
                      <a:pt x="358" y="710"/>
                      <a:pt x="370" y="731"/>
                    </a:cubicBezTo>
                    <a:lnTo>
                      <a:pt x="370" y="731"/>
                    </a:lnTo>
                    <a:cubicBezTo>
                      <a:pt x="424" y="869"/>
                      <a:pt x="488" y="984"/>
                      <a:pt x="524" y="1091"/>
                    </a:cubicBezTo>
                    <a:cubicBezTo>
                      <a:pt x="524" y="1182"/>
                      <a:pt x="569" y="1239"/>
                      <a:pt x="614" y="1330"/>
                    </a:cubicBezTo>
                    <a:lnTo>
                      <a:pt x="614" y="1467"/>
                    </a:lnTo>
                    <a:lnTo>
                      <a:pt x="614" y="1523"/>
                    </a:lnTo>
                    <a:cubicBezTo>
                      <a:pt x="614" y="1546"/>
                      <a:pt x="603" y="1557"/>
                      <a:pt x="592" y="1557"/>
                    </a:cubicBezTo>
                    <a:cubicBezTo>
                      <a:pt x="580" y="1557"/>
                      <a:pt x="569" y="1546"/>
                      <a:pt x="569" y="1523"/>
                    </a:cubicBezTo>
                    <a:cubicBezTo>
                      <a:pt x="524" y="1523"/>
                      <a:pt x="478" y="1467"/>
                      <a:pt x="478" y="1421"/>
                    </a:cubicBezTo>
                    <a:cubicBezTo>
                      <a:pt x="387" y="1376"/>
                      <a:pt x="330" y="1330"/>
                      <a:pt x="285" y="1239"/>
                    </a:cubicBezTo>
                    <a:cubicBezTo>
                      <a:pt x="194" y="1137"/>
                      <a:pt x="103" y="1000"/>
                      <a:pt x="1" y="853"/>
                    </a:cubicBezTo>
                    <a:lnTo>
                      <a:pt x="1" y="853"/>
                    </a:lnTo>
                    <a:cubicBezTo>
                      <a:pt x="103" y="1000"/>
                      <a:pt x="148" y="1137"/>
                      <a:pt x="239" y="1285"/>
                    </a:cubicBezTo>
                    <a:cubicBezTo>
                      <a:pt x="285" y="1330"/>
                      <a:pt x="330" y="1421"/>
                      <a:pt x="433" y="1467"/>
                    </a:cubicBezTo>
                    <a:cubicBezTo>
                      <a:pt x="433" y="1523"/>
                      <a:pt x="478" y="1569"/>
                      <a:pt x="524" y="1569"/>
                    </a:cubicBezTo>
                    <a:cubicBezTo>
                      <a:pt x="524" y="1614"/>
                      <a:pt x="524" y="1614"/>
                      <a:pt x="569" y="1614"/>
                    </a:cubicBezTo>
                    <a:lnTo>
                      <a:pt x="671" y="1614"/>
                    </a:lnTo>
                    <a:cubicBezTo>
                      <a:pt x="717" y="1523"/>
                      <a:pt x="717" y="1467"/>
                      <a:pt x="717" y="1421"/>
                    </a:cubicBezTo>
                    <a:cubicBezTo>
                      <a:pt x="717" y="1376"/>
                      <a:pt x="717" y="1376"/>
                      <a:pt x="671" y="1330"/>
                    </a:cubicBezTo>
                    <a:cubicBezTo>
                      <a:pt x="671" y="1285"/>
                      <a:pt x="657" y="1237"/>
                      <a:pt x="643" y="1189"/>
                    </a:cubicBezTo>
                    <a:lnTo>
                      <a:pt x="643" y="1189"/>
                    </a:lnTo>
                    <a:cubicBezTo>
                      <a:pt x="687" y="1269"/>
                      <a:pt x="725" y="1338"/>
                      <a:pt x="762" y="1376"/>
                    </a:cubicBezTo>
                    <a:cubicBezTo>
                      <a:pt x="808" y="1421"/>
                      <a:pt x="853" y="1467"/>
                      <a:pt x="899" y="1523"/>
                    </a:cubicBezTo>
                    <a:lnTo>
                      <a:pt x="1001" y="1523"/>
                    </a:lnTo>
                    <a:cubicBezTo>
                      <a:pt x="1092" y="1467"/>
                      <a:pt x="1092" y="1421"/>
                      <a:pt x="1092" y="1421"/>
                    </a:cubicBezTo>
                    <a:cubicBezTo>
                      <a:pt x="1092" y="1285"/>
                      <a:pt x="1092" y="1182"/>
                      <a:pt x="1046" y="1091"/>
                    </a:cubicBezTo>
                    <a:cubicBezTo>
                      <a:pt x="1046" y="1059"/>
                      <a:pt x="1041" y="1025"/>
                      <a:pt x="1033" y="991"/>
                    </a:cubicBezTo>
                    <a:lnTo>
                      <a:pt x="1033" y="991"/>
                    </a:lnTo>
                    <a:cubicBezTo>
                      <a:pt x="1053" y="1022"/>
                      <a:pt x="1072" y="1052"/>
                      <a:pt x="1092" y="1091"/>
                    </a:cubicBezTo>
                    <a:cubicBezTo>
                      <a:pt x="1137" y="1137"/>
                      <a:pt x="1183" y="1182"/>
                      <a:pt x="1240" y="1239"/>
                    </a:cubicBezTo>
                    <a:lnTo>
                      <a:pt x="1331" y="1239"/>
                    </a:lnTo>
                    <a:cubicBezTo>
                      <a:pt x="1376" y="1239"/>
                      <a:pt x="1376" y="1182"/>
                      <a:pt x="1376" y="1137"/>
                    </a:cubicBezTo>
                    <a:cubicBezTo>
                      <a:pt x="1422" y="1046"/>
                      <a:pt x="1376" y="955"/>
                      <a:pt x="1376" y="853"/>
                    </a:cubicBezTo>
                    <a:cubicBezTo>
                      <a:pt x="1331" y="762"/>
                      <a:pt x="1331" y="671"/>
                      <a:pt x="1285" y="568"/>
                    </a:cubicBezTo>
                    <a:cubicBezTo>
                      <a:pt x="1240" y="387"/>
                      <a:pt x="1138" y="193"/>
                      <a:pt x="1092" y="0"/>
                    </a:cubicBezTo>
                    <a:close/>
                  </a:path>
                </a:pathLst>
              </a:custGeom>
              <a:solidFill>
                <a:srgbClr val="C56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58">
                <a:extLst>
                  <a:ext uri="{FF2B5EF4-FFF2-40B4-BE49-F238E27FC236}">
                    <a16:creationId xmlns:a16="http://schemas.microsoft.com/office/drawing/2014/main" id="{FC265DBC-2C0E-CAA3-92B7-EC0161D95527}"/>
                  </a:ext>
                </a:extLst>
              </p:cNvPr>
              <p:cNvSpPr/>
              <p:nvPr/>
            </p:nvSpPr>
            <p:spPr>
              <a:xfrm>
                <a:off x="6630860" y="2686339"/>
                <a:ext cx="399487" cy="359732"/>
              </a:xfrm>
              <a:custGeom>
                <a:avLst/>
                <a:gdLst/>
                <a:ahLst/>
                <a:cxnLst/>
                <a:rect l="l" t="t" r="r" b="b"/>
                <a:pathLst>
                  <a:path w="9471" h="8528" extrusionOk="0">
                    <a:moveTo>
                      <a:pt x="5776" y="1"/>
                    </a:moveTo>
                    <a:cubicBezTo>
                      <a:pt x="3172" y="1"/>
                      <a:pt x="0" y="4833"/>
                      <a:pt x="0" y="4833"/>
                    </a:cubicBezTo>
                    <a:lnTo>
                      <a:pt x="3923" y="8528"/>
                    </a:lnTo>
                    <a:lnTo>
                      <a:pt x="9471" y="2707"/>
                    </a:lnTo>
                    <a:lnTo>
                      <a:pt x="5776" y="1"/>
                    </a:ln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58">
                <a:extLst>
                  <a:ext uri="{FF2B5EF4-FFF2-40B4-BE49-F238E27FC236}">
                    <a16:creationId xmlns:a16="http://schemas.microsoft.com/office/drawing/2014/main" id="{A09ABC9A-2684-755C-AE34-06C30A50B33A}"/>
                  </a:ext>
                </a:extLst>
              </p:cNvPr>
              <p:cNvSpPr/>
              <p:nvPr/>
            </p:nvSpPr>
            <p:spPr>
              <a:xfrm>
                <a:off x="6766553" y="2664193"/>
                <a:ext cx="645523" cy="699850"/>
              </a:xfrm>
              <a:custGeom>
                <a:avLst/>
                <a:gdLst/>
                <a:ahLst/>
                <a:cxnLst/>
                <a:rect l="l" t="t" r="r" b="b"/>
                <a:pathLst>
                  <a:path w="15304" h="16591" extrusionOk="0">
                    <a:moveTo>
                      <a:pt x="6351" y="1"/>
                    </a:moveTo>
                    <a:cubicBezTo>
                      <a:pt x="6259" y="1"/>
                      <a:pt x="6208" y="3"/>
                      <a:pt x="6208" y="3"/>
                    </a:cubicBezTo>
                    <a:lnTo>
                      <a:pt x="660" y="4789"/>
                    </a:lnTo>
                    <a:cubicBezTo>
                      <a:pt x="1" y="8063"/>
                      <a:pt x="422" y="9576"/>
                      <a:pt x="2036" y="11190"/>
                    </a:cubicBezTo>
                    <a:cubicBezTo>
                      <a:pt x="3650" y="12747"/>
                      <a:pt x="5731" y="16590"/>
                      <a:pt x="5731" y="16590"/>
                    </a:cubicBezTo>
                    <a:cubicBezTo>
                      <a:pt x="5731" y="16590"/>
                      <a:pt x="12552" y="15499"/>
                      <a:pt x="15304" y="12657"/>
                    </a:cubicBezTo>
                    <a:cubicBezTo>
                      <a:pt x="15304" y="12657"/>
                      <a:pt x="12700" y="2845"/>
                      <a:pt x="9994" y="958"/>
                    </a:cubicBezTo>
                    <a:cubicBezTo>
                      <a:pt x="8745" y="67"/>
                      <a:pt x="6877" y="1"/>
                      <a:pt x="6351" y="1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58">
                <a:extLst>
                  <a:ext uri="{FF2B5EF4-FFF2-40B4-BE49-F238E27FC236}">
                    <a16:creationId xmlns:a16="http://schemas.microsoft.com/office/drawing/2014/main" id="{4D09EDD4-7A79-5C1B-86F8-DBEBD34057E5}"/>
                  </a:ext>
                </a:extLst>
              </p:cNvPr>
              <p:cNvSpPr/>
              <p:nvPr/>
            </p:nvSpPr>
            <p:spPr>
              <a:xfrm>
                <a:off x="6922408" y="2634539"/>
                <a:ext cx="106041" cy="137684"/>
              </a:xfrm>
              <a:custGeom>
                <a:avLst/>
                <a:gdLst/>
                <a:ahLst/>
                <a:cxnLst/>
                <a:rect l="l" t="t" r="r" b="b"/>
                <a:pathLst>
                  <a:path w="2514" h="3264" extrusionOk="0">
                    <a:moveTo>
                      <a:pt x="1797" y="1"/>
                    </a:moveTo>
                    <a:lnTo>
                      <a:pt x="1" y="2081"/>
                    </a:lnTo>
                    <a:lnTo>
                      <a:pt x="1092" y="3264"/>
                    </a:lnTo>
                    <a:cubicBezTo>
                      <a:pt x="1092" y="3264"/>
                      <a:pt x="1899" y="1945"/>
                      <a:pt x="2513" y="706"/>
                    </a:cubicBezTo>
                    <a:lnTo>
                      <a:pt x="179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58">
                <a:extLst>
                  <a:ext uri="{FF2B5EF4-FFF2-40B4-BE49-F238E27FC236}">
                    <a16:creationId xmlns:a16="http://schemas.microsoft.com/office/drawing/2014/main" id="{7FE864BA-1BF1-74EA-5145-B61ABC0D9114}"/>
                  </a:ext>
                </a:extLst>
              </p:cNvPr>
              <p:cNvSpPr/>
              <p:nvPr/>
            </p:nvSpPr>
            <p:spPr>
              <a:xfrm>
                <a:off x="6850491" y="2676300"/>
                <a:ext cx="71959" cy="95923"/>
              </a:xfrm>
              <a:custGeom>
                <a:avLst/>
                <a:gdLst/>
                <a:ahLst/>
                <a:cxnLst/>
                <a:rect l="l" t="t" r="r" b="b"/>
                <a:pathLst>
                  <a:path w="1706" h="2274" extrusionOk="0">
                    <a:moveTo>
                      <a:pt x="478" y="0"/>
                    </a:moveTo>
                    <a:lnTo>
                      <a:pt x="0" y="341"/>
                    </a:lnTo>
                    <a:cubicBezTo>
                      <a:pt x="91" y="1285"/>
                      <a:pt x="660" y="2274"/>
                      <a:pt x="660" y="2274"/>
                    </a:cubicBezTo>
                    <a:lnTo>
                      <a:pt x="1706" y="1091"/>
                    </a:lnTo>
                    <a:lnTo>
                      <a:pt x="4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58">
                <a:extLst>
                  <a:ext uri="{FF2B5EF4-FFF2-40B4-BE49-F238E27FC236}">
                    <a16:creationId xmlns:a16="http://schemas.microsoft.com/office/drawing/2014/main" id="{351ECE45-6BAE-F0A4-AC78-657D3D7348FD}"/>
                  </a:ext>
                </a:extLst>
              </p:cNvPr>
              <p:cNvSpPr/>
              <p:nvPr/>
            </p:nvSpPr>
            <p:spPr>
              <a:xfrm>
                <a:off x="6772331" y="2870508"/>
                <a:ext cx="24000" cy="163584"/>
              </a:xfrm>
              <a:custGeom>
                <a:avLst/>
                <a:gdLst/>
                <a:ahLst/>
                <a:cxnLst/>
                <a:rect l="l" t="t" r="r" b="b"/>
                <a:pathLst>
                  <a:path w="569" h="3878" fill="none" extrusionOk="0">
                    <a:moveTo>
                      <a:pt x="341" y="3877"/>
                    </a:moveTo>
                    <a:cubicBezTo>
                      <a:pt x="0" y="2456"/>
                      <a:pt x="569" y="0"/>
                      <a:pt x="569" y="0"/>
                    </a:cubicBezTo>
                  </a:path>
                </a:pathLst>
              </a:custGeom>
              <a:noFill/>
              <a:ln w="4825" cap="flat" cmpd="sng">
                <a:solidFill>
                  <a:srgbClr val="162239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58">
                <a:extLst>
                  <a:ext uri="{FF2B5EF4-FFF2-40B4-BE49-F238E27FC236}">
                    <a16:creationId xmlns:a16="http://schemas.microsoft.com/office/drawing/2014/main" id="{7834B6D2-0714-2776-CFA9-F1175DEDA6B4}"/>
                  </a:ext>
                </a:extLst>
              </p:cNvPr>
              <p:cNvSpPr/>
              <p:nvPr/>
            </p:nvSpPr>
            <p:spPr>
              <a:xfrm>
                <a:off x="6974205" y="2818244"/>
                <a:ext cx="270036" cy="227828"/>
              </a:xfrm>
              <a:custGeom>
                <a:avLst/>
                <a:gdLst/>
                <a:ahLst/>
                <a:cxnLst/>
                <a:rect l="l" t="t" r="r" b="b"/>
                <a:pathLst>
                  <a:path w="6402" h="5401" extrusionOk="0">
                    <a:moveTo>
                      <a:pt x="899" y="0"/>
                    </a:moveTo>
                    <a:lnTo>
                      <a:pt x="1" y="4411"/>
                    </a:lnTo>
                    <a:lnTo>
                      <a:pt x="5594" y="5401"/>
                    </a:lnTo>
                    <a:cubicBezTo>
                      <a:pt x="5594" y="5401"/>
                      <a:pt x="6163" y="3411"/>
                      <a:pt x="6401" y="1615"/>
                    </a:cubicBezTo>
                    <a:lnTo>
                      <a:pt x="899" y="0"/>
                    </a:ln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58">
                <a:extLst>
                  <a:ext uri="{FF2B5EF4-FFF2-40B4-BE49-F238E27FC236}">
                    <a16:creationId xmlns:a16="http://schemas.microsoft.com/office/drawing/2014/main" id="{9AEF7624-6C2A-822A-EB6D-E51C28801B1F}"/>
                  </a:ext>
                </a:extLst>
              </p:cNvPr>
              <p:cNvSpPr/>
              <p:nvPr/>
            </p:nvSpPr>
            <p:spPr>
              <a:xfrm>
                <a:off x="7206321" y="2924206"/>
                <a:ext cx="29779" cy="12186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2889" fill="none" extrusionOk="0">
                    <a:moveTo>
                      <a:pt x="0" y="2889"/>
                    </a:moveTo>
                    <a:lnTo>
                      <a:pt x="705" y="1"/>
                    </a:lnTo>
                  </a:path>
                </a:pathLst>
              </a:custGeom>
              <a:noFill/>
              <a:ln w="4825" cap="flat" cmpd="sng">
                <a:solidFill>
                  <a:srgbClr val="162239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58">
                <a:extLst>
                  <a:ext uri="{FF2B5EF4-FFF2-40B4-BE49-F238E27FC236}">
                    <a16:creationId xmlns:a16="http://schemas.microsoft.com/office/drawing/2014/main" id="{250069C6-589D-2CF5-A93F-E26E3FA4738A}"/>
                  </a:ext>
                </a:extLst>
              </p:cNvPr>
              <p:cNvSpPr/>
              <p:nvPr/>
            </p:nvSpPr>
            <p:spPr>
              <a:xfrm>
                <a:off x="6974205" y="2878185"/>
                <a:ext cx="24043" cy="126168"/>
              </a:xfrm>
              <a:custGeom>
                <a:avLst/>
                <a:gdLst/>
                <a:ahLst/>
                <a:cxnLst/>
                <a:rect l="l" t="t" r="r" b="b"/>
                <a:pathLst>
                  <a:path w="570" h="2991" fill="none" extrusionOk="0">
                    <a:moveTo>
                      <a:pt x="1" y="2990"/>
                    </a:moveTo>
                    <a:lnTo>
                      <a:pt x="569" y="0"/>
                    </a:lnTo>
                  </a:path>
                </a:pathLst>
              </a:custGeom>
              <a:noFill/>
              <a:ln w="4825" cap="flat" cmpd="sng">
                <a:solidFill>
                  <a:srgbClr val="162239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58">
                <a:extLst>
                  <a:ext uri="{FF2B5EF4-FFF2-40B4-BE49-F238E27FC236}">
                    <a16:creationId xmlns:a16="http://schemas.microsoft.com/office/drawing/2014/main" id="{BA633AF2-4BDE-468E-E6FC-C40D2057A464}"/>
                  </a:ext>
                </a:extLst>
              </p:cNvPr>
              <p:cNvSpPr/>
              <p:nvPr/>
            </p:nvSpPr>
            <p:spPr>
              <a:xfrm>
                <a:off x="6850491" y="2978411"/>
                <a:ext cx="347732" cy="629236"/>
              </a:xfrm>
              <a:custGeom>
                <a:avLst/>
                <a:gdLst/>
                <a:ahLst/>
                <a:cxnLst/>
                <a:rect l="l" t="t" r="r" b="b"/>
                <a:pathLst>
                  <a:path w="8244" h="14917" extrusionOk="0">
                    <a:moveTo>
                      <a:pt x="3604" y="1"/>
                    </a:moveTo>
                    <a:cubicBezTo>
                      <a:pt x="3604" y="1"/>
                      <a:pt x="2843" y="5117"/>
                      <a:pt x="0" y="13928"/>
                    </a:cubicBezTo>
                    <a:lnTo>
                      <a:pt x="46" y="13928"/>
                    </a:lnTo>
                    <a:lnTo>
                      <a:pt x="46" y="13871"/>
                    </a:lnTo>
                    <a:lnTo>
                      <a:pt x="2934" y="14917"/>
                    </a:lnTo>
                    <a:cubicBezTo>
                      <a:pt x="3548" y="13825"/>
                      <a:pt x="6253" y="8755"/>
                      <a:pt x="8243" y="1183"/>
                    </a:cubicBezTo>
                    <a:lnTo>
                      <a:pt x="3604" y="1"/>
                    </a:ln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58">
                <a:extLst>
                  <a:ext uri="{FF2B5EF4-FFF2-40B4-BE49-F238E27FC236}">
                    <a16:creationId xmlns:a16="http://schemas.microsoft.com/office/drawing/2014/main" id="{DADD7DB7-38CF-739A-2D20-2449505E2931}"/>
                  </a:ext>
                </a:extLst>
              </p:cNvPr>
              <p:cNvSpPr/>
              <p:nvPr/>
            </p:nvSpPr>
            <p:spPr>
              <a:xfrm>
                <a:off x="6778574" y="3565886"/>
                <a:ext cx="195673" cy="241959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5736" extrusionOk="0">
                    <a:moveTo>
                      <a:pt x="1751" y="1"/>
                    </a:moveTo>
                    <a:cubicBezTo>
                      <a:pt x="1512" y="512"/>
                      <a:pt x="91" y="3741"/>
                      <a:pt x="193" y="3877"/>
                    </a:cubicBezTo>
                    <a:cubicBezTo>
                      <a:pt x="207" y="3892"/>
                      <a:pt x="223" y="3899"/>
                      <a:pt x="240" y="3899"/>
                    </a:cubicBezTo>
                    <a:cubicBezTo>
                      <a:pt x="377" y="3899"/>
                      <a:pt x="610" y="3481"/>
                      <a:pt x="725" y="3481"/>
                    </a:cubicBezTo>
                    <a:cubicBezTo>
                      <a:pt x="739" y="3481"/>
                      <a:pt x="752" y="3487"/>
                      <a:pt x="762" y="3502"/>
                    </a:cubicBezTo>
                    <a:cubicBezTo>
                      <a:pt x="807" y="3639"/>
                      <a:pt x="0" y="5208"/>
                      <a:pt x="137" y="5299"/>
                    </a:cubicBezTo>
                    <a:cubicBezTo>
                      <a:pt x="153" y="5312"/>
                      <a:pt x="171" y="5318"/>
                      <a:pt x="190" y="5318"/>
                    </a:cubicBezTo>
                    <a:cubicBezTo>
                      <a:pt x="456" y="5318"/>
                      <a:pt x="989" y="4162"/>
                      <a:pt x="989" y="4162"/>
                    </a:cubicBezTo>
                    <a:lnTo>
                      <a:pt x="989" y="4162"/>
                    </a:lnTo>
                    <a:cubicBezTo>
                      <a:pt x="989" y="4162"/>
                      <a:pt x="375" y="5685"/>
                      <a:pt x="614" y="5731"/>
                    </a:cubicBezTo>
                    <a:cubicBezTo>
                      <a:pt x="619" y="5734"/>
                      <a:pt x="626" y="5736"/>
                      <a:pt x="632" y="5736"/>
                    </a:cubicBezTo>
                    <a:cubicBezTo>
                      <a:pt x="807" y="5736"/>
                      <a:pt x="1386" y="4623"/>
                      <a:pt x="1660" y="4207"/>
                    </a:cubicBezTo>
                    <a:lnTo>
                      <a:pt x="1660" y="4207"/>
                    </a:lnTo>
                    <a:cubicBezTo>
                      <a:pt x="1421" y="4685"/>
                      <a:pt x="1092" y="5537"/>
                      <a:pt x="1273" y="5628"/>
                    </a:cubicBezTo>
                    <a:cubicBezTo>
                      <a:pt x="1280" y="5630"/>
                      <a:pt x="1287" y="5631"/>
                      <a:pt x="1294" y="5631"/>
                    </a:cubicBezTo>
                    <a:cubicBezTo>
                      <a:pt x="1492" y="5631"/>
                      <a:pt x="1855" y="4859"/>
                      <a:pt x="2228" y="4309"/>
                    </a:cubicBezTo>
                    <a:lnTo>
                      <a:pt x="2228" y="4309"/>
                    </a:lnTo>
                    <a:cubicBezTo>
                      <a:pt x="2035" y="4685"/>
                      <a:pt x="1751" y="5401"/>
                      <a:pt x="1899" y="5492"/>
                    </a:cubicBezTo>
                    <a:cubicBezTo>
                      <a:pt x="1900" y="5492"/>
                      <a:pt x="1901" y="5492"/>
                      <a:pt x="1902" y="5492"/>
                    </a:cubicBezTo>
                    <a:cubicBezTo>
                      <a:pt x="2062" y="5492"/>
                      <a:pt x="3658" y="2827"/>
                      <a:pt x="4639" y="990"/>
                    </a:cubicBezTo>
                    <a:lnTo>
                      <a:pt x="4639" y="990"/>
                    </a:lnTo>
                    <a:cubicBezTo>
                      <a:pt x="4548" y="1137"/>
                      <a:pt x="4502" y="1228"/>
                      <a:pt x="4502" y="1228"/>
                    </a:cubicBezTo>
                    <a:lnTo>
                      <a:pt x="1751" y="1"/>
                    </a:ln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58">
                <a:extLst>
                  <a:ext uri="{FF2B5EF4-FFF2-40B4-BE49-F238E27FC236}">
                    <a16:creationId xmlns:a16="http://schemas.microsoft.com/office/drawing/2014/main" id="{B4953753-101E-BC4A-C46C-70501F0B6B06}"/>
                  </a:ext>
                </a:extLst>
              </p:cNvPr>
              <p:cNvSpPr/>
              <p:nvPr/>
            </p:nvSpPr>
            <p:spPr>
              <a:xfrm>
                <a:off x="6852389" y="3563482"/>
                <a:ext cx="121858" cy="54247"/>
              </a:xfrm>
              <a:custGeom>
                <a:avLst/>
                <a:gdLst/>
                <a:ahLst/>
                <a:cxnLst/>
                <a:rect l="l" t="t" r="r" b="b"/>
                <a:pathLst>
                  <a:path w="2889" h="1286" extrusionOk="0">
                    <a:moveTo>
                      <a:pt x="1" y="1"/>
                    </a:moveTo>
                    <a:lnTo>
                      <a:pt x="1" y="58"/>
                    </a:lnTo>
                    <a:lnTo>
                      <a:pt x="2752" y="1285"/>
                    </a:lnTo>
                    <a:cubicBezTo>
                      <a:pt x="2752" y="1285"/>
                      <a:pt x="2798" y="1194"/>
                      <a:pt x="2889" y="1047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D7FBD38-261F-3AC4-E399-28E581D72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937" y="3091903"/>
            <a:ext cx="1425063" cy="10516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7824EF-8EDD-4E4C-900A-C77F4BD87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240" y="3219043"/>
            <a:ext cx="1425063" cy="10516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B56D4B-776B-DA98-9700-EADC21824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773" y="3115228"/>
            <a:ext cx="1425063" cy="10516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375075-D85E-9329-DEFA-05F0EC95F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468" y="4801892"/>
            <a:ext cx="1313368" cy="326708"/>
          </a:xfrm>
          <a:prstGeom prst="rect">
            <a:avLst/>
          </a:prstGeom>
        </p:spPr>
      </p:pic>
      <p:grpSp>
        <p:nvGrpSpPr>
          <p:cNvPr id="19" name="Google Shape;2818;p53">
            <a:extLst>
              <a:ext uri="{FF2B5EF4-FFF2-40B4-BE49-F238E27FC236}">
                <a16:creationId xmlns:a16="http://schemas.microsoft.com/office/drawing/2014/main" id="{11F2B389-EE0D-C5C1-A564-4E23ED281478}"/>
              </a:ext>
            </a:extLst>
          </p:cNvPr>
          <p:cNvGrpSpPr/>
          <p:nvPr/>
        </p:nvGrpSpPr>
        <p:grpSpPr>
          <a:xfrm>
            <a:off x="3204298" y="1010332"/>
            <a:ext cx="2298346" cy="1573277"/>
            <a:chOff x="3420298" y="1953532"/>
            <a:chExt cx="2298346" cy="1573277"/>
          </a:xfrm>
        </p:grpSpPr>
        <p:sp>
          <p:nvSpPr>
            <p:cNvPr id="20" name="Google Shape;2819;p53">
              <a:extLst>
                <a:ext uri="{FF2B5EF4-FFF2-40B4-BE49-F238E27FC236}">
                  <a16:creationId xmlns:a16="http://schemas.microsoft.com/office/drawing/2014/main" id="{1A72BF1A-F7A9-3AB9-8495-583776576CB7}"/>
                </a:ext>
              </a:extLst>
            </p:cNvPr>
            <p:cNvSpPr/>
            <p:nvPr/>
          </p:nvSpPr>
          <p:spPr>
            <a:xfrm>
              <a:off x="3420298" y="2379748"/>
              <a:ext cx="2298346" cy="717749"/>
            </a:xfrm>
            <a:custGeom>
              <a:avLst/>
              <a:gdLst/>
              <a:ahLst/>
              <a:cxnLst/>
              <a:rect l="l" t="t" r="r" b="b"/>
              <a:pathLst>
                <a:path w="116549" h="36397" extrusionOk="0">
                  <a:moveTo>
                    <a:pt x="18199" y="1"/>
                  </a:moveTo>
                  <a:cubicBezTo>
                    <a:pt x="8148" y="1"/>
                    <a:pt x="1" y="8148"/>
                    <a:pt x="1" y="18198"/>
                  </a:cubicBezTo>
                  <a:cubicBezTo>
                    <a:pt x="1" y="28249"/>
                    <a:pt x="8148" y="36396"/>
                    <a:pt x="18199" y="36396"/>
                  </a:cubicBezTo>
                  <a:lnTo>
                    <a:pt x="98350" y="36396"/>
                  </a:lnTo>
                  <a:cubicBezTo>
                    <a:pt x="108401" y="36396"/>
                    <a:pt x="116548" y="28249"/>
                    <a:pt x="116548" y="18198"/>
                  </a:cubicBezTo>
                  <a:cubicBezTo>
                    <a:pt x="116548" y="8148"/>
                    <a:pt x="108401" y="1"/>
                    <a:pt x="983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20;p53">
              <a:extLst>
                <a:ext uri="{FF2B5EF4-FFF2-40B4-BE49-F238E27FC236}">
                  <a16:creationId xmlns:a16="http://schemas.microsoft.com/office/drawing/2014/main" id="{20BED52C-9704-DC85-9D38-8AED3CC12ED8}"/>
                </a:ext>
              </a:extLst>
            </p:cNvPr>
            <p:cNvSpPr/>
            <p:nvPr/>
          </p:nvSpPr>
          <p:spPr>
            <a:xfrm>
              <a:off x="3560316" y="2015150"/>
              <a:ext cx="795581" cy="245037"/>
            </a:xfrm>
            <a:custGeom>
              <a:avLst/>
              <a:gdLst/>
              <a:ahLst/>
              <a:cxnLst/>
              <a:rect l="l" t="t" r="r" b="b"/>
              <a:pathLst>
                <a:path w="54066" h="18698" extrusionOk="0">
                  <a:moveTo>
                    <a:pt x="243" y="1"/>
                  </a:moveTo>
                  <a:cubicBezTo>
                    <a:pt x="108" y="1"/>
                    <a:pt x="1" y="108"/>
                    <a:pt x="1" y="243"/>
                  </a:cubicBezTo>
                  <a:cubicBezTo>
                    <a:pt x="1" y="4216"/>
                    <a:pt x="3233" y="7447"/>
                    <a:pt x="7204" y="7447"/>
                  </a:cubicBezTo>
                  <a:lnTo>
                    <a:pt x="47616" y="7447"/>
                  </a:lnTo>
                  <a:cubicBezTo>
                    <a:pt x="50905" y="7447"/>
                    <a:pt x="53581" y="10122"/>
                    <a:pt x="53581" y="13412"/>
                  </a:cubicBezTo>
                  <a:lnTo>
                    <a:pt x="53581" y="18455"/>
                  </a:lnTo>
                  <a:cubicBezTo>
                    <a:pt x="53581" y="18590"/>
                    <a:pt x="53688" y="18697"/>
                    <a:pt x="53823" y="18697"/>
                  </a:cubicBezTo>
                  <a:cubicBezTo>
                    <a:pt x="53957" y="18697"/>
                    <a:pt x="54065" y="18590"/>
                    <a:pt x="54062" y="18455"/>
                  </a:cubicBezTo>
                  <a:lnTo>
                    <a:pt x="54062" y="13412"/>
                  </a:lnTo>
                  <a:cubicBezTo>
                    <a:pt x="54062" y="9854"/>
                    <a:pt x="51169" y="6961"/>
                    <a:pt x="47611" y="6961"/>
                  </a:cubicBezTo>
                  <a:lnTo>
                    <a:pt x="7203" y="6961"/>
                  </a:lnTo>
                  <a:cubicBezTo>
                    <a:pt x="3498" y="6961"/>
                    <a:pt x="485" y="3946"/>
                    <a:pt x="485" y="243"/>
                  </a:cubicBezTo>
                  <a:cubicBezTo>
                    <a:pt x="485" y="108"/>
                    <a:pt x="377" y="1"/>
                    <a:pt x="2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21;p53">
              <a:extLst>
                <a:ext uri="{FF2B5EF4-FFF2-40B4-BE49-F238E27FC236}">
                  <a16:creationId xmlns:a16="http://schemas.microsoft.com/office/drawing/2014/main" id="{C865AB29-DFE0-65A7-21D8-0AC1C3C4B064}"/>
                </a:ext>
              </a:extLst>
            </p:cNvPr>
            <p:cNvSpPr/>
            <p:nvPr/>
          </p:nvSpPr>
          <p:spPr>
            <a:xfrm>
              <a:off x="3527981" y="1953532"/>
              <a:ext cx="66535" cy="66516"/>
            </a:xfrm>
            <a:custGeom>
              <a:avLst/>
              <a:gdLst/>
              <a:ahLst/>
              <a:cxnLst/>
              <a:rect l="l" t="t" r="r" b="b"/>
              <a:pathLst>
                <a:path w="3374" h="3373" extrusionOk="0">
                  <a:moveTo>
                    <a:pt x="1687" y="0"/>
                  </a:moveTo>
                  <a:cubicBezTo>
                    <a:pt x="755" y="0"/>
                    <a:pt x="1" y="754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9" y="3370"/>
                    <a:pt x="3374" y="2617"/>
                    <a:pt x="3374" y="1687"/>
                  </a:cubicBezTo>
                  <a:cubicBezTo>
                    <a:pt x="3374" y="754"/>
                    <a:pt x="2619" y="0"/>
                    <a:pt x="168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22;p53">
              <a:extLst>
                <a:ext uri="{FF2B5EF4-FFF2-40B4-BE49-F238E27FC236}">
                  <a16:creationId xmlns:a16="http://schemas.microsoft.com/office/drawing/2014/main" id="{A7E96694-B62E-4419-B7E3-472DC4E087A0}"/>
                </a:ext>
              </a:extLst>
            </p:cNvPr>
            <p:cNvSpPr/>
            <p:nvPr/>
          </p:nvSpPr>
          <p:spPr>
            <a:xfrm>
              <a:off x="4317821" y="2222152"/>
              <a:ext cx="66496" cy="66516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9" y="3372"/>
                    <a:pt x="3372" y="2616"/>
                    <a:pt x="3372" y="1686"/>
                  </a:cubicBezTo>
                  <a:cubicBezTo>
                    <a:pt x="3372" y="754"/>
                    <a:pt x="2619" y="1"/>
                    <a:pt x="16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23;p53">
              <a:extLst>
                <a:ext uri="{FF2B5EF4-FFF2-40B4-BE49-F238E27FC236}">
                  <a16:creationId xmlns:a16="http://schemas.microsoft.com/office/drawing/2014/main" id="{7E3B5878-C3CB-A73D-74B8-3C438E68C386}"/>
                </a:ext>
              </a:extLst>
            </p:cNvPr>
            <p:cNvSpPr/>
            <p:nvPr/>
          </p:nvSpPr>
          <p:spPr>
            <a:xfrm flipH="1">
              <a:off x="4783795" y="2015150"/>
              <a:ext cx="795581" cy="245037"/>
            </a:xfrm>
            <a:custGeom>
              <a:avLst/>
              <a:gdLst/>
              <a:ahLst/>
              <a:cxnLst/>
              <a:rect l="l" t="t" r="r" b="b"/>
              <a:pathLst>
                <a:path w="54066" h="18698" extrusionOk="0">
                  <a:moveTo>
                    <a:pt x="243" y="1"/>
                  </a:moveTo>
                  <a:cubicBezTo>
                    <a:pt x="108" y="1"/>
                    <a:pt x="1" y="108"/>
                    <a:pt x="1" y="243"/>
                  </a:cubicBezTo>
                  <a:cubicBezTo>
                    <a:pt x="1" y="4216"/>
                    <a:pt x="3233" y="7447"/>
                    <a:pt x="7204" y="7447"/>
                  </a:cubicBezTo>
                  <a:lnTo>
                    <a:pt x="47616" y="7447"/>
                  </a:lnTo>
                  <a:cubicBezTo>
                    <a:pt x="50905" y="7447"/>
                    <a:pt x="53581" y="10122"/>
                    <a:pt x="53581" y="13412"/>
                  </a:cubicBezTo>
                  <a:lnTo>
                    <a:pt x="53581" y="18455"/>
                  </a:lnTo>
                  <a:cubicBezTo>
                    <a:pt x="53581" y="18590"/>
                    <a:pt x="53688" y="18697"/>
                    <a:pt x="53823" y="18697"/>
                  </a:cubicBezTo>
                  <a:cubicBezTo>
                    <a:pt x="53957" y="18697"/>
                    <a:pt x="54065" y="18590"/>
                    <a:pt x="54062" y="18455"/>
                  </a:cubicBezTo>
                  <a:lnTo>
                    <a:pt x="54062" y="13412"/>
                  </a:lnTo>
                  <a:cubicBezTo>
                    <a:pt x="54062" y="9854"/>
                    <a:pt x="51169" y="6961"/>
                    <a:pt x="47611" y="6961"/>
                  </a:cubicBezTo>
                  <a:lnTo>
                    <a:pt x="7203" y="6961"/>
                  </a:lnTo>
                  <a:cubicBezTo>
                    <a:pt x="3498" y="6961"/>
                    <a:pt x="485" y="3946"/>
                    <a:pt x="485" y="243"/>
                  </a:cubicBezTo>
                  <a:cubicBezTo>
                    <a:pt x="485" y="108"/>
                    <a:pt x="377" y="1"/>
                    <a:pt x="2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24;p53">
              <a:extLst>
                <a:ext uri="{FF2B5EF4-FFF2-40B4-BE49-F238E27FC236}">
                  <a16:creationId xmlns:a16="http://schemas.microsoft.com/office/drawing/2014/main" id="{BD7777AA-6F50-BB03-52FC-61EB019B44E8}"/>
                </a:ext>
              </a:extLst>
            </p:cNvPr>
            <p:cNvSpPr/>
            <p:nvPr/>
          </p:nvSpPr>
          <p:spPr>
            <a:xfrm flipH="1">
              <a:off x="5545175" y="1953532"/>
              <a:ext cx="66535" cy="66516"/>
            </a:xfrm>
            <a:custGeom>
              <a:avLst/>
              <a:gdLst/>
              <a:ahLst/>
              <a:cxnLst/>
              <a:rect l="l" t="t" r="r" b="b"/>
              <a:pathLst>
                <a:path w="3374" h="3373" extrusionOk="0">
                  <a:moveTo>
                    <a:pt x="1687" y="0"/>
                  </a:moveTo>
                  <a:cubicBezTo>
                    <a:pt x="755" y="0"/>
                    <a:pt x="1" y="754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9" y="3370"/>
                    <a:pt x="3374" y="2617"/>
                    <a:pt x="3374" y="1687"/>
                  </a:cubicBezTo>
                  <a:cubicBezTo>
                    <a:pt x="3374" y="754"/>
                    <a:pt x="2619" y="0"/>
                    <a:pt x="168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25;p53">
              <a:extLst>
                <a:ext uri="{FF2B5EF4-FFF2-40B4-BE49-F238E27FC236}">
                  <a16:creationId xmlns:a16="http://schemas.microsoft.com/office/drawing/2014/main" id="{2153D654-A220-BB68-43FF-F347766D6BD4}"/>
                </a:ext>
              </a:extLst>
            </p:cNvPr>
            <p:cNvSpPr/>
            <p:nvPr/>
          </p:nvSpPr>
          <p:spPr>
            <a:xfrm flipH="1">
              <a:off x="4755375" y="2222152"/>
              <a:ext cx="66496" cy="66516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9" y="3372"/>
                    <a:pt x="3372" y="2616"/>
                    <a:pt x="3372" y="1686"/>
                  </a:cubicBezTo>
                  <a:cubicBezTo>
                    <a:pt x="3372" y="754"/>
                    <a:pt x="2619" y="1"/>
                    <a:pt x="16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26;p53">
              <a:extLst>
                <a:ext uri="{FF2B5EF4-FFF2-40B4-BE49-F238E27FC236}">
                  <a16:creationId xmlns:a16="http://schemas.microsoft.com/office/drawing/2014/main" id="{67327DED-4DCC-A162-996E-094045AB22CE}"/>
                </a:ext>
              </a:extLst>
            </p:cNvPr>
            <p:cNvSpPr/>
            <p:nvPr/>
          </p:nvSpPr>
          <p:spPr>
            <a:xfrm rot="10800000" flipH="1">
              <a:off x="3560316" y="3220153"/>
              <a:ext cx="795581" cy="245037"/>
            </a:xfrm>
            <a:custGeom>
              <a:avLst/>
              <a:gdLst/>
              <a:ahLst/>
              <a:cxnLst/>
              <a:rect l="l" t="t" r="r" b="b"/>
              <a:pathLst>
                <a:path w="54066" h="18698" extrusionOk="0">
                  <a:moveTo>
                    <a:pt x="243" y="1"/>
                  </a:moveTo>
                  <a:cubicBezTo>
                    <a:pt x="108" y="1"/>
                    <a:pt x="1" y="108"/>
                    <a:pt x="1" y="243"/>
                  </a:cubicBezTo>
                  <a:cubicBezTo>
                    <a:pt x="1" y="4216"/>
                    <a:pt x="3233" y="7447"/>
                    <a:pt x="7204" y="7447"/>
                  </a:cubicBezTo>
                  <a:lnTo>
                    <a:pt x="47616" y="7447"/>
                  </a:lnTo>
                  <a:cubicBezTo>
                    <a:pt x="50905" y="7447"/>
                    <a:pt x="53581" y="10122"/>
                    <a:pt x="53581" y="13412"/>
                  </a:cubicBezTo>
                  <a:lnTo>
                    <a:pt x="53581" y="18455"/>
                  </a:lnTo>
                  <a:cubicBezTo>
                    <a:pt x="53581" y="18590"/>
                    <a:pt x="53688" y="18697"/>
                    <a:pt x="53823" y="18697"/>
                  </a:cubicBezTo>
                  <a:cubicBezTo>
                    <a:pt x="53957" y="18697"/>
                    <a:pt x="54065" y="18590"/>
                    <a:pt x="54062" y="18455"/>
                  </a:cubicBezTo>
                  <a:lnTo>
                    <a:pt x="54062" y="13412"/>
                  </a:lnTo>
                  <a:cubicBezTo>
                    <a:pt x="54062" y="9854"/>
                    <a:pt x="51169" y="6961"/>
                    <a:pt x="47611" y="6961"/>
                  </a:cubicBezTo>
                  <a:lnTo>
                    <a:pt x="7203" y="6961"/>
                  </a:lnTo>
                  <a:cubicBezTo>
                    <a:pt x="3498" y="6961"/>
                    <a:pt x="485" y="3946"/>
                    <a:pt x="485" y="243"/>
                  </a:cubicBezTo>
                  <a:cubicBezTo>
                    <a:pt x="485" y="108"/>
                    <a:pt x="377" y="1"/>
                    <a:pt x="2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27;p53">
              <a:extLst>
                <a:ext uri="{FF2B5EF4-FFF2-40B4-BE49-F238E27FC236}">
                  <a16:creationId xmlns:a16="http://schemas.microsoft.com/office/drawing/2014/main" id="{0A8ABBB1-4751-BFC6-0FBB-22948855796E}"/>
                </a:ext>
              </a:extLst>
            </p:cNvPr>
            <p:cNvSpPr/>
            <p:nvPr/>
          </p:nvSpPr>
          <p:spPr>
            <a:xfrm rot="10800000" flipH="1">
              <a:off x="3527981" y="3460293"/>
              <a:ext cx="66535" cy="66516"/>
            </a:xfrm>
            <a:custGeom>
              <a:avLst/>
              <a:gdLst/>
              <a:ahLst/>
              <a:cxnLst/>
              <a:rect l="l" t="t" r="r" b="b"/>
              <a:pathLst>
                <a:path w="3374" h="3373" extrusionOk="0">
                  <a:moveTo>
                    <a:pt x="1687" y="0"/>
                  </a:moveTo>
                  <a:cubicBezTo>
                    <a:pt x="755" y="0"/>
                    <a:pt x="1" y="754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9" y="3370"/>
                    <a:pt x="3374" y="2617"/>
                    <a:pt x="3374" y="1687"/>
                  </a:cubicBezTo>
                  <a:cubicBezTo>
                    <a:pt x="3374" y="754"/>
                    <a:pt x="2619" y="0"/>
                    <a:pt x="168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28;p53">
              <a:extLst>
                <a:ext uri="{FF2B5EF4-FFF2-40B4-BE49-F238E27FC236}">
                  <a16:creationId xmlns:a16="http://schemas.microsoft.com/office/drawing/2014/main" id="{DC4D17C1-B3F3-BEDB-D4E5-26E2236B9D02}"/>
                </a:ext>
              </a:extLst>
            </p:cNvPr>
            <p:cNvSpPr/>
            <p:nvPr/>
          </p:nvSpPr>
          <p:spPr>
            <a:xfrm rot="10800000" flipH="1">
              <a:off x="4317821" y="3191674"/>
              <a:ext cx="66496" cy="66516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9" y="3372"/>
                    <a:pt x="3372" y="2616"/>
                    <a:pt x="3372" y="1686"/>
                  </a:cubicBezTo>
                  <a:cubicBezTo>
                    <a:pt x="3372" y="754"/>
                    <a:pt x="2619" y="1"/>
                    <a:pt x="16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29;p53">
              <a:extLst>
                <a:ext uri="{FF2B5EF4-FFF2-40B4-BE49-F238E27FC236}">
                  <a16:creationId xmlns:a16="http://schemas.microsoft.com/office/drawing/2014/main" id="{88A414DA-C765-64F0-029C-875F2C08A001}"/>
                </a:ext>
              </a:extLst>
            </p:cNvPr>
            <p:cNvSpPr/>
            <p:nvPr/>
          </p:nvSpPr>
          <p:spPr>
            <a:xfrm rot="10800000">
              <a:off x="4783795" y="3220153"/>
              <a:ext cx="795581" cy="245037"/>
            </a:xfrm>
            <a:custGeom>
              <a:avLst/>
              <a:gdLst/>
              <a:ahLst/>
              <a:cxnLst/>
              <a:rect l="l" t="t" r="r" b="b"/>
              <a:pathLst>
                <a:path w="54066" h="18698" extrusionOk="0">
                  <a:moveTo>
                    <a:pt x="243" y="1"/>
                  </a:moveTo>
                  <a:cubicBezTo>
                    <a:pt x="108" y="1"/>
                    <a:pt x="1" y="108"/>
                    <a:pt x="1" y="243"/>
                  </a:cubicBezTo>
                  <a:cubicBezTo>
                    <a:pt x="1" y="4216"/>
                    <a:pt x="3233" y="7447"/>
                    <a:pt x="7204" y="7447"/>
                  </a:cubicBezTo>
                  <a:lnTo>
                    <a:pt x="47616" y="7447"/>
                  </a:lnTo>
                  <a:cubicBezTo>
                    <a:pt x="50905" y="7447"/>
                    <a:pt x="53581" y="10122"/>
                    <a:pt x="53581" y="13412"/>
                  </a:cubicBezTo>
                  <a:lnTo>
                    <a:pt x="53581" y="18455"/>
                  </a:lnTo>
                  <a:cubicBezTo>
                    <a:pt x="53581" y="18590"/>
                    <a:pt x="53688" y="18697"/>
                    <a:pt x="53823" y="18697"/>
                  </a:cubicBezTo>
                  <a:cubicBezTo>
                    <a:pt x="53957" y="18697"/>
                    <a:pt x="54065" y="18590"/>
                    <a:pt x="54062" y="18455"/>
                  </a:cubicBezTo>
                  <a:lnTo>
                    <a:pt x="54062" y="13412"/>
                  </a:lnTo>
                  <a:cubicBezTo>
                    <a:pt x="54062" y="9854"/>
                    <a:pt x="51169" y="6961"/>
                    <a:pt x="47611" y="6961"/>
                  </a:cubicBezTo>
                  <a:lnTo>
                    <a:pt x="7203" y="6961"/>
                  </a:lnTo>
                  <a:cubicBezTo>
                    <a:pt x="3498" y="6961"/>
                    <a:pt x="485" y="3946"/>
                    <a:pt x="485" y="243"/>
                  </a:cubicBezTo>
                  <a:cubicBezTo>
                    <a:pt x="485" y="108"/>
                    <a:pt x="377" y="1"/>
                    <a:pt x="2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30;p53">
              <a:extLst>
                <a:ext uri="{FF2B5EF4-FFF2-40B4-BE49-F238E27FC236}">
                  <a16:creationId xmlns:a16="http://schemas.microsoft.com/office/drawing/2014/main" id="{E4832367-F718-5D29-3DE5-B2BFA4850385}"/>
                </a:ext>
              </a:extLst>
            </p:cNvPr>
            <p:cNvSpPr/>
            <p:nvPr/>
          </p:nvSpPr>
          <p:spPr>
            <a:xfrm rot="10800000">
              <a:off x="5545175" y="3460293"/>
              <a:ext cx="66535" cy="66516"/>
            </a:xfrm>
            <a:custGeom>
              <a:avLst/>
              <a:gdLst/>
              <a:ahLst/>
              <a:cxnLst/>
              <a:rect l="l" t="t" r="r" b="b"/>
              <a:pathLst>
                <a:path w="3374" h="3373" extrusionOk="0">
                  <a:moveTo>
                    <a:pt x="1687" y="0"/>
                  </a:moveTo>
                  <a:cubicBezTo>
                    <a:pt x="755" y="0"/>
                    <a:pt x="1" y="754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9" y="3370"/>
                    <a:pt x="3374" y="2617"/>
                    <a:pt x="3374" y="1687"/>
                  </a:cubicBezTo>
                  <a:cubicBezTo>
                    <a:pt x="3374" y="754"/>
                    <a:pt x="2619" y="0"/>
                    <a:pt x="168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31;p53">
              <a:extLst>
                <a:ext uri="{FF2B5EF4-FFF2-40B4-BE49-F238E27FC236}">
                  <a16:creationId xmlns:a16="http://schemas.microsoft.com/office/drawing/2014/main" id="{F218FF92-9FEE-2C41-0B3D-423B97F13AA5}"/>
                </a:ext>
              </a:extLst>
            </p:cNvPr>
            <p:cNvSpPr/>
            <p:nvPr/>
          </p:nvSpPr>
          <p:spPr>
            <a:xfrm rot="10800000">
              <a:off x="4755375" y="3191674"/>
              <a:ext cx="66496" cy="66516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9" y="3372"/>
                    <a:pt x="3372" y="2616"/>
                    <a:pt x="3372" y="1686"/>
                  </a:cubicBezTo>
                  <a:cubicBezTo>
                    <a:pt x="3372" y="754"/>
                    <a:pt x="2619" y="1"/>
                    <a:pt x="16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2836;p53">
            <a:extLst>
              <a:ext uri="{FF2B5EF4-FFF2-40B4-BE49-F238E27FC236}">
                <a16:creationId xmlns:a16="http://schemas.microsoft.com/office/drawing/2014/main" id="{7375F6CE-A2AF-BBEC-1623-670CAE3B9FB8}"/>
              </a:ext>
            </a:extLst>
          </p:cNvPr>
          <p:cNvSpPr txBox="1">
            <a:spLocks/>
          </p:cNvSpPr>
          <p:nvPr/>
        </p:nvSpPr>
        <p:spPr>
          <a:xfrm>
            <a:off x="3284121" y="1546497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omfortaa"/>
              <a:buNone/>
              <a:defRPr sz="45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r>
              <a:rPr lang="en-US" sz="2400" dirty="0">
                <a:solidFill>
                  <a:schemeClr val="lt1"/>
                </a:solidFill>
              </a:rPr>
              <a:t>Vlad Koval</a:t>
            </a:r>
          </a:p>
        </p:txBody>
      </p:sp>
      <p:sp>
        <p:nvSpPr>
          <p:cNvPr id="35" name="Google Shape;3264;p58">
            <a:extLst>
              <a:ext uri="{FF2B5EF4-FFF2-40B4-BE49-F238E27FC236}">
                <a16:creationId xmlns:a16="http://schemas.microsoft.com/office/drawing/2014/main" id="{173CD4DA-4581-3AA6-DF5A-25C786D63404}"/>
              </a:ext>
            </a:extLst>
          </p:cNvPr>
          <p:cNvSpPr txBox="1">
            <a:spLocks/>
          </p:cNvSpPr>
          <p:nvPr/>
        </p:nvSpPr>
        <p:spPr>
          <a:xfrm>
            <a:off x="4770541" y="2483268"/>
            <a:ext cx="1591646" cy="41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Montserrat"/>
              <a:buNone/>
              <a:defRPr sz="1400" b="0" i="0" u="none" strike="noStrike" cap="non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fr-FR" sz="1050" b="1" dirty="0">
                <a:solidFill>
                  <a:srgbClr val="94A2D3"/>
                </a:solidFill>
              </a:rPr>
              <a:t>Email</a:t>
            </a:r>
            <a:r>
              <a:rPr lang="fr-FR" sz="1050" b="1" dirty="0"/>
              <a:t> </a:t>
            </a:r>
            <a:r>
              <a:rPr lang="fr-FR" sz="1050" dirty="0">
                <a:solidFill>
                  <a:srgbClr val="EC646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vkoval@gmail.com</a:t>
            </a:r>
            <a:endParaRPr lang="fr-FR" sz="1050" dirty="0">
              <a:solidFill>
                <a:srgbClr val="EC646E"/>
              </a:solidFill>
            </a:endParaRPr>
          </a:p>
        </p:txBody>
      </p:sp>
      <p:sp>
        <p:nvSpPr>
          <p:cNvPr id="37" name="Google Shape;3264;p58">
            <a:extLst>
              <a:ext uri="{FF2B5EF4-FFF2-40B4-BE49-F238E27FC236}">
                <a16:creationId xmlns:a16="http://schemas.microsoft.com/office/drawing/2014/main" id="{E71B4464-B0C4-402D-03D9-BCFAE18C2B78}"/>
              </a:ext>
            </a:extLst>
          </p:cNvPr>
          <p:cNvSpPr txBox="1">
            <a:spLocks/>
          </p:cNvSpPr>
          <p:nvPr/>
        </p:nvSpPr>
        <p:spPr>
          <a:xfrm>
            <a:off x="1945844" y="578806"/>
            <a:ext cx="2775269" cy="45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Montserrat"/>
              <a:buNone/>
              <a:defRPr sz="1400" b="0" i="0" u="none" strike="noStrike" cap="non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fr-FR" sz="1050" b="1" dirty="0" err="1">
                <a:solidFill>
                  <a:srgbClr val="94A2D3"/>
                </a:solidFill>
              </a:rPr>
              <a:t>Website</a:t>
            </a:r>
            <a:endParaRPr lang="fr-FR" sz="1050" b="1" dirty="0">
              <a:solidFill>
                <a:srgbClr val="94A2D3"/>
              </a:solidFill>
            </a:endParaRPr>
          </a:p>
          <a:p>
            <a:pPr marL="0" indent="0"/>
            <a:r>
              <a:rPr lang="fr-FR" sz="1050" dirty="0">
                <a:solidFill>
                  <a:srgbClr val="EC646E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https://koval-vlad-portfolio.vercel.app</a:t>
            </a:r>
            <a:r>
              <a:rPr lang="fr-FR" sz="1050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fr-FR" sz="1050" dirty="0">
              <a:solidFill>
                <a:srgbClr val="0070C0"/>
              </a:solidFill>
            </a:endParaRPr>
          </a:p>
          <a:p>
            <a:pPr marL="0" indent="0" algn="l"/>
            <a:endParaRPr lang="fr-FR" sz="1050" dirty="0">
              <a:solidFill>
                <a:srgbClr val="EC646E"/>
              </a:solidFill>
            </a:endParaRPr>
          </a:p>
        </p:txBody>
      </p:sp>
      <p:sp>
        <p:nvSpPr>
          <p:cNvPr id="40" name="Google Shape;3266;p58">
            <a:extLst>
              <a:ext uri="{FF2B5EF4-FFF2-40B4-BE49-F238E27FC236}">
                <a16:creationId xmlns:a16="http://schemas.microsoft.com/office/drawing/2014/main" id="{2B949E92-CE23-A993-EFBC-19CC84EE5307}"/>
              </a:ext>
            </a:extLst>
          </p:cNvPr>
          <p:cNvSpPr txBox="1">
            <a:spLocks/>
          </p:cNvSpPr>
          <p:nvPr/>
        </p:nvSpPr>
        <p:spPr>
          <a:xfrm>
            <a:off x="2017200" y="3518824"/>
            <a:ext cx="4591200" cy="715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omfortaa"/>
              <a:buNone/>
              <a:defRPr sz="45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None/>
              <a:defRPr sz="30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r>
              <a:rPr lang="en-US" dirty="0"/>
              <a:t>Thank you!</a:t>
            </a:r>
          </a:p>
        </p:txBody>
      </p:sp>
      <p:sp>
        <p:nvSpPr>
          <p:cNvPr id="43" name="Google Shape;3264;p58">
            <a:extLst>
              <a:ext uri="{FF2B5EF4-FFF2-40B4-BE49-F238E27FC236}">
                <a16:creationId xmlns:a16="http://schemas.microsoft.com/office/drawing/2014/main" id="{0F23175F-20D5-4005-927F-D4137C9E9D62}"/>
              </a:ext>
            </a:extLst>
          </p:cNvPr>
          <p:cNvSpPr txBox="1">
            <a:spLocks/>
          </p:cNvSpPr>
          <p:nvPr/>
        </p:nvSpPr>
        <p:spPr>
          <a:xfrm>
            <a:off x="2705340" y="2484468"/>
            <a:ext cx="2205059" cy="41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Montserrat"/>
              <a:buNone/>
              <a:defRPr sz="1400" b="0" i="0" u="none" strike="noStrike" cap="non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fr-FR" sz="1050" b="1" dirty="0" err="1">
                <a:solidFill>
                  <a:srgbClr val="94A2D3"/>
                </a:solidFill>
              </a:rPr>
              <a:t>Projects</a:t>
            </a:r>
            <a:r>
              <a:rPr lang="fr-FR" sz="1050" b="1" dirty="0"/>
              <a:t> </a:t>
            </a:r>
            <a:r>
              <a:rPr lang="fr-FR" sz="1050" dirty="0">
                <a:solidFill>
                  <a:srgbClr val="EC646E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https://github.com/koval-vlad</a:t>
            </a:r>
            <a:endParaRPr lang="fr-FR" sz="1050" dirty="0">
              <a:solidFill>
                <a:srgbClr val="EC646E"/>
              </a:solidFill>
            </a:endParaRPr>
          </a:p>
          <a:p>
            <a:pPr marL="0" indent="0" algn="l"/>
            <a:endParaRPr lang="fr-FR" sz="1050" dirty="0">
              <a:solidFill>
                <a:srgbClr val="EC646E"/>
              </a:solidFill>
            </a:endParaRPr>
          </a:p>
        </p:txBody>
      </p:sp>
      <p:sp>
        <p:nvSpPr>
          <p:cNvPr id="44" name="Google Shape;3264;p58">
            <a:extLst>
              <a:ext uri="{FF2B5EF4-FFF2-40B4-BE49-F238E27FC236}">
                <a16:creationId xmlns:a16="http://schemas.microsoft.com/office/drawing/2014/main" id="{F09BCB93-E7E4-0A39-F5A0-2BB456B2D69B}"/>
              </a:ext>
            </a:extLst>
          </p:cNvPr>
          <p:cNvSpPr txBox="1">
            <a:spLocks/>
          </p:cNvSpPr>
          <p:nvPr/>
        </p:nvSpPr>
        <p:spPr>
          <a:xfrm>
            <a:off x="5060940" y="592068"/>
            <a:ext cx="3550260" cy="41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Montserrat"/>
              <a:buNone/>
              <a:defRPr sz="1400" b="0" i="0" u="none" strike="noStrike" cap="non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fr-FR" sz="1050" b="1" dirty="0">
                <a:solidFill>
                  <a:srgbClr val="94A2D3"/>
                </a:solidFill>
              </a:rPr>
              <a:t>Profile</a:t>
            </a:r>
          </a:p>
          <a:p>
            <a:pPr marL="0" indent="0" algn="l"/>
            <a:r>
              <a:rPr lang="fr-FR" sz="1050" dirty="0">
                <a:solidFill>
                  <a:srgbClr val="EC646E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https://www.linkedin.com/in/vlad-koval-614976a4/</a:t>
            </a:r>
            <a:endParaRPr lang="fr-FR" sz="1050" dirty="0">
              <a:solidFill>
                <a:srgbClr val="EC646E"/>
              </a:solidFill>
            </a:endParaRPr>
          </a:p>
          <a:p>
            <a:pPr marL="0" indent="0" algn="l"/>
            <a:endParaRPr lang="fr-FR" sz="1050" dirty="0">
              <a:solidFill>
                <a:srgbClr val="EC646E"/>
              </a:solidFill>
            </a:endParaRPr>
          </a:p>
        </p:txBody>
      </p:sp>
      <p:grpSp>
        <p:nvGrpSpPr>
          <p:cNvPr id="45" name="Google Shape;4046;p59">
            <a:extLst>
              <a:ext uri="{FF2B5EF4-FFF2-40B4-BE49-F238E27FC236}">
                <a16:creationId xmlns:a16="http://schemas.microsoft.com/office/drawing/2014/main" id="{D25A1D13-EF2D-084B-34ED-2194BEDDB3A0}"/>
              </a:ext>
            </a:extLst>
          </p:cNvPr>
          <p:cNvGrpSpPr/>
          <p:nvPr/>
        </p:nvGrpSpPr>
        <p:grpSpPr>
          <a:xfrm>
            <a:off x="-131515" y="114158"/>
            <a:ext cx="1204315" cy="821842"/>
            <a:chOff x="1362075" y="3920633"/>
            <a:chExt cx="1343030" cy="1006922"/>
          </a:xfrm>
        </p:grpSpPr>
        <p:sp>
          <p:nvSpPr>
            <p:cNvPr id="46" name="Google Shape;4047;p59">
              <a:extLst>
                <a:ext uri="{FF2B5EF4-FFF2-40B4-BE49-F238E27FC236}">
                  <a16:creationId xmlns:a16="http://schemas.microsoft.com/office/drawing/2014/main" id="{92190451-AEBA-282C-8F60-60D204BF2A1D}"/>
                </a:ext>
              </a:extLst>
            </p:cNvPr>
            <p:cNvSpPr/>
            <p:nvPr/>
          </p:nvSpPr>
          <p:spPr>
            <a:xfrm>
              <a:off x="1362075" y="4372878"/>
              <a:ext cx="17327" cy="17329"/>
            </a:xfrm>
            <a:custGeom>
              <a:avLst/>
              <a:gdLst/>
              <a:ahLst/>
              <a:cxnLst/>
              <a:rect l="l" t="t" r="r" b="b"/>
              <a:pathLst>
                <a:path w="540" h="540" extrusionOk="0">
                  <a:moveTo>
                    <a:pt x="270" y="100"/>
                  </a:moveTo>
                  <a:cubicBezTo>
                    <a:pt x="369" y="100"/>
                    <a:pt x="440" y="176"/>
                    <a:pt x="440" y="270"/>
                  </a:cubicBezTo>
                  <a:cubicBezTo>
                    <a:pt x="440" y="369"/>
                    <a:pt x="369" y="440"/>
                    <a:pt x="270" y="440"/>
                  </a:cubicBezTo>
                  <a:cubicBezTo>
                    <a:pt x="176" y="440"/>
                    <a:pt x="100" y="369"/>
                    <a:pt x="100" y="270"/>
                  </a:cubicBezTo>
                  <a:cubicBezTo>
                    <a:pt x="100" y="176"/>
                    <a:pt x="176" y="100"/>
                    <a:pt x="270" y="100"/>
                  </a:cubicBezTo>
                  <a:close/>
                  <a:moveTo>
                    <a:pt x="270" y="0"/>
                  </a:moveTo>
                  <a:cubicBezTo>
                    <a:pt x="123" y="0"/>
                    <a:pt x="0" y="123"/>
                    <a:pt x="0" y="270"/>
                  </a:cubicBezTo>
                  <a:cubicBezTo>
                    <a:pt x="0" y="416"/>
                    <a:pt x="123" y="539"/>
                    <a:pt x="270" y="539"/>
                  </a:cubicBezTo>
                  <a:cubicBezTo>
                    <a:pt x="416" y="539"/>
                    <a:pt x="539" y="416"/>
                    <a:pt x="539" y="270"/>
                  </a:cubicBezTo>
                  <a:cubicBezTo>
                    <a:pt x="539" y="123"/>
                    <a:pt x="416" y="0"/>
                    <a:pt x="270" y="0"/>
                  </a:cubicBezTo>
                  <a:close/>
                </a:path>
              </a:pathLst>
            </a:custGeom>
            <a:solidFill>
              <a:srgbClr val="B7C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048;p59">
              <a:extLst>
                <a:ext uri="{FF2B5EF4-FFF2-40B4-BE49-F238E27FC236}">
                  <a16:creationId xmlns:a16="http://schemas.microsoft.com/office/drawing/2014/main" id="{DA453AF0-D9B5-52D6-D78A-A84CC54D0794}"/>
                </a:ext>
              </a:extLst>
            </p:cNvPr>
            <p:cNvSpPr/>
            <p:nvPr/>
          </p:nvSpPr>
          <p:spPr>
            <a:xfrm>
              <a:off x="2451324" y="4183156"/>
              <a:ext cx="168593" cy="322792"/>
            </a:xfrm>
            <a:custGeom>
              <a:avLst/>
              <a:gdLst/>
              <a:ahLst/>
              <a:cxnLst/>
              <a:rect l="l" t="t" r="r" b="b"/>
              <a:pathLst>
                <a:path w="4439" h="8499" extrusionOk="0">
                  <a:moveTo>
                    <a:pt x="3673" y="0"/>
                  </a:moveTo>
                  <a:cubicBezTo>
                    <a:pt x="3596" y="0"/>
                    <a:pt x="3517" y="13"/>
                    <a:pt x="3437" y="38"/>
                  </a:cubicBezTo>
                  <a:cubicBezTo>
                    <a:pt x="2951" y="184"/>
                    <a:pt x="2436" y="623"/>
                    <a:pt x="2220" y="1086"/>
                  </a:cubicBezTo>
                  <a:cubicBezTo>
                    <a:pt x="1997" y="1525"/>
                    <a:pt x="1927" y="2034"/>
                    <a:pt x="1535" y="2380"/>
                  </a:cubicBezTo>
                  <a:cubicBezTo>
                    <a:pt x="1171" y="2743"/>
                    <a:pt x="264" y="3059"/>
                    <a:pt x="118" y="3574"/>
                  </a:cubicBezTo>
                  <a:cubicBezTo>
                    <a:pt x="0" y="4013"/>
                    <a:pt x="241" y="4476"/>
                    <a:pt x="463" y="4892"/>
                  </a:cubicBezTo>
                  <a:cubicBezTo>
                    <a:pt x="703" y="5307"/>
                    <a:pt x="926" y="5793"/>
                    <a:pt x="779" y="6232"/>
                  </a:cubicBezTo>
                  <a:cubicBezTo>
                    <a:pt x="703" y="6502"/>
                    <a:pt x="486" y="6718"/>
                    <a:pt x="463" y="6988"/>
                  </a:cubicBezTo>
                  <a:cubicBezTo>
                    <a:pt x="387" y="7550"/>
                    <a:pt x="1095" y="7942"/>
                    <a:pt x="1171" y="8498"/>
                  </a:cubicBezTo>
                  <a:cubicBezTo>
                    <a:pt x="1581" y="7526"/>
                    <a:pt x="1950" y="7427"/>
                    <a:pt x="2852" y="7064"/>
                  </a:cubicBezTo>
                  <a:cubicBezTo>
                    <a:pt x="3192" y="6941"/>
                    <a:pt x="3560" y="5940"/>
                    <a:pt x="3291" y="4868"/>
                  </a:cubicBezTo>
                  <a:cubicBezTo>
                    <a:pt x="3145" y="4283"/>
                    <a:pt x="3244" y="3844"/>
                    <a:pt x="3414" y="3352"/>
                  </a:cubicBezTo>
                  <a:cubicBezTo>
                    <a:pt x="3560" y="2913"/>
                    <a:pt x="3900" y="2596"/>
                    <a:pt x="4146" y="2204"/>
                  </a:cubicBezTo>
                  <a:cubicBezTo>
                    <a:pt x="4339" y="1865"/>
                    <a:pt x="4439" y="1472"/>
                    <a:pt x="4439" y="1109"/>
                  </a:cubicBezTo>
                  <a:cubicBezTo>
                    <a:pt x="4439" y="840"/>
                    <a:pt x="4392" y="547"/>
                    <a:pt x="4245" y="330"/>
                  </a:cubicBezTo>
                  <a:cubicBezTo>
                    <a:pt x="4114" y="111"/>
                    <a:pt x="3903" y="0"/>
                    <a:pt x="36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049;p59">
              <a:extLst>
                <a:ext uri="{FF2B5EF4-FFF2-40B4-BE49-F238E27FC236}">
                  <a16:creationId xmlns:a16="http://schemas.microsoft.com/office/drawing/2014/main" id="{DB3A1ECA-F178-437E-B89D-F295663676DE}"/>
                </a:ext>
              </a:extLst>
            </p:cNvPr>
            <p:cNvSpPr/>
            <p:nvPr/>
          </p:nvSpPr>
          <p:spPr>
            <a:xfrm>
              <a:off x="2453109" y="4180801"/>
              <a:ext cx="168593" cy="325147"/>
            </a:xfrm>
            <a:custGeom>
              <a:avLst/>
              <a:gdLst/>
              <a:ahLst/>
              <a:cxnLst/>
              <a:rect l="l" t="t" r="r" b="b"/>
              <a:pathLst>
                <a:path w="4439" h="8561" extrusionOk="0">
                  <a:moveTo>
                    <a:pt x="3613" y="100"/>
                  </a:moveTo>
                  <a:cubicBezTo>
                    <a:pt x="3830" y="123"/>
                    <a:pt x="4052" y="217"/>
                    <a:pt x="4169" y="416"/>
                  </a:cubicBezTo>
                  <a:cubicBezTo>
                    <a:pt x="4292" y="633"/>
                    <a:pt x="4345" y="878"/>
                    <a:pt x="4345" y="1148"/>
                  </a:cubicBezTo>
                  <a:lnTo>
                    <a:pt x="4345" y="1171"/>
                  </a:lnTo>
                  <a:cubicBezTo>
                    <a:pt x="4345" y="1534"/>
                    <a:pt x="4245" y="1903"/>
                    <a:pt x="4052" y="2243"/>
                  </a:cubicBezTo>
                  <a:cubicBezTo>
                    <a:pt x="3830" y="2612"/>
                    <a:pt x="3467" y="2951"/>
                    <a:pt x="3320" y="3390"/>
                  </a:cubicBezTo>
                  <a:cubicBezTo>
                    <a:pt x="3221" y="3706"/>
                    <a:pt x="3121" y="4023"/>
                    <a:pt x="3121" y="4368"/>
                  </a:cubicBezTo>
                  <a:cubicBezTo>
                    <a:pt x="3121" y="4538"/>
                    <a:pt x="3145" y="4731"/>
                    <a:pt x="3197" y="4930"/>
                  </a:cubicBezTo>
                  <a:cubicBezTo>
                    <a:pt x="3267" y="5194"/>
                    <a:pt x="3291" y="5440"/>
                    <a:pt x="3291" y="5662"/>
                  </a:cubicBezTo>
                  <a:cubicBezTo>
                    <a:pt x="3291" y="6049"/>
                    <a:pt x="3221" y="6365"/>
                    <a:pt x="3121" y="6634"/>
                  </a:cubicBezTo>
                  <a:cubicBezTo>
                    <a:pt x="3074" y="6757"/>
                    <a:pt x="3027" y="6857"/>
                    <a:pt x="2951" y="6927"/>
                  </a:cubicBezTo>
                  <a:cubicBezTo>
                    <a:pt x="2904" y="7003"/>
                    <a:pt x="2852" y="7050"/>
                    <a:pt x="2805" y="7073"/>
                  </a:cubicBezTo>
                  <a:cubicBezTo>
                    <a:pt x="2342" y="7272"/>
                    <a:pt x="2026" y="7389"/>
                    <a:pt x="1757" y="7588"/>
                  </a:cubicBezTo>
                  <a:cubicBezTo>
                    <a:pt x="1514" y="7763"/>
                    <a:pt x="1333" y="7999"/>
                    <a:pt x="1136" y="8400"/>
                  </a:cubicBezTo>
                  <a:lnTo>
                    <a:pt x="1136" y="8400"/>
                  </a:lnTo>
                  <a:cubicBezTo>
                    <a:pt x="1064" y="8185"/>
                    <a:pt x="920" y="7989"/>
                    <a:pt x="779" y="7805"/>
                  </a:cubicBezTo>
                  <a:cubicBezTo>
                    <a:pt x="685" y="7682"/>
                    <a:pt x="609" y="7588"/>
                    <a:pt x="539" y="7465"/>
                  </a:cubicBezTo>
                  <a:cubicBezTo>
                    <a:pt x="486" y="7366"/>
                    <a:pt x="439" y="7243"/>
                    <a:pt x="439" y="7126"/>
                  </a:cubicBezTo>
                  <a:cubicBezTo>
                    <a:pt x="439" y="7097"/>
                    <a:pt x="439" y="7073"/>
                    <a:pt x="463" y="7050"/>
                  </a:cubicBezTo>
                  <a:cubicBezTo>
                    <a:pt x="463" y="6927"/>
                    <a:pt x="510" y="6804"/>
                    <a:pt x="586" y="6687"/>
                  </a:cubicBezTo>
                  <a:cubicBezTo>
                    <a:pt x="656" y="6564"/>
                    <a:pt x="732" y="6441"/>
                    <a:pt x="779" y="6318"/>
                  </a:cubicBezTo>
                  <a:cubicBezTo>
                    <a:pt x="832" y="6195"/>
                    <a:pt x="832" y="6101"/>
                    <a:pt x="832" y="6002"/>
                  </a:cubicBezTo>
                  <a:cubicBezTo>
                    <a:pt x="832" y="5633"/>
                    <a:pt x="656" y="5270"/>
                    <a:pt x="463" y="4930"/>
                  </a:cubicBezTo>
                  <a:cubicBezTo>
                    <a:pt x="270" y="4608"/>
                    <a:pt x="100" y="4245"/>
                    <a:pt x="100" y="3876"/>
                  </a:cubicBezTo>
                  <a:cubicBezTo>
                    <a:pt x="100" y="3806"/>
                    <a:pt x="100" y="3730"/>
                    <a:pt x="123" y="3636"/>
                  </a:cubicBezTo>
                  <a:cubicBezTo>
                    <a:pt x="147" y="3537"/>
                    <a:pt x="217" y="3414"/>
                    <a:pt x="340" y="3320"/>
                  </a:cubicBezTo>
                  <a:cubicBezTo>
                    <a:pt x="486" y="3174"/>
                    <a:pt x="732" y="3027"/>
                    <a:pt x="949" y="2881"/>
                  </a:cubicBezTo>
                  <a:cubicBezTo>
                    <a:pt x="1171" y="2758"/>
                    <a:pt x="1388" y="2612"/>
                    <a:pt x="1534" y="2489"/>
                  </a:cubicBezTo>
                  <a:cubicBezTo>
                    <a:pt x="1733" y="2295"/>
                    <a:pt x="1827" y="2073"/>
                    <a:pt x="1927" y="1856"/>
                  </a:cubicBezTo>
                  <a:cubicBezTo>
                    <a:pt x="2026" y="1610"/>
                    <a:pt x="2096" y="1388"/>
                    <a:pt x="2196" y="1171"/>
                  </a:cubicBezTo>
                  <a:cubicBezTo>
                    <a:pt x="2442" y="732"/>
                    <a:pt x="2928" y="270"/>
                    <a:pt x="3414" y="147"/>
                  </a:cubicBezTo>
                  <a:cubicBezTo>
                    <a:pt x="3490" y="123"/>
                    <a:pt x="3560" y="100"/>
                    <a:pt x="3613" y="100"/>
                  </a:cubicBezTo>
                  <a:close/>
                  <a:moveTo>
                    <a:pt x="3613" y="0"/>
                  </a:moveTo>
                  <a:cubicBezTo>
                    <a:pt x="3537" y="0"/>
                    <a:pt x="3467" y="24"/>
                    <a:pt x="3390" y="47"/>
                  </a:cubicBezTo>
                  <a:cubicBezTo>
                    <a:pt x="2881" y="193"/>
                    <a:pt x="2366" y="656"/>
                    <a:pt x="2120" y="1124"/>
                  </a:cubicBezTo>
                  <a:cubicBezTo>
                    <a:pt x="2003" y="1341"/>
                    <a:pt x="1927" y="1587"/>
                    <a:pt x="1856" y="1804"/>
                  </a:cubicBezTo>
                  <a:cubicBezTo>
                    <a:pt x="1757" y="2026"/>
                    <a:pt x="1634" y="2243"/>
                    <a:pt x="1464" y="2412"/>
                  </a:cubicBezTo>
                  <a:cubicBezTo>
                    <a:pt x="1294" y="2588"/>
                    <a:pt x="949" y="2758"/>
                    <a:pt x="656" y="2951"/>
                  </a:cubicBezTo>
                  <a:cubicBezTo>
                    <a:pt x="510" y="3027"/>
                    <a:pt x="393" y="3144"/>
                    <a:pt x="270" y="3244"/>
                  </a:cubicBezTo>
                  <a:cubicBezTo>
                    <a:pt x="147" y="3367"/>
                    <a:pt x="71" y="3490"/>
                    <a:pt x="24" y="3613"/>
                  </a:cubicBezTo>
                  <a:cubicBezTo>
                    <a:pt x="0" y="3706"/>
                    <a:pt x="0" y="3806"/>
                    <a:pt x="0" y="3876"/>
                  </a:cubicBezTo>
                  <a:cubicBezTo>
                    <a:pt x="0" y="4269"/>
                    <a:pt x="194" y="4661"/>
                    <a:pt x="393" y="4977"/>
                  </a:cubicBezTo>
                  <a:cubicBezTo>
                    <a:pt x="562" y="5293"/>
                    <a:pt x="732" y="5662"/>
                    <a:pt x="732" y="6002"/>
                  </a:cubicBezTo>
                  <a:cubicBezTo>
                    <a:pt x="732" y="6101"/>
                    <a:pt x="732" y="6195"/>
                    <a:pt x="685" y="6271"/>
                  </a:cubicBezTo>
                  <a:cubicBezTo>
                    <a:pt x="656" y="6394"/>
                    <a:pt x="586" y="6511"/>
                    <a:pt x="510" y="6634"/>
                  </a:cubicBezTo>
                  <a:cubicBezTo>
                    <a:pt x="439" y="6780"/>
                    <a:pt x="363" y="6903"/>
                    <a:pt x="363" y="7050"/>
                  </a:cubicBezTo>
                  <a:cubicBezTo>
                    <a:pt x="363" y="7073"/>
                    <a:pt x="340" y="7097"/>
                    <a:pt x="340" y="7126"/>
                  </a:cubicBezTo>
                  <a:cubicBezTo>
                    <a:pt x="340" y="7272"/>
                    <a:pt x="393" y="7389"/>
                    <a:pt x="463" y="7512"/>
                  </a:cubicBezTo>
                  <a:cubicBezTo>
                    <a:pt x="562" y="7711"/>
                    <a:pt x="709" y="7858"/>
                    <a:pt x="832" y="8028"/>
                  </a:cubicBezTo>
                  <a:cubicBezTo>
                    <a:pt x="949" y="8197"/>
                    <a:pt x="1048" y="8367"/>
                    <a:pt x="1072" y="8560"/>
                  </a:cubicBezTo>
                  <a:lnTo>
                    <a:pt x="1115" y="8550"/>
                  </a:lnTo>
                  <a:lnTo>
                    <a:pt x="1115" y="8550"/>
                  </a:lnTo>
                  <a:lnTo>
                    <a:pt x="1148" y="8560"/>
                  </a:lnTo>
                  <a:cubicBezTo>
                    <a:pt x="1151" y="8554"/>
                    <a:pt x="1154" y="8547"/>
                    <a:pt x="1157" y="8540"/>
                  </a:cubicBezTo>
                  <a:lnTo>
                    <a:pt x="1157" y="8540"/>
                  </a:lnTo>
                  <a:lnTo>
                    <a:pt x="1171" y="8537"/>
                  </a:lnTo>
                  <a:cubicBezTo>
                    <a:pt x="1170" y="8531"/>
                    <a:pt x="1169" y="8524"/>
                    <a:pt x="1168" y="8518"/>
                  </a:cubicBezTo>
                  <a:lnTo>
                    <a:pt x="1168" y="8518"/>
                  </a:lnTo>
                  <a:cubicBezTo>
                    <a:pt x="1377" y="8083"/>
                    <a:pt x="1571" y="7852"/>
                    <a:pt x="1804" y="7659"/>
                  </a:cubicBezTo>
                  <a:cubicBezTo>
                    <a:pt x="2050" y="7465"/>
                    <a:pt x="2366" y="7366"/>
                    <a:pt x="2828" y="7173"/>
                  </a:cubicBezTo>
                  <a:cubicBezTo>
                    <a:pt x="2904" y="7149"/>
                    <a:pt x="2975" y="7073"/>
                    <a:pt x="3051" y="7003"/>
                  </a:cubicBezTo>
                  <a:cubicBezTo>
                    <a:pt x="3221" y="6734"/>
                    <a:pt x="3390" y="6248"/>
                    <a:pt x="3390" y="5662"/>
                  </a:cubicBezTo>
                  <a:cubicBezTo>
                    <a:pt x="3390" y="5440"/>
                    <a:pt x="3367" y="5170"/>
                    <a:pt x="3291" y="4901"/>
                  </a:cubicBezTo>
                  <a:cubicBezTo>
                    <a:pt x="3244" y="4708"/>
                    <a:pt x="3221" y="4538"/>
                    <a:pt x="3221" y="4368"/>
                  </a:cubicBezTo>
                  <a:cubicBezTo>
                    <a:pt x="3221" y="4052"/>
                    <a:pt x="3291" y="3730"/>
                    <a:pt x="3414" y="3414"/>
                  </a:cubicBezTo>
                  <a:cubicBezTo>
                    <a:pt x="3560" y="2998"/>
                    <a:pt x="3906" y="2682"/>
                    <a:pt x="4146" y="2295"/>
                  </a:cubicBezTo>
                  <a:cubicBezTo>
                    <a:pt x="4345" y="1950"/>
                    <a:pt x="4439" y="1564"/>
                    <a:pt x="4439" y="1171"/>
                  </a:cubicBezTo>
                  <a:lnTo>
                    <a:pt x="4439" y="1148"/>
                  </a:lnTo>
                  <a:cubicBezTo>
                    <a:pt x="4439" y="878"/>
                    <a:pt x="4392" y="586"/>
                    <a:pt x="4245" y="363"/>
                  </a:cubicBezTo>
                  <a:cubicBezTo>
                    <a:pt x="4099" y="123"/>
                    <a:pt x="3876" y="0"/>
                    <a:pt x="3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050;p59">
              <a:extLst>
                <a:ext uri="{FF2B5EF4-FFF2-40B4-BE49-F238E27FC236}">
                  <a16:creationId xmlns:a16="http://schemas.microsoft.com/office/drawing/2014/main" id="{839659A8-26A7-8BDF-DE8C-FD74B776B1BA}"/>
                </a:ext>
              </a:extLst>
            </p:cNvPr>
            <p:cNvSpPr/>
            <p:nvPr/>
          </p:nvSpPr>
          <p:spPr>
            <a:xfrm>
              <a:off x="2484670" y="4207691"/>
              <a:ext cx="99014" cy="437226"/>
            </a:xfrm>
            <a:custGeom>
              <a:avLst/>
              <a:gdLst/>
              <a:ahLst/>
              <a:cxnLst/>
              <a:rect l="l" t="t" r="r" b="b"/>
              <a:pathLst>
                <a:path w="2607" h="11512" extrusionOk="0">
                  <a:moveTo>
                    <a:pt x="2513" y="1"/>
                  </a:moveTo>
                  <a:cubicBezTo>
                    <a:pt x="2390" y="170"/>
                    <a:pt x="2220" y="510"/>
                    <a:pt x="2050" y="826"/>
                  </a:cubicBezTo>
                  <a:cubicBezTo>
                    <a:pt x="1904" y="1172"/>
                    <a:pt x="1757" y="1511"/>
                    <a:pt x="1681" y="1734"/>
                  </a:cubicBezTo>
                  <a:cubicBezTo>
                    <a:pt x="586" y="4755"/>
                    <a:pt x="1" y="7999"/>
                    <a:pt x="1" y="11219"/>
                  </a:cubicBezTo>
                  <a:lnTo>
                    <a:pt x="1" y="11512"/>
                  </a:lnTo>
                  <a:lnTo>
                    <a:pt x="94" y="11512"/>
                  </a:lnTo>
                  <a:lnTo>
                    <a:pt x="94" y="11219"/>
                  </a:lnTo>
                  <a:cubicBezTo>
                    <a:pt x="94" y="7999"/>
                    <a:pt x="657" y="4778"/>
                    <a:pt x="1781" y="1757"/>
                  </a:cubicBezTo>
                  <a:cubicBezTo>
                    <a:pt x="1851" y="1558"/>
                    <a:pt x="1997" y="1219"/>
                    <a:pt x="2144" y="879"/>
                  </a:cubicBezTo>
                  <a:cubicBezTo>
                    <a:pt x="2314" y="563"/>
                    <a:pt x="2489" y="217"/>
                    <a:pt x="2606" y="47"/>
                  </a:cubicBezTo>
                  <a:lnTo>
                    <a:pt x="25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051;p59">
              <a:extLst>
                <a:ext uri="{FF2B5EF4-FFF2-40B4-BE49-F238E27FC236}">
                  <a16:creationId xmlns:a16="http://schemas.microsoft.com/office/drawing/2014/main" id="{96147009-ED70-6380-221A-FDE576FBF55E}"/>
                </a:ext>
              </a:extLst>
            </p:cNvPr>
            <p:cNvSpPr/>
            <p:nvPr/>
          </p:nvSpPr>
          <p:spPr>
            <a:xfrm>
              <a:off x="2233400" y="4349619"/>
              <a:ext cx="191039" cy="251959"/>
            </a:xfrm>
            <a:custGeom>
              <a:avLst/>
              <a:gdLst/>
              <a:ahLst/>
              <a:cxnLst/>
              <a:rect l="l" t="t" r="r" b="b"/>
              <a:pathLst>
                <a:path w="5030" h="6634" extrusionOk="0">
                  <a:moveTo>
                    <a:pt x="762" y="0"/>
                  </a:moveTo>
                  <a:cubicBezTo>
                    <a:pt x="417" y="0"/>
                    <a:pt x="115" y="167"/>
                    <a:pt x="53" y="602"/>
                  </a:cubicBezTo>
                  <a:cubicBezTo>
                    <a:pt x="0" y="1071"/>
                    <a:pt x="223" y="1604"/>
                    <a:pt x="562" y="1920"/>
                  </a:cubicBezTo>
                  <a:cubicBezTo>
                    <a:pt x="732" y="2095"/>
                    <a:pt x="955" y="2242"/>
                    <a:pt x="1025" y="2458"/>
                  </a:cubicBezTo>
                  <a:cubicBezTo>
                    <a:pt x="1101" y="2652"/>
                    <a:pt x="1025" y="2874"/>
                    <a:pt x="1054" y="3091"/>
                  </a:cubicBezTo>
                  <a:cubicBezTo>
                    <a:pt x="1054" y="3313"/>
                    <a:pt x="1171" y="3530"/>
                    <a:pt x="1318" y="3676"/>
                  </a:cubicBezTo>
                  <a:cubicBezTo>
                    <a:pt x="1517" y="3852"/>
                    <a:pt x="1734" y="3922"/>
                    <a:pt x="1979" y="4022"/>
                  </a:cubicBezTo>
                  <a:cubicBezTo>
                    <a:pt x="2196" y="4115"/>
                    <a:pt x="2419" y="4238"/>
                    <a:pt x="2542" y="4461"/>
                  </a:cubicBezTo>
                  <a:cubicBezTo>
                    <a:pt x="2612" y="4584"/>
                    <a:pt x="2612" y="4730"/>
                    <a:pt x="2664" y="4877"/>
                  </a:cubicBezTo>
                  <a:cubicBezTo>
                    <a:pt x="2834" y="5286"/>
                    <a:pt x="3221" y="5579"/>
                    <a:pt x="3613" y="5778"/>
                  </a:cubicBezTo>
                  <a:cubicBezTo>
                    <a:pt x="3953" y="5971"/>
                    <a:pt x="4321" y="6217"/>
                    <a:pt x="4538" y="6633"/>
                  </a:cubicBezTo>
                  <a:cubicBezTo>
                    <a:pt x="4860" y="6018"/>
                    <a:pt x="5030" y="5316"/>
                    <a:pt x="5007" y="4607"/>
                  </a:cubicBezTo>
                  <a:cubicBezTo>
                    <a:pt x="4977" y="3998"/>
                    <a:pt x="4591" y="3460"/>
                    <a:pt x="4222" y="2997"/>
                  </a:cubicBezTo>
                  <a:cubicBezTo>
                    <a:pt x="4099" y="2827"/>
                    <a:pt x="4005" y="2628"/>
                    <a:pt x="3953" y="2435"/>
                  </a:cubicBezTo>
                  <a:cubicBezTo>
                    <a:pt x="3906" y="2166"/>
                    <a:pt x="3906" y="1873"/>
                    <a:pt x="3836" y="1604"/>
                  </a:cubicBezTo>
                  <a:cubicBezTo>
                    <a:pt x="3713" y="1264"/>
                    <a:pt x="3467" y="971"/>
                    <a:pt x="3150" y="825"/>
                  </a:cubicBezTo>
                  <a:cubicBezTo>
                    <a:pt x="2858" y="702"/>
                    <a:pt x="2542" y="678"/>
                    <a:pt x="2272" y="579"/>
                  </a:cubicBezTo>
                  <a:cubicBezTo>
                    <a:pt x="1933" y="456"/>
                    <a:pt x="1640" y="239"/>
                    <a:pt x="1294" y="116"/>
                  </a:cubicBezTo>
                  <a:cubicBezTo>
                    <a:pt x="1123" y="43"/>
                    <a:pt x="937" y="0"/>
                    <a:pt x="7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052;p59">
              <a:extLst>
                <a:ext uri="{FF2B5EF4-FFF2-40B4-BE49-F238E27FC236}">
                  <a16:creationId xmlns:a16="http://schemas.microsoft.com/office/drawing/2014/main" id="{8637B433-83D9-6EAE-356A-F5F6F0DFCAC0}"/>
                </a:ext>
              </a:extLst>
            </p:cNvPr>
            <p:cNvSpPr/>
            <p:nvPr/>
          </p:nvSpPr>
          <p:spPr>
            <a:xfrm>
              <a:off x="2233400" y="4347568"/>
              <a:ext cx="191951" cy="254884"/>
            </a:xfrm>
            <a:custGeom>
              <a:avLst/>
              <a:gdLst/>
              <a:ahLst/>
              <a:cxnLst/>
              <a:rect l="l" t="t" r="r" b="b"/>
              <a:pathLst>
                <a:path w="5054" h="6711" extrusionOk="0">
                  <a:moveTo>
                    <a:pt x="762" y="100"/>
                  </a:moveTo>
                  <a:cubicBezTo>
                    <a:pt x="931" y="100"/>
                    <a:pt x="1101" y="147"/>
                    <a:pt x="1271" y="217"/>
                  </a:cubicBezTo>
                  <a:cubicBezTo>
                    <a:pt x="1611" y="340"/>
                    <a:pt x="1903" y="563"/>
                    <a:pt x="2249" y="686"/>
                  </a:cubicBezTo>
                  <a:cubicBezTo>
                    <a:pt x="2542" y="779"/>
                    <a:pt x="2858" y="803"/>
                    <a:pt x="3127" y="926"/>
                  </a:cubicBezTo>
                  <a:cubicBezTo>
                    <a:pt x="3443" y="1072"/>
                    <a:pt x="3689" y="1341"/>
                    <a:pt x="3783" y="1681"/>
                  </a:cubicBezTo>
                  <a:cubicBezTo>
                    <a:pt x="3859" y="1927"/>
                    <a:pt x="3859" y="2220"/>
                    <a:pt x="3906" y="2489"/>
                  </a:cubicBezTo>
                  <a:cubicBezTo>
                    <a:pt x="3953" y="2706"/>
                    <a:pt x="4052" y="2905"/>
                    <a:pt x="4199" y="3074"/>
                  </a:cubicBezTo>
                  <a:cubicBezTo>
                    <a:pt x="4567" y="3537"/>
                    <a:pt x="4930" y="4052"/>
                    <a:pt x="4954" y="4661"/>
                  </a:cubicBezTo>
                  <a:lnTo>
                    <a:pt x="4954" y="4854"/>
                  </a:lnTo>
                  <a:cubicBezTo>
                    <a:pt x="4954" y="5430"/>
                    <a:pt x="4802" y="6052"/>
                    <a:pt x="4538" y="6594"/>
                  </a:cubicBezTo>
                  <a:lnTo>
                    <a:pt x="4538" y="6594"/>
                  </a:lnTo>
                  <a:cubicBezTo>
                    <a:pt x="4295" y="6186"/>
                    <a:pt x="3957" y="5965"/>
                    <a:pt x="3613" y="5780"/>
                  </a:cubicBezTo>
                  <a:cubicBezTo>
                    <a:pt x="3250" y="5586"/>
                    <a:pt x="2858" y="5317"/>
                    <a:pt x="2711" y="4901"/>
                  </a:cubicBezTo>
                  <a:cubicBezTo>
                    <a:pt x="2664" y="4784"/>
                    <a:pt x="2664" y="4638"/>
                    <a:pt x="2588" y="4491"/>
                  </a:cubicBezTo>
                  <a:cubicBezTo>
                    <a:pt x="2465" y="4269"/>
                    <a:pt x="2225" y="4123"/>
                    <a:pt x="1979" y="4023"/>
                  </a:cubicBezTo>
                  <a:cubicBezTo>
                    <a:pt x="1757" y="3929"/>
                    <a:pt x="1517" y="3853"/>
                    <a:pt x="1347" y="3683"/>
                  </a:cubicBezTo>
                  <a:cubicBezTo>
                    <a:pt x="1201" y="3560"/>
                    <a:pt x="1101" y="3344"/>
                    <a:pt x="1101" y="3145"/>
                  </a:cubicBezTo>
                  <a:lnTo>
                    <a:pt x="1101" y="3074"/>
                  </a:lnTo>
                  <a:lnTo>
                    <a:pt x="1101" y="2735"/>
                  </a:lnTo>
                  <a:cubicBezTo>
                    <a:pt x="1101" y="2659"/>
                    <a:pt x="1101" y="2588"/>
                    <a:pt x="1078" y="2489"/>
                  </a:cubicBezTo>
                  <a:cubicBezTo>
                    <a:pt x="1025" y="2366"/>
                    <a:pt x="955" y="2266"/>
                    <a:pt x="855" y="2196"/>
                  </a:cubicBezTo>
                  <a:cubicBezTo>
                    <a:pt x="762" y="2097"/>
                    <a:pt x="662" y="2026"/>
                    <a:pt x="586" y="1950"/>
                  </a:cubicBezTo>
                  <a:cubicBezTo>
                    <a:pt x="293" y="1681"/>
                    <a:pt x="100" y="1242"/>
                    <a:pt x="100" y="832"/>
                  </a:cubicBezTo>
                  <a:lnTo>
                    <a:pt x="100" y="656"/>
                  </a:lnTo>
                  <a:cubicBezTo>
                    <a:pt x="123" y="463"/>
                    <a:pt x="223" y="317"/>
                    <a:pt x="346" y="217"/>
                  </a:cubicBezTo>
                  <a:cubicBezTo>
                    <a:pt x="440" y="147"/>
                    <a:pt x="586" y="100"/>
                    <a:pt x="762" y="100"/>
                  </a:cubicBezTo>
                  <a:close/>
                  <a:moveTo>
                    <a:pt x="762" y="1"/>
                  </a:moveTo>
                  <a:cubicBezTo>
                    <a:pt x="586" y="1"/>
                    <a:pt x="416" y="47"/>
                    <a:pt x="270" y="147"/>
                  </a:cubicBezTo>
                  <a:cubicBezTo>
                    <a:pt x="147" y="246"/>
                    <a:pt x="53" y="416"/>
                    <a:pt x="0" y="656"/>
                  </a:cubicBezTo>
                  <a:lnTo>
                    <a:pt x="0" y="832"/>
                  </a:lnTo>
                  <a:cubicBezTo>
                    <a:pt x="0" y="1271"/>
                    <a:pt x="199" y="1734"/>
                    <a:pt x="516" y="2026"/>
                  </a:cubicBezTo>
                  <a:cubicBezTo>
                    <a:pt x="615" y="2097"/>
                    <a:pt x="709" y="2173"/>
                    <a:pt x="785" y="2266"/>
                  </a:cubicBezTo>
                  <a:cubicBezTo>
                    <a:pt x="879" y="2343"/>
                    <a:pt x="955" y="2413"/>
                    <a:pt x="978" y="2536"/>
                  </a:cubicBezTo>
                  <a:cubicBezTo>
                    <a:pt x="1002" y="2588"/>
                    <a:pt x="1002" y="2659"/>
                    <a:pt x="1002" y="2735"/>
                  </a:cubicBezTo>
                  <a:lnTo>
                    <a:pt x="1002" y="3074"/>
                  </a:lnTo>
                  <a:lnTo>
                    <a:pt x="1002" y="3145"/>
                  </a:lnTo>
                  <a:cubicBezTo>
                    <a:pt x="1002" y="3391"/>
                    <a:pt x="1125" y="3613"/>
                    <a:pt x="1294" y="3760"/>
                  </a:cubicBezTo>
                  <a:cubicBezTo>
                    <a:pt x="1493" y="3929"/>
                    <a:pt x="1734" y="4023"/>
                    <a:pt x="1956" y="4123"/>
                  </a:cubicBezTo>
                  <a:cubicBezTo>
                    <a:pt x="2173" y="4222"/>
                    <a:pt x="2395" y="4345"/>
                    <a:pt x="2489" y="4538"/>
                  </a:cubicBezTo>
                  <a:cubicBezTo>
                    <a:pt x="2565" y="4661"/>
                    <a:pt x="2565" y="4808"/>
                    <a:pt x="2635" y="4954"/>
                  </a:cubicBezTo>
                  <a:cubicBezTo>
                    <a:pt x="2782" y="5393"/>
                    <a:pt x="3197" y="5662"/>
                    <a:pt x="3590" y="5879"/>
                  </a:cubicBezTo>
                  <a:cubicBezTo>
                    <a:pt x="3929" y="6049"/>
                    <a:pt x="4275" y="6295"/>
                    <a:pt x="4491" y="6710"/>
                  </a:cubicBezTo>
                  <a:lnTo>
                    <a:pt x="4541" y="6699"/>
                  </a:lnTo>
                  <a:lnTo>
                    <a:pt x="4591" y="6710"/>
                  </a:lnTo>
                  <a:cubicBezTo>
                    <a:pt x="4884" y="6148"/>
                    <a:pt x="5053" y="5487"/>
                    <a:pt x="5053" y="4854"/>
                  </a:cubicBezTo>
                  <a:lnTo>
                    <a:pt x="5053" y="4661"/>
                  </a:lnTo>
                  <a:cubicBezTo>
                    <a:pt x="5007" y="4023"/>
                    <a:pt x="4638" y="3490"/>
                    <a:pt x="4275" y="3028"/>
                  </a:cubicBezTo>
                  <a:cubicBezTo>
                    <a:pt x="4152" y="2852"/>
                    <a:pt x="4052" y="2659"/>
                    <a:pt x="4005" y="2466"/>
                  </a:cubicBezTo>
                  <a:cubicBezTo>
                    <a:pt x="3953" y="2196"/>
                    <a:pt x="3953" y="1927"/>
                    <a:pt x="3882" y="1658"/>
                  </a:cubicBezTo>
                  <a:cubicBezTo>
                    <a:pt x="3759" y="1295"/>
                    <a:pt x="3490" y="1002"/>
                    <a:pt x="3174" y="832"/>
                  </a:cubicBezTo>
                  <a:cubicBezTo>
                    <a:pt x="2881" y="709"/>
                    <a:pt x="2565" y="686"/>
                    <a:pt x="2272" y="586"/>
                  </a:cubicBezTo>
                  <a:cubicBezTo>
                    <a:pt x="1956" y="463"/>
                    <a:pt x="1663" y="270"/>
                    <a:pt x="1318" y="123"/>
                  </a:cubicBezTo>
                  <a:cubicBezTo>
                    <a:pt x="1148" y="47"/>
                    <a:pt x="955" y="1"/>
                    <a:pt x="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053;p59">
              <a:extLst>
                <a:ext uri="{FF2B5EF4-FFF2-40B4-BE49-F238E27FC236}">
                  <a16:creationId xmlns:a16="http://schemas.microsoft.com/office/drawing/2014/main" id="{A568A7D8-0F04-6769-D3AA-B03C5D7298E4}"/>
                </a:ext>
              </a:extLst>
            </p:cNvPr>
            <p:cNvSpPr/>
            <p:nvPr/>
          </p:nvSpPr>
          <p:spPr>
            <a:xfrm>
              <a:off x="2267847" y="4375369"/>
              <a:ext cx="150173" cy="306689"/>
            </a:xfrm>
            <a:custGeom>
              <a:avLst/>
              <a:gdLst/>
              <a:ahLst/>
              <a:cxnLst/>
              <a:rect l="l" t="t" r="r" b="b"/>
              <a:pathLst>
                <a:path w="3954" h="8075" extrusionOk="0">
                  <a:moveTo>
                    <a:pt x="48" y="0"/>
                  </a:moveTo>
                  <a:lnTo>
                    <a:pt x="1" y="71"/>
                  </a:lnTo>
                  <a:cubicBezTo>
                    <a:pt x="2460" y="1757"/>
                    <a:pt x="3660" y="4977"/>
                    <a:pt x="3854" y="8075"/>
                  </a:cubicBezTo>
                  <a:lnTo>
                    <a:pt x="3953" y="8075"/>
                  </a:lnTo>
                  <a:cubicBezTo>
                    <a:pt x="3754" y="4954"/>
                    <a:pt x="2560" y="1710"/>
                    <a:pt x="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054;p59">
              <a:extLst>
                <a:ext uri="{FF2B5EF4-FFF2-40B4-BE49-F238E27FC236}">
                  <a16:creationId xmlns:a16="http://schemas.microsoft.com/office/drawing/2014/main" id="{76DAA850-30D6-CD20-938E-593B6B572CF2}"/>
                </a:ext>
              </a:extLst>
            </p:cNvPr>
            <p:cNvSpPr/>
            <p:nvPr/>
          </p:nvSpPr>
          <p:spPr>
            <a:xfrm>
              <a:off x="2277873" y="4480116"/>
              <a:ext cx="88987" cy="13825"/>
            </a:xfrm>
            <a:custGeom>
              <a:avLst/>
              <a:gdLst/>
              <a:ahLst/>
              <a:cxnLst/>
              <a:rect l="l" t="t" r="r" b="b"/>
              <a:pathLst>
                <a:path w="2343" h="364" extrusionOk="0">
                  <a:moveTo>
                    <a:pt x="0" y="0"/>
                  </a:moveTo>
                  <a:lnTo>
                    <a:pt x="0" y="94"/>
                  </a:lnTo>
                  <a:lnTo>
                    <a:pt x="53" y="94"/>
                  </a:lnTo>
                  <a:cubicBezTo>
                    <a:pt x="293" y="94"/>
                    <a:pt x="1394" y="123"/>
                    <a:pt x="2319" y="363"/>
                  </a:cubicBezTo>
                  <a:lnTo>
                    <a:pt x="2342" y="270"/>
                  </a:lnTo>
                  <a:cubicBezTo>
                    <a:pt x="1271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055;p59">
              <a:extLst>
                <a:ext uri="{FF2B5EF4-FFF2-40B4-BE49-F238E27FC236}">
                  <a16:creationId xmlns:a16="http://schemas.microsoft.com/office/drawing/2014/main" id="{152C3AC5-4221-6E1B-0AEA-0DE39E5966A9}"/>
                </a:ext>
              </a:extLst>
            </p:cNvPr>
            <p:cNvSpPr/>
            <p:nvPr/>
          </p:nvSpPr>
          <p:spPr>
            <a:xfrm>
              <a:off x="2273430" y="4383611"/>
              <a:ext cx="82303" cy="85417"/>
            </a:xfrm>
            <a:custGeom>
              <a:avLst/>
              <a:gdLst/>
              <a:ahLst/>
              <a:cxnLst/>
              <a:rect l="l" t="t" r="r" b="b"/>
              <a:pathLst>
                <a:path w="2167" h="2249" extrusionOk="0">
                  <a:moveTo>
                    <a:pt x="1997" y="0"/>
                  </a:moveTo>
                  <a:lnTo>
                    <a:pt x="1903" y="29"/>
                  </a:lnTo>
                  <a:cubicBezTo>
                    <a:pt x="2050" y="515"/>
                    <a:pt x="2073" y="1077"/>
                    <a:pt x="2073" y="1493"/>
                  </a:cubicBezTo>
                  <a:cubicBezTo>
                    <a:pt x="2073" y="1686"/>
                    <a:pt x="2073" y="1856"/>
                    <a:pt x="2050" y="1979"/>
                  </a:cubicBezTo>
                  <a:lnTo>
                    <a:pt x="2050" y="2125"/>
                  </a:lnTo>
                  <a:lnTo>
                    <a:pt x="2050" y="2139"/>
                  </a:lnTo>
                  <a:lnTo>
                    <a:pt x="2050" y="2139"/>
                  </a:lnTo>
                  <a:cubicBezTo>
                    <a:pt x="1845" y="2095"/>
                    <a:pt x="993" y="1925"/>
                    <a:pt x="0" y="1880"/>
                  </a:cubicBezTo>
                  <a:lnTo>
                    <a:pt x="0" y="1979"/>
                  </a:lnTo>
                  <a:cubicBezTo>
                    <a:pt x="557" y="2002"/>
                    <a:pt x="1072" y="2079"/>
                    <a:pt x="1464" y="2125"/>
                  </a:cubicBezTo>
                  <a:cubicBezTo>
                    <a:pt x="1657" y="2149"/>
                    <a:pt x="1804" y="2172"/>
                    <a:pt x="1903" y="2196"/>
                  </a:cubicBezTo>
                  <a:cubicBezTo>
                    <a:pt x="1974" y="2225"/>
                    <a:pt x="1997" y="2225"/>
                    <a:pt x="2020" y="2225"/>
                  </a:cubicBezTo>
                  <a:lnTo>
                    <a:pt x="2073" y="2248"/>
                  </a:lnTo>
                  <a:cubicBezTo>
                    <a:pt x="2096" y="2248"/>
                    <a:pt x="2096" y="2248"/>
                    <a:pt x="2120" y="2225"/>
                  </a:cubicBezTo>
                  <a:cubicBezTo>
                    <a:pt x="2120" y="2225"/>
                    <a:pt x="2143" y="2225"/>
                    <a:pt x="2143" y="2196"/>
                  </a:cubicBezTo>
                  <a:cubicBezTo>
                    <a:pt x="2143" y="2196"/>
                    <a:pt x="2167" y="1903"/>
                    <a:pt x="2167" y="1493"/>
                  </a:cubicBezTo>
                  <a:cubicBezTo>
                    <a:pt x="2167" y="1054"/>
                    <a:pt x="2143" y="515"/>
                    <a:pt x="19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056;p59">
              <a:extLst>
                <a:ext uri="{FF2B5EF4-FFF2-40B4-BE49-F238E27FC236}">
                  <a16:creationId xmlns:a16="http://schemas.microsoft.com/office/drawing/2014/main" id="{C063FBB8-3388-7E1A-3FDC-84D457E7D6A7}"/>
                </a:ext>
              </a:extLst>
            </p:cNvPr>
            <p:cNvSpPr/>
            <p:nvPr/>
          </p:nvSpPr>
          <p:spPr>
            <a:xfrm>
              <a:off x="2242743" y="4405829"/>
              <a:ext cx="67642" cy="7596"/>
            </a:xfrm>
            <a:custGeom>
              <a:avLst/>
              <a:gdLst/>
              <a:ahLst/>
              <a:cxnLst/>
              <a:rect l="l" t="t" r="r" b="b"/>
              <a:pathLst>
                <a:path w="1781" h="200" extrusionOk="0">
                  <a:moveTo>
                    <a:pt x="340" y="1"/>
                  </a:moveTo>
                  <a:cubicBezTo>
                    <a:pt x="147" y="1"/>
                    <a:pt x="0" y="30"/>
                    <a:pt x="0" y="30"/>
                  </a:cubicBezTo>
                  <a:lnTo>
                    <a:pt x="24" y="124"/>
                  </a:lnTo>
                  <a:cubicBezTo>
                    <a:pt x="24" y="124"/>
                    <a:pt x="47" y="124"/>
                    <a:pt x="100" y="100"/>
                  </a:cubicBezTo>
                  <a:lnTo>
                    <a:pt x="340" y="100"/>
                  </a:lnTo>
                  <a:cubicBezTo>
                    <a:pt x="709" y="100"/>
                    <a:pt x="1318" y="124"/>
                    <a:pt x="1757" y="200"/>
                  </a:cubicBezTo>
                  <a:lnTo>
                    <a:pt x="1780" y="100"/>
                  </a:lnTo>
                  <a:cubicBezTo>
                    <a:pt x="1318" y="30"/>
                    <a:pt x="709" y="1"/>
                    <a:pt x="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057;p59">
              <a:extLst>
                <a:ext uri="{FF2B5EF4-FFF2-40B4-BE49-F238E27FC236}">
                  <a16:creationId xmlns:a16="http://schemas.microsoft.com/office/drawing/2014/main" id="{40F69C66-D38F-3703-A43E-D88A39DA0252}"/>
                </a:ext>
              </a:extLst>
            </p:cNvPr>
            <p:cNvSpPr/>
            <p:nvPr/>
          </p:nvSpPr>
          <p:spPr>
            <a:xfrm>
              <a:off x="2333475" y="4448517"/>
              <a:ext cx="66731" cy="94570"/>
            </a:xfrm>
            <a:custGeom>
              <a:avLst/>
              <a:gdLst/>
              <a:ahLst/>
              <a:cxnLst/>
              <a:rect l="l" t="t" r="r" b="b"/>
              <a:pathLst>
                <a:path w="1757" h="2490" extrusionOk="0">
                  <a:moveTo>
                    <a:pt x="1663" y="1"/>
                  </a:moveTo>
                  <a:lnTo>
                    <a:pt x="1564" y="24"/>
                  </a:lnTo>
                  <a:cubicBezTo>
                    <a:pt x="1640" y="293"/>
                    <a:pt x="1663" y="563"/>
                    <a:pt x="1663" y="832"/>
                  </a:cubicBezTo>
                  <a:cubicBezTo>
                    <a:pt x="1663" y="1271"/>
                    <a:pt x="1587" y="1687"/>
                    <a:pt x="1517" y="1950"/>
                  </a:cubicBezTo>
                  <a:cubicBezTo>
                    <a:pt x="1493" y="2097"/>
                    <a:pt x="1464" y="2220"/>
                    <a:pt x="1441" y="2319"/>
                  </a:cubicBezTo>
                  <a:cubicBezTo>
                    <a:pt x="1417" y="2343"/>
                    <a:pt x="1417" y="2390"/>
                    <a:pt x="1394" y="2390"/>
                  </a:cubicBezTo>
                  <a:lnTo>
                    <a:pt x="1394" y="2391"/>
                  </a:lnTo>
                  <a:lnTo>
                    <a:pt x="1394" y="2391"/>
                  </a:lnTo>
                  <a:cubicBezTo>
                    <a:pt x="752" y="2144"/>
                    <a:pt x="0" y="2073"/>
                    <a:pt x="0" y="2073"/>
                  </a:cubicBezTo>
                  <a:lnTo>
                    <a:pt x="0" y="2173"/>
                  </a:lnTo>
                  <a:lnTo>
                    <a:pt x="29" y="2196"/>
                  </a:lnTo>
                  <a:cubicBezTo>
                    <a:pt x="199" y="2196"/>
                    <a:pt x="878" y="2273"/>
                    <a:pt x="1417" y="2489"/>
                  </a:cubicBezTo>
                  <a:lnTo>
                    <a:pt x="1464" y="2489"/>
                  </a:lnTo>
                  <a:lnTo>
                    <a:pt x="1493" y="2466"/>
                  </a:lnTo>
                  <a:cubicBezTo>
                    <a:pt x="1493" y="2466"/>
                    <a:pt x="1757" y="1734"/>
                    <a:pt x="1757" y="832"/>
                  </a:cubicBezTo>
                  <a:cubicBezTo>
                    <a:pt x="1757" y="563"/>
                    <a:pt x="1733" y="270"/>
                    <a:pt x="16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058;p59">
              <a:extLst>
                <a:ext uri="{FF2B5EF4-FFF2-40B4-BE49-F238E27FC236}">
                  <a16:creationId xmlns:a16="http://schemas.microsoft.com/office/drawing/2014/main" id="{B314EBA7-B73C-5247-2B1E-1AB7FCB666F3}"/>
                </a:ext>
              </a:extLst>
            </p:cNvPr>
            <p:cNvSpPr/>
            <p:nvPr/>
          </p:nvSpPr>
          <p:spPr>
            <a:xfrm>
              <a:off x="2311219" y="4170547"/>
              <a:ext cx="205738" cy="378964"/>
            </a:xfrm>
            <a:custGeom>
              <a:avLst/>
              <a:gdLst/>
              <a:ahLst/>
              <a:cxnLst/>
              <a:rect l="l" t="t" r="r" b="b"/>
              <a:pathLst>
                <a:path w="5417" h="9978" extrusionOk="0">
                  <a:moveTo>
                    <a:pt x="1347" y="1"/>
                  </a:moveTo>
                  <a:cubicBezTo>
                    <a:pt x="709" y="24"/>
                    <a:pt x="1" y="487"/>
                    <a:pt x="1" y="1148"/>
                  </a:cubicBezTo>
                  <a:cubicBezTo>
                    <a:pt x="1" y="1658"/>
                    <a:pt x="440" y="2050"/>
                    <a:pt x="639" y="2513"/>
                  </a:cubicBezTo>
                  <a:cubicBezTo>
                    <a:pt x="809" y="2928"/>
                    <a:pt x="832" y="3414"/>
                    <a:pt x="662" y="3830"/>
                  </a:cubicBezTo>
                  <a:cubicBezTo>
                    <a:pt x="469" y="4345"/>
                    <a:pt x="30" y="4855"/>
                    <a:pt x="223" y="5347"/>
                  </a:cubicBezTo>
                  <a:cubicBezTo>
                    <a:pt x="393" y="5833"/>
                    <a:pt x="1271" y="6172"/>
                    <a:pt x="1564" y="6541"/>
                  </a:cubicBezTo>
                  <a:cubicBezTo>
                    <a:pt x="2150" y="7249"/>
                    <a:pt x="1172" y="7952"/>
                    <a:pt x="2050" y="8491"/>
                  </a:cubicBezTo>
                  <a:cubicBezTo>
                    <a:pt x="2489" y="8737"/>
                    <a:pt x="3543" y="8977"/>
                    <a:pt x="3807" y="9978"/>
                  </a:cubicBezTo>
                  <a:cubicBezTo>
                    <a:pt x="4568" y="9416"/>
                    <a:pt x="5270" y="8538"/>
                    <a:pt x="5370" y="7612"/>
                  </a:cubicBezTo>
                  <a:cubicBezTo>
                    <a:pt x="5417" y="7197"/>
                    <a:pt x="5370" y="6781"/>
                    <a:pt x="5224" y="6395"/>
                  </a:cubicBezTo>
                  <a:cubicBezTo>
                    <a:pt x="5101" y="5979"/>
                    <a:pt x="4808" y="5639"/>
                    <a:pt x="4714" y="5224"/>
                  </a:cubicBezTo>
                  <a:cubicBezTo>
                    <a:pt x="4538" y="4492"/>
                    <a:pt x="5124" y="3660"/>
                    <a:pt x="4661" y="2975"/>
                  </a:cubicBezTo>
                  <a:cubicBezTo>
                    <a:pt x="4492" y="2735"/>
                    <a:pt x="4222" y="2589"/>
                    <a:pt x="4006" y="2366"/>
                  </a:cubicBezTo>
                  <a:cubicBezTo>
                    <a:pt x="3543" y="1904"/>
                    <a:pt x="3543" y="1195"/>
                    <a:pt x="3127" y="733"/>
                  </a:cubicBezTo>
                  <a:cubicBezTo>
                    <a:pt x="2712" y="270"/>
                    <a:pt x="1956" y="1"/>
                    <a:pt x="1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059;p59">
              <a:extLst>
                <a:ext uri="{FF2B5EF4-FFF2-40B4-BE49-F238E27FC236}">
                  <a16:creationId xmlns:a16="http://schemas.microsoft.com/office/drawing/2014/main" id="{A6F4E0E7-09E1-4BA5-BCA2-21928D354DF0}"/>
                </a:ext>
              </a:extLst>
            </p:cNvPr>
            <p:cNvSpPr/>
            <p:nvPr/>
          </p:nvSpPr>
          <p:spPr>
            <a:xfrm>
              <a:off x="2309434" y="4168800"/>
              <a:ext cx="208624" cy="382724"/>
            </a:xfrm>
            <a:custGeom>
              <a:avLst/>
              <a:gdLst/>
              <a:ahLst/>
              <a:cxnLst/>
              <a:rect l="l" t="t" r="r" b="b"/>
              <a:pathLst>
                <a:path w="5493" h="10077" extrusionOk="0">
                  <a:moveTo>
                    <a:pt x="1465" y="94"/>
                  </a:moveTo>
                  <a:cubicBezTo>
                    <a:pt x="2050" y="94"/>
                    <a:pt x="2759" y="386"/>
                    <a:pt x="3151" y="802"/>
                  </a:cubicBezTo>
                  <a:cubicBezTo>
                    <a:pt x="3344" y="1025"/>
                    <a:pt x="3444" y="1317"/>
                    <a:pt x="3537" y="1610"/>
                  </a:cubicBezTo>
                  <a:cubicBezTo>
                    <a:pt x="3660" y="1903"/>
                    <a:pt x="3783" y="2219"/>
                    <a:pt x="4029" y="2465"/>
                  </a:cubicBezTo>
                  <a:cubicBezTo>
                    <a:pt x="4246" y="2658"/>
                    <a:pt x="4515" y="2805"/>
                    <a:pt x="4662" y="3051"/>
                  </a:cubicBezTo>
                  <a:cubicBezTo>
                    <a:pt x="4808" y="3244"/>
                    <a:pt x="4831" y="3460"/>
                    <a:pt x="4831" y="3683"/>
                  </a:cubicBezTo>
                  <a:cubicBezTo>
                    <a:pt x="4831" y="4099"/>
                    <a:pt x="4685" y="4538"/>
                    <a:pt x="4685" y="4977"/>
                  </a:cubicBezTo>
                  <a:cubicBezTo>
                    <a:pt x="4685" y="5071"/>
                    <a:pt x="4685" y="5193"/>
                    <a:pt x="4708" y="5293"/>
                  </a:cubicBezTo>
                  <a:cubicBezTo>
                    <a:pt x="4761" y="5510"/>
                    <a:pt x="4855" y="5685"/>
                    <a:pt x="4954" y="5879"/>
                  </a:cubicBezTo>
                  <a:cubicBezTo>
                    <a:pt x="5054" y="6072"/>
                    <a:pt x="5171" y="6271"/>
                    <a:pt x="5224" y="6441"/>
                  </a:cubicBezTo>
                  <a:cubicBezTo>
                    <a:pt x="5347" y="6733"/>
                    <a:pt x="5393" y="7050"/>
                    <a:pt x="5393" y="7366"/>
                  </a:cubicBezTo>
                  <a:cubicBezTo>
                    <a:pt x="5393" y="7465"/>
                    <a:pt x="5370" y="7559"/>
                    <a:pt x="5370" y="7658"/>
                  </a:cubicBezTo>
                  <a:cubicBezTo>
                    <a:pt x="5273" y="8536"/>
                    <a:pt x="4599" y="9392"/>
                    <a:pt x="3888" y="9955"/>
                  </a:cubicBezTo>
                  <a:lnTo>
                    <a:pt x="3888" y="9955"/>
                  </a:lnTo>
                  <a:cubicBezTo>
                    <a:pt x="3752" y="9483"/>
                    <a:pt x="3427" y="9159"/>
                    <a:pt x="3075" y="8952"/>
                  </a:cubicBezTo>
                  <a:cubicBezTo>
                    <a:pt x="2712" y="8730"/>
                    <a:pt x="2343" y="8613"/>
                    <a:pt x="2126" y="8490"/>
                  </a:cubicBezTo>
                  <a:cubicBezTo>
                    <a:pt x="1980" y="8390"/>
                    <a:pt x="1880" y="8291"/>
                    <a:pt x="1834" y="8221"/>
                  </a:cubicBezTo>
                  <a:cubicBezTo>
                    <a:pt x="1781" y="8121"/>
                    <a:pt x="1757" y="8027"/>
                    <a:pt x="1757" y="7904"/>
                  </a:cubicBezTo>
                  <a:cubicBezTo>
                    <a:pt x="1757" y="7682"/>
                    <a:pt x="1857" y="7413"/>
                    <a:pt x="1857" y="7120"/>
                  </a:cubicBezTo>
                  <a:cubicBezTo>
                    <a:pt x="1857" y="6950"/>
                    <a:pt x="1804" y="6733"/>
                    <a:pt x="1658" y="6564"/>
                  </a:cubicBezTo>
                  <a:cubicBezTo>
                    <a:pt x="1488" y="6341"/>
                    <a:pt x="1195" y="6171"/>
                    <a:pt x="926" y="6002"/>
                  </a:cubicBezTo>
                  <a:cubicBezTo>
                    <a:pt x="780" y="5902"/>
                    <a:pt x="662" y="5802"/>
                    <a:pt x="540" y="5709"/>
                  </a:cubicBezTo>
                  <a:cubicBezTo>
                    <a:pt x="440" y="5586"/>
                    <a:pt x="340" y="5486"/>
                    <a:pt x="317" y="5393"/>
                  </a:cubicBezTo>
                  <a:cubicBezTo>
                    <a:pt x="270" y="5293"/>
                    <a:pt x="270" y="5217"/>
                    <a:pt x="270" y="5147"/>
                  </a:cubicBezTo>
                  <a:cubicBezTo>
                    <a:pt x="270" y="4953"/>
                    <a:pt x="340" y="4731"/>
                    <a:pt x="440" y="4538"/>
                  </a:cubicBezTo>
                  <a:cubicBezTo>
                    <a:pt x="540" y="4315"/>
                    <a:pt x="662" y="4122"/>
                    <a:pt x="756" y="3900"/>
                  </a:cubicBezTo>
                  <a:cubicBezTo>
                    <a:pt x="832" y="3706"/>
                    <a:pt x="879" y="3490"/>
                    <a:pt x="879" y="3267"/>
                  </a:cubicBezTo>
                  <a:cubicBezTo>
                    <a:pt x="879" y="3021"/>
                    <a:pt x="832" y="2781"/>
                    <a:pt x="733" y="2559"/>
                  </a:cubicBezTo>
                  <a:cubicBezTo>
                    <a:pt x="610" y="2319"/>
                    <a:pt x="463" y="2096"/>
                    <a:pt x="340" y="1880"/>
                  </a:cubicBezTo>
                  <a:cubicBezTo>
                    <a:pt x="194" y="1657"/>
                    <a:pt x="100" y="1440"/>
                    <a:pt x="100" y="1194"/>
                  </a:cubicBezTo>
                  <a:cubicBezTo>
                    <a:pt x="100" y="878"/>
                    <a:pt x="270" y="609"/>
                    <a:pt x="516" y="416"/>
                  </a:cubicBezTo>
                  <a:cubicBezTo>
                    <a:pt x="756" y="240"/>
                    <a:pt x="1072" y="123"/>
                    <a:pt x="1394" y="94"/>
                  </a:cubicBezTo>
                  <a:close/>
                  <a:moveTo>
                    <a:pt x="1394" y="0"/>
                  </a:moveTo>
                  <a:cubicBezTo>
                    <a:pt x="1049" y="23"/>
                    <a:pt x="709" y="146"/>
                    <a:pt x="463" y="340"/>
                  </a:cubicBezTo>
                  <a:cubicBezTo>
                    <a:pt x="194" y="562"/>
                    <a:pt x="1" y="855"/>
                    <a:pt x="1" y="1194"/>
                  </a:cubicBezTo>
                  <a:cubicBezTo>
                    <a:pt x="1" y="1464"/>
                    <a:pt x="124" y="1680"/>
                    <a:pt x="247" y="1926"/>
                  </a:cubicBezTo>
                  <a:cubicBezTo>
                    <a:pt x="393" y="2143"/>
                    <a:pt x="540" y="2365"/>
                    <a:pt x="633" y="2582"/>
                  </a:cubicBezTo>
                  <a:cubicBezTo>
                    <a:pt x="733" y="2805"/>
                    <a:pt x="780" y="3021"/>
                    <a:pt x="780" y="3267"/>
                  </a:cubicBezTo>
                  <a:cubicBezTo>
                    <a:pt x="780" y="3460"/>
                    <a:pt x="733" y="3683"/>
                    <a:pt x="662" y="3853"/>
                  </a:cubicBezTo>
                  <a:cubicBezTo>
                    <a:pt x="586" y="4075"/>
                    <a:pt x="463" y="4268"/>
                    <a:pt x="370" y="4485"/>
                  </a:cubicBezTo>
                  <a:cubicBezTo>
                    <a:pt x="247" y="4708"/>
                    <a:pt x="171" y="4901"/>
                    <a:pt x="171" y="5147"/>
                  </a:cubicBezTo>
                  <a:cubicBezTo>
                    <a:pt x="171" y="5217"/>
                    <a:pt x="194" y="5316"/>
                    <a:pt x="223" y="5416"/>
                  </a:cubicBezTo>
                  <a:cubicBezTo>
                    <a:pt x="270" y="5539"/>
                    <a:pt x="370" y="5656"/>
                    <a:pt x="487" y="5779"/>
                  </a:cubicBezTo>
                  <a:cubicBezTo>
                    <a:pt x="662" y="5925"/>
                    <a:pt x="879" y="6072"/>
                    <a:pt x="1072" y="6218"/>
                  </a:cubicBezTo>
                  <a:cubicBezTo>
                    <a:pt x="1295" y="6341"/>
                    <a:pt x="1465" y="6487"/>
                    <a:pt x="1588" y="6610"/>
                  </a:cubicBezTo>
                  <a:cubicBezTo>
                    <a:pt x="1711" y="6780"/>
                    <a:pt x="1757" y="6950"/>
                    <a:pt x="1757" y="7120"/>
                  </a:cubicBezTo>
                  <a:cubicBezTo>
                    <a:pt x="1757" y="7389"/>
                    <a:pt x="1658" y="7658"/>
                    <a:pt x="1658" y="7904"/>
                  </a:cubicBezTo>
                  <a:cubicBezTo>
                    <a:pt x="1658" y="8027"/>
                    <a:pt x="1687" y="8144"/>
                    <a:pt x="1757" y="8267"/>
                  </a:cubicBezTo>
                  <a:cubicBezTo>
                    <a:pt x="1804" y="8367"/>
                    <a:pt x="1927" y="8467"/>
                    <a:pt x="2074" y="8560"/>
                  </a:cubicBezTo>
                  <a:cubicBezTo>
                    <a:pt x="2319" y="8707"/>
                    <a:pt x="2683" y="8830"/>
                    <a:pt x="3028" y="9052"/>
                  </a:cubicBezTo>
                  <a:cubicBezTo>
                    <a:pt x="3368" y="9245"/>
                    <a:pt x="3684" y="9561"/>
                    <a:pt x="3807" y="10047"/>
                  </a:cubicBezTo>
                  <a:lnTo>
                    <a:pt x="3855" y="10036"/>
                  </a:lnTo>
                  <a:lnTo>
                    <a:pt x="3883" y="10077"/>
                  </a:lnTo>
                  <a:cubicBezTo>
                    <a:pt x="4638" y="9491"/>
                    <a:pt x="5370" y="8613"/>
                    <a:pt x="5464" y="7658"/>
                  </a:cubicBezTo>
                  <a:cubicBezTo>
                    <a:pt x="5464" y="7559"/>
                    <a:pt x="5493" y="7465"/>
                    <a:pt x="5493" y="7366"/>
                  </a:cubicBezTo>
                  <a:cubicBezTo>
                    <a:pt x="5493" y="7050"/>
                    <a:pt x="5417" y="6733"/>
                    <a:pt x="5317" y="6417"/>
                  </a:cubicBezTo>
                  <a:cubicBezTo>
                    <a:pt x="5247" y="6218"/>
                    <a:pt x="5148" y="6025"/>
                    <a:pt x="5054" y="5832"/>
                  </a:cubicBezTo>
                  <a:cubicBezTo>
                    <a:pt x="4954" y="5656"/>
                    <a:pt x="4855" y="5463"/>
                    <a:pt x="4808" y="5270"/>
                  </a:cubicBezTo>
                  <a:cubicBezTo>
                    <a:pt x="4785" y="5170"/>
                    <a:pt x="4785" y="5071"/>
                    <a:pt x="4785" y="4977"/>
                  </a:cubicBezTo>
                  <a:cubicBezTo>
                    <a:pt x="4785" y="4561"/>
                    <a:pt x="4931" y="4122"/>
                    <a:pt x="4931" y="3683"/>
                  </a:cubicBezTo>
                  <a:cubicBezTo>
                    <a:pt x="4931" y="3437"/>
                    <a:pt x="4878" y="3220"/>
                    <a:pt x="4732" y="2998"/>
                  </a:cubicBezTo>
                  <a:cubicBezTo>
                    <a:pt x="4562" y="2728"/>
                    <a:pt x="4293" y="2582"/>
                    <a:pt x="4099" y="2389"/>
                  </a:cubicBezTo>
                  <a:cubicBezTo>
                    <a:pt x="3854" y="2172"/>
                    <a:pt x="3760" y="1880"/>
                    <a:pt x="3637" y="1587"/>
                  </a:cubicBezTo>
                  <a:cubicBezTo>
                    <a:pt x="3537" y="1294"/>
                    <a:pt x="3444" y="1001"/>
                    <a:pt x="3221" y="755"/>
                  </a:cubicBezTo>
                  <a:cubicBezTo>
                    <a:pt x="2805" y="293"/>
                    <a:pt x="2074" y="0"/>
                    <a:pt x="1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060;p59">
              <a:extLst>
                <a:ext uri="{FF2B5EF4-FFF2-40B4-BE49-F238E27FC236}">
                  <a16:creationId xmlns:a16="http://schemas.microsoft.com/office/drawing/2014/main" id="{8B8BF2EC-649E-D6BB-0928-0B96F9178143}"/>
                </a:ext>
              </a:extLst>
            </p:cNvPr>
            <p:cNvSpPr/>
            <p:nvPr/>
          </p:nvSpPr>
          <p:spPr>
            <a:xfrm>
              <a:off x="2326107" y="4333554"/>
              <a:ext cx="103913" cy="52071"/>
            </a:xfrm>
            <a:custGeom>
              <a:avLst/>
              <a:gdLst/>
              <a:ahLst/>
              <a:cxnLst/>
              <a:rect l="l" t="t" r="r" b="b"/>
              <a:pathLst>
                <a:path w="2736" h="1371" extrusionOk="0">
                  <a:moveTo>
                    <a:pt x="48" y="1"/>
                  </a:moveTo>
                  <a:lnTo>
                    <a:pt x="1" y="100"/>
                  </a:lnTo>
                  <a:cubicBezTo>
                    <a:pt x="1" y="100"/>
                    <a:pt x="48" y="100"/>
                    <a:pt x="101" y="124"/>
                  </a:cubicBezTo>
                  <a:cubicBezTo>
                    <a:pt x="270" y="200"/>
                    <a:pt x="733" y="370"/>
                    <a:pt x="1248" y="586"/>
                  </a:cubicBezTo>
                  <a:cubicBezTo>
                    <a:pt x="1758" y="832"/>
                    <a:pt x="2320" y="1101"/>
                    <a:pt x="2683" y="1371"/>
                  </a:cubicBezTo>
                  <a:lnTo>
                    <a:pt x="2735" y="1295"/>
                  </a:lnTo>
                  <a:cubicBezTo>
                    <a:pt x="2320" y="978"/>
                    <a:pt x="1635" y="662"/>
                    <a:pt x="1072" y="416"/>
                  </a:cubicBezTo>
                  <a:cubicBezTo>
                    <a:pt x="516" y="176"/>
                    <a:pt x="48" y="1"/>
                    <a:pt x="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061;p59">
              <a:extLst>
                <a:ext uri="{FF2B5EF4-FFF2-40B4-BE49-F238E27FC236}">
                  <a16:creationId xmlns:a16="http://schemas.microsoft.com/office/drawing/2014/main" id="{A5D79FD8-0B65-CA40-ADE2-653FA053BBD5}"/>
                </a:ext>
              </a:extLst>
            </p:cNvPr>
            <p:cNvSpPr/>
            <p:nvPr/>
          </p:nvSpPr>
          <p:spPr>
            <a:xfrm>
              <a:off x="2339020" y="4300208"/>
              <a:ext cx="78998" cy="40069"/>
            </a:xfrm>
            <a:custGeom>
              <a:avLst/>
              <a:gdLst/>
              <a:ahLst/>
              <a:cxnLst/>
              <a:rect l="l" t="t" r="r" b="b"/>
              <a:pathLst>
                <a:path w="2080" h="1055" extrusionOk="0">
                  <a:moveTo>
                    <a:pt x="53" y="0"/>
                  </a:moveTo>
                  <a:lnTo>
                    <a:pt x="1" y="100"/>
                  </a:lnTo>
                  <a:cubicBezTo>
                    <a:pt x="1" y="100"/>
                    <a:pt x="100" y="123"/>
                    <a:pt x="247" y="199"/>
                  </a:cubicBezTo>
                  <a:cubicBezTo>
                    <a:pt x="469" y="270"/>
                    <a:pt x="832" y="416"/>
                    <a:pt x="1172" y="562"/>
                  </a:cubicBezTo>
                  <a:cubicBezTo>
                    <a:pt x="1517" y="732"/>
                    <a:pt x="1833" y="908"/>
                    <a:pt x="2026" y="1054"/>
                  </a:cubicBezTo>
                  <a:lnTo>
                    <a:pt x="2079" y="955"/>
                  </a:lnTo>
                  <a:cubicBezTo>
                    <a:pt x="1810" y="762"/>
                    <a:pt x="1318" y="516"/>
                    <a:pt x="855" y="346"/>
                  </a:cubicBezTo>
                  <a:cubicBezTo>
                    <a:pt x="416" y="147"/>
                    <a:pt x="53" y="0"/>
                    <a:pt x="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062;p59">
              <a:extLst>
                <a:ext uri="{FF2B5EF4-FFF2-40B4-BE49-F238E27FC236}">
                  <a16:creationId xmlns:a16="http://schemas.microsoft.com/office/drawing/2014/main" id="{860E79FB-D199-2F01-4B33-F5952DD0AC2A}"/>
                </a:ext>
              </a:extLst>
            </p:cNvPr>
            <p:cNvSpPr/>
            <p:nvPr/>
          </p:nvSpPr>
          <p:spPr>
            <a:xfrm>
              <a:off x="2405749" y="4217907"/>
              <a:ext cx="38056" cy="87886"/>
            </a:xfrm>
            <a:custGeom>
              <a:avLst/>
              <a:gdLst/>
              <a:ahLst/>
              <a:cxnLst/>
              <a:rect l="l" t="t" r="r" b="b"/>
              <a:pathLst>
                <a:path w="1002" h="2314" extrusionOk="0">
                  <a:moveTo>
                    <a:pt x="908" y="1"/>
                  </a:moveTo>
                  <a:cubicBezTo>
                    <a:pt x="908" y="1"/>
                    <a:pt x="147" y="1172"/>
                    <a:pt x="0" y="2314"/>
                  </a:cubicBezTo>
                  <a:lnTo>
                    <a:pt x="100" y="2314"/>
                  </a:lnTo>
                  <a:cubicBezTo>
                    <a:pt x="176" y="1758"/>
                    <a:pt x="392" y="1195"/>
                    <a:pt x="586" y="756"/>
                  </a:cubicBezTo>
                  <a:cubicBezTo>
                    <a:pt x="709" y="557"/>
                    <a:pt x="808" y="364"/>
                    <a:pt x="878" y="241"/>
                  </a:cubicBezTo>
                  <a:cubicBezTo>
                    <a:pt x="908" y="171"/>
                    <a:pt x="931" y="118"/>
                    <a:pt x="955" y="95"/>
                  </a:cubicBezTo>
                  <a:lnTo>
                    <a:pt x="1001" y="48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063;p59">
              <a:extLst>
                <a:ext uri="{FF2B5EF4-FFF2-40B4-BE49-F238E27FC236}">
                  <a16:creationId xmlns:a16="http://schemas.microsoft.com/office/drawing/2014/main" id="{0E29378B-8977-8584-9D6A-39646C3229E4}"/>
                </a:ext>
              </a:extLst>
            </p:cNvPr>
            <p:cNvSpPr/>
            <p:nvPr/>
          </p:nvSpPr>
          <p:spPr>
            <a:xfrm>
              <a:off x="2324360" y="4244607"/>
              <a:ext cx="71402" cy="26054"/>
            </a:xfrm>
            <a:custGeom>
              <a:avLst/>
              <a:gdLst/>
              <a:ahLst/>
              <a:cxnLst/>
              <a:rect l="l" t="t" r="r" b="b"/>
              <a:pathLst>
                <a:path w="1880" h="686" extrusionOk="0">
                  <a:moveTo>
                    <a:pt x="0" y="1"/>
                  </a:moveTo>
                  <a:lnTo>
                    <a:pt x="0" y="100"/>
                  </a:lnTo>
                  <a:lnTo>
                    <a:pt x="47" y="124"/>
                  </a:lnTo>
                  <a:cubicBezTo>
                    <a:pt x="170" y="147"/>
                    <a:pt x="486" y="200"/>
                    <a:pt x="855" y="293"/>
                  </a:cubicBezTo>
                  <a:cubicBezTo>
                    <a:pt x="1195" y="393"/>
                    <a:pt x="1587" y="539"/>
                    <a:pt x="1827" y="686"/>
                  </a:cubicBezTo>
                  <a:lnTo>
                    <a:pt x="1880" y="615"/>
                  </a:lnTo>
                  <a:cubicBezTo>
                    <a:pt x="1587" y="416"/>
                    <a:pt x="1118" y="270"/>
                    <a:pt x="732" y="176"/>
                  </a:cubicBezTo>
                  <a:cubicBezTo>
                    <a:pt x="316" y="77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064;p59">
              <a:extLst>
                <a:ext uri="{FF2B5EF4-FFF2-40B4-BE49-F238E27FC236}">
                  <a16:creationId xmlns:a16="http://schemas.microsoft.com/office/drawing/2014/main" id="{FF0BD16C-2FCC-090A-2905-F4D47A902BA7}"/>
                </a:ext>
              </a:extLst>
            </p:cNvPr>
            <p:cNvSpPr/>
            <p:nvPr/>
          </p:nvSpPr>
          <p:spPr>
            <a:xfrm>
              <a:off x="2339020" y="4175218"/>
              <a:ext cx="127917" cy="501298"/>
            </a:xfrm>
            <a:custGeom>
              <a:avLst/>
              <a:gdLst/>
              <a:ahLst/>
              <a:cxnLst/>
              <a:rect l="l" t="t" r="r" b="b"/>
              <a:pathLst>
                <a:path w="3368" h="13199" extrusionOk="0">
                  <a:moveTo>
                    <a:pt x="53" y="1"/>
                  </a:moveTo>
                  <a:lnTo>
                    <a:pt x="1" y="71"/>
                  </a:lnTo>
                  <a:cubicBezTo>
                    <a:pt x="77" y="124"/>
                    <a:pt x="709" y="686"/>
                    <a:pt x="1148" y="1734"/>
                  </a:cubicBezTo>
                  <a:cubicBezTo>
                    <a:pt x="2665" y="5540"/>
                    <a:pt x="3004" y="9029"/>
                    <a:pt x="3274" y="13198"/>
                  </a:cubicBezTo>
                  <a:lnTo>
                    <a:pt x="3367" y="13198"/>
                  </a:lnTo>
                  <a:cubicBezTo>
                    <a:pt x="3104" y="9029"/>
                    <a:pt x="2758" y="5540"/>
                    <a:pt x="1248" y="1711"/>
                  </a:cubicBezTo>
                  <a:cubicBezTo>
                    <a:pt x="785" y="539"/>
                    <a:pt x="53" y="1"/>
                    <a:pt x="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4065;p59">
              <a:extLst>
                <a:ext uri="{FF2B5EF4-FFF2-40B4-BE49-F238E27FC236}">
                  <a16:creationId xmlns:a16="http://schemas.microsoft.com/office/drawing/2014/main" id="{279C1593-D235-BDD9-42EA-F5AD35415C52}"/>
                </a:ext>
              </a:extLst>
            </p:cNvPr>
            <p:cNvSpPr/>
            <p:nvPr/>
          </p:nvSpPr>
          <p:spPr>
            <a:xfrm>
              <a:off x="2433550" y="4301310"/>
              <a:ext cx="63161" cy="114776"/>
            </a:xfrm>
            <a:custGeom>
              <a:avLst/>
              <a:gdLst/>
              <a:ahLst/>
              <a:cxnLst/>
              <a:rect l="l" t="t" r="r" b="b"/>
              <a:pathLst>
                <a:path w="1663" h="3022" extrusionOk="0">
                  <a:moveTo>
                    <a:pt x="1563" y="1"/>
                  </a:moveTo>
                  <a:cubicBezTo>
                    <a:pt x="345" y="1634"/>
                    <a:pt x="0" y="2998"/>
                    <a:pt x="0" y="2998"/>
                  </a:cubicBezTo>
                  <a:lnTo>
                    <a:pt x="100" y="3022"/>
                  </a:lnTo>
                  <a:lnTo>
                    <a:pt x="100" y="2998"/>
                  </a:lnTo>
                  <a:cubicBezTo>
                    <a:pt x="146" y="2852"/>
                    <a:pt x="515" y="1582"/>
                    <a:pt x="1663" y="47"/>
                  </a:cubicBezTo>
                  <a:lnTo>
                    <a:pt x="15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4066;p59">
              <a:extLst>
                <a:ext uri="{FF2B5EF4-FFF2-40B4-BE49-F238E27FC236}">
                  <a16:creationId xmlns:a16="http://schemas.microsoft.com/office/drawing/2014/main" id="{F00E8D7D-1EF9-B221-8A89-E3D351460E9F}"/>
                </a:ext>
              </a:extLst>
            </p:cNvPr>
            <p:cNvSpPr/>
            <p:nvPr/>
          </p:nvSpPr>
          <p:spPr>
            <a:xfrm>
              <a:off x="2341906" y="4326224"/>
              <a:ext cx="152832" cy="114130"/>
            </a:xfrm>
            <a:custGeom>
              <a:avLst/>
              <a:gdLst/>
              <a:ahLst/>
              <a:cxnLst/>
              <a:rect l="l" t="t" r="r" b="b"/>
              <a:pathLst>
                <a:path w="4024" h="3005" extrusionOk="0">
                  <a:moveTo>
                    <a:pt x="3953" y="0"/>
                  </a:moveTo>
                  <a:cubicBezTo>
                    <a:pt x="3212" y="1154"/>
                    <a:pt x="2666" y="2578"/>
                    <a:pt x="2556" y="2889"/>
                  </a:cubicBezTo>
                  <a:lnTo>
                    <a:pt x="2556" y="2889"/>
                  </a:lnTo>
                  <a:cubicBezTo>
                    <a:pt x="2295" y="2731"/>
                    <a:pt x="1160" y="2131"/>
                    <a:pt x="24" y="1833"/>
                  </a:cubicBezTo>
                  <a:lnTo>
                    <a:pt x="1" y="1927"/>
                  </a:lnTo>
                  <a:cubicBezTo>
                    <a:pt x="633" y="2073"/>
                    <a:pt x="1295" y="2342"/>
                    <a:pt x="1757" y="2588"/>
                  </a:cubicBezTo>
                  <a:cubicBezTo>
                    <a:pt x="2003" y="2711"/>
                    <a:pt x="2196" y="2805"/>
                    <a:pt x="2343" y="2881"/>
                  </a:cubicBezTo>
                  <a:cubicBezTo>
                    <a:pt x="2413" y="2905"/>
                    <a:pt x="2466" y="2951"/>
                    <a:pt x="2489" y="2975"/>
                  </a:cubicBezTo>
                  <a:cubicBezTo>
                    <a:pt x="2536" y="2975"/>
                    <a:pt x="2559" y="3004"/>
                    <a:pt x="2559" y="3004"/>
                  </a:cubicBezTo>
                  <a:lnTo>
                    <a:pt x="2589" y="3004"/>
                  </a:lnTo>
                  <a:cubicBezTo>
                    <a:pt x="2612" y="3004"/>
                    <a:pt x="2612" y="2975"/>
                    <a:pt x="2636" y="2975"/>
                  </a:cubicBezTo>
                  <a:cubicBezTo>
                    <a:pt x="2636" y="2975"/>
                    <a:pt x="2636" y="2951"/>
                    <a:pt x="2659" y="2905"/>
                  </a:cubicBezTo>
                  <a:cubicBezTo>
                    <a:pt x="2782" y="2565"/>
                    <a:pt x="3291" y="1171"/>
                    <a:pt x="4023" y="47"/>
                  </a:cubicBezTo>
                  <a:lnTo>
                    <a:pt x="39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4067;p59">
              <a:extLst>
                <a:ext uri="{FF2B5EF4-FFF2-40B4-BE49-F238E27FC236}">
                  <a16:creationId xmlns:a16="http://schemas.microsoft.com/office/drawing/2014/main" id="{449C2EE9-998C-5FE5-95A7-86F0C3B05DB7}"/>
                </a:ext>
              </a:extLst>
            </p:cNvPr>
            <p:cNvSpPr/>
            <p:nvPr/>
          </p:nvSpPr>
          <p:spPr>
            <a:xfrm>
              <a:off x="2448437" y="4411374"/>
              <a:ext cx="62971" cy="99242"/>
            </a:xfrm>
            <a:custGeom>
              <a:avLst/>
              <a:gdLst/>
              <a:ahLst/>
              <a:cxnLst/>
              <a:rect l="l" t="t" r="r" b="b"/>
              <a:pathLst>
                <a:path w="1658" h="2613" extrusionOk="0">
                  <a:moveTo>
                    <a:pt x="1587" y="1"/>
                  </a:moveTo>
                  <a:cubicBezTo>
                    <a:pt x="1171" y="469"/>
                    <a:pt x="779" y="1102"/>
                    <a:pt x="486" y="1640"/>
                  </a:cubicBezTo>
                  <a:cubicBezTo>
                    <a:pt x="194" y="2150"/>
                    <a:pt x="0" y="2565"/>
                    <a:pt x="0" y="2565"/>
                  </a:cubicBezTo>
                  <a:lnTo>
                    <a:pt x="100" y="2612"/>
                  </a:lnTo>
                  <a:cubicBezTo>
                    <a:pt x="100" y="2612"/>
                    <a:pt x="100" y="2565"/>
                    <a:pt x="123" y="2542"/>
                  </a:cubicBezTo>
                  <a:cubicBezTo>
                    <a:pt x="293" y="2197"/>
                    <a:pt x="978" y="856"/>
                    <a:pt x="1657" y="77"/>
                  </a:cubicBezTo>
                  <a:lnTo>
                    <a:pt x="15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4068;p59">
              <a:extLst>
                <a:ext uri="{FF2B5EF4-FFF2-40B4-BE49-F238E27FC236}">
                  <a16:creationId xmlns:a16="http://schemas.microsoft.com/office/drawing/2014/main" id="{33153345-B66C-D70A-DDA9-FCD2DF60D91B}"/>
                </a:ext>
              </a:extLst>
            </p:cNvPr>
            <p:cNvSpPr/>
            <p:nvPr/>
          </p:nvSpPr>
          <p:spPr>
            <a:xfrm>
              <a:off x="2504912" y="4334693"/>
              <a:ext cx="200193" cy="266885"/>
            </a:xfrm>
            <a:custGeom>
              <a:avLst/>
              <a:gdLst/>
              <a:ahLst/>
              <a:cxnLst/>
              <a:rect l="l" t="t" r="r" b="b"/>
              <a:pathLst>
                <a:path w="5271" h="7027" extrusionOk="0">
                  <a:moveTo>
                    <a:pt x="4385" y="0"/>
                  </a:moveTo>
                  <a:cubicBezTo>
                    <a:pt x="4256" y="0"/>
                    <a:pt x="4126" y="21"/>
                    <a:pt x="4005" y="47"/>
                  </a:cubicBezTo>
                  <a:cubicBezTo>
                    <a:pt x="3590" y="117"/>
                    <a:pt x="3174" y="293"/>
                    <a:pt x="2834" y="533"/>
                  </a:cubicBezTo>
                  <a:cubicBezTo>
                    <a:pt x="2512" y="732"/>
                    <a:pt x="2343" y="1071"/>
                    <a:pt x="2003" y="1241"/>
                  </a:cubicBezTo>
                  <a:cubicBezTo>
                    <a:pt x="1810" y="1364"/>
                    <a:pt x="1587" y="1411"/>
                    <a:pt x="1371" y="1511"/>
                  </a:cubicBezTo>
                  <a:cubicBezTo>
                    <a:pt x="855" y="1727"/>
                    <a:pt x="516" y="2313"/>
                    <a:pt x="586" y="2875"/>
                  </a:cubicBezTo>
                  <a:cubicBezTo>
                    <a:pt x="609" y="3220"/>
                    <a:pt x="756" y="3536"/>
                    <a:pt x="662" y="3829"/>
                  </a:cubicBezTo>
                  <a:cubicBezTo>
                    <a:pt x="586" y="4145"/>
                    <a:pt x="317" y="4339"/>
                    <a:pt x="170" y="4631"/>
                  </a:cubicBezTo>
                  <a:cubicBezTo>
                    <a:pt x="1" y="4924"/>
                    <a:pt x="1" y="5270"/>
                    <a:pt x="100" y="5586"/>
                  </a:cubicBezTo>
                  <a:cubicBezTo>
                    <a:pt x="223" y="6095"/>
                    <a:pt x="686" y="6411"/>
                    <a:pt x="686" y="7026"/>
                  </a:cubicBezTo>
                  <a:cubicBezTo>
                    <a:pt x="1148" y="6318"/>
                    <a:pt x="1810" y="6218"/>
                    <a:pt x="2073" y="6095"/>
                  </a:cubicBezTo>
                  <a:cubicBezTo>
                    <a:pt x="2395" y="5949"/>
                    <a:pt x="2589" y="5709"/>
                    <a:pt x="2612" y="5340"/>
                  </a:cubicBezTo>
                  <a:cubicBezTo>
                    <a:pt x="2688" y="4977"/>
                    <a:pt x="2711" y="4684"/>
                    <a:pt x="3051" y="4438"/>
                  </a:cubicBezTo>
                  <a:cubicBezTo>
                    <a:pt x="3274" y="4268"/>
                    <a:pt x="3537" y="4169"/>
                    <a:pt x="3783" y="4046"/>
                  </a:cubicBezTo>
                  <a:cubicBezTo>
                    <a:pt x="4246" y="3829"/>
                    <a:pt x="4708" y="3367"/>
                    <a:pt x="4468" y="2828"/>
                  </a:cubicBezTo>
                  <a:cubicBezTo>
                    <a:pt x="4415" y="2705"/>
                    <a:pt x="4322" y="2605"/>
                    <a:pt x="4298" y="2512"/>
                  </a:cubicBezTo>
                  <a:cubicBezTo>
                    <a:pt x="4152" y="2143"/>
                    <a:pt x="4445" y="1780"/>
                    <a:pt x="4708" y="1511"/>
                  </a:cubicBezTo>
                  <a:cubicBezTo>
                    <a:pt x="4977" y="1218"/>
                    <a:pt x="5270" y="878"/>
                    <a:pt x="5177" y="509"/>
                  </a:cubicBezTo>
                  <a:cubicBezTo>
                    <a:pt x="5100" y="293"/>
                    <a:pt x="4907" y="117"/>
                    <a:pt x="4685" y="47"/>
                  </a:cubicBezTo>
                  <a:cubicBezTo>
                    <a:pt x="4589" y="13"/>
                    <a:pt x="4487" y="0"/>
                    <a:pt x="43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4069;p59">
              <a:extLst>
                <a:ext uri="{FF2B5EF4-FFF2-40B4-BE49-F238E27FC236}">
                  <a16:creationId xmlns:a16="http://schemas.microsoft.com/office/drawing/2014/main" id="{514156AB-5B64-AEC3-1810-EB671A6EF729}"/>
                </a:ext>
              </a:extLst>
            </p:cNvPr>
            <p:cNvSpPr/>
            <p:nvPr/>
          </p:nvSpPr>
          <p:spPr>
            <a:xfrm>
              <a:off x="2504912" y="4332681"/>
              <a:ext cx="198408" cy="270645"/>
            </a:xfrm>
            <a:custGeom>
              <a:avLst/>
              <a:gdLst/>
              <a:ahLst/>
              <a:cxnLst/>
              <a:rect l="l" t="t" r="r" b="b"/>
              <a:pathLst>
                <a:path w="5224" h="7126" extrusionOk="0">
                  <a:moveTo>
                    <a:pt x="4369" y="100"/>
                  </a:moveTo>
                  <a:cubicBezTo>
                    <a:pt x="4468" y="100"/>
                    <a:pt x="4562" y="123"/>
                    <a:pt x="4661" y="147"/>
                  </a:cubicBezTo>
                  <a:cubicBezTo>
                    <a:pt x="4884" y="223"/>
                    <a:pt x="5077" y="369"/>
                    <a:pt x="5124" y="562"/>
                  </a:cubicBezTo>
                  <a:lnTo>
                    <a:pt x="5124" y="709"/>
                  </a:lnTo>
                  <a:cubicBezTo>
                    <a:pt x="5124" y="855"/>
                    <a:pt x="5077" y="1001"/>
                    <a:pt x="4977" y="1124"/>
                  </a:cubicBezTo>
                  <a:cubicBezTo>
                    <a:pt x="4907" y="1271"/>
                    <a:pt x="4784" y="1394"/>
                    <a:pt x="4661" y="1517"/>
                  </a:cubicBezTo>
                  <a:cubicBezTo>
                    <a:pt x="4562" y="1634"/>
                    <a:pt x="4445" y="1757"/>
                    <a:pt x="4345" y="1903"/>
                  </a:cubicBezTo>
                  <a:cubicBezTo>
                    <a:pt x="4269" y="2050"/>
                    <a:pt x="4199" y="2196"/>
                    <a:pt x="4199" y="2366"/>
                  </a:cubicBezTo>
                  <a:cubicBezTo>
                    <a:pt x="4199" y="2442"/>
                    <a:pt x="4222" y="2512"/>
                    <a:pt x="4246" y="2565"/>
                  </a:cubicBezTo>
                  <a:cubicBezTo>
                    <a:pt x="4298" y="2688"/>
                    <a:pt x="4369" y="2781"/>
                    <a:pt x="4415" y="2881"/>
                  </a:cubicBezTo>
                  <a:cubicBezTo>
                    <a:pt x="4468" y="3004"/>
                    <a:pt x="4491" y="3098"/>
                    <a:pt x="4491" y="3174"/>
                  </a:cubicBezTo>
                  <a:cubicBezTo>
                    <a:pt x="4491" y="3367"/>
                    <a:pt x="4392" y="3537"/>
                    <a:pt x="4246" y="3712"/>
                  </a:cubicBezTo>
                  <a:cubicBezTo>
                    <a:pt x="4123" y="3859"/>
                    <a:pt x="3929" y="3976"/>
                    <a:pt x="3760" y="4075"/>
                  </a:cubicBezTo>
                  <a:cubicBezTo>
                    <a:pt x="3514" y="4175"/>
                    <a:pt x="3244" y="4269"/>
                    <a:pt x="3028" y="4444"/>
                  </a:cubicBezTo>
                  <a:cubicBezTo>
                    <a:pt x="2858" y="4561"/>
                    <a:pt x="2735" y="4708"/>
                    <a:pt x="2688" y="4883"/>
                  </a:cubicBezTo>
                  <a:cubicBezTo>
                    <a:pt x="2612" y="5030"/>
                    <a:pt x="2612" y="5200"/>
                    <a:pt x="2589" y="5393"/>
                  </a:cubicBezTo>
                  <a:cubicBezTo>
                    <a:pt x="2565" y="5563"/>
                    <a:pt x="2489" y="5709"/>
                    <a:pt x="2419" y="5832"/>
                  </a:cubicBezTo>
                  <a:cubicBezTo>
                    <a:pt x="2319" y="5955"/>
                    <a:pt x="2220" y="6025"/>
                    <a:pt x="2050" y="6101"/>
                  </a:cubicBezTo>
                  <a:cubicBezTo>
                    <a:pt x="1927" y="6172"/>
                    <a:pt x="1687" y="6224"/>
                    <a:pt x="1417" y="6347"/>
                  </a:cubicBezTo>
                  <a:cubicBezTo>
                    <a:pt x="1195" y="6480"/>
                    <a:pt x="934" y="6651"/>
                    <a:pt x="726" y="6951"/>
                  </a:cubicBezTo>
                  <a:lnTo>
                    <a:pt x="726" y="6951"/>
                  </a:lnTo>
                  <a:cubicBezTo>
                    <a:pt x="699" y="6691"/>
                    <a:pt x="593" y="6486"/>
                    <a:pt x="492" y="6294"/>
                  </a:cubicBezTo>
                  <a:cubicBezTo>
                    <a:pt x="346" y="6078"/>
                    <a:pt x="200" y="5855"/>
                    <a:pt x="147" y="5615"/>
                  </a:cubicBezTo>
                  <a:cubicBezTo>
                    <a:pt x="100" y="5492"/>
                    <a:pt x="100" y="5346"/>
                    <a:pt x="100" y="5223"/>
                  </a:cubicBezTo>
                  <a:cubicBezTo>
                    <a:pt x="100" y="5030"/>
                    <a:pt x="124" y="4854"/>
                    <a:pt x="200" y="4708"/>
                  </a:cubicBezTo>
                  <a:cubicBezTo>
                    <a:pt x="270" y="4561"/>
                    <a:pt x="369" y="4444"/>
                    <a:pt x="492" y="4321"/>
                  </a:cubicBezTo>
                  <a:cubicBezTo>
                    <a:pt x="586" y="4198"/>
                    <a:pt x="686" y="4075"/>
                    <a:pt x="709" y="3906"/>
                  </a:cubicBezTo>
                  <a:cubicBezTo>
                    <a:pt x="732" y="3829"/>
                    <a:pt x="756" y="3759"/>
                    <a:pt x="756" y="3683"/>
                  </a:cubicBezTo>
                  <a:cubicBezTo>
                    <a:pt x="732" y="3443"/>
                    <a:pt x="662" y="3174"/>
                    <a:pt x="639" y="2928"/>
                  </a:cubicBezTo>
                  <a:cubicBezTo>
                    <a:pt x="609" y="2904"/>
                    <a:pt x="609" y="2858"/>
                    <a:pt x="609" y="2805"/>
                  </a:cubicBezTo>
                  <a:cubicBezTo>
                    <a:pt x="609" y="2295"/>
                    <a:pt x="932" y="1809"/>
                    <a:pt x="1394" y="1587"/>
                  </a:cubicBezTo>
                  <a:cubicBezTo>
                    <a:pt x="1587" y="1517"/>
                    <a:pt x="1833" y="1464"/>
                    <a:pt x="2026" y="1341"/>
                  </a:cubicBezTo>
                  <a:cubicBezTo>
                    <a:pt x="2220" y="1247"/>
                    <a:pt x="2343" y="1124"/>
                    <a:pt x="2466" y="978"/>
                  </a:cubicBezTo>
                  <a:cubicBezTo>
                    <a:pt x="2589" y="855"/>
                    <a:pt x="2711" y="709"/>
                    <a:pt x="2858" y="609"/>
                  </a:cubicBezTo>
                  <a:cubicBezTo>
                    <a:pt x="3197" y="393"/>
                    <a:pt x="3590" y="223"/>
                    <a:pt x="4005" y="147"/>
                  </a:cubicBezTo>
                  <a:cubicBezTo>
                    <a:pt x="4123" y="123"/>
                    <a:pt x="4246" y="100"/>
                    <a:pt x="4369" y="100"/>
                  </a:cubicBezTo>
                  <a:close/>
                  <a:moveTo>
                    <a:pt x="4369" y="0"/>
                  </a:moveTo>
                  <a:cubicBezTo>
                    <a:pt x="4222" y="0"/>
                    <a:pt x="4099" y="24"/>
                    <a:pt x="3976" y="53"/>
                  </a:cubicBezTo>
                  <a:cubicBezTo>
                    <a:pt x="3566" y="123"/>
                    <a:pt x="3151" y="293"/>
                    <a:pt x="2805" y="539"/>
                  </a:cubicBezTo>
                  <a:cubicBezTo>
                    <a:pt x="2635" y="638"/>
                    <a:pt x="2512" y="785"/>
                    <a:pt x="2395" y="931"/>
                  </a:cubicBezTo>
                  <a:cubicBezTo>
                    <a:pt x="2272" y="1048"/>
                    <a:pt x="2149" y="1171"/>
                    <a:pt x="1980" y="1271"/>
                  </a:cubicBezTo>
                  <a:cubicBezTo>
                    <a:pt x="1810" y="1370"/>
                    <a:pt x="1564" y="1417"/>
                    <a:pt x="1341" y="1517"/>
                  </a:cubicBezTo>
                  <a:cubicBezTo>
                    <a:pt x="855" y="1733"/>
                    <a:pt x="516" y="2272"/>
                    <a:pt x="516" y="2805"/>
                  </a:cubicBezTo>
                  <a:cubicBezTo>
                    <a:pt x="516" y="2858"/>
                    <a:pt x="516" y="2904"/>
                    <a:pt x="539" y="2951"/>
                  </a:cubicBezTo>
                  <a:cubicBezTo>
                    <a:pt x="563" y="3197"/>
                    <a:pt x="662" y="3466"/>
                    <a:pt x="662" y="3683"/>
                  </a:cubicBezTo>
                  <a:cubicBezTo>
                    <a:pt x="662" y="3759"/>
                    <a:pt x="639" y="3806"/>
                    <a:pt x="639" y="3882"/>
                  </a:cubicBezTo>
                  <a:cubicBezTo>
                    <a:pt x="586" y="4029"/>
                    <a:pt x="492" y="4152"/>
                    <a:pt x="393" y="4269"/>
                  </a:cubicBezTo>
                  <a:cubicBezTo>
                    <a:pt x="293" y="4392"/>
                    <a:pt x="200" y="4515"/>
                    <a:pt x="124" y="4661"/>
                  </a:cubicBezTo>
                  <a:cubicBezTo>
                    <a:pt x="24" y="4831"/>
                    <a:pt x="1" y="5030"/>
                    <a:pt x="1" y="5223"/>
                  </a:cubicBezTo>
                  <a:cubicBezTo>
                    <a:pt x="1" y="5369"/>
                    <a:pt x="1" y="5492"/>
                    <a:pt x="53" y="5639"/>
                  </a:cubicBezTo>
                  <a:cubicBezTo>
                    <a:pt x="124" y="5908"/>
                    <a:pt x="270" y="6125"/>
                    <a:pt x="393" y="6347"/>
                  </a:cubicBezTo>
                  <a:cubicBezTo>
                    <a:pt x="539" y="6564"/>
                    <a:pt x="639" y="6786"/>
                    <a:pt x="639" y="7079"/>
                  </a:cubicBezTo>
                  <a:lnTo>
                    <a:pt x="689" y="7079"/>
                  </a:lnTo>
                  <a:lnTo>
                    <a:pt x="732" y="7126"/>
                  </a:lnTo>
                  <a:cubicBezTo>
                    <a:pt x="955" y="6757"/>
                    <a:pt x="1224" y="6564"/>
                    <a:pt x="1464" y="6441"/>
                  </a:cubicBezTo>
                  <a:cubicBezTo>
                    <a:pt x="1734" y="6318"/>
                    <a:pt x="1956" y="6271"/>
                    <a:pt x="2103" y="6201"/>
                  </a:cubicBezTo>
                  <a:cubicBezTo>
                    <a:pt x="2272" y="6125"/>
                    <a:pt x="2395" y="6025"/>
                    <a:pt x="2489" y="5879"/>
                  </a:cubicBezTo>
                  <a:cubicBezTo>
                    <a:pt x="2589" y="5762"/>
                    <a:pt x="2659" y="5586"/>
                    <a:pt x="2659" y="5416"/>
                  </a:cubicBezTo>
                  <a:cubicBezTo>
                    <a:pt x="2688" y="5223"/>
                    <a:pt x="2711" y="5053"/>
                    <a:pt x="2782" y="4907"/>
                  </a:cubicBezTo>
                  <a:cubicBezTo>
                    <a:pt x="2834" y="4760"/>
                    <a:pt x="2928" y="4637"/>
                    <a:pt x="3075" y="4515"/>
                  </a:cubicBezTo>
                  <a:cubicBezTo>
                    <a:pt x="3297" y="4368"/>
                    <a:pt x="3566" y="4269"/>
                    <a:pt x="3806" y="4152"/>
                  </a:cubicBezTo>
                  <a:cubicBezTo>
                    <a:pt x="3976" y="4052"/>
                    <a:pt x="4175" y="3929"/>
                    <a:pt x="4322" y="3759"/>
                  </a:cubicBezTo>
                  <a:cubicBezTo>
                    <a:pt x="4491" y="3589"/>
                    <a:pt x="4591" y="3390"/>
                    <a:pt x="4591" y="3174"/>
                  </a:cubicBezTo>
                  <a:cubicBezTo>
                    <a:pt x="4591" y="3074"/>
                    <a:pt x="4562" y="2951"/>
                    <a:pt x="4515" y="2858"/>
                  </a:cubicBezTo>
                  <a:cubicBezTo>
                    <a:pt x="4445" y="2735"/>
                    <a:pt x="4369" y="2635"/>
                    <a:pt x="4345" y="2541"/>
                  </a:cubicBezTo>
                  <a:cubicBezTo>
                    <a:pt x="4322" y="2489"/>
                    <a:pt x="4298" y="2418"/>
                    <a:pt x="4298" y="2366"/>
                  </a:cubicBezTo>
                  <a:cubicBezTo>
                    <a:pt x="4298" y="2219"/>
                    <a:pt x="4345" y="2102"/>
                    <a:pt x="4445" y="1956"/>
                  </a:cubicBezTo>
                  <a:cubicBezTo>
                    <a:pt x="4515" y="1833"/>
                    <a:pt x="4638" y="1687"/>
                    <a:pt x="4737" y="1587"/>
                  </a:cubicBezTo>
                  <a:cubicBezTo>
                    <a:pt x="4854" y="1464"/>
                    <a:pt x="4977" y="1341"/>
                    <a:pt x="5077" y="1195"/>
                  </a:cubicBezTo>
                  <a:cubicBezTo>
                    <a:pt x="5177" y="1048"/>
                    <a:pt x="5223" y="878"/>
                    <a:pt x="5223" y="709"/>
                  </a:cubicBezTo>
                  <a:lnTo>
                    <a:pt x="5223" y="539"/>
                  </a:lnTo>
                  <a:cubicBezTo>
                    <a:pt x="5147" y="293"/>
                    <a:pt x="4931" y="123"/>
                    <a:pt x="4685" y="53"/>
                  </a:cubicBezTo>
                  <a:cubicBezTo>
                    <a:pt x="4591" y="24"/>
                    <a:pt x="4468" y="0"/>
                    <a:pt x="43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4070;p59">
              <a:extLst>
                <a:ext uri="{FF2B5EF4-FFF2-40B4-BE49-F238E27FC236}">
                  <a16:creationId xmlns:a16="http://schemas.microsoft.com/office/drawing/2014/main" id="{DF70ACA5-392B-D175-1C25-0CE3879406C9}"/>
                </a:ext>
              </a:extLst>
            </p:cNvPr>
            <p:cNvSpPr/>
            <p:nvPr/>
          </p:nvSpPr>
          <p:spPr>
            <a:xfrm>
              <a:off x="2523598" y="4366900"/>
              <a:ext cx="129664" cy="303156"/>
            </a:xfrm>
            <a:custGeom>
              <a:avLst/>
              <a:gdLst/>
              <a:ahLst/>
              <a:cxnLst/>
              <a:rect l="l" t="t" r="r" b="b"/>
              <a:pathLst>
                <a:path w="3414" h="7982" extrusionOk="0">
                  <a:moveTo>
                    <a:pt x="3367" y="1"/>
                  </a:moveTo>
                  <a:cubicBezTo>
                    <a:pt x="2805" y="493"/>
                    <a:pt x="1581" y="1904"/>
                    <a:pt x="1142" y="2958"/>
                  </a:cubicBezTo>
                  <a:cubicBezTo>
                    <a:pt x="387" y="4685"/>
                    <a:pt x="47" y="6079"/>
                    <a:pt x="0" y="7981"/>
                  </a:cubicBezTo>
                  <a:lnTo>
                    <a:pt x="94" y="7981"/>
                  </a:lnTo>
                  <a:cubicBezTo>
                    <a:pt x="147" y="6102"/>
                    <a:pt x="486" y="4714"/>
                    <a:pt x="1242" y="2981"/>
                  </a:cubicBezTo>
                  <a:cubicBezTo>
                    <a:pt x="1657" y="1980"/>
                    <a:pt x="2875" y="540"/>
                    <a:pt x="3414" y="77"/>
                  </a:cubicBezTo>
                  <a:lnTo>
                    <a:pt x="33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4071;p59">
              <a:extLst>
                <a:ext uri="{FF2B5EF4-FFF2-40B4-BE49-F238E27FC236}">
                  <a16:creationId xmlns:a16="http://schemas.microsoft.com/office/drawing/2014/main" id="{848A30CC-9ABE-B849-DFCD-30EE268DBE0E}"/>
                </a:ext>
              </a:extLst>
            </p:cNvPr>
            <p:cNvSpPr/>
            <p:nvPr/>
          </p:nvSpPr>
          <p:spPr>
            <a:xfrm>
              <a:off x="2523598" y="4490333"/>
              <a:ext cx="18496" cy="69427"/>
            </a:xfrm>
            <a:custGeom>
              <a:avLst/>
              <a:gdLst/>
              <a:ahLst/>
              <a:cxnLst/>
              <a:rect l="l" t="t" r="r" b="b"/>
              <a:pathLst>
                <a:path w="487" h="1828" extrusionOk="0">
                  <a:moveTo>
                    <a:pt x="94" y="1"/>
                  </a:moveTo>
                  <a:lnTo>
                    <a:pt x="0" y="24"/>
                  </a:lnTo>
                  <a:cubicBezTo>
                    <a:pt x="0" y="24"/>
                    <a:pt x="24" y="317"/>
                    <a:pt x="94" y="703"/>
                  </a:cubicBezTo>
                  <a:cubicBezTo>
                    <a:pt x="170" y="1072"/>
                    <a:pt x="264" y="1535"/>
                    <a:pt x="387" y="1827"/>
                  </a:cubicBezTo>
                  <a:lnTo>
                    <a:pt x="486" y="1804"/>
                  </a:lnTo>
                  <a:cubicBezTo>
                    <a:pt x="363" y="1511"/>
                    <a:pt x="264" y="1072"/>
                    <a:pt x="194" y="680"/>
                  </a:cubicBezTo>
                  <a:cubicBezTo>
                    <a:pt x="170" y="510"/>
                    <a:pt x="147" y="340"/>
                    <a:pt x="117" y="194"/>
                  </a:cubicBezTo>
                  <a:cubicBezTo>
                    <a:pt x="94" y="71"/>
                    <a:pt x="94" y="1"/>
                    <a:pt x="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4072;p59">
              <a:extLst>
                <a:ext uri="{FF2B5EF4-FFF2-40B4-BE49-F238E27FC236}">
                  <a16:creationId xmlns:a16="http://schemas.microsoft.com/office/drawing/2014/main" id="{282F8853-F2DC-E8DD-87CF-D8D5027EA564}"/>
                </a:ext>
              </a:extLst>
            </p:cNvPr>
            <p:cNvSpPr/>
            <p:nvPr/>
          </p:nvSpPr>
          <p:spPr>
            <a:xfrm>
              <a:off x="2547601" y="4395840"/>
              <a:ext cx="128790" cy="96963"/>
            </a:xfrm>
            <a:custGeom>
              <a:avLst/>
              <a:gdLst/>
              <a:ahLst/>
              <a:cxnLst/>
              <a:rect l="l" t="t" r="r" b="b"/>
              <a:pathLst>
                <a:path w="3391" h="2553" extrusionOk="0">
                  <a:moveTo>
                    <a:pt x="1" y="0"/>
                  </a:moveTo>
                  <a:cubicBezTo>
                    <a:pt x="1" y="0"/>
                    <a:pt x="24" y="439"/>
                    <a:pt x="100" y="949"/>
                  </a:cubicBezTo>
                  <a:cubicBezTo>
                    <a:pt x="147" y="1487"/>
                    <a:pt x="247" y="2120"/>
                    <a:pt x="393" y="2512"/>
                  </a:cubicBezTo>
                  <a:cubicBezTo>
                    <a:pt x="393" y="2535"/>
                    <a:pt x="393" y="2535"/>
                    <a:pt x="416" y="2535"/>
                  </a:cubicBezTo>
                  <a:cubicBezTo>
                    <a:pt x="416" y="2547"/>
                    <a:pt x="422" y="2553"/>
                    <a:pt x="431" y="2553"/>
                  </a:cubicBezTo>
                  <a:cubicBezTo>
                    <a:pt x="440" y="2553"/>
                    <a:pt x="452" y="2547"/>
                    <a:pt x="463" y="2535"/>
                  </a:cubicBezTo>
                  <a:cubicBezTo>
                    <a:pt x="610" y="2436"/>
                    <a:pt x="1880" y="1657"/>
                    <a:pt x="3391" y="1341"/>
                  </a:cubicBezTo>
                  <a:lnTo>
                    <a:pt x="3367" y="1241"/>
                  </a:lnTo>
                  <a:cubicBezTo>
                    <a:pt x="1912" y="1544"/>
                    <a:pt x="708" y="2274"/>
                    <a:pt x="446" y="2430"/>
                  </a:cubicBezTo>
                  <a:lnTo>
                    <a:pt x="446" y="2430"/>
                  </a:lnTo>
                  <a:cubicBezTo>
                    <a:pt x="331" y="2035"/>
                    <a:pt x="244" y="1439"/>
                    <a:pt x="194" y="949"/>
                  </a:cubicBezTo>
                  <a:cubicBezTo>
                    <a:pt x="147" y="679"/>
                    <a:pt x="147" y="439"/>
                    <a:pt x="124" y="264"/>
                  </a:cubicBezTo>
                  <a:cubicBezTo>
                    <a:pt x="100" y="94"/>
                    <a:pt x="100" y="0"/>
                    <a:pt x="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4073;p59">
              <a:extLst>
                <a:ext uri="{FF2B5EF4-FFF2-40B4-BE49-F238E27FC236}">
                  <a16:creationId xmlns:a16="http://schemas.microsoft.com/office/drawing/2014/main" id="{CF4A3D28-D243-B47F-E74C-A7EEB6EB34CC}"/>
                </a:ext>
              </a:extLst>
            </p:cNvPr>
            <p:cNvSpPr/>
            <p:nvPr/>
          </p:nvSpPr>
          <p:spPr>
            <a:xfrm>
              <a:off x="2587403" y="4377154"/>
              <a:ext cx="83442" cy="55641"/>
            </a:xfrm>
            <a:custGeom>
              <a:avLst/>
              <a:gdLst/>
              <a:ahLst/>
              <a:cxnLst/>
              <a:rect l="l" t="t" r="r" b="b"/>
              <a:pathLst>
                <a:path w="2197" h="1465" extrusionOk="0">
                  <a:moveTo>
                    <a:pt x="100" y="0"/>
                  </a:moveTo>
                  <a:lnTo>
                    <a:pt x="1" y="24"/>
                  </a:lnTo>
                  <a:cubicBezTo>
                    <a:pt x="1" y="24"/>
                    <a:pt x="24" y="756"/>
                    <a:pt x="223" y="1441"/>
                  </a:cubicBezTo>
                  <a:cubicBezTo>
                    <a:pt x="223" y="1464"/>
                    <a:pt x="247" y="1464"/>
                    <a:pt x="247" y="1464"/>
                  </a:cubicBezTo>
                  <a:lnTo>
                    <a:pt x="317" y="1464"/>
                  </a:lnTo>
                  <a:cubicBezTo>
                    <a:pt x="487" y="1394"/>
                    <a:pt x="1195" y="1078"/>
                    <a:pt x="2197" y="855"/>
                  </a:cubicBezTo>
                  <a:lnTo>
                    <a:pt x="2173" y="756"/>
                  </a:lnTo>
                  <a:cubicBezTo>
                    <a:pt x="1207" y="963"/>
                    <a:pt x="502" y="1274"/>
                    <a:pt x="303" y="1367"/>
                  </a:cubicBezTo>
                  <a:lnTo>
                    <a:pt x="303" y="1367"/>
                  </a:lnTo>
                  <a:cubicBezTo>
                    <a:pt x="218" y="1043"/>
                    <a:pt x="168" y="719"/>
                    <a:pt x="124" y="463"/>
                  </a:cubicBezTo>
                  <a:cubicBezTo>
                    <a:pt x="124" y="316"/>
                    <a:pt x="100" y="223"/>
                    <a:pt x="100" y="147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4074;p59">
              <a:extLst>
                <a:ext uri="{FF2B5EF4-FFF2-40B4-BE49-F238E27FC236}">
                  <a16:creationId xmlns:a16="http://schemas.microsoft.com/office/drawing/2014/main" id="{41BA51A6-7C99-AEF9-11AA-6E14BE525554}"/>
                </a:ext>
              </a:extLst>
            </p:cNvPr>
            <p:cNvSpPr/>
            <p:nvPr/>
          </p:nvSpPr>
          <p:spPr>
            <a:xfrm>
              <a:off x="2582731" y="4420717"/>
              <a:ext cx="84316" cy="32511"/>
            </a:xfrm>
            <a:custGeom>
              <a:avLst/>
              <a:gdLst/>
              <a:ahLst/>
              <a:cxnLst/>
              <a:rect l="l" t="t" r="r" b="b"/>
              <a:pathLst>
                <a:path w="2220" h="856" extrusionOk="0">
                  <a:moveTo>
                    <a:pt x="2197" y="1"/>
                  </a:moveTo>
                  <a:cubicBezTo>
                    <a:pt x="1102" y="194"/>
                    <a:pt x="1" y="780"/>
                    <a:pt x="1" y="780"/>
                  </a:cubicBezTo>
                  <a:lnTo>
                    <a:pt x="54" y="856"/>
                  </a:lnTo>
                  <a:lnTo>
                    <a:pt x="100" y="832"/>
                  </a:lnTo>
                  <a:cubicBezTo>
                    <a:pt x="317" y="733"/>
                    <a:pt x="1271" y="270"/>
                    <a:pt x="2220" y="100"/>
                  </a:cubicBezTo>
                  <a:lnTo>
                    <a:pt x="21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4075;p59">
              <a:extLst>
                <a:ext uri="{FF2B5EF4-FFF2-40B4-BE49-F238E27FC236}">
                  <a16:creationId xmlns:a16="http://schemas.microsoft.com/office/drawing/2014/main" id="{DCEA68E0-9BC7-D172-021B-398A703E1EBB}"/>
                </a:ext>
              </a:extLst>
            </p:cNvPr>
            <p:cNvSpPr/>
            <p:nvPr/>
          </p:nvSpPr>
          <p:spPr>
            <a:xfrm>
              <a:off x="2548512" y="4501460"/>
              <a:ext cx="72314" cy="29586"/>
            </a:xfrm>
            <a:custGeom>
              <a:avLst/>
              <a:gdLst/>
              <a:ahLst/>
              <a:cxnLst/>
              <a:rect l="l" t="t" r="r" b="b"/>
              <a:pathLst>
                <a:path w="1904" h="779" extrusionOk="0">
                  <a:moveTo>
                    <a:pt x="1903" y="0"/>
                  </a:moveTo>
                  <a:cubicBezTo>
                    <a:pt x="732" y="147"/>
                    <a:pt x="0" y="703"/>
                    <a:pt x="0" y="703"/>
                  </a:cubicBezTo>
                  <a:lnTo>
                    <a:pt x="47" y="779"/>
                  </a:lnTo>
                  <a:cubicBezTo>
                    <a:pt x="147" y="703"/>
                    <a:pt x="855" y="240"/>
                    <a:pt x="1903" y="94"/>
                  </a:cubicBezTo>
                  <a:lnTo>
                    <a:pt x="19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4076;p59">
              <a:extLst>
                <a:ext uri="{FF2B5EF4-FFF2-40B4-BE49-F238E27FC236}">
                  <a16:creationId xmlns:a16="http://schemas.microsoft.com/office/drawing/2014/main" id="{2A32CC54-30A7-151F-905C-572125E9767B}"/>
                </a:ext>
              </a:extLst>
            </p:cNvPr>
            <p:cNvSpPr/>
            <p:nvPr/>
          </p:nvSpPr>
          <p:spPr>
            <a:xfrm>
              <a:off x="2372365" y="4632869"/>
              <a:ext cx="211321" cy="294687"/>
            </a:xfrm>
            <a:custGeom>
              <a:avLst/>
              <a:gdLst/>
              <a:ahLst/>
              <a:cxnLst/>
              <a:rect l="l" t="t" r="r" b="b"/>
              <a:pathLst>
                <a:path w="5564" h="7759" extrusionOk="0">
                  <a:moveTo>
                    <a:pt x="1" y="1"/>
                  </a:moveTo>
                  <a:lnTo>
                    <a:pt x="1" y="1663"/>
                  </a:lnTo>
                  <a:cubicBezTo>
                    <a:pt x="1" y="5370"/>
                    <a:pt x="1102" y="7759"/>
                    <a:pt x="1102" y="7759"/>
                  </a:cubicBezTo>
                  <a:lnTo>
                    <a:pt x="4468" y="7759"/>
                  </a:lnTo>
                  <a:cubicBezTo>
                    <a:pt x="4468" y="7759"/>
                    <a:pt x="5563" y="5370"/>
                    <a:pt x="5563" y="1663"/>
                  </a:cubicBezTo>
                  <a:lnTo>
                    <a:pt x="556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4077;p59">
              <a:extLst>
                <a:ext uri="{FF2B5EF4-FFF2-40B4-BE49-F238E27FC236}">
                  <a16:creationId xmlns:a16="http://schemas.microsoft.com/office/drawing/2014/main" id="{84F371CB-2D95-FB5F-D430-1AE46AE7A78F}"/>
                </a:ext>
              </a:extLst>
            </p:cNvPr>
            <p:cNvSpPr/>
            <p:nvPr/>
          </p:nvSpPr>
          <p:spPr>
            <a:xfrm>
              <a:off x="2518927" y="4429186"/>
              <a:ext cx="10255" cy="6495"/>
            </a:xfrm>
            <a:custGeom>
              <a:avLst/>
              <a:gdLst/>
              <a:ahLst/>
              <a:cxnLst/>
              <a:rect l="l" t="t" r="r" b="b"/>
              <a:pathLst>
                <a:path w="270" h="171" extrusionOk="0">
                  <a:moveTo>
                    <a:pt x="24" y="0"/>
                  </a:moveTo>
                  <a:lnTo>
                    <a:pt x="0" y="94"/>
                  </a:lnTo>
                  <a:cubicBezTo>
                    <a:pt x="71" y="117"/>
                    <a:pt x="147" y="147"/>
                    <a:pt x="240" y="170"/>
                  </a:cubicBezTo>
                  <a:lnTo>
                    <a:pt x="270" y="71"/>
                  </a:lnTo>
                  <a:cubicBezTo>
                    <a:pt x="170" y="47"/>
                    <a:pt x="94" y="24"/>
                    <a:pt x="24" y="0"/>
                  </a:cubicBezTo>
                  <a:close/>
                </a:path>
              </a:pathLst>
            </a:custGeom>
            <a:solidFill>
              <a:srgbClr val="A9C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4078;p59">
              <a:extLst>
                <a:ext uri="{FF2B5EF4-FFF2-40B4-BE49-F238E27FC236}">
                  <a16:creationId xmlns:a16="http://schemas.microsoft.com/office/drawing/2014/main" id="{B1DBBA4D-0771-BF45-4E6B-C1480778BAED}"/>
                </a:ext>
              </a:extLst>
            </p:cNvPr>
            <p:cNvSpPr/>
            <p:nvPr/>
          </p:nvSpPr>
          <p:spPr>
            <a:xfrm flipH="1">
              <a:off x="1643310" y="3939647"/>
              <a:ext cx="223282" cy="427500"/>
            </a:xfrm>
            <a:custGeom>
              <a:avLst/>
              <a:gdLst/>
              <a:ahLst/>
              <a:cxnLst/>
              <a:rect l="l" t="t" r="r" b="b"/>
              <a:pathLst>
                <a:path w="4439" h="8499" extrusionOk="0">
                  <a:moveTo>
                    <a:pt x="3673" y="0"/>
                  </a:moveTo>
                  <a:cubicBezTo>
                    <a:pt x="3596" y="0"/>
                    <a:pt x="3517" y="13"/>
                    <a:pt x="3437" y="38"/>
                  </a:cubicBezTo>
                  <a:cubicBezTo>
                    <a:pt x="2951" y="184"/>
                    <a:pt x="2436" y="623"/>
                    <a:pt x="2220" y="1086"/>
                  </a:cubicBezTo>
                  <a:cubicBezTo>
                    <a:pt x="1997" y="1525"/>
                    <a:pt x="1927" y="2034"/>
                    <a:pt x="1535" y="2380"/>
                  </a:cubicBezTo>
                  <a:cubicBezTo>
                    <a:pt x="1171" y="2743"/>
                    <a:pt x="264" y="3059"/>
                    <a:pt x="118" y="3574"/>
                  </a:cubicBezTo>
                  <a:cubicBezTo>
                    <a:pt x="0" y="4013"/>
                    <a:pt x="241" y="4476"/>
                    <a:pt x="463" y="4892"/>
                  </a:cubicBezTo>
                  <a:cubicBezTo>
                    <a:pt x="703" y="5307"/>
                    <a:pt x="926" y="5793"/>
                    <a:pt x="779" y="6232"/>
                  </a:cubicBezTo>
                  <a:cubicBezTo>
                    <a:pt x="703" y="6502"/>
                    <a:pt x="486" y="6718"/>
                    <a:pt x="463" y="6988"/>
                  </a:cubicBezTo>
                  <a:cubicBezTo>
                    <a:pt x="387" y="7550"/>
                    <a:pt x="1095" y="7942"/>
                    <a:pt x="1171" y="8498"/>
                  </a:cubicBezTo>
                  <a:cubicBezTo>
                    <a:pt x="1581" y="7526"/>
                    <a:pt x="1950" y="7427"/>
                    <a:pt x="2852" y="7064"/>
                  </a:cubicBezTo>
                  <a:cubicBezTo>
                    <a:pt x="3192" y="6941"/>
                    <a:pt x="3560" y="5940"/>
                    <a:pt x="3291" y="4868"/>
                  </a:cubicBezTo>
                  <a:cubicBezTo>
                    <a:pt x="3145" y="4283"/>
                    <a:pt x="3244" y="3844"/>
                    <a:pt x="3414" y="3352"/>
                  </a:cubicBezTo>
                  <a:cubicBezTo>
                    <a:pt x="3560" y="2913"/>
                    <a:pt x="3900" y="2596"/>
                    <a:pt x="4146" y="2204"/>
                  </a:cubicBezTo>
                  <a:cubicBezTo>
                    <a:pt x="4339" y="1865"/>
                    <a:pt x="4439" y="1472"/>
                    <a:pt x="4439" y="1109"/>
                  </a:cubicBezTo>
                  <a:cubicBezTo>
                    <a:pt x="4439" y="840"/>
                    <a:pt x="4392" y="547"/>
                    <a:pt x="4245" y="330"/>
                  </a:cubicBezTo>
                  <a:cubicBezTo>
                    <a:pt x="4114" y="111"/>
                    <a:pt x="3903" y="0"/>
                    <a:pt x="36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4079;p59">
              <a:extLst>
                <a:ext uri="{FF2B5EF4-FFF2-40B4-BE49-F238E27FC236}">
                  <a16:creationId xmlns:a16="http://schemas.microsoft.com/office/drawing/2014/main" id="{87C02C29-B869-2EE2-B64B-56093256BDAA}"/>
                </a:ext>
              </a:extLst>
            </p:cNvPr>
            <p:cNvSpPr/>
            <p:nvPr/>
          </p:nvSpPr>
          <p:spPr>
            <a:xfrm flipH="1">
              <a:off x="1640946" y="3936528"/>
              <a:ext cx="223282" cy="430618"/>
            </a:xfrm>
            <a:custGeom>
              <a:avLst/>
              <a:gdLst/>
              <a:ahLst/>
              <a:cxnLst/>
              <a:rect l="l" t="t" r="r" b="b"/>
              <a:pathLst>
                <a:path w="4439" h="8561" extrusionOk="0">
                  <a:moveTo>
                    <a:pt x="3613" y="100"/>
                  </a:moveTo>
                  <a:cubicBezTo>
                    <a:pt x="3830" y="123"/>
                    <a:pt x="4052" y="217"/>
                    <a:pt x="4169" y="416"/>
                  </a:cubicBezTo>
                  <a:cubicBezTo>
                    <a:pt x="4292" y="633"/>
                    <a:pt x="4345" y="878"/>
                    <a:pt x="4345" y="1148"/>
                  </a:cubicBezTo>
                  <a:lnTo>
                    <a:pt x="4345" y="1171"/>
                  </a:lnTo>
                  <a:cubicBezTo>
                    <a:pt x="4345" y="1534"/>
                    <a:pt x="4245" y="1903"/>
                    <a:pt x="4052" y="2243"/>
                  </a:cubicBezTo>
                  <a:cubicBezTo>
                    <a:pt x="3830" y="2612"/>
                    <a:pt x="3467" y="2951"/>
                    <a:pt x="3320" y="3390"/>
                  </a:cubicBezTo>
                  <a:cubicBezTo>
                    <a:pt x="3221" y="3706"/>
                    <a:pt x="3121" y="4023"/>
                    <a:pt x="3121" y="4368"/>
                  </a:cubicBezTo>
                  <a:cubicBezTo>
                    <a:pt x="3121" y="4538"/>
                    <a:pt x="3145" y="4731"/>
                    <a:pt x="3197" y="4930"/>
                  </a:cubicBezTo>
                  <a:cubicBezTo>
                    <a:pt x="3267" y="5194"/>
                    <a:pt x="3291" y="5440"/>
                    <a:pt x="3291" y="5662"/>
                  </a:cubicBezTo>
                  <a:cubicBezTo>
                    <a:pt x="3291" y="6049"/>
                    <a:pt x="3221" y="6365"/>
                    <a:pt x="3121" y="6634"/>
                  </a:cubicBezTo>
                  <a:cubicBezTo>
                    <a:pt x="3074" y="6757"/>
                    <a:pt x="3027" y="6857"/>
                    <a:pt x="2951" y="6927"/>
                  </a:cubicBezTo>
                  <a:cubicBezTo>
                    <a:pt x="2904" y="7003"/>
                    <a:pt x="2852" y="7050"/>
                    <a:pt x="2805" y="7073"/>
                  </a:cubicBezTo>
                  <a:cubicBezTo>
                    <a:pt x="2342" y="7272"/>
                    <a:pt x="2026" y="7389"/>
                    <a:pt x="1757" y="7588"/>
                  </a:cubicBezTo>
                  <a:cubicBezTo>
                    <a:pt x="1514" y="7763"/>
                    <a:pt x="1333" y="7999"/>
                    <a:pt x="1136" y="8400"/>
                  </a:cubicBezTo>
                  <a:lnTo>
                    <a:pt x="1136" y="8400"/>
                  </a:lnTo>
                  <a:cubicBezTo>
                    <a:pt x="1064" y="8185"/>
                    <a:pt x="920" y="7989"/>
                    <a:pt x="779" y="7805"/>
                  </a:cubicBezTo>
                  <a:cubicBezTo>
                    <a:pt x="685" y="7682"/>
                    <a:pt x="609" y="7588"/>
                    <a:pt x="539" y="7465"/>
                  </a:cubicBezTo>
                  <a:cubicBezTo>
                    <a:pt x="486" y="7366"/>
                    <a:pt x="439" y="7243"/>
                    <a:pt x="439" y="7126"/>
                  </a:cubicBezTo>
                  <a:cubicBezTo>
                    <a:pt x="439" y="7097"/>
                    <a:pt x="439" y="7073"/>
                    <a:pt x="463" y="7050"/>
                  </a:cubicBezTo>
                  <a:cubicBezTo>
                    <a:pt x="463" y="6927"/>
                    <a:pt x="510" y="6804"/>
                    <a:pt x="586" y="6687"/>
                  </a:cubicBezTo>
                  <a:cubicBezTo>
                    <a:pt x="656" y="6564"/>
                    <a:pt x="732" y="6441"/>
                    <a:pt x="779" y="6318"/>
                  </a:cubicBezTo>
                  <a:cubicBezTo>
                    <a:pt x="832" y="6195"/>
                    <a:pt x="832" y="6101"/>
                    <a:pt x="832" y="6002"/>
                  </a:cubicBezTo>
                  <a:cubicBezTo>
                    <a:pt x="832" y="5633"/>
                    <a:pt x="656" y="5270"/>
                    <a:pt x="463" y="4930"/>
                  </a:cubicBezTo>
                  <a:cubicBezTo>
                    <a:pt x="270" y="4608"/>
                    <a:pt x="100" y="4245"/>
                    <a:pt x="100" y="3876"/>
                  </a:cubicBezTo>
                  <a:cubicBezTo>
                    <a:pt x="100" y="3806"/>
                    <a:pt x="100" y="3730"/>
                    <a:pt x="123" y="3636"/>
                  </a:cubicBezTo>
                  <a:cubicBezTo>
                    <a:pt x="147" y="3537"/>
                    <a:pt x="217" y="3414"/>
                    <a:pt x="340" y="3320"/>
                  </a:cubicBezTo>
                  <a:cubicBezTo>
                    <a:pt x="486" y="3174"/>
                    <a:pt x="732" y="3027"/>
                    <a:pt x="949" y="2881"/>
                  </a:cubicBezTo>
                  <a:cubicBezTo>
                    <a:pt x="1171" y="2758"/>
                    <a:pt x="1388" y="2612"/>
                    <a:pt x="1534" y="2489"/>
                  </a:cubicBezTo>
                  <a:cubicBezTo>
                    <a:pt x="1733" y="2295"/>
                    <a:pt x="1827" y="2073"/>
                    <a:pt x="1927" y="1856"/>
                  </a:cubicBezTo>
                  <a:cubicBezTo>
                    <a:pt x="2026" y="1610"/>
                    <a:pt x="2096" y="1388"/>
                    <a:pt x="2196" y="1171"/>
                  </a:cubicBezTo>
                  <a:cubicBezTo>
                    <a:pt x="2442" y="732"/>
                    <a:pt x="2928" y="270"/>
                    <a:pt x="3414" y="147"/>
                  </a:cubicBezTo>
                  <a:cubicBezTo>
                    <a:pt x="3490" y="123"/>
                    <a:pt x="3560" y="100"/>
                    <a:pt x="3613" y="100"/>
                  </a:cubicBezTo>
                  <a:close/>
                  <a:moveTo>
                    <a:pt x="3613" y="0"/>
                  </a:moveTo>
                  <a:cubicBezTo>
                    <a:pt x="3537" y="0"/>
                    <a:pt x="3467" y="24"/>
                    <a:pt x="3390" y="47"/>
                  </a:cubicBezTo>
                  <a:cubicBezTo>
                    <a:pt x="2881" y="193"/>
                    <a:pt x="2366" y="656"/>
                    <a:pt x="2120" y="1124"/>
                  </a:cubicBezTo>
                  <a:cubicBezTo>
                    <a:pt x="2003" y="1341"/>
                    <a:pt x="1927" y="1587"/>
                    <a:pt x="1856" y="1804"/>
                  </a:cubicBezTo>
                  <a:cubicBezTo>
                    <a:pt x="1757" y="2026"/>
                    <a:pt x="1634" y="2243"/>
                    <a:pt x="1464" y="2412"/>
                  </a:cubicBezTo>
                  <a:cubicBezTo>
                    <a:pt x="1294" y="2588"/>
                    <a:pt x="949" y="2758"/>
                    <a:pt x="656" y="2951"/>
                  </a:cubicBezTo>
                  <a:cubicBezTo>
                    <a:pt x="510" y="3027"/>
                    <a:pt x="393" y="3144"/>
                    <a:pt x="270" y="3244"/>
                  </a:cubicBezTo>
                  <a:cubicBezTo>
                    <a:pt x="147" y="3367"/>
                    <a:pt x="71" y="3490"/>
                    <a:pt x="24" y="3613"/>
                  </a:cubicBezTo>
                  <a:cubicBezTo>
                    <a:pt x="0" y="3706"/>
                    <a:pt x="0" y="3806"/>
                    <a:pt x="0" y="3876"/>
                  </a:cubicBezTo>
                  <a:cubicBezTo>
                    <a:pt x="0" y="4269"/>
                    <a:pt x="194" y="4661"/>
                    <a:pt x="393" y="4977"/>
                  </a:cubicBezTo>
                  <a:cubicBezTo>
                    <a:pt x="562" y="5293"/>
                    <a:pt x="732" y="5662"/>
                    <a:pt x="732" y="6002"/>
                  </a:cubicBezTo>
                  <a:cubicBezTo>
                    <a:pt x="732" y="6101"/>
                    <a:pt x="732" y="6195"/>
                    <a:pt x="685" y="6271"/>
                  </a:cubicBezTo>
                  <a:cubicBezTo>
                    <a:pt x="656" y="6394"/>
                    <a:pt x="586" y="6511"/>
                    <a:pt x="510" y="6634"/>
                  </a:cubicBezTo>
                  <a:cubicBezTo>
                    <a:pt x="439" y="6780"/>
                    <a:pt x="363" y="6903"/>
                    <a:pt x="363" y="7050"/>
                  </a:cubicBezTo>
                  <a:cubicBezTo>
                    <a:pt x="363" y="7073"/>
                    <a:pt x="340" y="7097"/>
                    <a:pt x="340" y="7126"/>
                  </a:cubicBezTo>
                  <a:cubicBezTo>
                    <a:pt x="340" y="7272"/>
                    <a:pt x="393" y="7389"/>
                    <a:pt x="463" y="7512"/>
                  </a:cubicBezTo>
                  <a:cubicBezTo>
                    <a:pt x="562" y="7711"/>
                    <a:pt x="709" y="7858"/>
                    <a:pt x="832" y="8028"/>
                  </a:cubicBezTo>
                  <a:cubicBezTo>
                    <a:pt x="949" y="8197"/>
                    <a:pt x="1048" y="8367"/>
                    <a:pt x="1072" y="8560"/>
                  </a:cubicBezTo>
                  <a:lnTo>
                    <a:pt x="1115" y="8550"/>
                  </a:lnTo>
                  <a:lnTo>
                    <a:pt x="1115" y="8550"/>
                  </a:lnTo>
                  <a:lnTo>
                    <a:pt x="1148" y="8560"/>
                  </a:lnTo>
                  <a:cubicBezTo>
                    <a:pt x="1151" y="8554"/>
                    <a:pt x="1154" y="8547"/>
                    <a:pt x="1157" y="8540"/>
                  </a:cubicBezTo>
                  <a:lnTo>
                    <a:pt x="1157" y="8540"/>
                  </a:lnTo>
                  <a:lnTo>
                    <a:pt x="1171" y="8537"/>
                  </a:lnTo>
                  <a:cubicBezTo>
                    <a:pt x="1170" y="8531"/>
                    <a:pt x="1169" y="8524"/>
                    <a:pt x="1168" y="8518"/>
                  </a:cubicBezTo>
                  <a:lnTo>
                    <a:pt x="1168" y="8518"/>
                  </a:lnTo>
                  <a:cubicBezTo>
                    <a:pt x="1377" y="8083"/>
                    <a:pt x="1571" y="7852"/>
                    <a:pt x="1804" y="7659"/>
                  </a:cubicBezTo>
                  <a:cubicBezTo>
                    <a:pt x="2050" y="7465"/>
                    <a:pt x="2366" y="7366"/>
                    <a:pt x="2828" y="7173"/>
                  </a:cubicBezTo>
                  <a:cubicBezTo>
                    <a:pt x="2904" y="7149"/>
                    <a:pt x="2975" y="7073"/>
                    <a:pt x="3051" y="7003"/>
                  </a:cubicBezTo>
                  <a:cubicBezTo>
                    <a:pt x="3221" y="6734"/>
                    <a:pt x="3390" y="6248"/>
                    <a:pt x="3390" y="5662"/>
                  </a:cubicBezTo>
                  <a:cubicBezTo>
                    <a:pt x="3390" y="5440"/>
                    <a:pt x="3367" y="5170"/>
                    <a:pt x="3291" y="4901"/>
                  </a:cubicBezTo>
                  <a:cubicBezTo>
                    <a:pt x="3244" y="4708"/>
                    <a:pt x="3221" y="4538"/>
                    <a:pt x="3221" y="4368"/>
                  </a:cubicBezTo>
                  <a:cubicBezTo>
                    <a:pt x="3221" y="4052"/>
                    <a:pt x="3291" y="3730"/>
                    <a:pt x="3414" y="3414"/>
                  </a:cubicBezTo>
                  <a:cubicBezTo>
                    <a:pt x="3560" y="2998"/>
                    <a:pt x="3906" y="2682"/>
                    <a:pt x="4146" y="2295"/>
                  </a:cubicBezTo>
                  <a:cubicBezTo>
                    <a:pt x="4345" y="1950"/>
                    <a:pt x="4439" y="1564"/>
                    <a:pt x="4439" y="1171"/>
                  </a:cubicBezTo>
                  <a:lnTo>
                    <a:pt x="4439" y="1148"/>
                  </a:lnTo>
                  <a:cubicBezTo>
                    <a:pt x="4439" y="878"/>
                    <a:pt x="4392" y="586"/>
                    <a:pt x="4245" y="363"/>
                  </a:cubicBezTo>
                  <a:cubicBezTo>
                    <a:pt x="4099" y="123"/>
                    <a:pt x="3876" y="0"/>
                    <a:pt x="36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4080;p59">
              <a:extLst>
                <a:ext uri="{FF2B5EF4-FFF2-40B4-BE49-F238E27FC236}">
                  <a16:creationId xmlns:a16="http://schemas.microsoft.com/office/drawing/2014/main" id="{5D0CB49C-3A43-258E-BDD6-5063DDC426D1}"/>
                </a:ext>
              </a:extLst>
            </p:cNvPr>
            <p:cNvSpPr/>
            <p:nvPr/>
          </p:nvSpPr>
          <p:spPr>
            <a:xfrm flipH="1">
              <a:off x="1691297" y="3972140"/>
              <a:ext cx="131132" cy="579054"/>
            </a:xfrm>
            <a:custGeom>
              <a:avLst/>
              <a:gdLst/>
              <a:ahLst/>
              <a:cxnLst/>
              <a:rect l="l" t="t" r="r" b="b"/>
              <a:pathLst>
                <a:path w="2607" h="11512" extrusionOk="0">
                  <a:moveTo>
                    <a:pt x="2513" y="1"/>
                  </a:moveTo>
                  <a:cubicBezTo>
                    <a:pt x="2390" y="170"/>
                    <a:pt x="2220" y="510"/>
                    <a:pt x="2050" y="826"/>
                  </a:cubicBezTo>
                  <a:cubicBezTo>
                    <a:pt x="1904" y="1172"/>
                    <a:pt x="1757" y="1511"/>
                    <a:pt x="1681" y="1734"/>
                  </a:cubicBezTo>
                  <a:cubicBezTo>
                    <a:pt x="586" y="4755"/>
                    <a:pt x="1" y="7999"/>
                    <a:pt x="1" y="11219"/>
                  </a:cubicBezTo>
                  <a:lnTo>
                    <a:pt x="1" y="11512"/>
                  </a:lnTo>
                  <a:lnTo>
                    <a:pt x="94" y="11512"/>
                  </a:lnTo>
                  <a:lnTo>
                    <a:pt x="94" y="11219"/>
                  </a:lnTo>
                  <a:cubicBezTo>
                    <a:pt x="94" y="7999"/>
                    <a:pt x="657" y="4778"/>
                    <a:pt x="1781" y="1757"/>
                  </a:cubicBezTo>
                  <a:cubicBezTo>
                    <a:pt x="1851" y="1558"/>
                    <a:pt x="1997" y="1219"/>
                    <a:pt x="2144" y="879"/>
                  </a:cubicBezTo>
                  <a:cubicBezTo>
                    <a:pt x="2314" y="563"/>
                    <a:pt x="2489" y="217"/>
                    <a:pt x="2606" y="47"/>
                  </a:cubicBezTo>
                  <a:lnTo>
                    <a:pt x="25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4081;p59">
              <a:extLst>
                <a:ext uri="{FF2B5EF4-FFF2-40B4-BE49-F238E27FC236}">
                  <a16:creationId xmlns:a16="http://schemas.microsoft.com/office/drawing/2014/main" id="{179AA9AF-8542-B326-CD1C-EF6737C5FDC2}"/>
                </a:ext>
              </a:extLst>
            </p:cNvPr>
            <p:cNvSpPr/>
            <p:nvPr/>
          </p:nvSpPr>
          <p:spPr>
            <a:xfrm flipH="1">
              <a:off x="1902201" y="4160110"/>
              <a:ext cx="253009" cy="333690"/>
            </a:xfrm>
            <a:custGeom>
              <a:avLst/>
              <a:gdLst/>
              <a:ahLst/>
              <a:cxnLst/>
              <a:rect l="l" t="t" r="r" b="b"/>
              <a:pathLst>
                <a:path w="5030" h="6634" extrusionOk="0">
                  <a:moveTo>
                    <a:pt x="762" y="0"/>
                  </a:moveTo>
                  <a:cubicBezTo>
                    <a:pt x="417" y="0"/>
                    <a:pt x="115" y="167"/>
                    <a:pt x="53" y="602"/>
                  </a:cubicBezTo>
                  <a:cubicBezTo>
                    <a:pt x="0" y="1071"/>
                    <a:pt x="223" y="1604"/>
                    <a:pt x="562" y="1920"/>
                  </a:cubicBezTo>
                  <a:cubicBezTo>
                    <a:pt x="732" y="2095"/>
                    <a:pt x="955" y="2242"/>
                    <a:pt x="1025" y="2458"/>
                  </a:cubicBezTo>
                  <a:cubicBezTo>
                    <a:pt x="1101" y="2652"/>
                    <a:pt x="1025" y="2874"/>
                    <a:pt x="1054" y="3091"/>
                  </a:cubicBezTo>
                  <a:cubicBezTo>
                    <a:pt x="1054" y="3313"/>
                    <a:pt x="1171" y="3530"/>
                    <a:pt x="1318" y="3676"/>
                  </a:cubicBezTo>
                  <a:cubicBezTo>
                    <a:pt x="1517" y="3852"/>
                    <a:pt x="1734" y="3922"/>
                    <a:pt x="1979" y="4022"/>
                  </a:cubicBezTo>
                  <a:cubicBezTo>
                    <a:pt x="2196" y="4115"/>
                    <a:pt x="2419" y="4238"/>
                    <a:pt x="2542" y="4461"/>
                  </a:cubicBezTo>
                  <a:cubicBezTo>
                    <a:pt x="2612" y="4584"/>
                    <a:pt x="2612" y="4730"/>
                    <a:pt x="2664" y="4877"/>
                  </a:cubicBezTo>
                  <a:cubicBezTo>
                    <a:pt x="2834" y="5286"/>
                    <a:pt x="3221" y="5579"/>
                    <a:pt x="3613" y="5778"/>
                  </a:cubicBezTo>
                  <a:cubicBezTo>
                    <a:pt x="3953" y="5971"/>
                    <a:pt x="4321" y="6217"/>
                    <a:pt x="4538" y="6633"/>
                  </a:cubicBezTo>
                  <a:cubicBezTo>
                    <a:pt x="4860" y="6018"/>
                    <a:pt x="5030" y="5316"/>
                    <a:pt x="5007" y="4607"/>
                  </a:cubicBezTo>
                  <a:cubicBezTo>
                    <a:pt x="4977" y="3998"/>
                    <a:pt x="4591" y="3460"/>
                    <a:pt x="4222" y="2997"/>
                  </a:cubicBezTo>
                  <a:cubicBezTo>
                    <a:pt x="4099" y="2827"/>
                    <a:pt x="4005" y="2628"/>
                    <a:pt x="3953" y="2435"/>
                  </a:cubicBezTo>
                  <a:cubicBezTo>
                    <a:pt x="3906" y="2166"/>
                    <a:pt x="3906" y="1873"/>
                    <a:pt x="3836" y="1604"/>
                  </a:cubicBezTo>
                  <a:cubicBezTo>
                    <a:pt x="3713" y="1264"/>
                    <a:pt x="3467" y="971"/>
                    <a:pt x="3150" y="825"/>
                  </a:cubicBezTo>
                  <a:cubicBezTo>
                    <a:pt x="2858" y="702"/>
                    <a:pt x="2542" y="678"/>
                    <a:pt x="2272" y="579"/>
                  </a:cubicBezTo>
                  <a:cubicBezTo>
                    <a:pt x="1933" y="456"/>
                    <a:pt x="1640" y="239"/>
                    <a:pt x="1294" y="116"/>
                  </a:cubicBezTo>
                  <a:cubicBezTo>
                    <a:pt x="1123" y="43"/>
                    <a:pt x="937" y="0"/>
                    <a:pt x="7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4082;p59">
              <a:extLst>
                <a:ext uri="{FF2B5EF4-FFF2-40B4-BE49-F238E27FC236}">
                  <a16:creationId xmlns:a16="http://schemas.microsoft.com/office/drawing/2014/main" id="{030A0D57-AB47-CAF7-21B4-E18EAC5B4FD1}"/>
                </a:ext>
              </a:extLst>
            </p:cNvPr>
            <p:cNvSpPr/>
            <p:nvPr/>
          </p:nvSpPr>
          <p:spPr>
            <a:xfrm flipH="1">
              <a:off x="1900994" y="4157394"/>
              <a:ext cx="254216" cy="337563"/>
            </a:xfrm>
            <a:custGeom>
              <a:avLst/>
              <a:gdLst/>
              <a:ahLst/>
              <a:cxnLst/>
              <a:rect l="l" t="t" r="r" b="b"/>
              <a:pathLst>
                <a:path w="5054" h="6711" extrusionOk="0">
                  <a:moveTo>
                    <a:pt x="762" y="100"/>
                  </a:moveTo>
                  <a:cubicBezTo>
                    <a:pt x="931" y="100"/>
                    <a:pt x="1101" y="147"/>
                    <a:pt x="1271" y="217"/>
                  </a:cubicBezTo>
                  <a:cubicBezTo>
                    <a:pt x="1611" y="340"/>
                    <a:pt x="1903" y="563"/>
                    <a:pt x="2249" y="686"/>
                  </a:cubicBezTo>
                  <a:cubicBezTo>
                    <a:pt x="2542" y="779"/>
                    <a:pt x="2858" y="803"/>
                    <a:pt x="3127" y="926"/>
                  </a:cubicBezTo>
                  <a:cubicBezTo>
                    <a:pt x="3443" y="1072"/>
                    <a:pt x="3689" y="1341"/>
                    <a:pt x="3783" y="1681"/>
                  </a:cubicBezTo>
                  <a:cubicBezTo>
                    <a:pt x="3859" y="1927"/>
                    <a:pt x="3859" y="2220"/>
                    <a:pt x="3906" y="2489"/>
                  </a:cubicBezTo>
                  <a:cubicBezTo>
                    <a:pt x="3953" y="2706"/>
                    <a:pt x="4052" y="2905"/>
                    <a:pt x="4199" y="3074"/>
                  </a:cubicBezTo>
                  <a:cubicBezTo>
                    <a:pt x="4567" y="3537"/>
                    <a:pt x="4930" y="4052"/>
                    <a:pt x="4954" y="4661"/>
                  </a:cubicBezTo>
                  <a:lnTo>
                    <a:pt x="4954" y="4854"/>
                  </a:lnTo>
                  <a:cubicBezTo>
                    <a:pt x="4954" y="5430"/>
                    <a:pt x="4802" y="6052"/>
                    <a:pt x="4538" y="6594"/>
                  </a:cubicBezTo>
                  <a:lnTo>
                    <a:pt x="4538" y="6594"/>
                  </a:lnTo>
                  <a:cubicBezTo>
                    <a:pt x="4295" y="6186"/>
                    <a:pt x="3957" y="5965"/>
                    <a:pt x="3613" y="5780"/>
                  </a:cubicBezTo>
                  <a:cubicBezTo>
                    <a:pt x="3250" y="5586"/>
                    <a:pt x="2858" y="5317"/>
                    <a:pt x="2711" y="4901"/>
                  </a:cubicBezTo>
                  <a:cubicBezTo>
                    <a:pt x="2664" y="4784"/>
                    <a:pt x="2664" y="4638"/>
                    <a:pt x="2588" y="4491"/>
                  </a:cubicBezTo>
                  <a:cubicBezTo>
                    <a:pt x="2465" y="4269"/>
                    <a:pt x="2225" y="4123"/>
                    <a:pt x="1979" y="4023"/>
                  </a:cubicBezTo>
                  <a:cubicBezTo>
                    <a:pt x="1757" y="3929"/>
                    <a:pt x="1517" y="3853"/>
                    <a:pt x="1347" y="3683"/>
                  </a:cubicBezTo>
                  <a:cubicBezTo>
                    <a:pt x="1201" y="3560"/>
                    <a:pt x="1101" y="3344"/>
                    <a:pt x="1101" y="3145"/>
                  </a:cubicBezTo>
                  <a:lnTo>
                    <a:pt x="1101" y="3074"/>
                  </a:lnTo>
                  <a:lnTo>
                    <a:pt x="1101" y="2735"/>
                  </a:lnTo>
                  <a:cubicBezTo>
                    <a:pt x="1101" y="2659"/>
                    <a:pt x="1101" y="2588"/>
                    <a:pt x="1078" y="2489"/>
                  </a:cubicBezTo>
                  <a:cubicBezTo>
                    <a:pt x="1025" y="2366"/>
                    <a:pt x="955" y="2266"/>
                    <a:pt x="855" y="2196"/>
                  </a:cubicBezTo>
                  <a:cubicBezTo>
                    <a:pt x="762" y="2097"/>
                    <a:pt x="662" y="2026"/>
                    <a:pt x="586" y="1950"/>
                  </a:cubicBezTo>
                  <a:cubicBezTo>
                    <a:pt x="293" y="1681"/>
                    <a:pt x="100" y="1242"/>
                    <a:pt x="100" y="832"/>
                  </a:cubicBezTo>
                  <a:lnTo>
                    <a:pt x="100" y="656"/>
                  </a:lnTo>
                  <a:cubicBezTo>
                    <a:pt x="123" y="463"/>
                    <a:pt x="223" y="317"/>
                    <a:pt x="346" y="217"/>
                  </a:cubicBezTo>
                  <a:cubicBezTo>
                    <a:pt x="440" y="147"/>
                    <a:pt x="586" y="100"/>
                    <a:pt x="762" y="100"/>
                  </a:cubicBezTo>
                  <a:close/>
                  <a:moveTo>
                    <a:pt x="762" y="1"/>
                  </a:moveTo>
                  <a:cubicBezTo>
                    <a:pt x="586" y="1"/>
                    <a:pt x="416" y="47"/>
                    <a:pt x="270" y="147"/>
                  </a:cubicBezTo>
                  <a:cubicBezTo>
                    <a:pt x="147" y="246"/>
                    <a:pt x="53" y="416"/>
                    <a:pt x="0" y="656"/>
                  </a:cubicBezTo>
                  <a:lnTo>
                    <a:pt x="0" y="832"/>
                  </a:lnTo>
                  <a:cubicBezTo>
                    <a:pt x="0" y="1271"/>
                    <a:pt x="199" y="1734"/>
                    <a:pt x="516" y="2026"/>
                  </a:cubicBezTo>
                  <a:cubicBezTo>
                    <a:pt x="615" y="2097"/>
                    <a:pt x="709" y="2173"/>
                    <a:pt x="785" y="2266"/>
                  </a:cubicBezTo>
                  <a:cubicBezTo>
                    <a:pt x="879" y="2343"/>
                    <a:pt x="955" y="2413"/>
                    <a:pt x="978" y="2536"/>
                  </a:cubicBezTo>
                  <a:cubicBezTo>
                    <a:pt x="1002" y="2588"/>
                    <a:pt x="1002" y="2659"/>
                    <a:pt x="1002" y="2735"/>
                  </a:cubicBezTo>
                  <a:lnTo>
                    <a:pt x="1002" y="3074"/>
                  </a:lnTo>
                  <a:lnTo>
                    <a:pt x="1002" y="3145"/>
                  </a:lnTo>
                  <a:cubicBezTo>
                    <a:pt x="1002" y="3391"/>
                    <a:pt x="1125" y="3613"/>
                    <a:pt x="1294" y="3760"/>
                  </a:cubicBezTo>
                  <a:cubicBezTo>
                    <a:pt x="1493" y="3929"/>
                    <a:pt x="1734" y="4023"/>
                    <a:pt x="1956" y="4123"/>
                  </a:cubicBezTo>
                  <a:cubicBezTo>
                    <a:pt x="2173" y="4222"/>
                    <a:pt x="2395" y="4345"/>
                    <a:pt x="2489" y="4538"/>
                  </a:cubicBezTo>
                  <a:cubicBezTo>
                    <a:pt x="2565" y="4661"/>
                    <a:pt x="2565" y="4808"/>
                    <a:pt x="2635" y="4954"/>
                  </a:cubicBezTo>
                  <a:cubicBezTo>
                    <a:pt x="2782" y="5393"/>
                    <a:pt x="3197" y="5662"/>
                    <a:pt x="3590" y="5879"/>
                  </a:cubicBezTo>
                  <a:cubicBezTo>
                    <a:pt x="3929" y="6049"/>
                    <a:pt x="4275" y="6295"/>
                    <a:pt x="4491" y="6710"/>
                  </a:cubicBezTo>
                  <a:lnTo>
                    <a:pt x="4541" y="6699"/>
                  </a:lnTo>
                  <a:lnTo>
                    <a:pt x="4591" y="6710"/>
                  </a:lnTo>
                  <a:cubicBezTo>
                    <a:pt x="4884" y="6148"/>
                    <a:pt x="5053" y="5487"/>
                    <a:pt x="5053" y="4854"/>
                  </a:cubicBezTo>
                  <a:lnTo>
                    <a:pt x="5053" y="4661"/>
                  </a:lnTo>
                  <a:cubicBezTo>
                    <a:pt x="5007" y="4023"/>
                    <a:pt x="4638" y="3490"/>
                    <a:pt x="4275" y="3028"/>
                  </a:cubicBezTo>
                  <a:cubicBezTo>
                    <a:pt x="4152" y="2852"/>
                    <a:pt x="4052" y="2659"/>
                    <a:pt x="4005" y="2466"/>
                  </a:cubicBezTo>
                  <a:cubicBezTo>
                    <a:pt x="3953" y="2196"/>
                    <a:pt x="3953" y="1927"/>
                    <a:pt x="3882" y="1658"/>
                  </a:cubicBezTo>
                  <a:cubicBezTo>
                    <a:pt x="3759" y="1295"/>
                    <a:pt x="3490" y="1002"/>
                    <a:pt x="3174" y="832"/>
                  </a:cubicBezTo>
                  <a:cubicBezTo>
                    <a:pt x="2881" y="709"/>
                    <a:pt x="2565" y="686"/>
                    <a:pt x="2272" y="586"/>
                  </a:cubicBezTo>
                  <a:cubicBezTo>
                    <a:pt x="1956" y="463"/>
                    <a:pt x="1663" y="270"/>
                    <a:pt x="1318" y="123"/>
                  </a:cubicBezTo>
                  <a:cubicBezTo>
                    <a:pt x="1148" y="47"/>
                    <a:pt x="955" y="1"/>
                    <a:pt x="7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4083;p59">
              <a:extLst>
                <a:ext uri="{FF2B5EF4-FFF2-40B4-BE49-F238E27FC236}">
                  <a16:creationId xmlns:a16="http://schemas.microsoft.com/office/drawing/2014/main" id="{CA986071-5A67-D733-7719-2D6FC6294211}"/>
                </a:ext>
              </a:extLst>
            </p:cNvPr>
            <p:cNvSpPr/>
            <p:nvPr/>
          </p:nvSpPr>
          <p:spPr>
            <a:xfrm flipH="1">
              <a:off x="1910703" y="4194214"/>
              <a:ext cx="198886" cy="406172"/>
            </a:xfrm>
            <a:custGeom>
              <a:avLst/>
              <a:gdLst/>
              <a:ahLst/>
              <a:cxnLst/>
              <a:rect l="l" t="t" r="r" b="b"/>
              <a:pathLst>
                <a:path w="3954" h="8075" extrusionOk="0">
                  <a:moveTo>
                    <a:pt x="48" y="0"/>
                  </a:moveTo>
                  <a:lnTo>
                    <a:pt x="1" y="71"/>
                  </a:lnTo>
                  <a:cubicBezTo>
                    <a:pt x="2460" y="1757"/>
                    <a:pt x="3660" y="4977"/>
                    <a:pt x="3854" y="8075"/>
                  </a:cubicBezTo>
                  <a:lnTo>
                    <a:pt x="3953" y="8075"/>
                  </a:lnTo>
                  <a:cubicBezTo>
                    <a:pt x="3754" y="4954"/>
                    <a:pt x="2560" y="1710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4084;p59">
              <a:extLst>
                <a:ext uri="{FF2B5EF4-FFF2-40B4-BE49-F238E27FC236}">
                  <a16:creationId xmlns:a16="http://schemas.microsoft.com/office/drawing/2014/main" id="{902F445F-808D-8077-E004-11A5175B0219}"/>
                </a:ext>
              </a:extLst>
            </p:cNvPr>
            <p:cNvSpPr/>
            <p:nvPr/>
          </p:nvSpPr>
          <p:spPr>
            <a:xfrm flipH="1">
              <a:off x="1978457" y="4332940"/>
              <a:ext cx="117853" cy="18309"/>
            </a:xfrm>
            <a:custGeom>
              <a:avLst/>
              <a:gdLst/>
              <a:ahLst/>
              <a:cxnLst/>
              <a:rect l="l" t="t" r="r" b="b"/>
              <a:pathLst>
                <a:path w="2343" h="364" extrusionOk="0">
                  <a:moveTo>
                    <a:pt x="0" y="0"/>
                  </a:moveTo>
                  <a:lnTo>
                    <a:pt x="0" y="94"/>
                  </a:lnTo>
                  <a:lnTo>
                    <a:pt x="53" y="94"/>
                  </a:lnTo>
                  <a:cubicBezTo>
                    <a:pt x="293" y="94"/>
                    <a:pt x="1394" y="123"/>
                    <a:pt x="2319" y="363"/>
                  </a:cubicBezTo>
                  <a:lnTo>
                    <a:pt x="2342" y="270"/>
                  </a:lnTo>
                  <a:cubicBezTo>
                    <a:pt x="1271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4085;p59">
              <a:extLst>
                <a:ext uri="{FF2B5EF4-FFF2-40B4-BE49-F238E27FC236}">
                  <a16:creationId xmlns:a16="http://schemas.microsoft.com/office/drawing/2014/main" id="{79F7AEA3-927F-B6EA-47E8-28704987217A}"/>
                </a:ext>
              </a:extLst>
            </p:cNvPr>
            <p:cNvSpPr/>
            <p:nvPr/>
          </p:nvSpPr>
          <p:spPr>
            <a:xfrm flipH="1">
              <a:off x="1993195" y="4205129"/>
              <a:ext cx="109000" cy="113125"/>
            </a:xfrm>
            <a:custGeom>
              <a:avLst/>
              <a:gdLst/>
              <a:ahLst/>
              <a:cxnLst/>
              <a:rect l="l" t="t" r="r" b="b"/>
              <a:pathLst>
                <a:path w="2167" h="2249" extrusionOk="0">
                  <a:moveTo>
                    <a:pt x="1997" y="0"/>
                  </a:moveTo>
                  <a:lnTo>
                    <a:pt x="1903" y="29"/>
                  </a:lnTo>
                  <a:cubicBezTo>
                    <a:pt x="2050" y="515"/>
                    <a:pt x="2073" y="1077"/>
                    <a:pt x="2073" y="1493"/>
                  </a:cubicBezTo>
                  <a:cubicBezTo>
                    <a:pt x="2073" y="1686"/>
                    <a:pt x="2073" y="1856"/>
                    <a:pt x="2050" y="1979"/>
                  </a:cubicBezTo>
                  <a:lnTo>
                    <a:pt x="2050" y="2125"/>
                  </a:lnTo>
                  <a:lnTo>
                    <a:pt x="2050" y="2139"/>
                  </a:lnTo>
                  <a:lnTo>
                    <a:pt x="2050" y="2139"/>
                  </a:lnTo>
                  <a:cubicBezTo>
                    <a:pt x="1845" y="2095"/>
                    <a:pt x="993" y="1925"/>
                    <a:pt x="0" y="1880"/>
                  </a:cubicBezTo>
                  <a:lnTo>
                    <a:pt x="0" y="1979"/>
                  </a:lnTo>
                  <a:cubicBezTo>
                    <a:pt x="557" y="2002"/>
                    <a:pt x="1072" y="2079"/>
                    <a:pt x="1464" y="2125"/>
                  </a:cubicBezTo>
                  <a:cubicBezTo>
                    <a:pt x="1657" y="2149"/>
                    <a:pt x="1804" y="2172"/>
                    <a:pt x="1903" y="2196"/>
                  </a:cubicBezTo>
                  <a:cubicBezTo>
                    <a:pt x="1974" y="2225"/>
                    <a:pt x="1997" y="2225"/>
                    <a:pt x="2020" y="2225"/>
                  </a:cubicBezTo>
                  <a:lnTo>
                    <a:pt x="2073" y="2248"/>
                  </a:lnTo>
                  <a:cubicBezTo>
                    <a:pt x="2096" y="2248"/>
                    <a:pt x="2096" y="2248"/>
                    <a:pt x="2120" y="2225"/>
                  </a:cubicBezTo>
                  <a:cubicBezTo>
                    <a:pt x="2120" y="2225"/>
                    <a:pt x="2143" y="2225"/>
                    <a:pt x="2143" y="2196"/>
                  </a:cubicBezTo>
                  <a:cubicBezTo>
                    <a:pt x="2143" y="2196"/>
                    <a:pt x="2167" y="1903"/>
                    <a:pt x="2167" y="1493"/>
                  </a:cubicBezTo>
                  <a:cubicBezTo>
                    <a:pt x="2167" y="1054"/>
                    <a:pt x="2143" y="515"/>
                    <a:pt x="19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4086;p59">
              <a:extLst>
                <a:ext uri="{FF2B5EF4-FFF2-40B4-BE49-F238E27FC236}">
                  <a16:creationId xmlns:a16="http://schemas.microsoft.com/office/drawing/2014/main" id="{7A10D93D-D81C-0FED-4BED-7C4250EB115B}"/>
                </a:ext>
              </a:extLst>
            </p:cNvPr>
            <p:cNvSpPr/>
            <p:nvPr/>
          </p:nvSpPr>
          <p:spPr>
            <a:xfrm flipH="1">
              <a:off x="2053253" y="4234554"/>
              <a:ext cx="89584" cy="10060"/>
            </a:xfrm>
            <a:custGeom>
              <a:avLst/>
              <a:gdLst/>
              <a:ahLst/>
              <a:cxnLst/>
              <a:rect l="l" t="t" r="r" b="b"/>
              <a:pathLst>
                <a:path w="1781" h="200" extrusionOk="0">
                  <a:moveTo>
                    <a:pt x="340" y="1"/>
                  </a:moveTo>
                  <a:cubicBezTo>
                    <a:pt x="147" y="1"/>
                    <a:pt x="0" y="30"/>
                    <a:pt x="0" y="30"/>
                  </a:cubicBezTo>
                  <a:lnTo>
                    <a:pt x="24" y="124"/>
                  </a:lnTo>
                  <a:cubicBezTo>
                    <a:pt x="24" y="124"/>
                    <a:pt x="47" y="124"/>
                    <a:pt x="100" y="100"/>
                  </a:cubicBezTo>
                  <a:lnTo>
                    <a:pt x="340" y="100"/>
                  </a:lnTo>
                  <a:cubicBezTo>
                    <a:pt x="709" y="100"/>
                    <a:pt x="1318" y="124"/>
                    <a:pt x="1757" y="200"/>
                  </a:cubicBezTo>
                  <a:lnTo>
                    <a:pt x="1780" y="100"/>
                  </a:lnTo>
                  <a:cubicBezTo>
                    <a:pt x="1318" y="30"/>
                    <a:pt x="709" y="1"/>
                    <a:pt x="3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4087;p59">
              <a:extLst>
                <a:ext uri="{FF2B5EF4-FFF2-40B4-BE49-F238E27FC236}">
                  <a16:creationId xmlns:a16="http://schemas.microsoft.com/office/drawing/2014/main" id="{20D3FBD2-95BB-B42E-0B39-D9A155B141E5}"/>
                </a:ext>
              </a:extLst>
            </p:cNvPr>
            <p:cNvSpPr/>
            <p:nvPr/>
          </p:nvSpPr>
          <p:spPr>
            <a:xfrm flipH="1">
              <a:off x="1934294" y="4291091"/>
              <a:ext cx="88377" cy="125247"/>
            </a:xfrm>
            <a:custGeom>
              <a:avLst/>
              <a:gdLst/>
              <a:ahLst/>
              <a:cxnLst/>
              <a:rect l="l" t="t" r="r" b="b"/>
              <a:pathLst>
                <a:path w="1757" h="2490" extrusionOk="0">
                  <a:moveTo>
                    <a:pt x="1663" y="1"/>
                  </a:moveTo>
                  <a:lnTo>
                    <a:pt x="1564" y="24"/>
                  </a:lnTo>
                  <a:cubicBezTo>
                    <a:pt x="1640" y="293"/>
                    <a:pt x="1663" y="563"/>
                    <a:pt x="1663" y="832"/>
                  </a:cubicBezTo>
                  <a:cubicBezTo>
                    <a:pt x="1663" y="1271"/>
                    <a:pt x="1587" y="1687"/>
                    <a:pt x="1517" y="1950"/>
                  </a:cubicBezTo>
                  <a:cubicBezTo>
                    <a:pt x="1493" y="2097"/>
                    <a:pt x="1464" y="2220"/>
                    <a:pt x="1441" y="2319"/>
                  </a:cubicBezTo>
                  <a:cubicBezTo>
                    <a:pt x="1417" y="2343"/>
                    <a:pt x="1417" y="2390"/>
                    <a:pt x="1394" y="2390"/>
                  </a:cubicBezTo>
                  <a:lnTo>
                    <a:pt x="1394" y="2391"/>
                  </a:lnTo>
                  <a:lnTo>
                    <a:pt x="1394" y="2391"/>
                  </a:lnTo>
                  <a:cubicBezTo>
                    <a:pt x="752" y="2144"/>
                    <a:pt x="0" y="2073"/>
                    <a:pt x="0" y="2073"/>
                  </a:cubicBezTo>
                  <a:lnTo>
                    <a:pt x="0" y="2173"/>
                  </a:lnTo>
                  <a:lnTo>
                    <a:pt x="29" y="2196"/>
                  </a:lnTo>
                  <a:cubicBezTo>
                    <a:pt x="199" y="2196"/>
                    <a:pt x="878" y="2273"/>
                    <a:pt x="1417" y="2489"/>
                  </a:cubicBezTo>
                  <a:lnTo>
                    <a:pt x="1464" y="2489"/>
                  </a:lnTo>
                  <a:lnTo>
                    <a:pt x="1493" y="2466"/>
                  </a:lnTo>
                  <a:cubicBezTo>
                    <a:pt x="1493" y="2466"/>
                    <a:pt x="1757" y="1734"/>
                    <a:pt x="1757" y="832"/>
                  </a:cubicBezTo>
                  <a:cubicBezTo>
                    <a:pt x="1757" y="563"/>
                    <a:pt x="1733" y="270"/>
                    <a:pt x="16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4088;p59">
              <a:extLst>
                <a:ext uri="{FF2B5EF4-FFF2-40B4-BE49-F238E27FC236}">
                  <a16:creationId xmlns:a16="http://schemas.microsoft.com/office/drawing/2014/main" id="{50AEDEB7-F198-82C9-6192-4146069634DD}"/>
                </a:ext>
              </a:extLst>
            </p:cNvPr>
            <p:cNvSpPr/>
            <p:nvPr/>
          </p:nvSpPr>
          <p:spPr>
            <a:xfrm flipH="1">
              <a:off x="1779672" y="3922947"/>
              <a:ext cx="272475" cy="501893"/>
            </a:xfrm>
            <a:custGeom>
              <a:avLst/>
              <a:gdLst/>
              <a:ahLst/>
              <a:cxnLst/>
              <a:rect l="l" t="t" r="r" b="b"/>
              <a:pathLst>
                <a:path w="5417" h="9978" extrusionOk="0">
                  <a:moveTo>
                    <a:pt x="1347" y="1"/>
                  </a:moveTo>
                  <a:cubicBezTo>
                    <a:pt x="709" y="24"/>
                    <a:pt x="1" y="487"/>
                    <a:pt x="1" y="1148"/>
                  </a:cubicBezTo>
                  <a:cubicBezTo>
                    <a:pt x="1" y="1658"/>
                    <a:pt x="440" y="2050"/>
                    <a:pt x="639" y="2513"/>
                  </a:cubicBezTo>
                  <a:cubicBezTo>
                    <a:pt x="809" y="2928"/>
                    <a:pt x="832" y="3414"/>
                    <a:pt x="662" y="3830"/>
                  </a:cubicBezTo>
                  <a:cubicBezTo>
                    <a:pt x="469" y="4345"/>
                    <a:pt x="30" y="4855"/>
                    <a:pt x="223" y="5347"/>
                  </a:cubicBezTo>
                  <a:cubicBezTo>
                    <a:pt x="393" y="5833"/>
                    <a:pt x="1271" y="6172"/>
                    <a:pt x="1564" y="6541"/>
                  </a:cubicBezTo>
                  <a:cubicBezTo>
                    <a:pt x="2150" y="7249"/>
                    <a:pt x="1172" y="7952"/>
                    <a:pt x="2050" y="8491"/>
                  </a:cubicBezTo>
                  <a:cubicBezTo>
                    <a:pt x="2489" y="8737"/>
                    <a:pt x="3543" y="8977"/>
                    <a:pt x="3807" y="9978"/>
                  </a:cubicBezTo>
                  <a:cubicBezTo>
                    <a:pt x="4568" y="9416"/>
                    <a:pt x="5270" y="8538"/>
                    <a:pt x="5370" y="7612"/>
                  </a:cubicBezTo>
                  <a:cubicBezTo>
                    <a:pt x="5417" y="7197"/>
                    <a:pt x="5370" y="6781"/>
                    <a:pt x="5224" y="6395"/>
                  </a:cubicBezTo>
                  <a:cubicBezTo>
                    <a:pt x="5101" y="5979"/>
                    <a:pt x="4808" y="5639"/>
                    <a:pt x="4714" y="5224"/>
                  </a:cubicBezTo>
                  <a:cubicBezTo>
                    <a:pt x="4538" y="4492"/>
                    <a:pt x="5124" y="3660"/>
                    <a:pt x="4661" y="2975"/>
                  </a:cubicBezTo>
                  <a:cubicBezTo>
                    <a:pt x="4492" y="2735"/>
                    <a:pt x="4222" y="2589"/>
                    <a:pt x="4006" y="2366"/>
                  </a:cubicBezTo>
                  <a:cubicBezTo>
                    <a:pt x="3543" y="1904"/>
                    <a:pt x="3543" y="1195"/>
                    <a:pt x="3127" y="733"/>
                  </a:cubicBezTo>
                  <a:cubicBezTo>
                    <a:pt x="2712" y="270"/>
                    <a:pt x="1956" y="1"/>
                    <a:pt x="1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4089;p59">
              <a:extLst>
                <a:ext uri="{FF2B5EF4-FFF2-40B4-BE49-F238E27FC236}">
                  <a16:creationId xmlns:a16="http://schemas.microsoft.com/office/drawing/2014/main" id="{4AA18021-11FD-0A13-5AD6-699C885C1B59}"/>
                </a:ext>
              </a:extLst>
            </p:cNvPr>
            <p:cNvSpPr/>
            <p:nvPr/>
          </p:nvSpPr>
          <p:spPr>
            <a:xfrm flipH="1">
              <a:off x="1778213" y="3920633"/>
              <a:ext cx="276298" cy="506873"/>
            </a:xfrm>
            <a:custGeom>
              <a:avLst/>
              <a:gdLst/>
              <a:ahLst/>
              <a:cxnLst/>
              <a:rect l="l" t="t" r="r" b="b"/>
              <a:pathLst>
                <a:path w="5493" h="10077" extrusionOk="0">
                  <a:moveTo>
                    <a:pt x="1465" y="94"/>
                  </a:moveTo>
                  <a:cubicBezTo>
                    <a:pt x="2050" y="94"/>
                    <a:pt x="2759" y="386"/>
                    <a:pt x="3151" y="802"/>
                  </a:cubicBezTo>
                  <a:cubicBezTo>
                    <a:pt x="3344" y="1025"/>
                    <a:pt x="3444" y="1317"/>
                    <a:pt x="3537" y="1610"/>
                  </a:cubicBezTo>
                  <a:cubicBezTo>
                    <a:pt x="3660" y="1903"/>
                    <a:pt x="3783" y="2219"/>
                    <a:pt x="4029" y="2465"/>
                  </a:cubicBezTo>
                  <a:cubicBezTo>
                    <a:pt x="4246" y="2658"/>
                    <a:pt x="4515" y="2805"/>
                    <a:pt x="4662" y="3051"/>
                  </a:cubicBezTo>
                  <a:cubicBezTo>
                    <a:pt x="4808" y="3244"/>
                    <a:pt x="4831" y="3460"/>
                    <a:pt x="4831" y="3683"/>
                  </a:cubicBezTo>
                  <a:cubicBezTo>
                    <a:pt x="4831" y="4099"/>
                    <a:pt x="4685" y="4538"/>
                    <a:pt x="4685" y="4977"/>
                  </a:cubicBezTo>
                  <a:cubicBezTo>
                    <a:pt x="4685" y="5071"/>
                    <a:pt x="4685" y="5193"/>
                    <a:pt x="4708" y="5293"/>
                  </a:cubicBezTo>
                  <a:cubicBezTo>
                    <a:pt x="4761" y="5510"/>
                    <a:pt x="4855" y="5685"/>
                    <a:pt x="4954" y="5879"/>
                  </a:cubicBezTo>
                  <a:cubicBezTo>
                    <a:pt x="5054" y="6072"/>
                    <a:pt x="5171" y="6271"/>
                    <a:pt x="5224" y="6441"/>
                  </a:cubicBezTo>
                  <a:cubicBezTo>
                    <a:pt x="5347" y="6733"/>
                    <a:pt x="5393" y="7050"/>
                    <a:pt x="5393" y="7366"/>
                  </a:cubicBezTo>
                  <a:cubicBezTo>
                    <a:pt x="5393" y="7465"/>
                    <a:pt x="5370" y="7559"/>
                    <a:pt x="5370" y="7658"/>
                  </a:cubicBezTo>
                  <a:cubicBezTo>
                    <a:pt x="5273" y="8536"/>
                    <a:pt x="4599" y="9392"/>
                    <a:pt x="3888" y="9955"/>
                  </a:cubicBezTo>
                  <a:lnTo>
                    <a:pt x="3888" y="9955"/>
                  </a:lnTo>
                  <a:cubicBezTo>
                    <a:pt x="3752" y="9483"/>
                    <a:pt x="3427" y="9159"/>
                    <a:pt x="3075" y="8952"/>
                  </a:cubicBezTo>
                  <a:cubicBezTo>
                    <a:pt x="2712" y="8730"/>
                    <a:pt x="2343" y="8613"/>
                    <a:pt x="2126" y="8490"/>
                  </a:cubicBezTo>
                  <a:cubicBezTo>
                    <a:pt x="1980" y="8390"/>
                    <a:pt x="1880" y="8291"/>
                    <a:pt x="1834" y="8221"/>
                  </a:cubicBezTo>
                  <a:cubicBezTo>
                    <a:pt x="1781" y="8121"/>
                    <a:pt x="1757" y="8027"/>
                    <a:pt x="1757" y="7904"/>
                  </a:cubicBezTo>
                  <a:cubicBezTo>
                    <a:pt x="1757" y="7682"/>
                    <a:pt x="1857" y="7413"/>
                    <a:pt x="1857" y="7120"/>
                  </a:cubicBezTo>
                  <a:cubicBezTo>
                    <a:pt x="1857" y="6950"/>
                    <a:pt x="1804" y="6733"/>
                    <a:pt x="1658" y="6564"/>
                  </a:cubicBezTo>
                  <a:cubicBezTo>
                    <a:pt x="1488" y="6341"/>
                    <a:pt x="1195" y="6171"/>
                    <a:pt x="926" y="6002"/>
                  </a:cubicBezTo>
                  <a:cubicBezTo>
                    <a:pt x="780" y="5902"/>
                    <a:pt x="662" y="5802"/>
                    <a:pt x="540" y="5709"/>
                  </a:cubicBezTo>
                  <a:cubicBezTo>
                    <a:pt x="440" y="5586"/>
                    <a:pt x="340" y="5486"/>
                    <a:pt x="317" y="5393"/>
                  </a:cubicBezTo>
                  <a:cubicBezTo>
                    <a:pt x="270" y="5293"/>
                    <a:pt x="270" y="5217"/>
                    <a:pt x="270" y="5147"/>
                  </a:cubicBezTo>
                  <a:cubicBezTo>
                    <a:pt x="270" y="4953"/>
                    <a:pt x="340" y="4731"/>
                    <a:pt x="440" y="4538"/>
                  </a:cubicBezTo>
                  <a:cubicBezTo>
                    <a:pt x="540" y="4315"/>
                    <a:pt x="662" y="4122"/>
                    <a:pt x="756" y="3900"/>
                  </a:cubicBezTo>
                  <a:cubicBezTo>
                    <a:pt x="832" y="3706"/>
                    <a:pt x="879" y="3490"/>
                    <a:pt x="879" y="3267"/>
                  </a:cubicBezTo>
                  <a:cubicBezTo>
                    <a:pt x="879" y="3021"/>
                    <a:pt x="832" y="2781"/>
                    <a:pt x="733" y="2559"/>
                  </a:cubicBezTo>
                  <a:cubicBezTo>
                    <a:pt x="610" y="2319"/>
                    <a:pt x="463" y="2096"/>
                    <a:pt x="340" y="1880"/>
                  </a:cubicBezTo>
                  <a:cubicBezTo>
                    <a:pt x="194" y="1657"/>
                    <a:pt x="100" y="1440"/>
                    <a:pt x="100" y="1194"/>
                  </a:cubicBezTo>
                  <a:cubicBezTo>
                    <a:pt x="100" y="878"/>
                    <a:pt x="270" y="609"/>
                    <a:pt x="516" y="416"/>
                  </a:cubicBezTo>
                  <a:cubicBezTo>
                    <a:pt x="756" y="240"/>
                    <a:pt x="1072" y="123"/>
                    <a:pt x="1394" y="94"/>
                  </a:cubicBezTo>
                  <a:close/>
                  <a:moveTo>
                    <a:pt x="1394" y="0"/>
                  </a:moveTo>
                  <a:cubicBezTo>
                    <a:pt x="1049" y="23"/>
                    <a:pt x="709" y="146"/>
                    <a:pt x="463" y="340"/>
                  </a:cubicBezTo>
                  <a:cubicBezTo>
                    <a:pt x="194" y="562"/>
                    <a:pt x="1" y="855"/>
                    <a:pt x="1" y="1194"/>
                  </a:cubicBezTo>
                  <a:cubicBezTo>
                    <a:pt x="1" y="1464"/>
                    <a:pt x="124" y="1680"/>
                    <a:pt x="247" y="1926"/>
                  </a:cubicBezTo>
                  <a:cubicBezTo>
                    <a:pt x="393" y="2143"/>
                    <a:pt x="540" y="2365"/>
                    <a:pt x="633" y="2582"/>
                  </a:cubicBezTo>
                  <a:cubicBezTo>
                    <a:pt x="733" y="2805"/>
                    <a:pt x="780" y="3021"/>
                    <a:pt x="780" y="3267"/>
                  </a:cubicBezTo>
                  <a:cubicBezTo>
                    <a:pt x="780" y="3460"/>
                    <a:pt x="733" y="3683"/>
                    <a:pt x="662" y="3853"/>
                  </a:cubicBezTo>
                  <a:cubicBezTo>
                    <a:pt x="586" y="4075"/>
                    <a:pt x="463" y="4268"/>
                    <a:pt x="370" y="4485"/>
                  </a:cubicBezTo>
                  <a:cubicBezTo>
                    <a:pt x="247" y="4708"/>
                    <a:pt x="171" y="4901"/>
                    <a:pt x="171" y="5147"/>
                  </a:cubicBezTo>
                  <a:cubicBezTo>
                    <a:pt x="171" y="5217"/>
                    <a:pt x="194" y="5316"/>
                    <a:pt x="223" y="5416"/>
                  </a:cubicBezTo>
                  <a:cubicBezTo>
                    <a:pt x="270" y="5539"/>
                    <a:pt x="370" y="5656"/>
                    <a:pt x="487" y="5779"/>
                  </a:cubicBezTo>
                  <a:cubicBezTo>
                    <a:pt x="662" y="5925"/>
                    <a:pt x="879" y="6072"/>
                    <a:pt x="1072" y="6218"/>
                  </a:cubicBezTo>
                  <a:cubicBezTo>
                    <a:pt x="1295" y="6341"/>
                    <a:pt x="1465" y="6487"/>
                    <a:pt x="1588" y="6610"/>
                  </a:cubicBezTo>
                  <a:cubicBezTo>
                    <a:pt x="1711" y="6780"/>
                    <a:pt x="1757" y="6950"/>
                    <a:pt x="1757" y="7120"/>
                  </a:cubicBezTo>
                  <a:cubicBezTo>
                    <a:pt x="1757" y="7389"/>
                    <a:pt x="1658" y="7658"/>
                    <a:pt x="1658" y="7904"/>
                  </a:cubicBezTo>
                  <a:cubicBezTo>
                    <a:pt x="1658" y="8027"/>
                    <a:pt x="1687" y="8144"/>
                    <a:pt x="1757" y="8267"/>
                  </a:cubicBezTo>
                  <a:cubicBezTo>
                    <a:pt x="1804" y="8367"/>
                    <a:pt x="1927" y="8467"/>
                    <a:pt x="2074" y="8560"/>
                  </a:cubicBezTo>
                  <a:cubicBezTo>
                    <a:pt x="2319" y="8707"/>
                    <a:pt x="2683" y="8830"/>
                    <a:pt x="3028" y="9052"/>
                  </a:cubicBezTo>
                  <a:cubicBezTo>
                    <a:pt x="3368" y="9245"/>
                    <a:pt x="3684" y="9561"/>
                    <a:pt x="3807" y="10047"/>
                  </a:cubicBezTo>
                  <a:lnTo>
                    <a:pt x="3855" y="10036"/>
                  </a:lnTo>
                  <a:lnTo>
                    <a:pt x="3883" y="10077"/>
                  </a:lnTo>
                  <a:cubicBezTo>
                    <a:pt x="4638" y="9491"/>
                    <a:pt x="5370" y="8613"/>
                    <a:pt x="5464" y="7658"/>
                  </a:cubicBezTo>
                  <a:cubicBezTo>
                    <a:pt x="5464" y="7559"/>
                    <a:pt x="5493" y="7465"/>
                    <a:pt x="5493" y="7366"/>
                  </a:cubicBezTo>
                  <a:cubicBezTo>
                    <a:pt x="5493" y="7050"/>
                    <a:pt x="5417" y="6733"/>
                    <a:pt x="5317" y="6417"/>
                  </a:cubicBezTo>
                  <a:cubicBezTo>
                    <a:pt x="5247" y="6218"/>
                    <a:pt x="5148" y="6025"/>
                    <a:pt x="5054" y="5832"/>
                  </a:cubicBezTo>
                  <a:cubicBezTo>
                    <a:pt x="4954" y="5656"/>
                    <a:pt x="4855" y="5463"/>
                    <a:pt x="4808" y="5270"/>
                  </a:cubicBezTo>
                  <a:cubicBezTo>
                    <a:pt x="4785" y="5170"/>
                    <a:pt x="4785" y="5071"/>
                    <a:pt x="4785" y="4977"/>
                  </a:cubicBezTo>
                  <a:cubicBezTo>
                    <a:pt x="4785" y="4561"/>
                    <a:pt x="4931" y="4122"/>
                    <a:pt x="4931" y="3683"/>
                  </a:cubicBezTo>
                  <a:cubicBezTo>
                    <a:pt x="4931" y="3437"/>
                    <a:pt x="4878" y="3220"/>
                    <a:pt x="4732" y="2998"/>
                  </a:cubicBezTo>
                  <a:cubicBezTo>
                    <a:pt x="4562" y="2728"/>
                    <a:pt x="4293" y="2582"/>
                    <a:pt x="4099" y="2389"/>
                  </a:cubicBezTo>
                  <a:cubicBezTo>
                    <a:pt x="3854" y="2172"/>
                    <a:pt x="3760" y="1880"/>
                    <a:pt x="3637" y="1587"/>
                  </a:cubicBezTo>
                  <a:cubicBezTo>
                    <a:pt x="3537" y="1294"/>
                    <a:pt x="3444" y="1001"/>
                    <a:pt x="3221" y="755"/>
                  </a:cubicBezTo>
                  <a:cubicBezTo>
                    <a:pt x="2805" y="293"/>
                    <a:pt x="2074" y="0"/>
                    <a:pt x="14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4090;p59">
              <a:extLst>
                <a:ext uri="{FF2B5EF4-FFF2-40B4-BE49-F238E27FC236}">
                  <a16:creationId xmlns:a16="http://schemas.microsoft.com/office/drawing/2014/main" id="{1C9445BB-1E58-7498-FF74-C7DA315F1DC8}"/>
                </a:ext>
              </a:extLst>
            </p:cNvPr>
            <p:cNvSpPr/>
            <p:nvPr/>
          </p:nvSpPr>
          <p:spPr>
            <a:xfrm flipH="1">
              <a:off x="1894809" y="4138834"/>
              <a:ext cx="137621" cy="68961"/>
            </a:xfrm>
            <a:custGeom>
              <a:avLst/>
              <a:gdLst/>
              <a:ahLst/>
              <a:cxnLst/>
              <a:rect l="l" t="t" r="r" b="b"/>
              <a:pathLst>
                <a:path w="2736" h="1371" extrusionOk="0">
                  <a:moveTo>
                    <a:pt x="48" y="1"/>
                  </a:moveTo>
                  <a:lnTo>
                    <a:pt x="1" y="100"/>
                  </a:lnTo>
                  <a:cubicBezTo>
                    <a:pt x="1" y="100"/>
                    <a:pt x="48" y="100"/>
                    <a:pt x="101" y="124"/>
                  </a:cubicBezTo>
                  <a:cubicBezTo>
                    <a:pt x="270" y="200"/>
                    <a:pt x="733" y="370"/>
                    <a:pt x="1248" y="586"/>
                  </a:cubicBezTo>
                  <a:cubicBezTo>
                    <a:pt x="1758" y="832"/>
                    <a:pt x="2320" y="1101"/>
                    <a:pt x="2683" y="1371"/>
                  </a:cubicBezTo>
                  <a:lnTo>
                    <a:pt x="2735" y="1295"/>
                  </a:lnTo>
                  <a:cubicBezTo>
                    <a:pt x="2320" y="978"/>
                    <a:pt x="1635" y="662"/>
                    <a:pt x="1072" y="416"/>
                  </a:cubicBezTo>
                  <a:cubicBezTo>
                    <a:pt x="516" y="176"/>
                    <a:pt x="48" y="1"/>
                    <a:pt x="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4091;p59">
              <a:extLst>
                <a:ext uri="{FF2B5EF4-FFF2-40B4-BE49-F238E27FC236}">
                  <a16:creationId xmlns:a16="http://schemas.microsoft.com/office/drawing/2014/main" id="{A2ECA7FE-E615-3577-7837-20E2927D6CD5}"/>
                </a:ext>
              </a:extLst>
            </p:cNvPr>
            <p:cNvSpPr/>
            <p:nvPr/>
          </p:nvSpPr>
          <p:spPr>
            <a:xfrm flipH="1">
              <a:off x="1910704" y="4094670"/>
              <a:ext cx="104624" cy="53067"/>
            </a:xfrm>
            <a:custGeom>
              <a:avLst/>
              <a:gdLst/>
              <a:ahLst/>
              <a:cxnLst/>
              <a:rect l="l" t="t" r="r" b="b"/>
              <a:pathLst>
                <a:path w="2080" h="1055" extrusionOk="0">
                  <a:moveTo>
                    <a:pt x="53" y="0"/>
                  </a:moveTo>
                  <a:lnTo>
                    <a:pt x="1" y="100"/>
                  </a:lnTo>
                  <a:cubicBezTo>
                    <a:pt x="1" y="100"/>
                    <a:pt x="100" y="123"/>
                    <a:pt x="247" y="199"/>
                  </a:cubicBezTo>
                  <a:cubicBezTo>
                    <a:pt x="469" y="270"/>
                    <a:pt x="832" y="416"/>
                    <a:pt x="1172" y="562"/>
                  </a:cubicBezTo>
                  <a:cubicBezTo>
                    <a:pt x="1517" y="732"/>
                    <a:pt x="1833" y="908"/>
                    <a:pt x="2026" y="1054"/>
                  </a:cubicBezTo>
                  <a:lnTo>
                    <a:pt x="2079" y="955"/>
                  </a:lnTo>
                  <a:cubicBezTo>
                    <a:pt x="1810" y="762"/>
                    <a:pt x="1318" y="516"/>
                    <a:pt x="855" y="346"/>
                  </a:cubicBezTo>
                  <a:cubicBezTo>
                    <a:pt x="416" y="147"/>
                    <a:pt x="53" y="0"/>
                    <a:pt x="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4092;p59">
              <a:extLst>
                <a:ext uri="{FF2B5EF4-FFF2-40B4-BE49-F238E27FC236}">
                  <a16:creationId xmlns:a16="http://schemas.microsoft.com/office/drawing/2014/main" id="{9E949002-52A1-DF8F-6D9A-8614E8644B82}"/>
                </a:ext>
              </a:extLst>
            </p:cNvPr>
            <p:cNvSpPr/>
            <p:nvPr/>
          </p:nvSpPr>
          <p:spPr>
            <a:xfrm flipH="1">
              <a:off x="1876551" y="3985671"/>
              <a:ext cx="50401" cy="116394"/>
            </a:xfrm>
            <a:custGeom>
              <a:avLst/>
              <a:gdLst/>
              <a:ahLst/>
              <a:cxnLst/>
              <a:rect l="l" t="t" r="r" b="b"/>
              <a:pathLst>
                <a:path w="1002" h="2314" extrusionOk="0">
                  <a:moveTo>
                    <a:pt x="908" y="1"/>
                  </a:moveTo>
                  <a:cubicBezTo>
                    <a:pt x="908" y="1"/>
                    <a:pt x="147" y="1172"/>
                    <a:pt x="0" y="2314"/>
                  </a:cubicBezTo>
                  <a:lnTo>
                    <a:pt x="100" y="2314"/>
                  </a:lnTo>
                  <a:cubicBezTo>
                    <a:pt x="176" y="1758"/>
                    <a:pt x="392" y="1195"/>
                    <a:pt x="586" y="756"/>
                  </a:cubicBezTo>
                  <a:cubicBezTo>
                    <a:pt x="709" y="557"/>
                    <a:pt x="808" y="364"/>
                    <a:pt x="878" y="241"/>
                  </a:cubicBezTo>
                  <a:cubicBezTo>
                    <a:pt x="908" y="171"/>
                    <a:pt x="931" y="118"/>
                    <a:pt x="955" y="95"/>
                  </a:cubicBezTo>
                  <a:lnTo>
                    <a:pt x="1001" y="48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4093;p59">
              <a:extLst>
                <a:ext uri="{FF2B5EF4-FFF2-40B4-BE49-F238E27FC236}">
                  <a16:creationId xmlns:a16="http://schemas.microsoft.com/office/drawing/2014/main" id="{24F8E437-C46D-D92B-0D65-CF39526B4CC7}"/>
                </a:ext>
              </a:extLst>
            </p:cNvPr>
            <p:cNvSpPr/>
            <p:nvPr/>
          </p:nvSpPr>
          <p:spPr>
            <a:xfrm flipH="1">
              <a:off x="1940179" y="4021032"/>
              <a:ext cx="94564" cy="34506"/>
            </a:xfrm>
            <a:custGeom>
              <a:avLst/>
              <a:gdLst/>
              <a:ahLst/>
              <a:cxnLst/>
              <a:rect l="l" t="t" r="r" b="b"/>
              <a:pathLst>
                <a:path w="1880" h="686" extrusionOk="0">
                  <a:moveTo>
                    <a:pt x="0" y="1"/>
                  </a:moveTo>
                  <a:lnTo>
                    <a:pt x="0" y="100"/>
                  </a:lnTo>
                  <a:lnTo>
                    <a:pt x="47" y="124"/>
                  </a:lnTo>
                  <a:cubicBezTo>
                    <a:pt x="170" y="147"/>
                    <a:pt x="486" y="200"/>
                    <a:pt x="855" y="293"/>
                  </a:cubicBezTo>
                  <a:cubicBezTo>
                    <a:pt x="1195" y="393"/>
                    <a:pt x="1587" y="539"/>
                    <a:pt x="1827" y="686"/>
                  </a:cubicBezTo>
                  <a:lnTo>
                    <a:pt x="1880" y="615"/>
                  </a:lnTo>
                  <a:cubicBezTo>
                    <a:pt x="1587" y="416"/>
                    <a:pt x="1118" y="270"/>
                    <a:pt x="732" y="176"/>
                  </a:cubicBezTo>
                  <a:cubicBezTo>
                    <a:pt x="316" y="77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4094;p59">
              <a:extLst>
                <a:ext uri="{FF2B5EF4-FFF2-40B4-BE49-F238E27FC236}">
                  <a16:creationId xmlns:a16="http://schemas.microsoft.com/office/drawing/2014/main" id="{C1A214F9-CEA5-70B9-73C4-A354549DDDDC}"/>
                </a:ext>
              </a:extLst>
            </p:cNvPr>
            <p:cNvSpPr/>
            <p:nvPr/>
          </p:nvSpPr>
          <p:spPr>
            <a:xfrm flipH="1">
              <a:off x="1845917" y="3929134"/>
              <a:ext cx="169410" cy="663910"/>
            </a:xfrm>
            <a:custGeom>
              <a:avLst/>
              <a:gdLst/>
              <a:ahLst/>
              <a:cxnLst/>
              <a:rect l="l" t="t" r="r" b="b"/>
              <a:pathLst>
                <a:path w="3368" h="13199" extrusionOk="0">
                  <a:moveTo>
                    <a:pt x="53" y="1"/>
                  </a:moveTo>
                  <a:lnTo>
                    <a:pt x="1" y="71"/>
                  </a:lnTo>
                  <a:cubicBezTo>
                    <a:pt x="77" y="124"/>
                    <a:pt x="709" y="686"/>
                    <a:pt x="1148" y="1734"/>
                  </a:cubicBezTo>
                  <a:cubicBezTo>
                    <a:pt x="2665" y="5540"/>
                    <a:pt x="3004" y="9029"/>
                    <a:pt x="3274" y="13198"/>
                  </a:cubicBezTo>
                  <a:lnTo>
                    <a:pt x="3367" y="13198"/>
                  </a:lnTo>
                  <a:cubicBezTo>
                    <a:pt x="3104" y="9029"/>
                    <a:pt x="2758" y="5540"/>
                    <a:pt x="1248" y="1711"/>
                  </a:cubicBezTo>
                  <a:cubicBezTo>
                    <a:pt x="785" y="539"/>
                    <a:pt x="53" y="1"/>
                    <a:pt x="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4095;p59">
              <a:extLst>
                <a:ext uri="{FF2B5EF4-FFF2-40B4-BE49-F238E27FC236}">
                  <a16:creationId xmlns:a16="http://schemas.microsoft.com/office/drawing/2014/main" id="{BE4EA8A9-5346-842E-31C1-76A6F2B6B7B2}"/>
                </a:ext>
              </a:extLst>
            </p:cNvPr>
            <p:cNvSpPr/>
            <p:nvPr/>
          </p:nvSpPr>
          <p:spPr>
            <a:xfrm flipH="1">
              <a:off x="1806483" y="4096129"/>
              <a:ext cx="83649" cy="152007"/>
            </a:xfrm>
            <a:custGeom>
              <a:avLst/>
              <a:gdLst/>
              <a:ahLst/>
              <a:cxnLst/>
              <a:rect l="l" t="t" r="r" b="b"/>
              <a:pathLst>
                <a:path w="1663" h="3022" extrusionOk="0">
                  <a:moveTo>
                    <a:pt x="1563" y="1"/>
                  </a:moveTo>
                  <a:cubicBezTo>
                    <a:pt x="345" y="1634"/>
                    <a:pt x="0" y="2998"/>
                    <a:pt x="0" y="2998"/>
                  </a:cubicBezTo>
                  <a:lnTo>
                    <a:pt x="100" y="3022"/>
                  </a:lnTo>
                  <a:lnTo>
                    <a:pt x="100" y="2998"/>
                  </a:lnTo>
                  <a:cubicBezTo>
                    <a:pt x="146" y="2852"/>
                    <a:pt x="515" y="1582"/>
                    <a:pt x="1663" y="47"/>
                  </a:cubicBezTo>
                  <a:lnTo>
                    <a:pt x="15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4096;p59">
              <a:extLst>
                <a:ext uri="{FF2B5EF4-FFF2-40B4-BE49-F238E27FC236}">
                  <a16:creationId xmlns:a16="http://schemas.microsoft.com/office/drawing/2014/main" id="{7F502B20-A3C3-ACF1-A1BC-3A4A4A04DBB6}"/>
                </a:ext>
              </a:extLst>
            </p:cNvPr>
            <p:cNvSpPr/>
            <p:nvPr/>
          </p:nvSpPr>
          <p:spPr>
            <a:xfrm flipH="1">
              <a:off x="1809098" y="4129126"/>
              <a:ext cx="202407" cy="151151"/>
            </a:xfrm>
            <a:custGeom>
              <a:avLst/>
              <a:gdLst/>
              <a:ahLst/>
              <a:cxnLst/>
              <a:rect l="l" t="t" r="r" b="b"/>
              <a:pathLst>
                <a:path w="4024" h="3005" extrusionOk="0">
                  <a:moveTo>
                    <a:pt x="3953" y="0"/>
                  </a:moveTo>
                  <a:cubicBezTo>
                    <a:pt x="3212" y="1154"/>
                    <a:pt x="2666" y="2578"/>
                    <a:pt x="2556" y="2889"/>
                  </a:cubicBezTo>
                  <a:lnTo>
                    <a:pt x="2556" y="2889"/>
                  </a:lnTo>
                  <a:cubicBezTo>
                    <a:pt x="2295" y="2731"/>
                    <a:pt x="1160" y="2131"/>
                    <a:pt x="24" y="1833"/>
                  </a:cubicBezTo>
                  <a:lnTo>
                    <a:pt x="1" y="1927"/>
                  </a:lnTo>
                  <a:cubicBezTo>
                    <a:pt x="633" y="2073"/>
                    <a:pt x="1295" y="2342"/>
                    <a:pt x="1757" y="2588"/>
                  </a:cubicBezTo>
                  <a:cubicBezTo>
                    <a:pt x="2003" y="2711"/>
                    <a:pt x="2196" y="2805"/>
                    <a:pt x="2343" y="2881"/>
                  </a:cubicBezTo>
                  <a:cubicBezTo>
                    <a:pt x="2413" y="2905"/>
                    <a:pt x="2466" y="2951"/>
                    <a:pt x="2489" y="2975"/>
                  </a:cubicBezTo>
                  <a:cubicBezTo>
                    <a:pt x="2536" y="2975"/>
                    <a:pt x="2559" y="3004"/>
                    <a:pt x="2559" y="3004"/>
                  </a:cubicBezTo>
                  <a:lnTo>
                    <a:pt x="2589" y="3004"/>
                  </a:lnTo>
                  <a:cubicBezTo>
                    <a:pt x="2612" y="3004"/>
                    <a:pt x="2612" y="2975"/>
                    <a:pt x="2636" y="2975"/>
                  </a:cubicBezTo>
                  <a:cubicBezTo>
                    <a:pt x="2636" y="2975"/>
                    <a:pt x="2636" y="2951"/>
                    <a:pt x="2659" y="2905"/>
                  </a:cubicBezTo>
                  <a:cubicBezTo>
                    <a:pt x="2782" y="2565"/>
                    <a:pt x="3291" y="1171"/>
                    <a:pt x="4023" y="47"/>
                  </a:cubicBezTo>
                  <a:lnTo>
                    <a:pt x="39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4097;p59">
              <a:extLst>
                <a:ext uri="{FF2B5EF4-FFF2-40B4-BE49-F238E27FC236}">
                  <a16:creationId xmlns:a16="http://schemas.microsoft.com/office/drawing/2014/main" id="{CA83077F-72D1-E653-EC1B-E8D7B5809409}"/>
                </a:ext>
              </a:extLst>
            </p:cNvPr>
            <p:cNvSpPr/>
            <p:nvPr/>
          </p:nvSpPr>
          <p:spPr>
            <a:xfrm flipH="1">
              <a:off x="1787017" y="4241898"/>
              <a:ext cx="83397" cy="131434"/>
            </a:xfrm>
            <a:custGeom>
              <a:avLst/>
              <a:gdLst/>
              <a:ahLst/>
              <a:cxnLst/>
              <a:rect l="l" t="t" r="r" b="b"/>
              <a:pathLst>
                <a:path w="1658" h="2613" extrusionOk="0">
                  <a:moveTo>
                    <a:pt x="1587" y="1"/>
                  </a:moveTo>
                  <a:cubicBezTo>
                    <a:pt x="1171" y="469"/>
                    <a:pt x="779" y="1102"/>
                    <a:pt x="486" y="1640"/>
                  </a:cubicBezTo>
                  <a:cubicBezTo>
                    <a:pt x="194" y="2150"/>
                    <a:pt x="0" y="2565"/>
                    <a:pt x="0" y="2565"/>
                  </a:cubicBezTo>
                  <a:lnTo>
                    <a:pt x="100" y="2612"/>
                  </a:lnTo>
                  <a:cubicBezTo>
                    <a:pt x="100" y="2612"/>
                    <a:pt x="100" y="2565"/>
                    <a:pt x="123" y="2542"/>
                  </a:cubicBezTo>
                  <a:cubicBezTo>
                    <a:pt x="293" y="2197"/>
                    <a:pt x="978" y="856"/>
                    <a:pt x="1657" y="77"/>
                  </a:cubicBezTo>
                  <a:lnTo>
                    <a:pt x="15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4098;p59">
              <a:extLst>
                <a:ext uri="{FF2B5EF4-FFF2-40B4-BE49-F238E27FC236}">
                  <a16:creationId xmlns:a16="http://schemas.microsoft.com/office/drawing/2014/main" id="{3CCEC4A5-7372-7883-B987-00DE78E56714}"/>
                </a:ext>
              </a:extLst>
            </p:cNvPr>
            <p:cNvSpPr/>
            <p:nvPr/>
          </p:nvSpPr>
          <p:spPr>
            <a:xfrm flipH="1">
              <a:off x="1530488" y="4140343"/>
              <a:ext cx="265131" cy="353458"/>
            </a:xfrm>
            <a:custGeom>
              <a:avLst/>
              <a:gdLst/>
              <a:ahLst/>
              <a:cxnLst/>
              <a:rect l="l" t="t" r="r" b="b"/>
              <a:pathLst>
                <a:path w="5271" h="7027" extrusionOk="0">
                  <a:moveTo>
                    <a:pt x="4385" y="0"/>
                  </a:moveTo>
                  <a:cubicBezTo>
                    <a:pt x="4256" y="0"/>
                    <a:pt x="4126" y="21"/>
                    <a:pt x="4005" y="47"/>
                  </a:cubicBezTo>
                  <a:cubicBezTo>
                    <a:pt x="3590" y="117"/>
                    <a:pt x="3174" y="293"/>
                    <a:pt x="2834" y="533"/>
                  </a:cubicBezTo>
                  <a:cubicBezTo>
                    <a:pt x="2512" y="732"/>
                    <a:pt x="2343" y="1071"/>
                    <a:pt x="2003" y="1241"/>
                  </a:cubicBezTo>
                  <a:cubicBezTo>
                    <a:pt x="1810" y="1364"/>
                    <a:pt x="1587" y="1411"/>
                    <a:pt x="1371" y="1511"/>
                  </a:cubicBezTo>
                  <a:cubicBezTo>
                    <a:pt x="855" y="1727"/>
                    <a:pt x="516" y="2313"/>
                    <a:pt x="586" y="2875"/>
                  </a:cubicBezTo>
                  <a:cubicBezTo>
                    <a:pt x="609" y="3220"/>
                    <a:pt x="756" y="3536"/>
                    <a:pt x="662" y="3829"/>
                  </a:cubicBezTo>
                  <a:cubicBezTo>
                    <a:pt x="586" y="4145"/>
                    <a:pt x="317" y="4339"/>
                    <a:pt x="170" y="4631"/>
                  </a:cubicBezTo>
                  <a:cubicBezTo>
                    <a:pt x="1" y="4924"/>
                    <a:pt x="1" y="5270"/>
                    <a:pt x="100" y="5586"/>
                  </a:cubicBezTo>
                  <a:cubicBezTo>
                    <a:pt x="223" y="6095"/>
                    <a:pt x="686" y="6411"/>
                    <a:pt x="686" y="7026"/>
                  </a:cubicBezTo>
                  <a:cubicBezTo>
                    <a:pt x="1148" y="6318"/>
                    <a:pt x="1810" y="6218"/>
                    <a:pt x="2073" y="6095"/>
                  </a:cubicBezTo>
                  <a:cubicBezTo>
                    <a:pt x="2395" y="5949"/>
                    <a:pt x="2589" y="5709"/>
                    <a:pt x="2612" y="5340"/>
                  </a:cubicBezTo>
                  <a:cubicBezTo>
                    <a:pt x="2688" y="4977"/>
                    <a:pt x="2711" y="4684"/>
                    <a:pt x="3051" y="4438"/>
                  </a:cubicBezTo>
                  <a:cubicBezTo>
                    <a:pt x="3274" y="4268"/>
                    <a:pt x="3537" y="4169"/>
                    <a:pt x="3783" y="4046"/>
                  </a:cubicBezTo>
                  <a:cubicBezTo>
                    <a:pt x="4246" y="3829"/>
                    <a:pt x="4708" y="3367"/>
                    <a:pt x="4468" y="2828"/>
                  </a:cubicBezTo>
                  <a:cubicBezTo>
                    <a:pt x="4415" y="2705"/>
                    <a:pt x="4322" y="2605"/>
                    <a:pt x="4298" y="2512"/>
                  </a:cubicBezTo>
                  <a:cubicBezTo>
                    <a:pt x="4152" y="2143"/>
                    <a:pt x="4445" y="1780"/>
                    <a:pt x="4708" y="1511"/>
                  </a:cubicBezTo>
                  <a:cubicBezTo>
                    <a:pt x="4977" y="1218"/>
                    <a:pt x="5270" y="878"/>
                    <a:pt x="5177" y="509"/>
                  </a:cubicBezTo>
                  <a:cubicBezTo>
                    <a:pt x="5100" y="293"/>
                    <a:pt x="4907" y="117"/>
                    <a:pt x="4685" y="47"/>
                  </a:cubicBezTo>
                  <a:cubicBezTo>
                    <a:pt x="4589" y="13"/>
                    <a:pt x="4487" y="0"/>
                    <a:pt x="43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4099;p59">
              <a:extLst>
                <a:ext uri="{FF2B5EF4-FFF2-40B4-BE49-F238E27FC236}">
                  <a16:creationId xmlns:a16="http://schemas.microsoft.com/office/drawing/2014/main" id="{23827A25-A1F6-E115-2C9F-EB0ECC6D5A55}"/>
                </a:ext>
              </a:extLst>
            </p:cNvPr>
            <p:cNvSpPr/>
            <p:nvPr/>
          </p:nvSpPr>
          <p:spPr>
            <a:xfrm flipH="1">
              <a:off x="1532852" y="4137677"/>
              <a:ext cx="262767" cy="358438"/>
            </a:xfrm>
            <a:custGeom>
              <a:avLst/>
              <a:gdLst/>
              <a:ahLst/>
              <a:cxnLst/>
              <a:rect l="l" t="t" r="r" b="b"/>
              <a:pathLst>
                <a:path w="5224" h="7126" extrusionOk="0">
                  <a:moveTo>
                    <a:pt x="4369" y="100"/>
                  </a:moveTo>
                  <a:cubicBezTo>
                    <a:pt x="4468" y="100"/>
                    <a:pt x="4562" y="123"/>
                    <a:pt x="4661" y="147"/>
                  </a:cubicBezTo>
                  <a:cubicBezTo>
                    <a:pt x="4884" y="223"/>
                    <a:pt x="5077" y="369"/>
                    <a:pt x="5124" y="562"/>
                  </a:cubicBezTo>
                  <a:lnTo>
                    <a:pt x="5124" y="709"/>
                  </a:lnTo>
                  <a:cubicBezTo>
                    <a:pt x="5124" y="855"/>
                    <a:pt x="5077" y="1001"/>
                    <a:pt x="4977" y="1124"/>
                  </a:cubicBezTo>
                  <a:cubicBezTo>
                    <a:pt x="4907" y="1271"/>
                    <a:pt x="4784" y="1394"/>
                    <a:pt x="4661" y="1517"/>
                  </a:cubicBezTo>
                  <a:cubicBezTo>
                    <a:pt x="4562" y="1634"/>
                    <a:pt x="4445" y="1757"/>
                    <a:pt x="4345" y="1903"/>
                  </a:cubicBezTo>
                  <a:cubicBezTo>
                    <a:pt x="4269" y="2050"/>
                    <a:pt x="4199" y="2196"/>
                    <a:pt x="4199" y="2366"/>
                  </a:cubicBezTo>
                  <a:cubicBezTo>
                    <a:pt x="4199" y="2442"/>
                    <a:pt x="4222" y="2512"/>
                    <a:pt x="4246" y="2565"/>
                  </a:cubicBezTo>
                  <a:cubicBezTo>
                    <a:pt x="4298" y="2688"/>
                    <a:pt x="4369" y="2781"/>
                    <a:pt x="4415" y="2881"/>
                  </a:cubicBezTo>
                  <a:cubicBezTo>
                    <a:pt x="4468" y="3004"/>
                    <a:pt x="4491" y="3098"/>
                    <a:pt x="4491" y="3174"/>
                  </a:cubicBezTo>
                  <a:cubicBezTo>
                    <a:pt x="4491" y="3367"/>
                    <a:pt x="4392" y="3537"/>
                    <a:pt x="4246" y="3712"/>
                  </a:cubicBezTo>
                  <a:cubicBezTo>
                    <a:pt x="4123" y="3859"/>
                    <a:pt x="3929" y="3976"/>
                    <a:pt x="3760" y="4075"/>
                  </a:cubicBezTo>
                  <a:cubicBezTo>
                    <a:pt x="3514" y="4175"/>
                    <a:pt x="3244" y="4269"/>
                    <a:pt x="3028" y="4444"/>
                  </a:cubicBezTo>
                  <a:cubicBezTo>
                    <a:pt x="2858" y="4561"/>
                    <a:pt x="2735" y="4708"/>
                    <a:pt x="2688" y="4883"/>
                  </a:cubicBezTo>
                  <a:cubicBezTo>
                    <a:pt x="2612" y="5030"/>
                    <a:pt x="2612" y="5200"/>
                    <a:pt x="2589" y="5393"/>
                  </a:cubicBezTo>
                  <a:cubicBezTo>
                    <a:pt x="2565" y="5563"/>
                    <a:pt x="2489" y="5709"/>
                    <a:pt x="2419" y="5832"/>
                  </a:cubicBezTo>
                  <a:cubicBezTo>
                    <a:pt x="2319" y="5955"/>
                    <a:pt x="2220" y="6025"/>
                    <a:pt x="2050" y="6101"/>
                  </a:cubicBezTo>
                  <a:cubicBezTo>
                    <a:pt x="1927" y="6172"/>
                    <a:pt x="1687" y="6224"/>
                    <a:pt x="1417" y="6347"/>
                  </a:cubicBezTo>
                  <a:cubicBezTo>
                    <a:pt x="1195" y="6480"/>
                    <a:pt x="934" y="6651"/>
                    <a:pt x="726" y="6951"/>
                  </a:cubicBezTo>
                  <a:lnTo>
                    <a:pt x="726" y="6951"/>
                  </a:lnTo>
                  <a:cubicBezTo>
                    <a:pt x="699" y="6691"/>
                    <a:pt x="593" y="6486"/>
                    <a:pt x="492" y="6294"/>
                  </a:cubicBezTo>
                  <a:cubicBezTo>
                    <a:pt x="346" y="6078"/>
                    <a:pt x="200" y="5855"/>
                    <a:pt x="147" y="5615"/>
                  </a:cubicBezTo>
                  <a:cubicBezTo>
                    <a:pt x="100" y="5492"/>
                    <a:pt x="100" y="5346"/>
                    <a:pt x="100" y="5223"/>
                  </a:cubicBezTo>
                  <a:cubicBezTo>
                    <a:pt x="100" y="5030"/>
                    <a:pt x="124" y="4854"/>
                    <a:pt x="200" y="4708"/>
                  </a:cubicBezTo>
                  <a:cubicBezTo>
                    <a:pt x="270" y="4561"/>
                    <a:pt x="369" y="4444"/>
                    <a:pt x="492" y="4321"/>
                  </a:cubicBezTo>
                  <a:cubicBezTo>
                    <a:pt x="586" y="4198"/>
                    <a:pt x="686" y="4075"/>
                    <a:pt x="709" y="3906"/>
                  </a:cubicBezTo>
                  <a:cubicBezTo>
                    <a:pt x="732" y="3829"/>
                    <a:pt x="756" y="3759"/>
                    <a:pt x="756" y="3683"/>
                  </a:cubicBezTo>
                  <a:cubicBezTo>
                    <a:pt x="732" y="3443"/>
                    <a:pt x="662" y="3174"/>
                    <a:pt x="639" y="2928"/>
                  </a:cubicBezTo>
                  <a:cubicBezTo>
                    <a:pt x="609" y="2904"/>
                    <a:pt x="609" y="2858"/>
                    <a:pt x="609" y="2805"/>
                  </a:cubicBezTo>
                  <a:cubicBezTo>
                    <a:pt x="609" y="2295"/>
                    <a:pt x="932" y="1809"/>
                    <a:pt x="1394" y="1587"/>
                  </a:cubicBezTo>
                  <a:cubicBezTo>
                    <a:pt x="1587" y="1517"/>
                    <a:pt x="1833" y="1464"/>
                    <a:pt x="2026" y="1341"/>
                  </a:cubicBezTo>
                  <a:cubicBezTo>
                    <a:pt x="2220" y="1247"/>
                    <a:pt x="2343" y="1124"/>
                    <a:pt x="2466" y="978"/>
                  </a:cubicBezTo>
                  <a:cubicBezTo>
                    <a:pt x="2589" y="855"/>
                    <a:pt x="2711" y="709"/>
                    <a:pt x="2858" y="609"/>
                  </a:cubicBezTo>
                  <a:cubicBezTo>
                    <a:pt x="3197" y="393"/>
                    <a:pt x="3590" y="223"/>
                    <a:pt x="4005" y="147"/>
                  </a:cubicBezTo>
                  <a:cubicBezTo>
                    <a:pt x="4123" y="123"/>
                    <a:pt x="4246" y="100"/>
                    <a:pt x="4369" y="100"/>
                  </a:cubicBezTo>
                  <a:close/>
                  <a:moveTo>
                    <a:pt x="4369" y="0"/>
                  </a:moveTo>
                  <a:cubicBezTo>
                    <a:pt x="4222" y="0"/>
                    <a:pt x="4099" y="24"/>
                    <a:pt x="3976" y="53"/>
                  </a:cubicBezTo>
                  <a:cubicBezTo>
                    <a:pt x="3566" y="123"/>
                    <a:pt x="3151" y="293"/>
                    <a:pt x="2805" y="539"/>
                  </a:cubicBezTo>
                  <a:cubicBezTo>
                    <a:pt x="2635" y="638"/>
                    <a:pt x="2512" y="785"/>
                    <a:pt x="2395" y="931"/>
                  </a:cubicBezTo>
                  <a:cubicBezTo>
                    <a:pt x="2272" y="1048"/>
                    <a:pt x="2149" y="1171"/>
                    <a:pt x="1980" y="1271"/>
                  </a:cubicBezTo>
                  <a:cubicBezTo>
                    <a:pt x="1810" y="1370"/>
                    <a:pt x="1564" y="1417"/>
                    <a:pt x="1341" y="1517"/>
                  </a:cubicBezTo>
                  <a:cubicBezTo>
                    <a:pt x="855" y="1733"/>
                    <a:pt x="516" y="2272"/>
                    <a:pt x="516" y="2805"/>
                  </a:cubicBezTo>
                  <a:cubicBezTo>
                    <a:pt x="516" y="2858"/>
                    <a:pt x="516" y="2904"/>
                    <a:pt x="539" y="2951"/>
                  </a:cubicBezTo>
                  <a:cubicBezTo>
                    <a:pt x="563" y="3197"/>
                    <a:pt x="662" y="3466"/>
                    <a:pt x="662" y="3683"/>
                  </a:cubicBezTo>
                  <a:cubicBezTo>
                    <a:pt x="662" y="3759"/>
                    <a:pt x="639" y="3806"/>
                    <a:pt x="639" y="3882"/>
                  </a:cubicBezTo>
                  <a:cubicBezTo>
                    <a:pt x="586" y="4029"/>
                    <a:pt x="492" y="4152"/>
                    <a:pt x="393" y="4269"/>
                  </a:cubicBezTo>
                  <a:cubicBezTo>
                    <a:pt x="293" y="4392"/>
                    <a:pt x="200" y="4515"/>
                    <a:pt x="124" y="4661"/>
                  </a:cubicBezTo>
                  <a:cubicBezTo>
                    <a:pt x="24" y="4831"/>
                    <a:pt x="1" y="5030"/>
                    <a:pt x="1" y="5223"/>
                  </a:cubicBezTo>
                  <a:cubicBezTo>
                    <a:pt x="1" y="5369"/>
                    <a:pt x="1" y="5492"/>
                    <a:pt x="53" y="5639"/>
                  </a:cubicBezTo>
                  <a:cubicBezTo>
                    <a:pt x="124" y="5908"/>
                    <a:pt x="270" y="6125"/>
                    <a:pt x="393" y="6347"/>
                  </a:cubicBezTo>
                  <a:cubicBezTo>
                    <a:pt x="539" y="6564"/>
                    <a:pt x="639" y="6786"/>
                    <a:pt x="639" y="7079"/>
                  </a:cubicBezTo>
                  <a:lnTo>
                    <a:pt x="689" y="7079"/>
                  </a:lnTo>
                  <a:lnTo>
                    <a:pt x="732" y="7126"/>
                  </a:lnTo>
                  <a:cubicBezTo>
                    <a:pt x="955" y="6757"/>
                    <a:pt x="1224" y="6564"/>
                    <a:pt x="1464" y="6441"/>
                  </a:cubicBezTo>
                  <a:cubicBezTo>
                    <a:pt x="1734" y="6318"/>
                    <a:pt x="1956" y="6271"/>
                    <a:pt x="2103" y="6201"/>
                  </a:cubicBezTo>
                  <a:cubicBezTo>
                    <a:pt x="2272" y="6125"/>
                    <a:pt x="2395" y="6025"/>
                    <a:pt x="2489" y="5879"/>
                  </a:cubicBezTo>
                  <a:cubicBezTo>
                    <a:pt x="2589" y="5762"/>
                    <a:pt x="2659" y="5586"/>
                    <a:pt x="2659" y="5416"/>
                  </a:cubicBezTo>
                  <a:cubicBezTo>
                    <a:pt x="2688" y="5223"/>
                    <a:pt x="2711" y="5053"/>
                    <a:pt x="2782" y="4907"/>
                  </a:cubicBezTo>
                  <a:cubicBezTo>
                    <a:pt x="2834" y="4760"/>
                    <a:pt x="2928" y="4637"/>
                    <a:pt x="3075" y="4515"/>
                  </a:cubicBezTo>
                  <a:cubicBezTo>
                    <a:pt x="3297" y="4368"/>
                    <a:pt x="3566" y="4269"/>
                    <a:pt x="3806" y="4152"/>
                  </a:cubicBezTo>
                  <a:cubicBezTo>
                    <a:pt x="3976" y="4052"/>
                    <a:pt x="4175" y="3929"/>
                    <a:pt x="4322" y="3759"/>
                  </a:cubicBezTo>
                  <a:cubicBezTo>
                    <a:pt x="4491" y="3589"/>
                    <a:pt x="4591" y="3390"/>
                    <a:pt x="4591" y="3174"/>
                  </a:cubicBezTo>
                  <a:cubicBezTo>
                    <a:pt x="4591" y="3074"/>
                    <a:pt x="4562" y="2951"/>
                    <a:pt x="4515" y="2858"/>
                  </a:cubicBezTo>
                  <a:cubicBezTo>
                    <a:pt x="4445" y="2735"/>
                    <a:pt x="4369" y="2635"/>
                    <a:pt x="4345" y="2541"/>
                  </a:cubicBezTo>
                  <a:cubicBezTo>
                    <a:pt x="4322" y="2489"/>
                    <a:pt x="4298" y="2418"/>
                    <a:pt x="4298" y="2366"/>
                  </a:cubicBezTo>
                  <a:cubicBezTo>
                    <a:pt x="4298" y="2219"/>
                    <a:pt x="4345" y="2102"/>
                    <a:pt x="4445" y="1956"/>
                  </a:cubicBezTo>
                  <a:cubicBezTo>
                    <a:pt x="4515" y="1833"/>
                    <a:pt x="4638" y="1687"/>
                    <a:pt x="4737" y="1587"/>
                  </a:cubicBezTo>
                  <a:cubicBezTo>
                    <a:pt x="4854" y="1464"/>
                    <a:pt x="4977" y="1341"/>
                    <a:pt x="5077" y="1195"/>
                  </a:cubicBezTo>
                  <a:cubicBezTo>
                    <a:pt x="5177" y="1048"/>
                    <a:pt x="5223" y="878"/>
                    <a:pt x="5223" y="709"/>
                  </a:cubicBezTo>
                  <a:lnTo>
                    <a:pt x="5223" y="539"/>
                  </a:lnTo>
                  <a:cubicBezTo>
                    <a:pt x="5147" y="293"/>
                    <a:pt x="4931" y="123"/>
                    <a:pt x="4685" y="53"/>
                  </a:cubicBezTo>
                  <a:cubicBezTo>
                    <a:pt x="4591" y="24"/>
                    <a:pt x="4468" y="0"/>
                    <a:pt x="43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4100;p59">
              <a:extLst>
                <a:ext uri="{FF2B5EF4-FFF2-40B4-BE49-F238E27FC236}">
                  <a16:creationId xmlns:a16="http://schemas.microsoft.com/office/drawing/2014/main" id="{783A7A87-E2BF-6A29-8999-F2B1F8B0C787}"/>
                </a:ext>
              </a:extLst>
            </p:cNvPr>
            <p:cNvSpPr/>
            <p:nvPr/>
          </p:nvSpPr>
          <p:spPr>
            <a:xfrm flipH="1">
              <a:off x="1599148" y="4182997"/>
              <a:ext cx="171724" cy="401495"/>
            </a:xfrm>
            <a:custGeom>
              <a:avLst/>
              <a:gdLst/>
              <a:ahLst/>
              <a:cxnLst/>
              <a:rect l="l" t="t" r="r" b="b"/>
              <a:pathLst>
                <a:path w="3414" h="7982" extrusionOk="0">
                  <a:moveTo>
                    <a:pt x="3367" y="1"/>
                  </a:moveTo>
                  <a:cubicBezTo>
                    <a:pt x="2805" y="493"/>
                    <a:pt x="1581" y="1904"/>
                    <a:pt x="1142" y="2958"/>
                  </a:cubicBezTo>
                  <a:cubicBezTo>
                    <a:pt x="387" y="4685"/>
                    <a:pt x="47" y="6079"/>
                    <a:pt x="0" y="7981"/>
                  </a:cubicBezTo>
                  <a:lnTo>
                    <a:pt x="94" y="7981"/>
                  </a:lnTo>
                  <a:cubicBezTo>
                    <a:pt x="147" y="6102"/>
                    <a:pt x="486" y="4714"/>
                    <a:pt x="1242" y="2981"/>
                  </a:cubicBezTo>
                  <a:cubicBezTo>
                    <a:pt x="1657" y="1980"/>
                    <a:pt x="2875" y="540"/>
                    <a:pt x="3414" y="77"/>
                  </a:cubicBezTo>
                  <a:lnTo>
                    <a:pt x="33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4101;p59">
              <a:extLst>
                <a:ext uri="{FF2B5EF4-FFF2-40B4-BE49-F238E27FC236}">
                  <a16:creationId xmlns:a16="http://schemas.microsoft.com/office/drawing/2014/main" id="{877AF291-64F6-2059-C4DB-25014E14A7A4}"/>
                </a:ext>
              </a:extLst>
            </p:cNvPr>
            <p:cNvSpPr/>
            <p:nvPr/>
          </p:nvSpPr>
          <p:spPr>
            <a:xfrm flipH="1">
              <a:off x="1746376" y="4346471"/>
              <a:ext cx="24496" cy="91948"/>
            </a:xfrm>
            <a:custGeom>
              <a:avLst/>
              <a:gdLst/>
              <a:ahLst/>
              <a:cxnLst/>
              <a:rect l="l" t="t" r="r" b="b"/>
              <a:pathLst>
                <a:path w="487" h="1828" extrusionOk="0">
                  <a:moveTo>
                    <a:pt x="94" y="1"/>
                  </a:moveTo>
                  <a:lnTo>
                    <a:pt x="0" y="24"/>
                  </a:lnTo>
                  <a:cubicBezTo>
                    <a:pt x="0" y="24"/>
                    <a:pt x="24" y="317"/>
                    <a:pt x="94" y="703"/>
                  </a:cubicBezTo>
                  <a:cubicBezTo>
                    <a:pt x="170" y="1072"/>
                    <a:pt x="264" y="1535"/>
                    <a:pt x="387" y="1827"/>
                  </a:cubicBezTo>
                  <a:lnTo>
                    <a:pt x="486" y="1804"/>
                  </a:lnTo>
                  <a:cubicBezTo>
                    <a:pt x="363" y="1511"/>
                    <a:pt x="264" y="1072"/>
                    <a:pt x="194" y="680"/>
                  </a:cubicBezTo>
                  <a:cubicBezTo>
                    <a:pt x="170" y="510"/>
                    <a:pt x="147" y="340"/>
                    <a:pt x="117" y="194"/>
                  </a:cubicBezTo>
                  <a:cubicBezTo>
                    <a:pt x="94" y="71"/>
                    <a:pt x="94" y="1"/>
                    <a:pt x="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4102;p59">
              <a:extLst>
                <a:ext uri="{FF2B5EF4-FFF2-40B4-BE49-F238E27FC236}">
                  <a16:creationId xmlns:a16="http://schemas.microsoft.com/office/drawing/2014/main" id="{8A336982-1C80-151C-3773-057C71DA63D4}"/>
                </a:ext>
              </a:extLst>
            </p:cNvPr>
            <p:cNvSpPr/>
            <p:nvPr/>
          </p:nvSpPr>
          <p:spPr>
            <a:xfrm flipH="1">
              <a:off x="1568516" y="4221325"/>
              <a:ext cx="170567" cy="128416"/>
            </a:xfrm>
            <a:custGeom>
              <a:avLst/>
              <a:gdLst/>
              <a:ahLst/>
              <a:cxnLst/>
              <a:rect l="l" t="t" r="r" b="b"/>
              <a:pathLst>
                <a:path w="3391" h="2553" extrusionOk="0">
                  <a:moveTo>
                    <a:pt x="1" y="0"/>
                  </a:moveTo>
                  <a:cubicBezTo>
                    <a:pt x="1" y="0"/>
                    <a:pt x="24" y="439"/>
                    <a:pt x="100" y="949"/>
                  </a:cubicBezTo>
                  <a:cubicBezTo>
                    <a:pt x="147" y="1487"/>
                    <a:pt x="247" y="2120"/>
                    <a:pt x="393" y="2512"/>
                  </a:cubicBezTo>
                  <a:cubicBezTo>
                    <a:pt x="393" y="2535"/>
                    <a:pt x="393" y="2535"/>
                    <a:pt x="416" y="2535"/>
                  </a:cubicBezTo>
                  <a:cubicBezTo>
                    <a:pt x="416" y="2547"/>
                    <a:pt x="422" y="2553"/>
                    <a:pt x="431" y="2553"/>
                  </a:cubicBezTo>
                  <a:cubicBezTo>
                    <a:pt x="440" y="2553"/>
                    <a:pt x="452" y="2547"/>
                    <a:pt x="463" y="2535"/>
                  </a:cubicBezTo>
                  <a:cubicBezTo>
                    <a:pt x="610" y="2436"/>
                    <a:pt x="1880" y="1657"/>
                    <a:pt x="3391" y="1341"/>
                  </a:cubicBezTo>
                  <a:lnTo>
                    <a:pt x="3367" y="1241"/>
                  </a:lnTo>
                  <a:cubicBezTo>
                    <a:pt x="1912" y="1544"/>
                    <a:pt x="708" y="2274"/>
                    <a:pt x="446" y="2430"/>
                  </a:cubicBezTo>
                  <a:lnTo>
                    <a:pt x="446" y="2430"/>
                  </a:lnTo>
                  <a:cubicBezTo>
                    <a:pt x="331" y="2035"/>
                    <a:pt x="244" y="1439"/>
                    <a:pt x="194" y="949"/>
                  </a:cubicBezTo>
                  <a:cubicBezTo>
                    <a:pt x="147" y="679"/>
                    <a:pt x="147" y="439"/>
                    <a:pt x="124" y="264"/>
                  </a:cubicBezTo>
                  <a:cubicBezTo>
                    <a:pt x="100" y="94"/>
                    <a:pt x="100" y="0"/>
                    <a:pt x="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4103;p59">
              <a:extLst>
                <a:ext uri="{FF2B5EF4-FFF2-40B4-BE49-F238E27FC236}">
                  <a16:creationId xmlns:a16="http://schemas.microsoft.com/office/drawing/2014/main" id="{A180D06F-DB17-DC0E-585E-457E38BD6D9D}"/>
                </a:ext>
              </a:extLst>
            </p:cNvPr>
            <p:cNvSpPr/>
            <p:nvPr/>
          </p:nvSpPr>
          <p:spPr>
            <a:xfrm flipH="1">
              <a:off x="1575860" y="4196578"/>
              <a:ext cx="110509" cy="73689"/>
            </a:xfrm>
            <a:custGeom>
              <a:avLst/>
              <a:gdLst/>
              <a:ahLst/>
              <a:cxnLst/>
              <a:rect l="l" t="t" r="r" b="b"/>
              <a:pathLst>
                <a:path w="2197" h="1465" extrusionOk="0">
                  <a:moveTo>
                    <a:pt x="100" y="0"/>
                  </a:moveTo>
                  <a:lnTo>
                    <a:pt x="1" y="24"/>
                  </a:lnTo>
                  <a:cubicBezTo>
                    <a:pt x="1" y="24"/>
                    <a:pt x="24" y="756"/>
                    <a:pt x="223" y="1441"/>
                  </a:cubicBezTo>
                  <a:cubicBezTo>
                    <a:pt x="223" y="1464"/>
                    <a:pt x="247" y="1464"/>
                    <a:pt x="247" y="1464"/>
                  </a:cubicBezTo>
                  <a:lnTo>
                    <a:pt x="317" y="1464"/>
                  </a:lnTo>
                  <a:cubicBezTo>
                    <a:pt x="487" y="1394"/>
                    <a:pt x="1195" y="1078"/>
                    <a:pt x="2197" y="855"/>
                  </a:cubicBezTo>
                  <a:lnTo>
                    <a:pt x="2173" y="756"/>
                  </a:lnTo>
                  <a:cubicBezTo>
                    <a:pt x="1207" y="963"/>
                    <a:pt x="502" y="1274"/>
                    <a:pt x="303" y="1367"/>
                  </a:cubicBezTo>
                  <a:lnTo>
                    <a:pt x="303" y="1367"/>
                  </a:lnTo>
                  <a:cubicBezTo>
                    <a:pt x="218" y="1043"/>
                    <a:pt x="168" y="719"/>
                    <a:pt x="124" y="463"/>
                  </a:cubicBezTo>
                  <a:cubicBezTo>
                    <a:pt x="124" y="316"/>
                    <a:pt x="100" y="223"/>
                    <a:pt x="100" y="147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4104;p59">
              <a:extLst>
                <a:ext uri="{FF2B5EF4-FFF2-40B4-BE49-F238E27FC236}">
                  <a16:creationId xmlns:a16="http://schemas.microsoft.com/office/drawing/2014/main" id="{DEB823FB-2995-5954-9D55-7F15C48AA2F0}"/>
                </a:ext>
              </a:extLst>
            </p:cNvPr>
            <p:cNvSpPr/>
            <p:nvPr/>
          </p:nvSpPr>
          <p:spPr>
            <a:xfrm flipH="1">
              <a:off x="1580890" y="4254272"/>
              <a:ext cx="111666" cy="43057"/>
            </a:xfrm>
            <a:custGeom>
              <a:avLst/>
              <a:gdLst/>
              <a:ahLst/>
              <a:cxnLst/>
              <a:rect l="l" t="t" r="r" b="b"/>
              <a:pathLst>
                <a:path w="2220" h="856" extrusionOk="0">
                  <a:moveTo>
                    <a:pt x="2197" y="1"/>
                  </a:moveTo>
                  <a:cubicBezTo>
                    <a:pt x="1102" y="194"/>
                    <a:pt x="1" y="780"/>
                    <a:pt x="1" y="780"/>
                  </a:cubicBezTo>
                  <a:lnTo>
                    <a:pt x="54" y="856"/>
                  </a:lnTo>
                  <a:lnTo>
                    <a:pt x="100" y="832"/>
                  </a:lnTo>
                  <a:cubicBezTo>
                    <a:pt x="317" y="733"/>
                    <a:pt x="1271" y="270"/>
                    <a:pt x="2220" y="100"/>
                  </a:cubicBezTo>
                  <a:lnTo>
                    <a:pt x="21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4105;p59">
              <a:extLst>
                <a:ext uri="{FF2B5EF4-FFF2-40B4-BE49-F238E27FC236}">
                  <a16:creationId xmlns:a16="http://schemas.microsoft.com/office/drawing/2014/main" id="{33AB7227-5DF0-956C-4AFE-A0046CE924FC}"/>
                </a:ext>
              </a:extLst>
            </p:cNvPr>
            <p:cNvSpPr/>
            <p:nvPr/>
          </p:nvSpPr>
          <p:spPr>
            <a:xfrm flipH="1">
              <a:off x="1642105" y="4361209"/>
              <a:ext cx="95771" cy="39184"/>
            </a:xfrm>
            <a:custGeom>
              <a:avLst/>
              <a:gdLst/>
              <a:ahLst/>
              <a:cxnLst/>
              <a:rect l="l" t="t" r="r" b="b"/>
              <a:pathLst>
                <a:path w="1904" h="779" extrusionOk="0">
                  <a:moveTo>
                    <a:pt x="1903" y="0"/>
                  </a:moveTo>
                  <a:cubicBezTo>
                    <a:pt x="732" y="147"/>
                    <a:pt x="0" y="703"/>
                    <a:pt x="0" y="703"/>
                  </a:cubicBezTo>
                  <a:lnTo>
                    <a:pt x="47" y="779"/>
                  </a:lnTo>
                  <a:cubicBezTo>
                    <a:pt x="147" y="703"/>
                    <a:pt x="855" y="240"/>
                    <a:pt x="1903" y="94"/>
                  </a:cubicBezTo>
                  <a:lnTo>
                    <a:pt x="19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4106;p59">
              <a:extLst>
                <a:ext uri="{FF2B5EF4-FFF2-40B4-BE49-F238E27FC236}">
                  <a16:creationId xmlns:a16="http://schemas.microsoft.com/office/drawing/2014/main" id="{0A85C2A2-44C5-CDB4-97A0-66F81CF4CA5E}"/>
                </a:ext>
              </a:extLst>
            </p:cNvPr>
            <p:cNvSpPr/>
            <p:nvPr/>
          </p:nvSpPr>
          <p:spPr>
            <a:xfrm flipH="1">
              <a:off x="1691296" y="4535246"/>
              <a:ext cx="279869" cy="390278"/>
            </a:xfrm>
            <a:custGeom>
              <a:avLst/>
              <a:gdLst/>
              <a:ahLst/>
              <a:cxnLst/>
              <a:rect l="l" t="t" r="r" b="b"/>
              <a:pathLst>
                <a:path w="5564" h="7759" extrusionOk="0">
                  <a:moveTo>
                    <a:pt x="1" y="1"/>
                  </a:moveTo>
                  <a:lnTo>
                    <a:pt x="1" y="1663"/>
                  </a:lnTo>
                  <a:cubicBezTo>
                    <a:pt x="1" y="5370"/>
                    <a:pt x="1102" y="7759"/>
                    <a:pt x="1102" y="7759"/>
                  </a:cubicBezTo>
                  <a:lnTo>
                    <a:pt x="4468" y="7759"/>
                  </a:lnTo>
                  <a:cubicBezTo>
                    <a:pt x="4468" y="7759"/>
                    <a:pt x="5563" y="5370"/>
                    <a:pt x="5563" y="1663"/>
                  </a:cubicBezTo>
                  <a:lnTo>
                    <a:pt x="55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9" name="Google Shape;4107;p59">
              <a:extLst>
                <a:ext uri="{FF2B5EF4-FFF2-40B4-BE49-F238E27FC236}">
                  <a16:creationId xmlns:a16="http://schemas.microsoft.com/office/drawing/2014/main" id="{EB371983-D2AB-CFB0-FDC4-21AA26957DF9}"/>
                </a:ext>
              </a:extLst>
            </p:cNvPr>
            <p:cNvSpPr/>
            <p:nvPr/>
          </p:nvSpPr>
          <p:spPr>
            <a:xfrm flipH="1">
              <a:off x="1763478" y="4265488"/>
              <a:ext cx="13581" cy="8601"/>
            </a:xfrm>
            <a:custGeom>
              <a:avLst/>
              <a:gdLst/>
              <a:ahLst/>
              <a:cxnLst/>
              <a:rect l="l" t="t" r="r" b="b"/>
              <a:pathLst>
                <a:path w="270" h="171" extrusionOk="0">
                  <a:moveTo>
                    <a:pt x="24" y="0"/>
                  </a:moveTo>
                  <a:lnTo>
                    <a:pt x="0" y="94"/>
                  </a:lnTo>
                  <a:cubicBezTo>
                    <a:pt x="71" y="117"/>
                    <a:pt x="147" y="147"/>
                    <a:pt x="240" y="170"/>
                  </a:cubicBezTo>
                  <a:lnTo>
                    <a:pt x="270" y="71"/>
                  </a:lnTo>
                  <a:cubicBezTo>
                    <a:pt x="170" y="47"/>
                    <a:pt x="94" y="24"/>
                    <a:pt x="24" y="0"/>
                  </a:cubicBezTo>
                  <a:close/>
                </a:path>
              </a:pathLst>
            </a:custGeom>
            <a:solidFill>
              <a:srgbClr val="A9C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0" name="Google Shape;4012;p59">
            <a:extLst>
              <a:ext uri="{FF2B5EF4-FFF2-40B4-BE49-F238E27FC236}">
                <a16:creationId xmlns:a16="http://schemas.microsoft.com/office/drawing/2014/main" id="{005AFAAA-A328-3EDA-E4DC-58BF5DF64FF6}"/>
              </a:ext>
            </a:extLst>
          </p:cNvPr>
          <p:cNvGrpSpPr/>
          <p:nvPr/>
        </p:nvGrpSpPr>
        <p:grpSpPr>
          <a:xfrm>
            <a:off x="2659398" y="4488480"/>
            <a:ext cx="624723" cy="447966"/>
            <a:chOff x="1418362" y="4484890"/>
            <a:chExt cx="624723" cy="447966"/>
          </a:xfrm>
        </p:grpSpPr>
        <p:sp>
          <p:nvSpPr>
            <p:cNvPr id="3481" name="Google Shape;4013;p59">
              <a:extLst>
                <a:ext uri="{FF2B5EF4-FFF2-40B4-BE49-F238E27FC236}">
                  <a16:creationId xmlns:a16="http://schemas.microsoft.com/office/drawing/2014/main" id="{CF698DFA-2640-2565-6137-14E3C8A712FB}"/>
                </a:ext>
              </a:extLst>
            </p:cNvPr>
            <p:cNvSpPr/>
            <p:nvPr/>
          </p:nvSpPr>
          <p:spPr>
            <a:xfrm>
              <a:off x="1562471" y="4659741"/>
              <a:ext cx="230164" cy="272187"/>
            </a:xfrm>
            <a:custGeom>
              <a:avLst/>
              <a:gdLst/>
              <a:ahLst/>
              <a:cxnLst/>
              <a:rect l="l" t="t" r="r" b="b"/>
              <a:pathLst>
                <a:path w="7173" h="8482" extrusionOk="0">
                  <a:moveTo>
                    <a:pt x="3280" y="0"/>
                  </a:moveTo>
                  <a:cubicBezTo>
                    <a:pt x="2914" y="0"/>
                    <a:pt x="2552" y="114"/>
                    <a:pt x="2220" y="354"/>
                  </a:cubicBezTo>
                  <a:cubicBezTo>
                    <a:pt x="0" y="1964"/>
                    <a:pt x="2559" y="6625"/>
                    <a:pt x="3777" y="8481"/>
                  </a:cubicBezTo>
                  <a:lnTo>
                    <a:pt x="7173" y="8458"/>
                  </a:lnTo>
                  <a:cubicBezTo>
                    <a:pt x="6851" y="6233"/>
                    <a:pt x="6558" y="4066"/>
                    <a:pt x="5826" y="2210"/>
                  </a:cubicBezTo>
                  <a:cubicBezTo>
                    <a:pt x="5260" y="810"/>
                    <a:pt x="4254" y="0"/>
                    <a:pt x="32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4014;p59">
              <a:extLst>
                <a:ext uri="{FF2B5EF4-FFF2-40B4-BE49-F238E27FC236}">
                  <a16:creationId xmlns:a16="http://schemas.microsoft.com/office/drawing/2014/main" id="{8B24BD73-B43A-262B-0F2A-86D72E147EDA}"/>
                </a:ext>
              </a:extLst>
            </p:cNvPr>
            <p:cNvSpPr/>
            <p:nvPr/>
          </p:nvSpPr>
          <p:spPr>
            <a:xfrm>
              <a:off x="1598345" y="4658682"/>
              <a:ext cx="195541" cy="273888"/>
            </a:xfrm>
            <a:custGeom>
              <a:avLst/>
              <a:gdLst/>
              <a:ahLst/>
              <a:cxnLst/>
              <a:rect l="l" t="t" r="r" b="b"/>
              <a:pathLst>
                <a:path w="6094" h="8535" extrusionOk="0">
                  <a:moveTo>
                    <a:pt x="2154" y="1"/>
                  </a:moveTo>
                  <a:cubicBezTo>
                    <a:pt x="1233" y="1"/>
                    <a:pt x="472" y="724"/>
                    <a:pt x="270" y="1611"/>
                  </a:cubicBezTo>
                  <a:cubicBezTo>
                    <a:pt x="1" y="2729"/>
                    <a:pt x="370" y="3976"/>
                    <a:pt x="785" y="5001"/>
                  </a:cubicBezTo>
                  <a:cubicBezTo>
                    <a:pt x="1248" y="6242"/>
                    <a:pt x="1904" y="7413"/>
                    <a:pt x="2636" y="8514"/>
                  </a:cubicBezTo>
                  <a:cubicBezTo>
                    <a:pt x="2643" y="8529"/>
                    <a:pt x="2653" y="8534"/>
                    <a:pt x="2663" y="8534"/>
                  </a:cubicBezTo>
                  <a:cubicBezTo>
                    <a:pt x="2684" y="8534"/>
                    <a:pt x="2704" y="8507"/>
                    <a:pt x="2688" y="8491"/>
                  </a:cubicBezTo>
                  <a:cubicBezTo>
                    <a:pt x="2103" y="7583"/>
                    <a:pt x="1564" y="6658"/>
                    <a:pt x="1125" y="5680"/>
                  </a:cubicBezTo>
                  <a:cubicBezTo>
                    <a:pt x="662" y="4609"/>
                    <a:pt x="223" y="3438"/>
                    <a:pt x="247" y="2243"/>
                  </a:cubicBezTo>
                  <a:cubicBezTo>
                    <a:pt x="293" y="1195"/>
                    <a:pt x="932" y="118"/>
                    <a:pt x="2073" y="71"/>
                  </a:cubicBezTo>
                  <a:cubicBezTo>
                    <a:pt x="2096" y="70"/>
                    <a:pt x="2119" y="70"/>
                    <a:pt x="2141" y="70"/>
                  </a:cubicBezTo>
                  <a:cubicBezTo>
                    <a:pt x="3592" y="70"/>
                    <a:pt x="4422" y="1553"/>
                    <a:pt x="4855" y="2729"/>
                  </a:cubicBezTo>
                  <a:cubicBezTo>
                    <a:pt x="5493" y="4585"/>
                    <a:pt x="5733" y="6559"/>
                    <a:pt x="6002" y="8491"/>
                  </a:cubicBezTo>
                  <a:cubicBezTo>
                    <a:pt x="6002" y="8508"/>
                    <a:pt x="6016" y="8516"/>
                    <a:pt x="6032" y="8516"/>
                  </a:cubicBezTo>
                  <a:cubicBezTo>
                    <a:pt x="6060" y="8516"/>
                    <a:pt x="6093" y="8494"/>
                    <a:pt x="6078" y="8461"/>
                  </a:cubicBezTo>
                  <a:cubicBezTo>
                    <a:pt x="5809" y="6588"/>
                    <a:pt x="5587" y="4685"/>
                    <a:pt x="4978" y="2876"/>
                  </a:cubicBezTo>
                  <a:cubicBezTo>
                    <a:pt x="4562" y="1681"/>
                    <a:pt x="3830" y="217"/>
                    <a:pt x="2442" y="24"/>
                  </a:cubicBezTo>
                  <a:cubicBezTo>
                    <a:pt x="2345" y="8"/>
                    <a:pt x="2249" y="1"/>
                    <a:pt x="2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4015;p59">
              <a:extLst>
                <a:ext uri="{FF2B5EF4-FFF2-40B4-BE49-F238E27FC236}">
                  <a16:creationId xmlns:a16="http://schemas.microsoft.com/office/drawing/2014/main" id="{BEAAE116-2DF9-640D-C03E-2FD3AB09011F}"/>
                </a:ext>
              </a:extLst>
            </p:cNvPr>
            <p:cNvSpPr/>
            <p:nvPr/>
          </p:nvSpPr>
          <p:spPr>
            <a:xfrm>
              <a:off x="1653217" y="4662437"/>
              <a:ext cx="93214" cy="269492"/>
            </a:xfrm>
            <a:custGeom>
              <a:avLst/>
              <a:gdLst/>
              <a:ahLst/>
              <a:cxnLst/>
              <a:rect l="l" t="t" r="r" b="b"/>
              <a:pathLst>
                <a:path w="2905" h="8398" extrusionOk="0">
                  <a:moveTo>
                    <a:pt x="0" y="1"/>
                  </a:moveTo>
                  <a:lnTo>
                    <a:pt x="2905" y="83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4016;p59">
              <a:extLst>
                <a:ext uri="{FF2B5EF4-FFF2-40B4-BE49-F238E27FC236}">
                  <a16:creationId xmlns:a16="http://schemas.microsoft.com/office/drawing/2014/main" id="{6C4B46A3-BC45-6AFA-0F7F-985C9D90C7E2}"/>
                </a:ext>
              </a:extLst>
            </p:cNvPr>
            <p:cNvSpPr/>
            <p:nvPr/>
          </p:nvSpPr>
          <p:spPr>
            <a:xfrm>
              <a:off x="1652479" y="4661699"/>
              <a:ext cx="95460" cy="270968"/>
            </a:xfrm>
            <a:custGeom>
              <a:avLst/>
              <a:gdLst/>
              <a:ahLst/>
              <a:cxnLst/>
              <a:rect l="l" t="t" r="r" b="b"/>
              <a:pathLst>
                <a:path w="2975" h="8444" extrusionOk="0">
                  <a:moveTo>
                    <a:pt x="70" y="0"/>
                  </a:moveTo>
                  <a:lnTo>
                    <a:pt x="0" y="24"/>
                  </a:lnTo>
                  <a:lnTo>
                    <a:pt x="2875" y="8444"/>
                  </a:lnTo>
                  <a:lnTo>
                    <a:pt x="2974" y="839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4017;p59">
              <a:extLst>
                <a:ext uri="{FF2B5EF4-FFF2-40B4-BE49-F238E27FC236}">
                  <a16:creationId xmlns:a16="http://schemas.microsoft.com/office/drawing/2014/main" id="{00AC4A63-716A-0985-556E-FC99C41FDF21}"/>
                </a:ext>
              </a:extLst>
            </p:cNvPr>
            <p:cNvSpPr/>
            <p:nvPr/>
          </p:nvSpPr>
          <p:spPr>
            <a:xfrm>
              <a:off x="1418362" y="4730593"/>
              <a:ext cx="195798" cy="201333"/>
            </a:xfrm>
            <a:custGeom>
              <a:avLst/>
              <a:gdLst/>
              <a:ahLst/>
              <a:cxnLst/>
              <a:rect l="l" t="t" r="r" b="b"/>
              <a:pathLst>
                <a:path w="6102" h="6274" extrusionOk="0">
                  <a:moveTo>
                    <a:pt x="2828" y="1"/>
                  </a:moveTo>
                  <a:cubicBezTo>
                    <a:pt x="2515" y="1"/>
                    <a:pt x="2201" y="88"/>
                    <a:pt x="1903" y="272"/>
                  </a:cubicBezTo>
                  <a:cubicBezTo>
                    <a:pt x="0" y="1443"/>
                    <a:pt x="2296" y="4903"/>
                    <a:pt x="3367" y="6273"/>
                  </a:cubicBezTo>
                  <a:lnTo>
                    <a:pt x="6102" y="6250"/>
                  </a:lnTo>
                  <a:cubicBezTo>
                    <a:pt x="5832" y="4610"/>
                    <a:pt x="5586" y="3000"/>
                    <a:pt x="4931" y="1636"/>
                  </a:cubicBezTo>
                  <a:cubicBezTo>
                    <a:pt x="4452" y="595"/>
                    <a:pt x="3644" y="1"/>
                    <a:pt x="28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4018;p59">
              <a:extLst>
                <a:ext uri="{FF2B5EF4-FFF2-40B4-BE49-F238E27FC236}">
                  <a16:creationId xmlns:a16="http://schemas.microsoft.com/office/drawing/2014/main" id="{C68702FB-2061-2AF2-A446-85C4087CEC5B}"/>
                </a:ext>
              </a:extLst>
            </p:cNvPr>
            <p:cNvSpPr/>
            <p:nvPr/>
          </p:nvSpPr>
          <p:spPr>
            <a:xfrm>
              <a:off x="1450482" y="4729662"/>
              <a:ext cx="164866" cy="203194"/>
            </a:xfrm>
            <a:custGeom>
              <a:avLst/>
              <a:gdLst/>
              <a:ahLst/>
              <a:cxnLst/>
              <a:rect l="l" t="t" r="r" b="b"/>
              <a:pathLst>
                <a:path w="5138" h="6332" extrusionOk="0">
                  <a:moveTo>
                    <a:pt x="1793" y="0"/>
                  </a:moveTo>
                  <a:cubicBezTo>
                    <a:pt x="1048" y="0"/>
                    <a:pt x="353" y="500"/>
                    <a:pt x="194" y="1249"/>
                  </a:cubicBezTo>
                  <a:cubicBezTo>
                    <a:pt x="1" y="2081"/>
                    <a:pt x="340" y="3006"/>
                    <a:pt x="709" y="3738"/>
                  </a:cubicBezTo>
                  <a:cubicBezTo>
                    <a:pt x="1148" y="4669"/>
                    <a:pt x="1705" y="5518"/>
                    <a:pt x="2343" y="6326"/>
                  </a:cubicBezTo>
                  <a:cubicBezTo>
                    <a:pt x="2347" y="6330"/>
                    <a:pt x="2353" y="6332"/>
                    <a:pt x="2358" y="6332"/>
                  </a:cubicBezTo>
                  <a:cubicBezTo>
                    <a:pt x="2382" y="6332"/>
                    <a:pt x="2409" y="6298"/>
                    <a:pt x="2390" y="6279"/>
                  </a:cubicBezTo>
                  <a:cubicBezTo>
                    <a:pt x="1904" y="5640"/>
                    <a:pt x="1441" y="4961"/>
                    <a:pt x="1049" y="4253"/>
                  </a:cubicBezTo>
                  <a:cubicBezTo>
                    <a:pt x="633" y="3498"/>
                    <a:pt x="241" y="2643"/>
                    <a:pt x="217" y="1764"/>
                  </a:cubicBezTo>
                  <a:cubicBezTo>
                    <a:pt x="194" y="886"/>
                    <a:pt x="779" y="154"/>
                    <a:pt x="1681" y="78"/>
                  </a:cubicBezTo>
                  <a:cubicBezTo>
                    <a:pt x="1731" y="74"/>
                    <a:pt x="1780" y="72"/>
                    <a:pt x="1828" y="72"/>
                  </a:cubicBezTo>
                  <a:cubicBezTo>
                    <a:pt x="2875" y="72"/>
                    <a:pt x="3625" y="1021"/>
                    <a:pt x="4000" y="1911"/>
                  </a:cubicBezTo>
                  <a:cubicBezTo>
                    <a:pt x="4585" y="3298"/>
                    <a:pt x="4808" y="4815"/>
                    <a:pt x="5048" y="6279"/>
                  </a:cubicBezTo>
                  <a:cubicBezTo>
                    <a:pt x="5048" y="6299"/>
                    <a:pt x="5067" y="6311"/>
                    <a:pt x="5087" y="6311"/>
                  </a:cubicBezTo>
                  <a:cubicBezTo>
                    <a:pt x="5112" y="6311"/>
                    <a:pt x="5137" y="6292"/>
                    <a:pt x="5124" y="6249"/>
                  </a:cubicBezTo>
                  <a:cubicBezTo>
                    <a:pt x="4878" y="4815"/>
                    <a:pt x="4685" y="3322"/>
                    <a:pt x="4123" y="1958"/>
                  </a:cubicBezTo>
                  <a:cubicBezTo>
                    <a:pt x="3730" y="1056"/>
                    <a:pt x="3022" y="78"/>
                    <a:pt x="1950" y="8"/>
                  </a:cubicBezTo>
                  <a:cubicBezTo>
                    <a:pt x="1898" y="3"/>
                    <a:pt x="1846" y="0"/>
                    <a:pt x="17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4019;p59">
              <a:extLst>
                <a:ext uri="{FF2B5EF4-FFF2-40B4-BE49-F238E27FC236}">
                  <a16:creationId xmlns:a16="http://schemas.microsoft.com/office/drawing/2014/main" id="{E279F1BB-AAF7-43E6-3B2B-50AAD14D8744}"/>
                </a:ext>
              </a:extLst>
            </p:cNvPr>
            <p:cNvSpPr/>
            <p:nvPr/>
          </p:nvSpPr>
          <p:spPr>
            <a:xfrm>
              <a:off x="1497460" y="4732165"/>
              <a:ext cx="79866" cy="199760"/>
            </a:xfrm>
            <a:custGeom>
              <a:avLst/>
              <a:gdLst/>
              <a:ahLst/>
              <a:cxnLst/>
              <a:rect l="l" t="t" r="r" b="b"/>
              <a:pathLst>
                <a:path w="2489" h="6225" extrusionOk="0">
                  <a:moveTo>
                    <a:pt x="1" y="0"/>
                  </a:moveTo>
                  <a:lnTo>
                    <a:pt x="2489" y="62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4020;p59">
              <a:extLst>
                <a:ext uri="{FF2B5EF4-FFF2-40B4-BE49-F238E27FC236}">
                  <a16:creationId xmlns:a16="http://schemas.microsoft.com/office/drawing/2014/main" id="{289CB270-F7B4-9EAB-B0BB-9664031E0C61}"/>
                </a:ext>
              </a:extLst>
            </p:cNvPr>
            <p:cNvSpPr/>
            <p:nvPr/>
          </p:nvSpPr>
          <p:spPr>
            <a:xfrm>
              <a:off x="1495759" y="4732165"/>
              <a:ext cx="83075" cy="200498"/>
            </a:xfrm>
            <a:custGeom>
              <a:avLst/>
              <a:gdLst/>
              <a:ahLst/>
              <a:cxnLst/>
              <a:rect l="l" t="t" r="r" b="b"/>
              <a:pathLst>
                <a:path w="2589" h="6248" extrusionOk="0">
                  <a:moveTo>
                    <a:pt x="100" y="0"/>
                  </a:moveTo>
                  <a:lnTo>
                    <a:pt x="1" y="24"/>
                  </a:lnTo>
                  <a:lnTo>
                    <a:pt x="2489" y="6248"/>
                  </a:lnTo>
                  <a:lnTo>
                    <a:pt x="2589" y="6201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4021;p59">
              <a:extLst>
                <a:ext uri="{FF2B5EF4-FFF2-40B4-BE49-F238E27FC236}">
                  <a16:creationId xmlns:a16="http://schemas.microsoft.com/office/drawing/2014/main" id="{19B7877A-CB5D-2DBA-4C82-783C3E244C96}"/>
                </a:ext>
              </a:extLst>
            </p:cNvPr>
            <p:cNvSpPr/>
            <p:nvPr/>
          </p:nvSpPr>
          <p:spPr>
            <a:xfrm>
              <a:off x="1769890" y="4486623"/>
              <a:ext cx="271717" cy="444543"/>
            </a:xfrm>
            <a:custGeom>
              <a:avLst/>
              <a:gdLst/>
              <a:ahLst/>
              <a:cxnLst/>
              <a:rect l="l" t="t" r="r" b="b"/>
              <a:pathLst>
                <a:path w="8468" h="13853" extrusionOk="0">
                  <a:moveTo>
                    <a:pt x="4150" y="1"/>
                  </a:moveTo>
                  <a:cubicBezTo>
                    <a:pt x="3556" y="1"/>
                    <a:pt x="2934" y="271"/>
                    <a:pt x="2319" y="919"/>
                  </a:cubicBezTo>
                  <a:cubicBezTo>
                    <a:pt x="1" y="3407"/>
                    <a:pt x="1851" y="8607"/>
                    <a:pt x="4755" y="13853"/>
                  </a:cubicBezTo>
                  <a:lnTo>
                    <a:pt x="8467" y="13853"/>
                  </a:lnTo>
                  <a:cubicBezTo>
                    <a:pt x="8467" y="10509"/>
                    <a:pt x="8368" y="7090"/>
                    <a:pt x="7636" y="3946"/>
                  </a:cubicBezTo>
                  <a:cubicBezTo>
                    <a:pt x="7206" y="2063"/>
                    <a:pt x="5788" y="1"/>
                    <a:pt x="41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4022;p59">
              <a:extLst>
                <a:ext uri="{FF2B5EF4-FFF2-40B4-BE49-F238E27FC236}">
                  <a16:creationId xmlns:a16="http://schemas.microsoft.com/office/drawing/2014/main" id="{7E58A5E1-9387-621D-B641-E140036BCAAD}"/>
                </a:ext>
              </a:extLst>
            </p:cNvPr>
            <p:cNvSpPr/>
            <p:nvPr/>
          </p:nvSpPr>
          <p:spPr>
            <a:xfrm>
              <a:off x="1808974" y="4484890"/>
              <a:ext cx="234110" cy="447046"/>
            </a:xfrm>
            <a:custGeom>
              <a:avLst/>
              <a:gdLst/>
              <a:ahLst/>
              <a:cxnLst/>
              <a:rect l="l" t="t" r="r" b="b"/>
              <a:pathLst>
                <a:path w="7296" h="13931" extrusionOk="0">
                  <a:moveTo>
                    <a:pt x="2928" y="1"/>
                  </a:moveTo>
                  <a:cubicBezTo>
                    <a:pt x="2319" y="1"/>
                    <a:pt x="1687" y="294"/>
                    <a:pt x="1072" y="949"/>
                  </a:cubicBezTo>
                  <a:cubicBezTo>
                    <a:pt x="317" y="1728"/>
                    <a:pt x="0" y="2805"/>
                    <a:pt x="0" y="4047"/>
                  </a:cubicBezTo>
                  <a:cubicBezTo>
                    <a:pt x="0" y="6758"/>
                    <a:pt x="1511" y="10318"/>
                    <a:pt x="3490" y="13930"/>
                  </a:cubicBezTo>
                  <a:lnTo>
                    <a:pt x="3560" y="13877"/>
                  </a:lnTo>
                  <a:cubicBezTo>
                    <a:pt x="1587" y="10294"/>
                    <a:pt x="100" y="6734"/>
                    <a:pt x="100" y="4047"/>
                  </a:cubicBezTo>
                  <a:cubicBezTo>
                    <a:pt x="100" y="2829"/>
                    <a:pt x="416" y="1781"/>
                    <a:pt x="1148" y="1025"/>
                  </a:cubicBezTo>
                  <a:cubicBezTo>
                    <a:pt x="1757" y="364"/>
                    <a:pt x="2366" y="94"/>
                    <a:pt x="2928" y="94"/>
                  </a:cubicBezTo>
                  <a:cubicBezTo>
                    <a:pt x="3736" y="94"/>
                    <a:pt x="4491" y="610"/>
                    <a:pt x="5100" y="1365"/>
                  </a:cubicBezTo>
                  <a:cubicBezTo>
                    <a:pt x="5709" y="2097"/>
                    <a:pt x="6172" y="3075"/>
                    <a:pt x="6371" y="4023"/>
                  </a:cubicBezTo>
                  <a:cubicBezTo>
                    <a:pt x="7050" y="6998"/>
                    <a:pt x="7196" y="10195"/>
                    <a:pt x="7196" y="13368"/>
                  </a:cubicBezTo>
                  <a:lnTo>
                    <a:pt x="7196" y="13907"/>
                  </a:lnTo>
                  <a:lnTo>
                    <a:pt x="7296" y="13907"/>
                  </a:lnTo>
                  <a:lnTo>
                    <a:pt x="7296" y="13368"/>
                  </a:lnTo>
                  <a:cubicBezTo>
                    <a:pt x="7296" y="10195"/>
                    <a:pt x="7150" y="6974"/>
                    <a:pt x="6464" y="4000"/>
                  </a:cubicBezTo>
                  <a:cubicBezTo>
                    <a:pt x="6248" y="3045"/>
                    <a:pt x="5785" y="2050"/>
                    <a:pt x="5171" y="1289"/>
                  </a:cubicBezTo>
                  <a:cubicBezTo>
                    <a:pt x="4562" y="534"/>
                    <a:pt x="3783" y="24"/>
                    <a:pt x="29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4023;p59">
              <a:extLst>
                <a:ext uri="{FF2B5EF4-FFF2-40B4-BE49-F238E27FC236}">
                  <a16:creationId xmlns:a16="http://schemas.microsoft.com/office/drawing/2014/main" id="{3A62F19B-8D88-A911-70A8-094A36A9ABB4}"/>
                </a:ext>
              </a:extLst>
            </p:cNvPr>
            <p:cNvSpPr/>
            <p:nvPr/>
          </p:nvSpPr>
          <p:spPr>
            <a:xfrm>
              <a:off x="1870038" y="4495800"/>
              <a:ext cx="115194" cy="435365"/>
            </a:xfrm>
            <a:custGeom>
              <a:avLst/>
              <a:gdLst/>
              <a:ahLst/>
              <a:cxnLst/>
              <a:rect l="l" t="t" r="r" b="b"/>
              <a:pathLst>
                <a:path w="3590" h="13567" extrusionOk="0">
                  <a:moveTo>
                    <a:pt x="100" y="0"/>
                  </a:moveTo>
                  <a:lnTo>
                    <a:pt x="0" y="24"/>
                  </a:lnTo>
                  <a:lnTo>
                    <a:pt x="3490" y="13567"/>
                  </a:lnTo>
                  <a:lnTo>
                    <a:pt x="3590" y="13537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4024;p59">
              <a:extLst>
                <a:ext uri="{FF2B5EF4-FFF2-40B4-BE49-F238E27FC236}">
                  <a16:creationId xmlns:a16="http://schemas.microsoft.com/office/drawing/2014/main" id="{F7E01B33-D233-1804-5DE8-91BCADE3EB66}"/>
                </a:ext>
              </a:extLst>
            </p:cNvPr>
            <p:cNvSpPr/>
            <p:nvPr/>
          </p:nvSpPr>
          <p:spPr>
            <a:xfrm>
              <a:off x="1663357" y="4594216"/>
              <a:ext cx="260807" cy="337715"/>
            </a:xfrm>
            <a:custGeom>
              <a:avLst/>
              <a:gdLst/>
              <a:ahLst/>
              <a:cxnLst/>
              <a:rect l="l" t="t" r="r" b="b"/>
              <a:pathLst>
                <a:path w="8128" h="10524" extrusionOk="0">
                  <a:moveTo>
                    <a:pt x="2797" y="0"/>
                  </a:moveTo>
                  <a:cubicBezTo>
                    <a:pt x="2429" y="0"/>
                    <a:pt x="2088" y="127"/>
                    <a:pt x="1804" y="400"/>
                  </a:cubicBezTo>
                  <a:cubicBezTo>
                    <a:pt x="1" y="2127"/>
                    <a:pt x="2589" y="7742"/>
                    <a:pt x="3736" y="10523"/>
                  </a:cubicBezTo>
                  <a:lnTo>
                    <a:pt x="8128" y="10470"/>
                  </a:lnTo>
                  <a:cubicBezTo>
                    <a:pt x="7513" y="7742"/>
                    <a:pt x="7197" y="5376"/>
                    <a:pt x="6172" y="3058"/>
                  </a:cubicBezTo>
                  <a:cubicBezTo>
                    <a:pt x="5361" y="1227"/>
                    <a:pt x="3945" y="0"/>
                    <a:pt x="27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4025;p59">
              <a:extLst>
                <a:ext uri="{FF2B5EF4-FFF2-40B4-BE49-F238E27FC236}">
                  <a16:creationId xmlns:a16="http://schemas.microsoft.com/office/drawing/2014/main" id="{3971EB03-BE30-92B9-985A-26BA2F2CF5B0}"/>
                </a:ext>
              </a:extLst>
            </p:cNvPr>
            <p:cNvSpPr/>
            <p:nvPr/>
          </p:nvSpPr>
          <p:spPr>
            <a:xfrm>
              <a:off x="1698686" y="4593029"/>
              <a:ext cx="226987" cy="339384"/>
            </a:xfrm>
            <a:custGeom>
              <a:avLst/>
              <a:gdLst/>
              <a:ahLst/>
              <a:cxnLst/>
              <a:rect l="l" t="t" r="r" b="b"/>
              <a:pathLst>
                <a:path w="7074" h="10576" extrusionOk="0">
                  <a:moveTo>
                    <a:pt x="1673" y="0"/>
                  </a:moveTo>
                  <a:cubicBezTo>
                    <a:pt x="1413" y="0"/>
                    <a:pt x="1158" y="63"/>
                    <a:pt x="926" y="214"/>
                  </a:cubicBezTo>
                  <a:cubicBezTo>
                    <a:pt x="486" y="507"/>
                    <a:pt x="240" y="969"/>
                    <a:pt x="117" y="1485"/>
                  </a:cubicBezTo>
                  <a:cubicBezTo>
                    <a:pt x="0" y="2094"/>
                    <a:pt x="47" y="2749"/>
                    <a:pt x="117" y="3364"/>
                  </a:cubicBezTo>
                  <a:cubicBezTo>
                    <a:pt x="240" y="4143"/>
                    <a:pt x="463" y="4922"/>
                    <a:pt x="680" y="5677"/>
                  </a:cubicBezTo>
                  <a:cubicBezTo>
                    <a:pt x="1218" y="7340"/>
                    <a:pt x="1927" y="8950"/>
                    <a:pt x="2606" y="10560"/>
                  </a:cubicBezTo>
                  <a:cubicBezTo>
                    <a:pt x="2606" y="10570"/>
                    <a:pt x="2619" y="10576"/>
                    <a:pt x="2633" y="10576"/>
                  </a:cubicBezTo>
                  <a:cubicBezTo>
                    <a:pt x="2652" y="10576"/>
                    <a:pt x="2672" y="10564"/>
                    <a:pt x="2659" y="10537"/>
                  </a:cubicBezTo>
                  <a:cubicBezTo>
                    <a:pt x="2120" y="9219"/>
                    <a:pt x="1534" y="7873"/>
                    <a:pt x="1048" y="6532"/>
                  </a:cubicBezTo>
                  <a:cubicBezTo>
                    <a:pt x="586" y="5168"/>
                    <a:pt x="94" y="3680"/>
                    <a:pt x="117" y="2217"/>
                  </a:cubicBezTo>
                  <a:cubicBezTo>
                    <a:pt x="147" y="1678"/>
                    <a:pt x="217" y="1116"/>
                    <a:pt x="557" y="677"/>
                  </a:cubicBezTo>
                  <a:cubicBezTo>
                    <a:pt x="837" y="289"/>
                    <a:pt x="1257" y="81"/>
                    <a:pt x="1710" y="81"/>
                  </a:cubicBezTo>
                  <a:cubicBezTo>
                    <a:pt x="1852" y="81"/>
                    <a:pt x="1998" y="102"/>
                    <a:pt x="2143" y="144"/>
                  </a:cubicBezTo>
                  <a:cubicBezTo>
                    <a:pt x="2852" y="314"/>
                    <a:pt x="3437" y="823"/>
                    <a:pt x="3923" y="1362"/>
                  </a:cubicBezTo>
                  <a:cubicBezTo>
                    <a:pt x="4562" y="2094"/>
                    <a:pt x="5001" y="2972"/>
                    <a:pt x="5340" y="3874"/>
                  </a:cubicBezTo>
                  <a:cubicBezTo>
                    <a:pt x="6172" y="6022"/>
                    <a:pt x="6488" y="8288"/>
                    <a:pt x="6974" y="10537"/>
                  </a:cubicBezTo>
                  <a:cubicBezTo>
                    <a:pt x="6983" y="10554"/>
                    <a:pt x="6999" y="10562"/>
                    <a:pt x="7016" y="10562"/>
                  </a:cubicBezTo>
                  <a:cubicBezTo>
                    <a:pt x="7044" y="10562"/>
                    <a:pt x="7073" y="10540"/>
                    <a:pt x="7073" y="10507"/>
                  </a:cubicBezTo>
                  <a:cubicBezTo>
                    <a:pt x="6587" y="8388"/>
                    <a:pt x="6265" y="6216"/>
                    <a:pt x="5534" y="4166"/>
                  </a:cubicBezTo>
                  <a:cubicBezTo>
                    <a:pt x="5001" y="2632"/>
                    <a:pt x="4122" y="876"/>
                    <a:pt x="2512" y="191"/>
                  </a:cubicBezTo>
                  <a:cubicBezTo>
                    <a:pt x="2244" y="75"/>
                    <a:pt x="1956" y="0"/>
                    <a:pt x="16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4026;p59">
              <a:extLst>
                <a:ext uri="{FF2B5EF4-FFF2-40B4-BE49-F238E27FC236}">
                  <a16:creationId xmlns:a16="http://schemas.microsoft.com/office/drawing/2014/main" id="{DC6D533B-4FD1-4191-A3BE-C073F4B4E317}"/>
                </a:ext>
              </a:extLst>
            </p:cNvPr>
            <p:cNvSpPr/>
            <p:nvPr/>
          </p:nvSpPr>
          <p:spPr>
            <a:xfrm>
              <a:off x="1741717" y="4595179"/>
              <a:ext cx="113493" cy="336752"/>
            </a:xfrm>
            <a:custGeom>
              <a:avLst/>
              <a:gdLst/>
              <a:ahLst/>
              <a:cxnLst/>
              <a:rect l="l" t="t" r="r" b="b"/>
              <a:pathLst>
                <a:path w="3537" h="10494" extrusionOk="0">
                  <a:moveTo>
                    <a:pt x="0" y="1"/>
                  </a:moveTo>
                  <a:lnTo>
                    <a:pt x="3537" y="104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4027;p59">
              <a:extLst>
                <a:ext uri="{FF2B5EF4-FFF2-40B4-BE49-F238E27FC236}">
                  <a16:creationId xmlns:a16="http://schemas.microsoft.com/office/drawing/2014/main" id="{4B7C795C-5FE6-F75B-6DDF-1D63489C991D}"/>
                </a:ext>
              </a:extLst>
            </p:cNvPr>
            <p:cNvSpPr/>
            <p:nvPr/>
          </p:nvSpPr>
          <p:spPr>
            <a:xfrm>
              <a:off x="1740016" y="4595179"/>
              <a:ext cx="116702" cy="337491"/>
            </a:xfrm>
            <a:custGeom>
              <a:avLst/>
              <a:gdLst/>
              <a:ahLst/>
              <a:cxnLst/>
              <a:rect l="l" t="t" r="r" b="b"/>
              <a:pathLst>
                <a:path w="3637" h="10517" extrusionOk="0">
                  <a:moveTo>
                    <a:pt x="100" y="1"/>
                  </a:moveTo>
                  <a:lnTo>
                    <a:pt x="1" y="24"/>
                  </a:lnTo>
                  <a:lnTo>
                    <a:pt x="3543" y="10517"/>
                  </a:lnTo>
                  <a:lnTo>
                    <a:pt x="3637" y="10470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6" name="Google Shape;4028;p59">
            <a:extLst>
              <a:ext uri="{FF2B5EF4-FFF2-40B4-BE49-F238E27FC236}">
                <a16:creationId xmlns:a16="http://schemas.microsoft.com/office/drawing/2014/main" id="{0B7CCC45-9925-4229-EFD4-F5C81D271DD9}"/>
              </a:ext>
            </a:extLst>
          </p:cNvPr>
          <p:cNvGrpSpPr/>
          <p:nvPr/>
        </p:nvGrpSpPr>
        <p:grpSpPr>
          <a:xfrm>
            <a:off x="5690303" y="4448645"/>
            <a:ext cx="601266" cy="497939"/>
            <a:chOff x="2471247" y="4432258"/>
            <a:chExt cx="601266" cy="497939"/>
          </a:xfrm>
        </p:grpSpPr>
        <p:sp>
          <p:nvSpPr>
            <p:cNvPr id="3497" name="Google Shape;4029;p59">
              <a:extLst>
                <a:ext uri="{FF2B5EF4-FFF2-40B4-BE49-F238E27FC236}">
                  <a16:creationId xmlns:a16="http://schemas.microsoft.com/office/drawing/2014/main" id="{B9173CB9-359E-1E24-62CC-B54055C076A3}"/>
                </a:ext>
              </a:extLst>
            </p:cNvPr>
            <p:cNvSpPr/>
            <p:nvPr/>
          </p:nvSpPr>
          <p:spPr>
            <a:xfrm>
              <a:off x="2471247" y="4432964"/>
              <a:ext cx="309131" cy="495823"/>
            </a:xfrm>
            <a:custGeom>
              <a:avLst/>
              <a:gdLst/>
              <a:ahLst/>
              <a:cxnLst/>
              <a:rect l="l" t="t" r="r" b="b"/>
              <a:pathLst>
                <a:path w="9634" h="15451" extrusionOk="0">
                  <a:moveTo>
                    <a:pt x="5093" y="1"/>
                  </a:moveTo>
                  <a:cubicBezTo>
                    <a:pt x="5044" y="1"/>
                    <a:pt x="4998" y="2"/>
                    <a:pt x="4954" y="5"/>
                  </a:cubicBezTo>
                  <a:cubicBezTo>
                    <a:pt x="2366" y="198"/>
                    <a:pt x="1" y="4273"/>
                    <a:pt x="979" y="15451"/>
                  </a:cubicBezTo>
                  <a:lnTo>
                    <a:pt x="5440" y="15451"/>
                  </a:lnTo>
                  <a:cubicBezTo>
                    <a:pt x="9633" y="1155"/>
                    <a:pt x="6437" y="1"/>
                    <a:pt x="50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4030;p59">
              <a:extLst>
                <a:ext uri="{FF2B5EF4-FFF2-40B4-BE49-F238E27FC236}">
                  <a16:creationId xmlns:a16="http://schemas.microsoft.com/office/drawing/2014/main" id="{0A128D97-D181-F1E4-C4F7-58948B7C1AF7}"/>
                </a:ext>
              </a:extLst>
            </p:cNvPr>
            <p:cNvSpPr/>
            <p:nvPr/>
          </p:nvSpPr>
          <p:spPr>
            <a:xfrm>
              <a:off x="2486842" y="4432258"/>
              <a:ext cx="227950" cy="497106"/>
            </a:xfrm>
            <a:custGeom>
              <a:avLst/>
              <a:gdLst/>
              <a:ahLst/>
              <a:cxnLst/>
              <a:rect l="l" t="t" r="r" b="b"/>
              <a:pathLst>
                <a:path w="7104" h="15491" extrusionOk="0">
                  <a:moveTo>
                    <a:pt x="4599" y="0"/>
                  </a:moveTo>
                  <a:cubicBezTo>
                    <a:pt x="4482" y="0"/>
                    <a:pt x="4364" y="9"/>
                    <a:pt x="4246" y="27"/>
                  </a:cubicBezTo>
                  <a:cubicBezTo>
                    <a:pt x="2612" y="296"/>
                    <a:pt x="1687" y="1953"/>
                    <a:pt x="1201" y="3370"/>
                  </a:cubicBezTo>
                  <a:cubicBezTo>
                    <a:pt x="733" y="4688"/>
                    <a:pt x="493" y="6105"/>
                    <a:pt x="370" y="7492"/>
                  </a:cubicBezTo>
                  <a:cubicBezTo>
                    <a:pt x="177" y="9518"/>
                    <a:pt x="200" y="11591"/>
                    <a:pt x="323" y="13640"/>
                  </a:cubicBezTo>
                  <a:cubicBezTo>
                    <a:pt x="346" y="14249"/>
                    <a:pt x="393" y="14858"/>
                    <a:pt x="469" y="15473"/>
                  </a:cubicBezTo>
                  <a:cubicBezTo>
                    <a:pt x="469" y="15484"/>
                    <a:pt x="475" y="15490"/>
                    <a:pt x="481" y="15490"/>
                  </a:cubicBezTo>
                  <a:cubicBezTo>
                    <a:pt x="487" y="15490"/>
                    <a:pt x="493" y="15484"/>
                    <a:pt x="493" y="15473"/>
                  </a:cubicBezTo>
                  <a:cubicBezTo>
                    <a:pt x="247" y="11784"/>
                    <a:pt x="1" y="7978"/>
                    <a:pt x="955" y="4371"/>
                  </a:cubicBezTo>
                  <a:cubicBezTo>
                    <a:pt x="1371" y="2808"/>
                    <a:pt x="2150" y="782"/>
                    <a:pt x="3836" y="197"/>
                  </a:cubicBezTo>
                  <a:cubicBezTo>
                    <a:pt x="4083" y="115"/>
                    <a:pt x="4344" y="71"/>
                    <a:pt x="4603" y="71"/>
                  </a:cubicBezTo>
                  <a:cubicBezTo>
                    <a:pt x="5033" y="71"/>
                    <a:pt x="5459" y="192"/>
                    <a:pt x="5809" y="466"/>
                  </a:cubicBezTo>
                  <a:cubicBezTo>
                    <a:pt x="6810" y="1274"/>
                    <a:pt x="6957" y="2808"/>
                    <a:pt x="7004" y="3979"/>
                  </a:cubicBezTo>
                  <a:cubicBezTo>
                    <a:pt x="7027" y="5297"/>
                    <a:pt x="6910" y="6614"/>
                    <a:pt x="6687" y="7908"/>
                  </a:cubicBezTo>
                  <a:cubicBezTo>
                    <a:pt x="6395" y="9858"/>
                    <a:pt x="5932" y="11784"/>
                    <a:pt x="5417" y="13687"/>
                  </a:cubicBezTo>
                  <a:cubicBezTo>
                    <a:pt x="5247" y="14272"/>
                    <a:pt x="5077" y="14858"/>
                    <a:pt x="4931" y="15443"/>
                  </a:cubicBezTo>
                  <a:cubicBezTo>
                    <a:pt x="4917" y="15475"/>
                    <a:pt x="4937" y="15488"/>
                    <a:pt x="4955" y="15488"/>
                  </a:cubicBezTo>
                  <a:cubicBezTo>
                    <a:pt x="4967" y="15488"/>
                    <a:pt x="4978" y="15482"/>
                    <a:pt x="4978" y="15473"/>
                  </a:cubicBezTo>
                  <a:cubicBezTo>
                    <a:pt x="5639" y="13347"/>
                    <a:pt x="6178" y="11175"/>
                    <a:pt x="6588" y="9003"/>
                  </a:cubicBezTo>
                  <a:cubicBezTo>
                    <a:pt x="6857" y="7568"/>
                    <a:pt x="7056" y="6105"/>
                    <a:pt x="7080" y="4641"/>
                  </a:cubicBezTo>
                  <a:cubicBezTo>
                    <a:pt x="7103" y="3762"/>
                    <a:pt x="7056" y="2832"/>
                    <a:pt x="6787" y="1977"/>
                  </a:cubicBezTo>
                  <a:cubicBezTo>
                    <a:pt x="6641" y="1467"/>
                    <a:pt x="6418" y="981"/>
                    <a:pt x="6055" y="589"/>
                  </a:cubicBezTo>
                  <a:cubicBezTo>
                    <a:pt x="5651" y="190"/>
                    <a:pt x="5137" y="0"/>
                    <a:pt x="45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4031;p59">
              <a:extLst>
                <a:ext uri="{FF2B5EF4-FFF2-40B4-BE49-F238E27FC236}">
                  <a16:creationId xmlns:a16="http://schemas.microsoft.com/office/drawing/2014/main" id="{E3CD9FFE-CAEA-6AC6-4736-D5ABFEBE084D}"/>
                </a:ext>
              </a:extLst>
            </p:cNvPr>
            <p:cNvSpPr/>
            <p:nvPr/>
          </p:nvSpPr>
          <p:spPr>
            <a:xfrm>
              <a:off x="2573095" y="4433862"/>
              <a:ext cx="73480" cy="494924"/>
            </a:xfrm>
            <a:custGeom>
              <a:avLst/>
              <a:gdLst/>
              <a:ahLst/>
              <a:cxnLst/>
              <a:rect l="l" t="t" r="r" b="b"/>
              <a:pathLst>
                <a:path w="2290" h="15423" extrusionOk="0">
                  <a:moveTo>
                    <a:pt x="2290" y="0"/>
                  </a:moveTo>
                  <a:lnTo>
                    <a:pt x="0" y="154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4032;p59">
              <a:extLst>
                <a:ext uri="{FF2B5EF4-FFF2-40B4-BE49-F238E27FC236}">
                  <a16:creationId xmlns:a16="http://schemas.microsoft.com/office/drawing/2014/main" id="{7CAF12D5-57EB-6F7B-CE62-DF57A7A2C093}"/>
                </a:ext>
              </a:extLst>
            </p:cNvPr>
            <p:cNvSpPr/>
            <p:nvPr/>
          </p:nvSpPr>
          <p:spPr>
            <a:xfrm>
              <a:off x="2571395" y="4433862"/>
              <a:ext cx="76882" cy="494924"/>
            </a:xfrm>
            <a:custGeom>
              <a:avLst/>
              <a:gdLst/>
              <a:ahLst/>
              <a:cxnLst/>
              <a:rect l="l" t="t" r="r" b="b"/>
              <a:pathLst>
                <a:path w="2396" h="15423" extrusionOk="0">
                  <a:moveTo>
                    <a:pt x="2296" y="0"/>
                  </a:moveTo>
                  <a:lnTo>
                    <a:pt x="1" y="15393"/>
                  </a:lnTo>
                  <a:lnTo>
                    <a:pt x="100" y="15423"/>
                  </a:lnTo>
                  <a:lnTo>
                    <a:pt x="2395" y="24"/>
                  </a:lnTo>
                  <a:lnTo>
                    <a:pt x="2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4033;p59">
              <a:extLst>
                <a:ext uri="{FF2B5EF4-FFF2-40B4-BE49-F238E27FC236}">
                  <a16:creationId xmlns:a16="http://schemas.microsoft.com/office/drawing/2014/main" id="{99ECEB06-29C8-CBB3-97D7-A9008770DFE6}"/>
                </a:ext>
              </a:extLst>
            </p:cNvPr>
            <p:cNvSpPr/>
            <p:nvPr/>
          </p:nvSpPr>
          <p:spPr>
            <a:xfrm>
              <a:off x="2748395" y="4620939"/>
              <a:ext cx="252914" cy="307839"/>
            </a:xfrm>
            <a:custGeom>
              <a:avLst/>
              <a:gdLst/>
              <a:ahLst/>
              <a:cxnLst/>
              <a:rect l="l" t="t" r="r" b="b"/>
              <a:pathLst>
                <a:path w="7882" h="9593" extrusionOk="0">
                  <a:moveTo>
                    <a:pt x="5093" y="0"/>
                  </a:moveTo>
                  <a:cubicBezTo>
                    <a:pt x="2904" y="0"/>
                    <a:pt x="719" y="3683"/>
                    <a:pt x="0" y="9593"/>
                  </a:cubicBezTo>
                  <a:lnTo>
                    <a:pt x="3759" y="9593"/>
                  </a:lnTo>
                  <a:cubicBezTo>
                    <a:pt x="6857" y="4710"/>
                    <a:pt x="7881" y="1003"/>
                    <a:pt x="5902" y="172"/>
                  </a:cubicBezTo>
                  <a:cubicBezTo>
                    <a:pt x="5634" y="57"/>
                    <a:pt x="5364" y="0"/>
                    <a:pt x="50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4034;p59">
              <a:extLst>
                <a:ext uri="{FF2B5EF4-FFF2-40B4-BE49-F238E27FC236}">
                  <a16:creationId xmlns:a16="http://schemas.microsoft.com/office/drawing/2014/main" id="{51458F7E-8F9D-C5B3-D90D-17B3FF77D995}"/>
                </a:ext>
              </a:extLst>
            </p:cNvPr>
            <p:cNvSpPr/>
            <p:nvPr/>
          </p:nvSpPr>
          <p:spPr>
            <a:xfrm>
              <a:off x="2747624" y="4620009"/>
              <a:ext cx="233372" cy="309572"/>
            </a:xfrm>
            <a:custGeom>
              <a:avLst/>
              <a:gdLst/>
              <a:ahLst/>
              <a:cxnLst/>
              <a:rect l="l" t="t" r="r" b="b"/>
              <a:pathLst>
                <a:path w="7273" h="9647" extrusionOk="0">
                  <a:moveTo>
                    <a:pt x="5159" y="1"/>
                  </a:moveTo>
                  <a:cubicBezTo>
                    <a:pt x="4792" y="1"/>
                    <a:pt x="4420" y="92"/>
                    <a:pt x="4099" y="254"/>
                  </a:cubicBezTo>
                  <a:cubicBezTo>
                    <a:pt x="2999" y="810"/>
                    <a:pt x="2243" y="2010"/>
                    <a:pt x="1734" y="3082"/>
                  </a:cubicBezTo>
                  <a:cubicBezTo>
                    <a:pt x="1295" y="4007"/>
                    <a:pt x="949" y="4984"/>
                    <a:pt x="686" y="5962"/>
                  </a:cubicBezTo>
                  <a:cubicBezTo>
                    <a:pt x="364" y="7157"/>
                    <a:pt x="124" y="8375"/>
                    <a:pt x="1" y="9622"/>
                  </a:cubicBezTo>
                  <a:cubicBezTo>
                    <a:pt x="1" y="9633"/>
                    <a:pt x="13" y="9639"/>
                    <a:pt x="24" y="9639"/>
                  </a:cubicBezTo>
                  <a:cubicBezTo>
                    <a:pt x="36" y="9639"/>
                    <a:pt x="48" y="9633"/>
                    <a:pt x="48" y="9622"/>
                  </a:cubicBezTo>
                  <a:cubicBezTo>
                    <a:pt x="340" y="7666"/>
                    <a:pt x="686" y="5740"/>
                    <a:pt x="1441" y="3884"/>
                  </a:cubicBezTo>
                  <a:cubicBezTo>
                    <a:pt x="1951" y="2666"/>
                    <a:pt x="2636" y="1348"/>
                    <a:pt x="3731" y="570"/>
                  </a:cubicBezTo>
                  <a:cubicBezTo>
                    <a:pt x="4146" y="264"/>
                    <a:pt x="4664" y="70"/>
                    <a:pt x="5173" y="70"/>
                  </a:cubicBezTo>
                  <a:cubicBezTo>
                    <a:pt x="5562" y="70"/>
                    <a:pt x="5945" y="183"/>
                    <a:pt x="6272" y="447"/>
                  </a:cubicBezTo>
                  <a:cubicBezTo>
                    <a:pt x="7173" y="1179"/>
                    <a:pt x="6927" y="2596"/>
                    <a:pt x="6687" y="3544"/>
                  </a:cubicBezTo>
                  <a:cubicBezTo>
                    <a:pt x="6102" y="5740"/>
                    <a:pt x="4902" y="7690"/>
                    <a:pt x="3760" y="9592"/>
                  </a:cubicBezTo>
                  <a:cubicBezTo>
                    <a:pt x="3760" y="9625"/>
                    <a:pt x="3778" y="9647"/>
                    <a:pt x="3792" y="9647"/>
                  </a:cubicBezTo>
                  <a:cubicBezTo>
                    <a:pt x="3800" y="9647"/>
                    <a:pt x="3807" y="9639"/>
                    <a:pt x="3807" y="9622"/>
                  </a:cubicBezTo>
                  <a:cubicBezTo>
                    <a:pt x="4492" y="8644"/>
                    <a:pt x="5077" y="7572"/>
                    <a:pt x="5587" y="6518"/>
                  </a:cubicBezTo>
                  <a:cubicBezTo>
                    <a:pt x="6002" y="5670"/>
                    <a:pt x="6395" y="4815"/>
                    <a:pt x="6658" y="3913"/>
                  </a:cubicBezTo>
                  <a:cubicBezTo>
                    <a:pt x="6951" y="2935"/>
                    <a:pt x="7273" y="1495"/>
                    <a:pt x="6541" y="617"/>
                  </a:cubicBezTo>
                  <a:cubicBezTo>
                    <a:pt x="6197" y="186"/>
                    <a:pt x="5683" y="1"/>
                    <a:pt x="51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4035;p59">
              <a:extLst>
                <a:ext uri="{FF2B5EF4-FFF2-40B4-BE49-F238E27FC236}">
                  <a16:creationId xmlns:a16="http://schemas.microsoft.com/office/drawing/2014/main" id="{6C3C209D-5FF4-9636-1FE3-708573A64004}"/>
                </a:ext>
              </a:extLst>
            </p:cNvPr>
            <p:cNvSpPr/>
            <p:nvPr/>
          </p:nvSpPr>
          <p:spPr>
            <a:xfrm>
              <a:off x="2810197" y="4626426"/>
              <a:ext cx="127612" cy="302352"/>
            </a:xfrm>
            <a:custGeom>
              <a:avLst/>
              <a:gdLst/>
              <a:ahLst/>
              <a:cxnLst/>
              <a:rect l="l" t="t" r="r" b="b"/>
              <a:pathLst>
                <a:path w="3977" h="9422" extrusionOk="0">
                  <a:moveTo>
                    <a:pt x="3976" y="1"/>
                  </a:moveTo>
                  <a:lnTo>
                    <a:pt x="1" y="94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4036;p59">
              <a:extLst>
                <a:ext uri="{FF2B5EF4-FFF2-40B4-BE49-F238E27FC236}">
                  <a16:creationId xmlns:a16="http://schemas.microsoft.com/office/drawing/2014/main" id="{1D328817-84CC-22CD-78BD-8F9DB1B3BFB6}"/>
                </a:ext>
              </a:extLst>
            </p:cNvPr>
            <p:cNvSpPr/>
            <p:nvPr/>
          </p:nvSpPr>
          <p:spPr>
            <a:xfrm>
              <a:off x="2808689" y="4625688"/>
              <a:ext cx="130051" cy="303860"/>
            </a:xfrm>
            <a:custGeom>
              <a:avLst/>
              <a:gdLst/>
              <a:ahLst/>
              <a:cxnLst/>
              <a:rect l="l" t="t" r="r" b="b"/>
              <a:pathLst>
                <a:path w="4053" h="9469" extrusionOk="0">
                  <a:moveTo>
                    <a:pt x="3976" y="0"/>
                  </a:moveTo>
                  <a:lnTo>
                    <a:pt x="1" y="9415"/>
                  </a:lnTo>
                  <a:lnTo>
                    <a:pt x="100" y="9468"/>
                  </a:lnTo>
                  <a:lnTo>
                    <a:pt x="4053" y="24"/>
                  </a:lnTo>
                  <a:lnTo>
                    <a:pt x="39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4037;p59">
              <a:extLst>
                <a:ext uri="{FF2B5EF4-FFF2-40B4-BE49-F238E27FC236}">
                  <a16:creationId xmlns:a16="http://schemas.microsoft.com/office/drawing/2014/main" id="{AEF9DF1C-553A-AD47-0830-BEA196EE78A1}"/>
                </a:ext>
              </a:extLst>
            </p:cNvPr>
            <p:cNvSpPr/>
            <p:nvPr/>
          </p:nvSpPr>
          <p:spPr>
            <a:xfrm>
              <a:off x="2582497" y="4476893"/>
              <a:ext cx="326362" cy="451891"/>
            </a:xfrm>
            <a:custGeom>
              <a:avLst/>
              <a:gdLst/>
              <a:ahLst/>
              <a:cxnLst/>
              <a:rect l="l" t="t" r="r" b="b"/>
              <a:pathLst>
                <a:path w="10171" h="14082" extrusionOk="0">
                  <a:moveTo>
                    <a:pt x="6714" y="1"/>
                  </a:moveTo>
                  <a:cubicBezTo>
                    <a:pt x="5428" y="1"/>
                    <a:pt x="3817" y="1634"/>
                    <a:pt x="2852" y="4099"/>
                  </a:cubicBezTo>
                  <a:cubicBezTo>
                    <a:pt x="1657" y="7202"/>
                    <a:pt x="755" y="10370"/>
                    <a:pt x="0" y="14052"/>
                  </a:cubicBezTo>
                  <a:lnTo>
                    <a:pt x="5463" y="14082"/>
                  </a:lnTo>
                  <a:cubicBezTo>
                    <a:pt x="7026" y="10785"/>
                    <a:pt x="10171" y="3197"/>
                    <a:pt x="7805" y="515"/>
                  </a:cubicBezTo>
                  <a:cubicBezTo>
                    <a:pt x="7494" y="164"/>
                    <a:pt x="7120" y="1"/>
                    <a:pt x="67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4038;p59">
              <a:extLst>
                <a:ext uri="{FF2B5EF4-FFF2-40B4-BE49-F238E27FC236}">
                  <a16:creationId xmlns:a16="http://schemas.microsoft.com/office/drawing/2014/main" id="{35799371-5AAC-0453-12FF-61C1D54B19DE}"/>
                </a:ext>
              </a:extLst>
            </p:cNvPr>
            <p:cNvSpPr/>
            <p:nvPr/>
          </p:nvSpPr>
          <p:spPr>
            <a:xfrm>
              <a:off x="2581150" y="4475481"/>
              <a:ext cx="283942" cy="454715"/>
            </a:xfrm>
            <a:custGeom>
              <a:avLst/>
              <a:gdLst/>
              <a:ahLst/>
              <a:cxnLst/>
              <a:rect l="l" t="t" r="r" b="b"/>
              <a:pathLst>
                <a:path w="8849" h="14170" extrusionOk="0">
                  <a:moveTo>
                    <a:pt x="6742" y="1"/>
                  </a:moveTo>
                  <a:cubicBezTo>
                    <a:pt x="6659" y="1"/>
                    <a:pt x="6572" y="7"/>
                    <a:pt x="6483" y="21"/>
                  </a:cubicBezTo>
                  <a:cubicBezTo>
                    <a:pt x="5628" y="167"/>
                    <a:pt x="4896" y="852"/>
                    <a:pt x="4357" y="1485"/>
                  </a:cubicBezTo>
                  <a:cubicBezTo>
                    <a:pt x="3579" y="2439"/>
                    <a:pt x="3063" y="3534"/>
                    <a:pt x="2654" y="4681"/>
                  </a:cubicBezTo>
                  <a:cubicBezTo>
                    <a:pt x="1506" y="7732"/>
                    <a:pt x="651" y="10876"/>
                    <a:pt x="19" y="14073"/>
                  </a:cubicBezTo>
                  <a:cubicBezTo>
                    <a:pt x="1" y="14105"/>
                    <a:pt x="22" y="14126"/>
                    <a:pt x="46" y="14126"/>
                  </a:cubicBezTo>
                  <a:cubicBezTo>
                    <a:pt x="62" y="14126"/>
                    <a:pt x="80" y="14117"/>
                    <a:pt x="89" y="14096"/>
                  </a:cubicBezTo>
                  <a:cubicBezTo>
                    <a:pt x="651" y="11368"/>
                    <a:pt x="1336" y="8680"/>
                    <a:pt x="2238" y="6046"/>
                  </a:cubicBezTo>
                  <a:cubicBezTo>
                    <a:pt x="2677" y="4828"/>
                    <a:pt x="3093" y="3557"/>
                    <a:pt x="3772" y="2462"/>
                  </a:cubicBezTo>
                  <a:cubicBezTo>
                    <a:pt x="4287" y="1631"/>
                    <a:pt x="4966" y="776"/>
                    <a:pt x="5874" y="313"/>
                  </a:cubicBezTo>
                  <a:cubicBezTo>
                    <a:pt x="6147" y="177"/>
                    <a:pt x="6438" y="103"/>
                    <a:pt x="6721" y="103"/>
                  </a:cubicBezTo>
                  <a:cubicBezTo>
                    <a:pt x="7140" y="103"/>
                    <a:pt x="7543" y="266"/>
                    <a:pt x="7847" y="630"/>
                  </a:cubicBezTo>
                  <a:cubicBezTo>
                    <a:pt x="8333" y="1192"/>
                    <a:pt x="8556" y="1976"/>
                    <a:pt x="8626" y="2708"/>
                  </a:cubicBezTo>
                  <a:cubicBezTo>
                    <a:pt x="8825" y="4582"/>
                    <a:pt x="8310" y="6537"/>
                    <a:pt x="7777" y="8317"/>
                  </a:cubicBezTo>
                  <a:cubicBezTo>
                    <a:pt x="7162" y="10320"/>
                    <a:pt x="6360" y="12246"/>
                    <a:pt x="5482" y="14126"/>
                  </a:cubicBezTo>
                  <a:cubicBezTo>
                    <a:pt x="5465" y="14142"/>
                    <a:pt x="5483" y="14169"/>
                    <a:pt x="5503" y="14169"/>
                  </a:cubicBezTo>
                  <a:cubicBezTo>
                    <a:pt x="5512" y="14169"/>
                    <a:pt x="5521" y="14164"/>
                    <a:pt x="5528" y="14149"/>
                  </a:cubicBezTo>
                  <a:cubicBezTo>
                    <a:pt x="6360" y="12439"/>
                    <a:pt x="7092" y="10659"/>
                    <a:pt x="7677" y="8856"/>
                  </a:cubicBezTo>
                  <a:cubicBezTo>
                    <a:pt x="8286" y="6977"/>
                    <a:pt x="8848" y="4951"/>
                    <a:pt x="8725" y="2972"/>
                  </a:cubicBezTo>
                  <a:cubicBezTo>
                    <a:pt x="8659" y="1822"/>
                    <a:pt x="8134" y="1"/>
                    <a:pt x="67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4039;p59">
              <a:extLst>
                <a:ext uri="{FF2B5EF4-FFF2-40B4-BE49-F238E27FC236}">
                  <a16:creationId xmlns:a16="http://schemas.microsoft.com/office/drawing/2014/main" id="{6ED7F757-F2BA-C0A0-525C-907A97381033}"/>
                </a:ext>
              </a:extLst>
            </p:cNvPr>
            <p:cNvSpPr/>
            <p:nvPr/>
          </p:nvSpPr>
          <p:spPr>
            <a:xfrm>
              <a:off x="2676420" y="4478562"/>
              <a:ext cx="133805" cy="450993"/>
            </a:xfrm>
            <a:custGeom>
              <a:avLst/>
              <a:gdLst/>
              <a:ahLst/>
              <a:cxnLst/>
              <a:rect l="l" t="t" r="r" b="b"/>
              <a:pathLst>
                <a:path w="4170" h="14054" extrusionOk="0">
                  <a:moveTo>
                    <a:pt x="4170" y="1"/>
                  </a:moveTo>
                  <a:lnTo>
                    <a:pt x="1" y="140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4040;p59">
              <a:extLst>
                <a:ext uri="{FF2B5EF4-FFF2-40B4-BE49-F238E27FC236}">
                  <a16:creationId xmlns:a16="http://schemas.microsoft.com/office/drawing/2014/main" id="{9C77D154-9D99-075B-3E82-F8D574214E62}"/>
                </a:ext>
              </a:extLst>
            </p:cNvPr>
            <p:cNvSpPr/>
            <p:nvPr/>
          </p:nvSpPr>
          <p:spPr>
            <a:xfrm>
              <a:off x="2674752" y="4478562"/>
              <a:ext cx="137174" cy="450993"/>
            </a:xfrm>
            <a:custGeom>
              <a:avLst/>
              <a:gdLst/>
              <a:ahLst/>
              <a:cxnLst/>
              <a:rect l="l" t="t" r="r" b="b"/>
              <a:pathLst>
                <a:path w="4275" h="14054" extrusionOk="0">
                  <a:moveTo>
                    <a:pt x="4175" y="1"/>
                  </a:moveTo>
                  <a:lnTo>
                    <a:pt x="0" y="14030"/>
                  </a:lnTo>
                  <a:lnTo>
                    <a:pt x="100" y="14053"/>
                  </a:lnTo>
                  <a:lnTo>
                    <a:pt x="4274" y="24"/>
                  </a:lnTo>
                  <a:lnTo>
                    <a:pt x="41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4041;p59">
              <a:extLst>
                <a:ext uri="{FF2B5EF4-FFF2-40B4-BE49-F238E27FC236}">
                  <a16:creationId xmlns:a16="http://schemas.microsoft.com/office/drawing/2014/main" id="{40768638-46CD-B66A-7651-3CD585D55EFC}"/>
                </a:ext>
              </a:extLst>
            </p:cNvPr>
            <p:cNvSpPr/>
            <p:nvPr/>
          </p:nvSpPr>
          <p:spPr>
            <a:xfrm>
              <a:off x="2846264" y="4767905"/>
              <a:ext cx="226249" cy="160867"/>
            </a:xfrm>
            <a:custGeom>
              <a:avLst/>
              <a:gdLst/>
              <a:ahLst/>
              <a:cxnLst/>
              <a:rect l="l" t="t" r="r" b="b"/>
              <a:pathLst>
                <a:path w="7051" h="5013" extrusionOk="0">
                  <a:moveTo>
                    <a:pt x="4975" y="1"/>
                  </a:moveTo>
                  <a:cubicBezTo>
                    <a:pt x="3455" y="1"/>
                    <a:pt x="1844" y="1301"/>
                    <a:pt x="1" y="5013"/>
                  </a:cubicBezTo>
                  <a:lnTo>
                    <a:pt x="4293" y="5013"/>
                  </a:lnTo>
                  <a:cubicBezTo>
                    <a:pt x="7050" y="2255"/>
                    <a:pt x="6857" y="329"/>
                    <a:pt x="5540" y="59"/>
                  </a:cubicBezTo>
                  <a:cubicBezTo>
                    <a:pt x="5353" y="21"/>
                    <a:pt x="5165" y="1"/>
                    <a:pt x="49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4042;p59">
              <a:extLst>
                <a:ext uri="{FF2B5EF4-FFF2-40B4-BE49-F238E27FC236}">
                  <a16:creationId xmlns:a16="http://schemas.microsoft.com/office/drawing/2014/main" id="{99B1696E-8376-502E-F4C6-E84908682BAA}"/>
                </a:ext>
              </a:extLst>
            </p:cNvPr>
            <p:cNvSpPr/>
            <p:nvPr/>
          </p:nvSpPr>
          <p:spPr>
            <a:xfrm>
              <a:off x="2845783" y="4766622"/>
              <a:ext cx="211874" cy="163113"/>
            </a:xfrm>
            <a:custGeom>
              <a:avLst/>
              <a:gdLst/>
              <a:ahLst/>
              <a:cxnLst/>
              <a:rect l="l" t="t" r="r" b="b"/>
              <a:pathLst>
                <a:path w="6603" h="5083" extrusionOk="0">
                  <a:moveTo>
                    <a:pt x="5061" y="1"/>
                  </a:moveTo>
                  <a:cubicBezTo>
                    <a:pt x="4835" y="1"/>
                    <a:pt x="4610" y="30"/>
                    <a:pt x="4407" y="76"/>
                  </a:cubicBezTo>
                  <a:cubicBezTo>
                    <a:pt x="3628" y="246"/>
                    <a:pt x="2990" y="732"/>
                    <a:pt x="2457" y="1294"/>
                  </a:cubicBezTo>
                  <a:cubicBezTo>
                    <a:pt x="2018" y="1733"/>
                    <a:pt x="1626" y="2219"/>
                    <a:pt x="1286" y="2757"/>
                  </a:cubicBezTo>
                  <a:cubicBezTo>
                    <a:pt x="795" y="3466"/>
                    <a:pt x="355" y="4245"/>
                    <a:pt x="16" y="5053"/>
                  </a:cubicBezTo>
                  <a:cubicBezTo>
                    <a:pt x="0" y="5053"/>
                    <a:pt x="5" y="5063"/>
                    <a:pt x="18" y="5063"/>
                  </a:cubicBezTo>
                  <a:cubicBezTo>
                    <a:pt x="24" y="5063"/>
                    <a:pt x="31" y="5061"/>
                    <a:pt x="39" y="5053"/>
                  </a:cubicBezTo>
                  <a:cubicBezTo>
                    <a:pt x="672" y="3929"/>
                    <a:pt x="1257" y="2757"/>
                    <a:pt x="2112" y="1756"/>
                  </a:cubicBezTo>
                  <a:cubicBezTo>
                    <a:pt x="2627" y="1147"/>
                    <a:pt x="3260" y="562"/>
                    <a:pt x="4015" y="269"/>
                  </a:cubicBezTo>
                  <a:cubicBezTo>
                    <a:pt x="4317" y="144"/>
                    <a:pt x="4673" y="67"/>
                    <a:pt x="5021" y="67"/>
                  </a:cubicBezTo>
                  <a:cubicBezTo>
                    <a:pt x="5293" y="67"/>
                    <a:pt x="5561" y="114"/>
                    <a:pt x="5795" y="222"/>
                  </a:cubicBezTo>
                  <a:cubicBezTo>
                    <a:pt x="6410" y="486"/>
                    <a:pt x="6503" y="1171"/>
                    <a:pt x="6380" y="1756"/>
                  </a:cubicBezTo>
                  <a:cubicBezTo>
                    <a:pt x="6140" y="3050"/>
                    <a:pt x="5139" y="4098"/>
                    <a:pt x="4284" y="5023"/>
                  </a:cubicBezTo>
                  <a:cubicBezTo>
                    <a:pt x="4265" y="5047"/>
                    <a:pt x="4277" y="5082"/>
                    <a:pt x="4307" y="5082"/>
                  </a:cubicBezTo>
                  <a:cubicBezTo>
                    <a:pt x="4314" y="5082"/>
                    <a:pt x="4322" y="5081"/>
                    <a:pt x="4331" y="5076"/>
                  </a:cubicBezTo>
                  <a:cubicBezTo>
                    <a:pt x="5209" y="4245"/>
                    <a:pt x="6064" y="3173"/>
                    <a:pt x="6410" y="2002"/>
                  </a:cubicBezTo>
                  <a:cubicBezTo>
                    <a:pt x="6579" y="1440"/>
                    <a:pt x="6603" y="708"/>
                    <a:pt x="6088" y="292"/>
                  </a:cubicBezTo>
                  <a:cubicBezTo>
                    <a:pt x="5813" y="80"/>
                    <a:pt x="5437" y="1"/>
                    <a:pt x="50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4043;p59">
              <a:extLst>
                <a:ext uri="{FF2B5EF4-FFF2-40B4-BE49-F238E27FC236}">
                  <a16:creationId xmlns:a16="http://schemas.microsoft.com/office/drawing/2014/main" id="{BE260428-A619-E5D6-D579-9AF64AC06246}"/>
                </a:ext>
              </a:extLst>
            </p:cNvPr>
            <p:cNvSpPr/>
            <p:nvPr/>
          </p:nvSpPr>
          <p:spPr>
            <a:xfrm>
              <a:off x="2917468" y="4770537"/>
              <a:ext cx="101108" cy="158236"/>
            </a:xfrm>
            <a:custGeom>
              <a:avLst/>
              <a:gdLst/>
              <a:ahLst/>
              <a:cxnLst/>
              <a:rect l="l" t="t" r="r" b="b"/>
              <a:pathLst>
                <a:path w="3151" h="4931" extrusionOk="0">
                  <a:moveTo>
                    <a:pt x="3151" y="1"/>
                  </a:moveTo>
                  <a:lnTo>
                    <a:pt x="1" y="49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4044;p59">
              <a:extLst>
                <a:ext uri="{FF2B5EF4-FFF2-40B4-BE49-F238E27FC236}">
                  <a16:creationId xmlns:a16="http://schemas.microsoft.com/office/drawing/2014/main" id="{835E9229-F11B-2F60-B0B4-ED41FDA2293E}"/>
                </a:ext>
              </a:extLst>
            </p:cNvPr>
            <p:cNvSpPr/>
            <p:nvPr/>
          </p:nvSpPr>
          <p:spPr>
            <a:xfrm>
              <a:off x="2916730" y="4769799"/>
              <a:ext cx="103354" cy="159744"/>
            </a:xfrm>
            <a:custGeom>
              <a:avLst/>
              <a:gdLst/>
              <a:ahLst/>
              <a:cxnLst/>
              <a:rect l="l" t="t" r="r" b="b"/>
              <a:pathLst>
                <a:path w="3221" h="4978" extrusionOk="0">
                  <a:moveTo>
                    <a:pt x="3145" y="0"/>
                  </a:moveTo>
                  <a:lnTo>
                    <a:pt x="0" y="4924"/>
                  </a:lnTo>
                  <a:lnTo>
                    <a:pt x="71" y="4977"/>
                  </a:lnTo>
                  <a:lnTo>
                    <a:pt x="3221" y="47"/>
                  </a:lnTo>
                  <a:lnTo>
                    <a:pt x="31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13" name="Google Shape;1583;p34">
            <a:extLst>
              <a:ext uri="{FF2B5EF4-FFF2-40B4-BE49-F238E27FC236}">
                <a16:creationId xmlns:a16="http://schemas.microsoft.com/office/drawing/2014/main" id="{00431491-0ACF-71A3-F37D-B2DEC1347179}"/>
              </a:ext>
            </a:extLst>
          </p:cNvPr>
          <p:cNvGrpSpPr/>
          <p:nvPr/>
        </p:nvGrpSpPr>
        <p:grpSpPr>
          <a:xfrm rot="10800000">
            <a:off x="31473" y="1611668"/>
            <a:ext cx="1222079" cy="1009533"/>
            <a:chOff x="6101758" y="2859784"/>
            <a:chExt cx="1222079" cy="1009533"/>
          </a:xfrm>
        </p:grpSpPr>
        <p:sp>
          <p:nvSpPr>
            <p:cNvPr id="3514" name="Google Shape;1584;p34">
              <a:extLst>
                <a:ext uri="{FF2B5EF4-FFF2-40B4-BE49-F238E27FC236}">
                  <a16:creationId xmlns:a16="http://schemas.microsoft.com/office/drawing/2014/main" id="{27353084-AFF6-FE77-2E53-428DCA6A3A6A}"/>
                </a:ext>
              </a:extLst>
            </p:cNvPr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1585;p34">
              <a:extLst>
                <a:ext uri="{FF2B5EF4-FFF2-40B4-BE49-F238E27FC236}">
                  <a16:creationId xmlns:a16="http://schemas.microsoft.com/office/drawing/2014/main" id="{825BC66F-B533-F0D7-F3FA-3E7078EF315C}"/>
                </a:ext>
              </a:extLst>
            </p:cNvPr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1586;p34">
              <a:extLst>
                <a:ext uri="{FF2B5EF4-FFF2-40B4-BE49-F238E27FC236}">
                  <a16:creationId xmlns:a16="http://schemas.microsoft.com/office/drawing/2014/main" id="{ADC1E458-59C5-FE0E-34B4-BF42E0BCB8D7}"/>
                </a:ext>
              </a:extLst>
            </p:cNvPr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1587;p34">
              <a:extLst>
                <a:ext uri="{FF2B5EF4-FFF2-40B4-BE49-F238E27FC236}">
                  <a16:creationId xmlns:a16="http://schemas.microsoft.com/office/drawing/2014/main" id="{541D2D1C-C84D-FC02-EEB2-1873E2B227D9}"/>
                </a:ext>
              </a:extLst>
            </p:cNvPr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1588;p34">
              <a:extLst>
                <a:ext uri="{FF2B5EF4-FFF2-40B4-BE49-F238E27FC236}">
                  <a16:creationId xmlns:a16="http://schemas.microsoft.com/office/drawing/2014/main" id="{A92D1EDF-6153-D72A-0912-78B91223ED29}"/>
                </a:ext>
              </a:extLst>
            </p:cNvPr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1589;p34">
              <a:extLst>
                <a:ext uri="{FF2B5EF4-FFF2-40B4-BE49-F238E27FC236}">
                  <a16:creationId xmlns:a16="http://schemas.microsoft.com/office/drawing/2014/main" id="{83451A5C-A4B6-9D41-EE05-47F6847BF9AE}"/>
                </a:ext>
              </a:extLst>
            </p:cNvPr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1590;p34">
              <a:extLst>
                <a:ext uri="{FF2B5EF4-FFF2-40B4-BE49-F238E27FC236}">
                  <a16:creationId xmlns:a16="http://schemas.microsoft.com/office/drawing/2014/main" id="{D69F8223-ACE3-F2C5-0782-1468FBB0C8BD}"/>
                </a:ext>
              </a:extLst>
            </p:cNvPr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1591;p34">
              <a:extLst>
                <a:ext uri="{FF2B5EF4-FFF2-40B4-BE49-F238E27FC236}">
                  <a16:creationId xmlns:a16="http://schemas.microsoft.com/office/drawing/2014/main" id="{5EC1BBE4-7D85-ECA8-40A6-88B75A43FD0C}"/>
                </a:ext>
              </a:extLst>
            </p:cNvPr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1592;p34">
              <a:extLst>
                <a:ext uri="{FF2B5EF4-FFF2-40B4-BE49-F238E27FC236}">
                  <a16:creationId xmlns:a16="http://schemas.microsoft.com/office/drawing/2014/main" id="{ABF4E90E-6ADB-3919-38BA-95E611932DDB}"/>
                </a:ext>
              </a:extLst>
            </p:cNvPr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1593;p34">
              <a:extLst>
                <a:ext uri="{FF2B5EF4-FFF2-40B4-BE49-F238E27FC236}">
                  <a16:creationId xmlns:a16="http://schemas.microsoft.com/office/drawing/2014/main" id="{F65B573B-0C9B-20A2-916C-EEBAAE67FAA1}"/>
                </a:ext>
              </a:extLst>
            </p:cNvPr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6600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4" name="Google Shape;10749;p71">
            <a:extLst>
              <a:ext uri="{FF2B5EF4-FFF2-40B4-BE49-F238E27FC236}">
                <a16:creationId xmlns:a16="http://schemas.microsoft.com/office/drawing/2014/main" id="{85346C95-76DE-8E0C-123C-015DBEE07E4C}"/>
              </a:ext>
            </a:extLst>
          </p:cNvPr>
          <p:cNvGrpSpPr/>
          <p:nvPr/>
        </p:nvGrpSpPr>
        <p:grpSpPr>
          <a:xfrm>
            <a:off x="7586600" y="1340625"/>
            <a:ext cx="1168600" cy="1287375"/>
            <a:chOff x="847400" y="1503588"/>
            <a:chExt cx="342496" cy="341553"/>
          </a:xfrm>
          <a:solidFill>
            <a:srgbClr val="94A2D3"/>
          </a:solidFill>
        </p:grpSpPr>
        <p:sp>
          <p:nvSpPr>
            <p:cNvPr id="3535" name="Google Shape;10750;p71">
              <a:extLst>
                <a:ext uri="{FF2B5EF4-FFF2-40B4-BE49-F238E27FC236}">
                  <a16:creationId xmlns:a16="http://schemas.microsoft.com/office/drawing/2014/main" id="{76BD67F9-EB1E-B39E-DB6C-EEB1301F89C5}"/>
                </a:ext>
              </a:extLst>
            </p:cNvPr>
            <p:cNvSpPr/>
            <p:nvPr/>
          </p:nvSpPr>
          <p:spPr>
            <a:xfrm>
              <a:off x="989998" y="1503588"/>
              <a:ext cx="57300" cy="31487"/>
            </a:xfrm>
            <a:custGeom>
              <a:avLst/>
              <a:gdLst/>
              <a:ahLst/>
              <a:cxnLst/>
              <a:rect l="l" t="t" r="r" b="b"/>
              <a:pathLst>
                <a:path w="3827" h="2103" extrusionOk="0">
                  <a:moveTo>
                    <a:pt x="337" y="0"/>
                  </a:moveTo>
                  <a:cubicBezTo>
                    <a:pt x="148" y="0"/>
                    <a:pt x="0" y="147"/>
                    <a:pt x="0" y="315"/>
                  </a:cubicBezTo>
                  <a:lnTo>
                    <a:pt x="0" y="1766"/>
                  </a:lnTo>
                  <a:cubicBezTo>
                    <a:pt x="0" y="1955"/>
                    <a:pt x="148" y="2103"/>
                    <a:pt x="337" y="2103"/>
                  </a:cubicBezTo>
                  <a:lnTo>
                    <a:pt x="3490" y="2103"/>
                  </a:lnTo>
                  <a:cubicBezTo>
                    <a:pt x="3680" y="2103"/>
                    <a:pt x="3827" y="1955"/>
                    <a:pt x="3827" y="1766"/>
                  </a:cubicBezTo>
                  <a:lnTo>
                    <a:pt x="3827" y="315"/>
                  </a:lnTo>
                  <a:cubicBezTo>
                    <a:pt x="3827" y="147"/>
                    <a:pt x="3680" y="0"/>
                    <a:pt x="3490" y="0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10751;p71">
              <a:extLst>
                <a:ext uri="{FF2B5EF4-FFF2-40B4-BE49-F238E27FC236}">
                  <a16:creationId xmlns:a16="http://schemas.microsoft.com/office/drawing/2014/main" id="{3FE669F7-1449-C13A-3B34-5BFE7E2B4632}"/>
                </a:ext>
              </a:extLst>
            </p:cNvPr>
            <p:cNvSpPr/>
            <p:nvPr/>
          </p:nvSpPr>
          <p:spPr>
            <a:xfrm>
              <a:off x="1025572" y="1503588"/>
              <a:ext cx="21725" cy="31487"/>
            </a:xfrm>
            <a:custGeom>
              <a:avLst/>
              <a:gdLst/>
              <a:ahLst/>
              <a:cxnLst/>
              <a:rect l="l" t="t" r="r" b="b"/>
              <a:pathLst>
                <a:path w="1451" h="2103" extrusionOk="0">
                  <a:moveTo>
                    <a:pt x="0" y="0"/>
                  </a:moveTo>
                  <a:lnTo>
                    <a:pt x="0" y="2103"/>
                  </a:lnTo>
                  <a:lnTo>
                    <a:pt x="1114" y="2103"/>
                  </a:lnTo>
                  <a:cubicBezTo>
                    <a:pt x="1304" y="2103"/>
                    <a:pt x="1451" y="1955"/>
                    <a:pt x="1451" y="1766"/>
                  </a:cubicBezTo>
                  <a:lnTo>
                    <a:pt x="1451" y="315"/>
                  </a:lnTo>
                  <a:cubicBezTo>
                    <a:pt x="1451" y="147"/>
                    <a:pt x="1304" y="0"/>
                    <a:pt x="1114" y="0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10752;p71">
              <a:extLst>
                <a:ext uri="{FF2B5EF4-FFF2-40B4-BE49-F238E27FC236}">
                  <a16:creationId xmlns:a16="http://schemas.microsoft.com/office/drawing/2014/main" id="{A8D84ADD-3262-7AD6-4A46-630FD3783695}"/>
                </a:ext>
              </a:extLst>
            </p:cNvPr>
            <p:cNvSpPr/>
            <p:nvPr/>
          </p:nvSpPr>
          <p:spPr>
            <a:xfrm>
              <a:off x="867538" y="1552368"/>
              <a:ext cx="302220" cy="183233"/>
            </a:xfrm>
            <a:custGeom>
              <a:avLst/>
              <a:gdLst/>
              <a:ahLst/>
              <a:cxnLst/>
              <a:rect l="l" t="t" r="r" b="b"/>
              <a:pathLst>
                <a:path w="20185" h="12238" extrusionOk="0">
                  <a:moveTo>
                    <a:pt x="337" y="1"/>
                  </a:moveTo>
                  <a:cubicBezTo>
                    <a:pt x="148" y="1"/>
                    <a:pt x="1" y="148"/>
                    <a:pt x="1" y="337"/>
                  </a:cubicBezTo>
                  <a:lnTo>
                    <a:pt x="1" y="11901"/>
                  </a:lnTo>
                  <a:cubicBezTo>
                    <a:pt x="1" y="12090"/>
                    <a:pt x="148" y="12237"/>
                    <a:pt x="337" y="12237"/>
                  </a:cubicBezTo>
                  <a:lnTo>
                    <a:pt x="19848" y="12237"/>
                  </a:lnTo>
                  <a:cubicBezTo>
                    <a:pt x="20037" y="12237"/>
                    <a:pt x="20184" y="12069"/>
                    <a:pt x="20184" y="11901"/>
                  </a:cubicBezTo>
                  <a:lnTo>
                    <a:pt x="20184" y="337"/>
                  </a:lnTo>
                  <a:cubicBezTo>
                    <a:pt x="20184" y="148"/>
                    <a:pt x="20037" y="1"/>
                    <a:pt x="19848" y="1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10753;p71">
              <a:extLst>
                <a:ext uri="{FF2B5EF4-FFF2-40B4-BE49-F238E27FC236}">
                  <a16:creationId xmlns:a16="http://schemas.microsoft.com/office/drawing/2014/main" id="{A02A01FB-93C0-9DF5-0E86-190E146A4F1A}"/>
                </a:ext>
              </a:extLst>
            </p:cNvPr>
            <p:cNvSpPr/>
            <p:nvPr/>
          </p:nvSpPr>
          <p:spPr>
            <a:xfrm>
              <a:off x="1149275" y="1552368"/>
              <a:ext cx="20482" cy="183233"/>
            </a:xfrm>
            <a:custGeom>
              <a:avLst/>
              <a:gdLst/>
              <a:ahLst/>
              <a:cxnLst/>
              <a:rect l="l" t="t" r="r" b="b"/>
              <a:pathLst>
                <a:path w="1368" h="12238" extrusionOk="0">
                  <a:moveTo>
                    <a:pt x="1" y="1"/>
                  </a:moveTo>
                  <a:lnTo>
                    <a:pt x="1" y="12237"/>
                  </a:lnTo>
                  <a:lnTo>
                    <a:pt x="1031" y="12237"/>
                  </a:lnTo>
                  <a:cubicBezTo>
                    <a:pt x="1220" y="12237"/>
                    <a:pt x="1367" y="12069"/>
                    <a:pt x="1367" y="11901"/>
                  </a:cubicBezTo>
                  <a:lnTo>
                    <a:pt x="1367" y="337"/>
                  </a:lnTo>
                  <a:cubicBezTo>
                    <a:pt x="1367" y="148"/>
                    <a:pt x="1220" y="1"/>
                    <a:pt x="1031" y="1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10754;p71">
              <a:extLst>
                <a:ext uri="{FF2B5EF4-FFF2-40B4-BE49-F238E27FC236}">
                  <a16:creationId xmlns:a16="http://schemas.microsoft.com/office/drawing/2014/main" id="{8B99B372-06C2-3BC9-CAFD-6238FF2A50DC}"/>
                </a:ext>
              </a:extLst>
            </p:cNvPr>
            <p:cNvSpPr/>
            <p:nvPr/>
          </p:nvSpPr>
          <p:spPr>
            <a:xfrm>
              <a:off x="847400" y="1524984"/>
              <a:ext cx="342496" cy="37476"/>
            </a:xfrm>
            <a:custGeom>
              <a:avLst/>
              <a:gdLst/>
              <a:ahLst/>
              <a:cxnLst/>
              <a:rect l="l" t="t" r="r" b="b"/>
              <a:pathLst>
                <a:path w="22875" h="2503" extrusionOk="0">
                  <a:moveTo>
                    <a:pt x="337" y="1"/>
                  </a:moveTo>
                  <a:cubicBezTo>
                    <a:pt x="148" y="1"/>
                    <a:pt x="0" y="148"/>
                    <a:pt x="0" y="337"/>
                  </a:cubicBezTo>
                  <a:lnTo>
                    <a:pt x="0" y="2166"/>
                  </a:lnTo>
                  <a:cubicBezTo>
                    <a:pt x="0" y="2356"/>
                    <a:pt x="148" y="2503"/>
                    <a:pt x="337" y="2503"/>
                  </a:cubicBezTo>
                  <a:lnTo>
                    <a:pt x="22559" y="2503"/>
                  </a:lnTo>
                  <a:cubicBezTo>
                    <a:pt x="22728" y="2503"/>
                    <a:pt x="22875" y="2356"/>
                    <a:pt x="22875" y="2166"/>
                  </a:cubicBezTo>
                  <a:lnTo>
                    <a:pt x="22875" y="337"/>
                  </a:lnTo>
                  <a:cubicBezTo>
                    <a:pt x="22875" y="169"/>
                    <a:pt x="22728" y="1"/>
                    <a:pt x="22559" y="1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10755;p71">
              <a:extLst>
                <a:ext uri="{FF2B5EF4-FFF2-40B4-BE49-F238E27FC236}">
                  <a16:creationId xmlns:a16="http://schemas.microsoft.com/office/drawing/2014/main" id="{F8BACFEF-D4B5-DABE-D460-A051256A222E}"/>
                </a:ext>
              </a:extLst>
            </p:cNvPr>
            <p:cNvSpPr/>
            <p:nvPr/>
          </p:nvSpPr>
          <p:spPr>
            <a:xfrm>
              <a:off x="950964" y="1790042"/>
              <a:ext cx="135366" cy="31487"/>
            </a:xfrm>
            <a:custGeom>
              <a:avLst/>
              <a:gdLst/>
              <a:ahLst/>
              <a:cxnLst/>
              <a:rect l="l" t="t" r="r" b="b"/>
              <a:pathLst>
                <a:path w="9041" h="2103" extrusionOk="0">
                  <a:moveTo>
                    <a:pt x="1199" y="0"/>
                  </a:moveTo>
                  <a:cubicBezTo>
                    <a:pt x="1094" y="0"/>
                    <a:pt x="967" y="84"/>
                    <a:pt x="904" y="190"/>
                  </a:cubicBezTo>
                  <a:lnTo>
                    <a:pt x="127" y="1598"/>
                  </a:lnTo>
                  <a:cubicBezTo>
                    <a:pt x="0" y="1829"/>
                    <a:pt x="169" y="2103"/>
                    <a:pt x="421" y="2103"/>
                  </a:cubicBezTo>
                  <a:lnTo>
                    <a:pt x="8620" y="2103"/>
                  </a:lnTo>
                  <a:cubicBezTo>
                    <a:pt x="8873" y="2103"/>
                    <a:pt x="9041" y="1829"/>
                    <a:pt x="8915" y="1598"/>
                  </a:cubicBezTo>
                  <a:lnTo>
                    <a:pt x="8116" y="190"/>
                  </a:lnTo>
                  <a:cubicBezTo>
                    <a:pt x="8053" y="84"/>
                    <a:pt x="7948" y="0"/>
                    <a:pt x="7821" y="0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10756;p71">
              <a:extLst>
                <a:ext uri="{FF2B5EF4-FFF2-40B4-BE49-F238E27FC236}">
                  <a16:creationId xmlns:a16="http://schemas.microsoft.com/office/drawing/2014/main" id="{679101F5-F727-70E1-F60D-60DCF793E73C}"/>
                </a:ext>
              </a:extLst>
            </p:cNvPr>
            <p:cNvSpPr/>
            <p:nvPr/>
          </p:nvSpPr>
          <p:spPr>
            <a:xfrm>
              <a:off x="911931" y="1752581"/>
              <a:ext cx="82798" cy="92560"/>
            </a:xfrm>
            <a:custGeom>
              <a:avLst/>
              <a:gdLst/>
              <a:ahLst/>
              <a:cxnLst/>
              <a:rect l="l" t="t" r="r" b="b"/>
              <a:pathLst>
                <a:path w="5530" h="6182" extrusionOk="0">
                  <a:moveTo>
                    <a:pt x="3448" y="0"/>
                  </a:moveTo>
                  <a:cubicBezTo>
                    <a:pt x="3322" y="0"/>
                    <a:pt x="3217" y="85"/>
                    <a:pt x="3154" y="190"/>
                  </a:cubicBezTo>
                  <a:lnTo>
                    <a:pt x="126" y="5698"/>
                  </a:lnTo>
                  <a:cubicBezTo>
                    <a:pt x="0" y="5908"/>
                    <a:pt x="169" y="6182"/>
                    <a:pt x="421" y="6182"/>
                  </a:cubicBezTo>
                  <a:lnTo>
                    <a:pt x="2166" y="6182"/>
                  </a:lnTo>
                  <a:cubicBezTo>
                    <a:pt x="2292" y="6182"/>
                    <a:pt x="2397" y="6119"/>
                    <a:pt x="2460" y="6013"/>
                  </a:cubicBezTo>
                  <a:lnTo>
                    <a:pt x="5488" y="505"/>
                  </a:lnTo>
                  <a:cubicBezTo>
                    <a:pt x="5530" y="400"/>
                    <a:pt x="5530" y="274"/>
                    <a:pt x="5488" y="169"/>
                  </a:cubicBezTo>
                  <a:cubicBezTo>
                    <a:pt x="5425" y="63"/>
                    <a:pt x="5298" y="0"/>
                    <a:pt x="5193" y="0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10757;p71">
              <a:extLst>
                <a:ext uri="{FF2B5EF4-FFF2-40B4-BE49-F238E27FC236}">
                  <a16:creationId xmlns:a16="http://schemas.microsoft.com/office/drawing/2014/main" id="{1FB85590-588D-697B-26E7-062ADFFF7BD6}"/>
                </a:ext>
              </a:extLst>
            </p:cNvPr>
            <p:cNvSpPr/>
            <p:nvPr/>
          </p:nvSpPr>
          <p:spPr>
            <a:xfrm>
              <a:off x="1041623" y="1752850"/>
              <a:ext cx="83741" cy="92290"/>
            </a:xfrm>
            <a:custGeom>
              <a:avLst/>
              <a:gdLst/>
              <a:ahLst/>
              <a:cxnLst/>
              <a:rect l="l" t="t" r="r" b="b"/>
              <a:pathLst>
                <a:path w="5593" h="6164" extrusionOk="0">
                  <a:moveTo>
                    <a:pt x="2184" y="0"/>
                  </a:moveTo>
                  <a:cubicBezTo>
                    <a:pt x="2171" y="0"/>
                    <a:pt x="2158" y="1"/>
                    <a:pt x="2145" y="3"/>
                  </a:cubicBezTo>
                  <a:lnTo>
                    <a:pt x="400" y="3"/>
                  </a:lnTo>
                  <a:cubicBezTo>
                    <a:pt x="148" y="3"/>
                    <a:pt x="0" y="277"/>
                    <a:pt x="127" y="487"/>
                  </a:cubicBezTo>
                  <a:lnTo>
                    <a:pt x="3133" y="5995"/>
                  </a:lnTo>
                  <a:cubicBezTo>
                    <a:pt x="3196" y="6101"/>
                    <a:pt x="3301" y="6164"/>
                    <a:pt x="3427" y="6164"/>
                  </a:cubicBezTo>
                  <a:lnTo>
                    <a:pt x="5172" y="6164"/>
                  </a:lnTo>
                  <a:cubicBezTo>
                    <a:pt x="5425" y="6164"/>
                    <a:pt x="5593" y="5890"/>
                    <a:pt x="5467" y="5680"/>
                  </a:cubicBezTo>
                  <a:lnTo>
                    <a:pt x="2439" y="172"/>
                  </a:lnTo>
                  <a:cubicBezTo>
                    <a:pt x="2383" y="77"/>
                    <a:pt x="2292" y="0"/>
                    <a:pt x="2184" y="0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10758;p71">
              <a:extLst>
                <a:ext uri="{FF2B5EF4-FFF2-40B4-BE49-F238E27FC236}">
                  <a16:creationId xmlns:a16="http://schemas.microsoft.com/office/drawing/2014/main" id="{F796C926-C872-4319-FAE8-A6AD49B6C2AB}"/>
                </a:ext>
              </a:extLst>
            </p:cNvPr>
            <p:cNvSpPr/>
            <p:nvPr/>
          </p:nvSpPr>
          <p:spPr>
            <a:xfrm>
              <a:off x="949392" y="1752850"/>
              <a:ext cx="46535" cy="20198"/>
            </a:xfrm>
            <a:custGeom>
              <a:avLst/>
              <a:gdLst/>
              <a:ahLst/>
              <a:cxnLst/>
              <a:rect l="l" t="t" r="r" b="b"/>
              <a:pathLst>
                <a:path w="3108" h="1349" extrusionOk="0">
                  <a:moveTo>
                    <a:pt x="908" y="0"/>
                  </a:moveTo>
                  <a:cubicBezTo>
                    <a:pt x="799" y="0"/>
                    <a:pt x="708" y="77"/>
                    <a:pt x="652" y="172"/>
                  </a:cubicBezTo>
                  <a:lnTo>
                    <a:pt x="0" y="1349"/>
                  </a:lnTo>
                  <a:lnTo>
                    <a:pt x="2502" y="1349"/>
                  </a:lnTo>
                  <a:lnTo>
                    <a:pt x="2986" y="487"/>
                  </a:lnTo>
                  <a:cubicBezTo>
                    <a:pt x="3107" y="264"/>
                    <a:pt x="2956" y="2"/>
                    <a:pt x="2719" y="2"/>
                  </a:cubicBezTo>
                  <a:cubicBezTo>
                    <a:pt x="2710" y="2"/>
                    <a:pt x="2701" y="3"/>
                    <a:pt x="2691" y="3"/>
                  </a:cubicBezTo>
                  <a:lnTo>
                    <a:pt x="946" y="3"/>
                  </a:lnTo>
                  <a:cubicBezTo>
                    <a:pt x="933" y="1"/>
                    <a:pt x="920" y="0"/>
                    <a:pt x="908" y="0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10759;p71">
              <a:extLst>
                <a:ext uri="{FF2B5EF4-FFF2-40B4-BE49-F238E27FC236}">
                  <a16:creationId xmlns:a16="http://schemas.microsoft.com/office/drawing/2014/main" id="{048FAEB2-D43E-9149-B0A3-74972630BEE5}"/>
                </a:ext>
              </a:extLst>
            </p:cNvPr>
            <p:cNvSpPr/>
            <p:nvPr/>
          </p:nvSpPr>
          <p:spPr>
            <a:xfrm>
              <a:off x="1041623" y="1752850"/>
              <a:ext cx="46280" cy="20198"/>
            </a:xfrm>
            <a:custGeom>
              <a:avLst/>
              <a:gdLst/>
              <a:ahLst/>
              <a:cxnLst/>
              <a:rect l="l" t="t" r="r" b="b"/>
              <a:pathLst>
                <a:path w="3091" h="1349" extrusionOk="0">
                  <a:moveTo>
                    <a:pt x="2184" y="0"/>
                  </a:moveTo>
                  <a:cubicBezTo>
                    <a:pt x="2171" y="0"/>
                    <a:pt x="2158" y="1"/>
                    <a:pt x="2145" y="3"/>
                  </a:cubicBezTo>
                  <a:lnTo>
                    <a:pt x="400" y="3"/>
                  </a:lnTo>
                  <a:cubicBezTo>
                    <a:pt x="148" y="3"/>
                    <a:pt x="0" y="277"/>
                    <a:pt x="127" y="487"/>
                  </a:cubicBezTo>
                  <a:lnTo>
                    <a:pt x="589" y="1349"/>
                  </a:lnTo>
                  <a:lnTo>
                    <a:pt x="3091" y="1349"/>
                  </a:lnTo>
                  <a:lnTo>
                    <a:pt x="2439" y="172"/>
                  </a:lnTo>
                  <a:cubicBezTo>
                    <a:pt x="2383" y="77"/>
                    <a:pt x="2292" y="0"/>
                    <a:pt x="2184" y="0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10760;p71">
              <a:extLst>
                <a:ext uri="{FF2B5EF4-FFF2-40B4-BE49-F238E27FC236}">
                  <a16:creationId xmlns:a16="http://schemas.microsoft.com/office/drawing/2014/main" id="{5783F1E3-01D6-7452-4E4C-E568AC8A3C8A}"/>
                </a:ext>
              </a:extLst>
            </p:cNvPr>
            <p:cNvSpPr/>
            <p:nvPr/>
          </p:nvSpPr>
          <p:spPr>
            <a:xfrm>
              <a:off x="847400" y="1725510"/>
              <a:ext cx="342496" cy="37162"/>
            </a:xfrm>
            <a:custGeom>
              <a:avLst/>
              <a:gdLst/>
              <a:ahLst/>
              <a:cxnLst/>
              <a:rect l="l" t="t" r="r" b="b"/>
              <a:pathLst>
                <a:path w="22875" h="2482" extrusionOk="0">
                  <a:moveTo>
                    <a:pt x="337" y="0"/>
                  </a:moveTo>
                  <a:cubicBezTo>
                    <a:pt x="148" y="0"/>
                    <a:pt x="0" y="147"/>
                    <a:pt x="0" y="337"/>
                  </a:cubicBezTo>
                  <a:lnTo>
                    <a:pt x="0" y="2145"/>
                  </a:lnTo>
                  <a:cubicBezTo>
                    <a:pt x="0" y="2334"/>
                    <a:pt x="148" y="2481"/>
                    <a:pt x="337" y="2481"/>
                  </a:cubicBezTo>
                  <a:lnTo>
                    <a:pt x="22559" y="2481"/>
                  </a:lnTo>
                  <a:cubicBezTo>
                    <a:pt x="22728" y="2481"/>
                    <a:pt x="22875" y="2334"/>
                    <a:pt x="22875" y="2145"/>
                  </a:cubicBezTo>
                  <a:lnTo>
                    <a:pt x="22875" y="337"/>
                  </a:lnTo>
                  <a:cubicBezTo>
                    <a:pt x="22875" y="147"/>
                    <a:pt x="22728" y="0"/>
                    <a:pt x="22559" y="0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10761;p71">
              <a:extLst>
                <a:ext uri="{FF2B5EF4-FFF2-40B4-BE49-F238E27FC236}">
                  <a16:creationId xmlns:a16="http://schemas.microsoft.com/office/drawing/2014/main" id="{EABA3C24-A2A0-0797-94EA-740B6DAC1A2D}"/>
                </a:ext>
              </a:extLst>
            </p:cNvPr>
            <p:cNvSpPr/>
            <p:nvPr/>
          </p:nvSpPr>
          <p:spPr>
            <a:xfrm>
              <a:off x="1168799" y="1524984"/>
              <a:ext cx="21096" cy="37476"/>
            </a:xfrm>
            <a:custGeom>
              <a:avLst/>
              <a:gdLst/>
              <a:ahLst/>
              <a:cxnLst/>
              <a:rect l="l" t="t" r="r" b="b"/>
              <a:pathLst>
                <a:path w="1409" h="2503" extrusionOk="0">
                  <a:moveTo>
                    <a:pt x="0" y="1"/>
                  </a:moveTo>
                  <a:lnTo>
                    <a:pt x="0" y="2503"/>
                  </a:lnTo>
                  <a:lnTo>
                    <a:pt x="1093" y="2503"/>
                  </a:lnTo>
                  <a:cubicBezTo>
                    <a:pt x="1262" y="2503"/>
                    <a:pt x="1409" y="2356"/>
                    <a:pt x="1409" y="2166"/>
                  </a:cubicBezTo>
                  <a:lnTo>
                    <a:pt x="1409" y="337"/>
                  </a:lnTo>
                  <a:cubicBezTo>
                    <a:pt x="1409" y="169"/>
                    <a:pt x="1262" y="1"/>
                    <a:pt x="1093" y="1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10762;p71">
              <a:extLst>
                <a:ext uri="{FF2B5EF4-FFF2-40B4-BE49-F238E27FC236}">
                  <a16:creationId xmlns:a16="http://schemas.microsoft.com/office/drawing/2014/main" id="{0EA14D6F-E971-3837-D71B-EFDB87C95EE1}"/>
                </a:ext>
              </a:extLst>
            </p:cNvPr>
            <p:cNvSpPr/>
            <p:nvPr/>
          </p:nvSpPr>
          <p:spPr>
            <a:xfrm>
              <a:off x="1168799" y="1725510"/>
              <a:ext cx="21096" cy="37162"/>
            </a:xfrm>
            <a:custGeom>
              <a:avLst/>
              <a:gdLst/>
              <a:ahLst/>
              <a:cxnLst/>
              <a:rect l="l" t="t" r="r" b="b"/>
              <a:pathLst>
                <a:path w="1409" h="2482" extrusionOk="0">
                  <a:moveTo>
                    <a:pt x="0" y="0"/>
                  </a:moveTo>
                  <a:lnTo>
                    <a:pt x="0" y="2481"/>
                  </a:lnTo>
                  <a:lnTo>
                    <a:pt x="1093" y="2481"/>
                  </a:lnTo>
                  <a:cubicBezTo>
                    <a:pt x="1262" y="2481"/>
                    <a:pt x="1409" y="2334"/>
                    <a:pt x="1409" y="2145"/>
                  </a:cubicBezTo>
                  <a:lnTo>
                    <a:pt x="1409" y="337"/>
                  </a:lnTo>
                  <a:cubicBezTo>
                    <a:pt x="1409" y="147"/>
                    <a:pt x="1262" y="0"/>
                    <a:pt x="1093" y="0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10763;p71">
              <a:extLst>
                <a:ext uri="{FF2B5EF4-FFF2-40B4-BE49-F238E27FC236}">
                  <a16:creationId xmlns:a16="http://schemas.microsoft.com/office/drawing/2014/main" id="{678B033D-F67B-66AD-AE4C-65763762AE80}"/>
                </a:ext>
              </a:extLst>
            </p:cNvPr>
            <p:cNvSpPr/>
            <p:nvPr/>
          </p:nvSpPr>
          <p:spPr>
            <a:xfrm>
              <a:off x="1046339" y="1601703"/>
              <a:ext cx="47418" cy="50787"/>
            </a:xfrm>
            <a:custGeom>
              <a:avLst/>
              <a:gdLst/>
              <a:ahLst/>
              <a:cxnLst/>
              <a:rect l="l" t="t" r="r" b="b"/>
              <a:pathLst>
                <a:path w="3167" h="3392" extrusionOk="0">
                  <a:moveTo>
                    <a:pt x="2688" y="0"/>
                  </a:moveTo>
                  <a:cubicBezTo>
                    <a:pt x="2601" y="0"/>
                    <a:pt x="2511" y="39"/>
                    <a:pt x="2440" y="133"/>
                  </a:cubicBezTo>
                  <a:lnTo>
                    <a:pt x="190" y="2845"/>
                  </a:lnTo>
                  <a:cubicBezTo>
                    <a:pt x="1" y="3055"/>
                    <a:pt x="148" y="3392"/>
                    <a:pt x="442" y="3392"/>
                  </a:cubicBezTo>
                  <a:cubicBezTo>
                    <a:pt x="547" y="3392"/>
                    <a:pt x="631" y="3329"/>
                    <a:pt x="695" y="3266"/>
                  </a:cubicBezTo>
                  <a:lnTo>
                    <a:pt x="2965" y="553"/>
                  </a:lnTo>
                  <a:cubicBezTo>
                    <a:pt x="3167" y="305"/>
                    <a:pt x="2934" y="0"/>
                    <a:pt x="2688" y="0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10764;p71">
              <a:extLst>
                <a:ext uri="{FF2B5EF4-FFF2-40B4-BE49-F238E27FC236}">
                  <a16:creationId xmlns:a16="http://schemas.microsoft.com/office/drawing/2014/main" id="{B61DE90D-9F8F-F858-81DD-E787C3E02B9D}"/>
                </a:ext>
              </a:extLst>
            </p:cNvPr>
            <p:cNvSpPr/>
            <p:nvPr/>
          </p:nvSpPr>
          <p:spPr>
            <a:xfrm>
              <a:off x="990567" y="1630091"/>
              <a:ext cx="48556" cy="29331"/>
            </a:xfrm>
            <a:custGeom>
              <a:avLst/>
              <a:gdLst/>
              <a:ahLst/>
              <a:cxnLst/>
              <a:rect l="l" t="t" r="r" b="b"/>
              <a:pathLst>
                <a:path w="3243" h="1959" extrusionOk="0">
                  <a:moveTo>
                    <a:pt x="494" y="0"/>
                  </a:moveTo>
                  <a:cubicBezTo>
                    <a:pt x="194" y="0"/>
                    <a:pt x="0" y="454"/>
                    <a:pt x="341" y="634"/>
                  </a:cubicBezTo>
                  <a:lnTo>
                    <a:pt x="2611" y="1916"/>
                  </a:lnTo>
                  <a:cubicBezTo>
                    <a:pt x="2653" y="1937"/>
                    <a:pt x="2717" y="1958"/>
                    <a:pt x="2759" y="1958"/>
                  </a:cubicBezTo>
                  <a:cubicBezTo>
                    <a:pt x="3116" y="1958"/>
                    <a:pt x="3242" y="1496"/>
                    <a:pt x="2927" y="1327"/>
                  </a:cubicBezTo>
                  <a:lnTo>
                    <a:pt x="656" y="45"/>
                  </a:lnTo>
                  <a:cubicBezTo>
                    <a:pt x="600" y="14"/>
                    <a:pt x="545" y="0"/>
                    <a:pt x="494" y="0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10765;p71">
              <a:extLst>
                <a:ext uri="{FF2B5EF4-FFF2-40B4-BE49-F238E27FC236}">
                  <a16:creationId xmlns:a16="http://schemas.microsoft.com/office/drawing/2014/main" id="{D4AD51DA-B7EF-0CF2-CC56-E05585DA4AC2}"/>
                </a:ext>
              </a:extLst>
            </p:cNvPr>
            <p:cNvSpPr/>
            <p:nvPr/>
          </p:nvSpPr>
          <p:spPr>
            <a:xfrm>
              <a:off x="940573" y="1633983"/>
              <a:ext cx="44543" cy="51565"/>
            </a:xfrm>
            <a:custGeom>
              <a:avLst/>
              <a:gdLst/>
              <a:ahLst/>
              <a:cxnLst/>
              <a:rect l="l" t="t" r="r" b="b"/>
              <a:pathLst>
                <a:path w="2975" h="3444" extrusionOk="0">
                  <a:moveTo>
                    <a:pt x="2525" y="0"/>
                  </a:moveTo>
                  <a:cubicBezTo>
                    <a:pt x="2444" y="0"/>
                    <a:pt x="2362" y="30"/>
                    <a:pt x="2292" y="100"/>
                  </a:cubicBezTo>
                  <a:lnTo>
                    <a:pt x="148" y="2918"/>
                  </a:lnTo>
                  <a:cubicBezTo>
                    <a:pt x="1" y="3149"/>
                    <a:pt x="148" y="3443"/>
                    <a:pt x="421" y="3443"/>
                  </a:cubicBezTo>
                  <a:cubicBezTo>
                    <a:pt x="526" y="3443"/>
                    <a:pt x="631" y="3401"/>
                    <a:pt x="694" y="3317"/>
                  </a:cubicBezTo>
                  <a:lnTo>
                    <a:pt x="2818" y="521"/>
                  </a:lnTo>
                  <a:cubicBezTo>
                    <a:pt x="2974" y="255"/>
                    <a:pt x="2758" y="0"/>
                    <a:pt x="2525" y="0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10766;p71">
              <a:extLst>
                <a:ext uri="{FF2B5EF4-FFF2-40B4-BE49-F238E27FC236}">
                  <a16:creationId xmlns:a16="http://schemas.microsoft.com/office/drawing/2014/main" id="{EC342B18-95FC-2321-AE64-1E6483511297}"/>
                </a:ext>
              </a:extLst>
            </p:cNvPr>
            <p:cNvSpPr/>
            <p:nvPr/>
          </p:nvSpPr>
          <p:spPr>
            <a:xfrm>
              <a:off x="912560" y="1673256"/>
              <a:ext cx="45966" cy="39408"/>
            </a:xfrm>
            <a:custGeom>
              <a:avLst/>
              <a:gdLst/>
              <a:ahLst/>
              <a:cxnLst/>
              <a:rect l="l" t="t" r="r" b="b"/>
              <a:pathLst>
                <a:path w="3070" h="2632" extrusionOk="0">
                  <a:moveTo>
                    <a:pt x="1766" y="0"/>
                  </a:moveTo>
                  <a:cubicBezTo>
                    <a:pt x="589" y="0"/>
                    <a:pt x="0" y="1409"/>
                    <a:pt x="841" y="2250"/>
                  </a:cubicBezTo>
                  <a:cubicBezTo>
                    <a:pt x="1105" y="2514"/>
                    <a:pt x="1430" y="2632"/>
                    <a:pt x="1750" y="2632"/>
                  </a:cubicBezTo>
                  <a:cubicBezTo>
                    <a:pt x="2422" y="2632"/>
                    <a:pt x="3070" y="2109"/>
                    <a:pt x="3070" y="1325"/>
                  </a:cubicBezTo>
                  <a:cubicBezTo>
                    <a:pt x="3070" y="589"/>
                    <a:pt x="2481" y="0"/>
                    <a:pt x="1766" y="0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10767;p71">
              <a:extLst>
                <a:ext uri="{FF2B5EF4-FFF2-40B4-BE49-F238E27FC236}">
                  <a16:creationId xmlns:a16="http://schemas.microsoft.com/office/drawing/2014/main" id="{EFCA3645-8914-ADE5-C7EA-3E8AC2273E3C}"/>
                </a:ext>
              </a:extLst>
            </p:cNvPr>
            <p:cNvSpPr/>
            <p:nvPr/>
          </p:nvSpPr>
          <p:spPr>
            <a:xfrm>
              <a:off x="960502" y="1606823"/>
              <a:ext cx="45876" cy="39318"/>
            </a:xfrm>
            <a:custGeom>
              <a:avLst/>
              <a:gdLst/>
              <a:ahLst/>
              <a:cxnLst/>
              <a:rect l="l" t="t" r="r" b="b"/>
              <a:pathLst>
                <a:path w="3064" h="2626" extrusionOk="0">
                  <a:moveTo>
                    <a:pt x="1714" y="1"/>
                  </a:moveTo>
                  <a:cubicBezTo>
                    <a:pt x="574" y="1"/>
                    <a:pt x="0" y="1416"/>
                    <a:pt x="814" y="2230"/>
                  </a:cubicBezTo>
                  <a:cubicBezTo>
                    <a:pt x="1088" y="2503"/>
                    <a:pt x="1421" y="2626"/>
                    <a:pt x="1747" y="2626"/>
                  </a:cubicBezTo>
                  <a:cubicBezTo>
                    <a:pt x="2422" y="2626"/>
                    <a:pt x="3064" y="2099"/>
                    <a:pt x="3064" y="1305"/>
                  </a:cubicBezTo>
                  <a:cubicBezTo>
                    <a:pt x="3064" y="569"/>
                    <a:pt x="2475" y="1"/>
                    <a:pt x="1739" y="1"/>
                  </a:cubicBezTo>
                  <a:cubicBezTo>
                    <a:pt x="1731" y="1"/>
                    <a:pt x="1722" y="1"/>
                    <a:pt x="1714" y="1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3" name="Google Shape;10768;p71">
              <a:extLst>
                <a:ext uri="{FF2B5EF4-FFF2-40B4-BE49-F238E27FC236}">
                  <a16:creationId xmlns:a16="http://schemas.microsoft.com/office/drawing/2014/main" id="{E53D3B9A-2A1B-9663-C7E3-F7DF755DC33A}"/>
                </a:ext>
              </a:extLst>
            </p:cNvPr>
            <p:cNvSpPr/>
            <p:nvPr/>
          </p:nvSpPr>
          <p:spPr>
            <a:xfrm>
              <a:off x="1019269" y="1640197"/>
              <a:ext cx="45981" cy="39423"/>
            </a:xfrm>
            <a:custGeom>
              <a:avLst/>
              <a:gdLst/>
              <a:ahLst/>
              <a:cxnLst/>
              <a:rect l="l" t="t" r="r" b="b"/>
              <a:pathLst>
                <a:path w="3071" h="2633" extrusionOk="0">
                  <a:moveTo>
                    <a:pt x="1746" y="1"/>
                  </a:moveTo>
                  <a:cubicBezTo>
                    <a:pt x="568" y="1"/>
                    <a:pt x="1" y="1409"/>
                    <a:pt x="821" y="2250"/>
                  </a:cubicBezTo>
                  <a:cubicBezTo>
                    <a:pt x="1085" y="2514"/>
                    <a:pt x="1412" y="2632"/>
                    <a:pt x="1734" y="2632"/>
                  </a:cubicBezTo>
                  <a:cubicBezTo>
                    <a:pt x="2413" y="2632"/>
                    <a:pt x="3070" y="2109"/>
                    <a:pt x="3070" y="1325"/>
                  </a:cubicBezTo>
                  <a:cubicBezTo>
                    <a:pt x="3070" y="589"/>
                    <a:pt x="2482" y="1"/>
                    <a:pt x="1746" y="1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10769;p71">
              <a:extLst>
                <a:ext uri="{FF2B5EF4-FFF2-40B4-BE49-F238E27FC236}">
                  <a16:creationId xmlns:a16="http://schemas.microsoft.com/office/drawing/2014/main" id="{622B2C1E-EC0D-30FF-F5D9-FDEAD358F9A4}"/>
                </a:ext>
              </a:extLst>
            </p:cNvPr>
            <p:cNvSpPr/>
            <p:nvPr/>
          </p:nvSpPr>
          <p:spPr>
            <a:xfrm>
              <a:off x="1067750" y="1575037"/>
              <a:ext cx="46280" cy="39318"/>
            </a:xfrm>
            <a:custGeom>
              <a:avLst/>
              <a:gdLst/>
              <a:ahLst/>
              <a:cxnLst/>
              <a:rect l="l" t="t" r="r" b="b"/>
              <a:pathLst>
                <a:path w="3091" h="2626" extrusionOk="0">
                  <a:moveTo>
                    <a:pt x="1766" y="1"/>
                  </a:moveTo>
                  <a:cubicBezTo>
                    <a:pt x="589" y="1"/>
                    <a:pt x="0" y="1409"/>
                    <a:pt x="841" y="2229"/>
                  </a:cubicBezTo>
                  <a:cubicBezTo>
                    <a:pt x="1108" y="2503"/>
                    <a:pt x="1439" y="2625"/>
                    <a:pt x="1765" y="2625"/>
                  </a:cubicBezTo>
                  <a:cubicBezTo>
                    <a:pt x="2440" y="2625"/>
                    <a:pt x="3091" y="2099"/>
                    <a:pt x="3091" y="1304"/>
                  </a:cubicBezTo>
                  <a:cubicBezTo>
                    <a:pt x="3091" y="589"/>
                    <a:pt x="2502" y="1"/>
                    <a:pt x="1766" y="1"/>
                  </a:cubicBezTo>
                  <a:close/>
                </a:path>
              </a:pathLst>
            </a:custGeom>
            <a:grpFill/>
            <a:ln>
              <a:solidFill>
                <a:srgbClr val="E8EEF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89186535"/>
      </p:ext>
    </p:extLst>
  </p:cSld>
  <p:clrMapOvr>
    <a:masterClrMapping/>
  </p:clrMapOvr>
</p:sld>
</file>

<file path=ppt/theme/theme1.xml><?xml version="1.0" encoding="utf-8"?>
<a:theme xmlns:a="http://schemas.openxmlformats.org/drawingml/2006/main" name="HR Newsletter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B54A1"/>
      </a:accent1>
      <a:accent2>
        <a:srgbClr val="94A2D3"/>
      </a:accent2>
      <a:accent3>
        <a:srgbClr val="EC646E"/>
      </a:accent3>
      <a:accent4>
        <a:srgbClr val="D7DFF2"/>
      </a:accent4>
      <a:accent5>
        <a:srgbClr val="FACABC"/>
      </a:accent5>
      <a:accent6>
        <a:srgbClr val="212237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484</Words>
  <Application>Microsoft Office PowerPoint</Application>
  <PresentationFormat>On-screen Show (16:9)</PresentationFormat>
  <Paragraphs>73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Comfortaa SemiBold</vt:lpstr>
      <vt:lpstr>Comfortaa</vt:lpstr>
      <vt:lpstr>Montserrat</vt:lpstr>
      <vt:lpstr>Catamaran</vt:lpstr>
      <vt:lpstr>HR Newsletter by Slidesgo</vt:lpstr>
      <vt:lpstr>HR Analytics Dashboard</vt:lpstr>
      <vt:lpstr>Introduction</vt:lpstr>
      <vt:lpstr>TABLE OF CONTENTS</vt:lpstr>
      <vt:lpstr>Dashboard Overview</vt:lpstr>
      <vt:lpstr>Education filter</vt:lpstr>
      <vt:lpstr>Data for Analysis</vt:lpstr>
      <vt:lpstr>Data for Analysis </vt:lpstr>
      <vt:lpstr>Employee attrition rate section</vt:lpstr>
      <vt:lpstr>Employee attrition rate section</vt:lpstr>
      <vt:lpstr>Job satisfaction section</vt:lpstr>
      <vt:lpstr>Job satisfaction section</vt:lpstr>
      <vt:lpstr>Attrition by education section</vt:lpstr>
      <vt:lpstr>Attrition by education section</vt:lpstr>
      <vt:lpstr>Attrition by gender section</vt:lpstr>
      <vt:lpstr>Attrition by gender section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Vlad</dc:creator>
  <cp:lastModifiedBy>Vlad Koval</cp:lastModifiedBy>
  <cp:revision>90</cp:revision>
  <dcterms:modified xsi:type="dcterms:W3CDTF">2026-01-28T22:32:52Z</dcterms:modified>
</cp:coreProperties>
</file>